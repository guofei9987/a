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43"/>
    <p:restoredTop sz="94697"/>
  </p:normalViewPr>
  <p:slideViewPr>
    <p:cSldViewPr snapToGrid="0">
      <p:cViewPr varScale="1">
        <p:scale>
          <a:sx n="104" d="100"/>
          <a:sy n="104" d="100"/>
        </p:scale>
        <p:origin x="23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956E3A-7F49-D44A-8567-BC4A5F46727F}" type="doc">
      <dgm:prSet loTypeId="urn:microsoft.com/office/officeart/2008/layout/HorizontalMultiLevelHierarchy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C80A17A0-6BB5-3A44-9F95-2F9D3BFA16F0}">
      <dgm:prSet phldrT="[文本]"/>
      <dgm:spPr>
        <a:solidFill>
          <a:srgbClr val="C00000"/>
        </a:solidFill>
      </dgm:spPr>
      <dgm:t>
        <a:bodyPr/>
        <a:lstStyle/>
        <a:p>
          <a:r>
            <a:rPr lang="zh-CN" altLang="en-US" b="1" dirty="0"/>
            <a:t>设计</a:t>
          </a:r>
        </a:p>
      </dgm:t>
    </dgm:pt>
    <dgm:pt modelId="{116059D0-8585-2B48-9AE7-87414F9DC6EE}" type="parTrans" cxnId="{445DC4F6-8183-EC46-8E54-4AA3E4C15C03}">
      <dgm:prSet/>
      <dgm:spPr/>
      <dgm:t>
        <a:bodyPr/>
        <a:lstStyle/>
        <a:p>
          <a:endParaRPr lang="zh-CN" altLang="en-US" b="1"/>
        </a:p>
      </dgm:t>
    </dgm:pt>
    <dgm:pt modelId="{EACE667E-67A0-AA43-AD95-65DA02123986}" type="sibTrans" cxnId="{445DC4F6-8183-EC46-8E54-4AA3E4C15C03}">
      <dgm:prSet/>
      <dgm:spPr/>
      <dgm:t>
        <a:bodyPr/>
        <a:lstStyle/>
        <a:p>
          <a:endParaRPr lang="zh-CN" altLang="en-US" b="1"/>
        </a:p>
      </dgm:t>
    </dgm:pt>
    <dgm:pt modelId="{68D86A2B-E022-EA4D-8965-8271EF8D7A8B}">
      <dgm:prSet phldrT="[文本]"/>
      <dgm:spPr>
        <a:solidFill>
          <a:srgbClr val="C00000"/>
        </a:solidFill>
      </dgm:spPr>
      <dgm:t>
        <a:bodyPr/>
        <a:lstStyle/>
        <a:p>
          <a:r>
            <a:rPr lang="zh-CN" altLang="en-US" b="1" dirty="0"/>
            <a:t>制造</a:t>
          </a:r>
        </a:p>
      </dgm:t>
    </dgm:pt>
    <dgm:pt modelId="{EC49FBB3-EDB9-5444-B975-4976E8C41DA3}" type="parTrans" cxnId="{BED179E3-4F0B-B648-B23D-666526CE86C3}">
      <dgm:prSet/>
      <dgm:spPr/>
      <dgm:t>
        <a:bodyPr/>
        <a:lstStyle/>
        <a:p>
          <a:endParaRPr lang="zh-CN" altLang="en-US" b="1"/>
        </a:p>
      </dgm:t>
    </dgm:pt>
    <dgm:pt modelId="{3DC18DBA-D862-9D40-9133-CEDFC8024A4A}" type="sibTrans" cxnId="{BED179E3-4F0B-B648-B23D-666526CE86C3}">
      <dgm:prSet/>
      <dgm:spPr/>
      <dgm:t>
        <a:bodyPr/>
        <a:lstStyle/>
        <a:p>
          <a:endParaRPr lang="zh-CN" altLang="en-US" b="1"/>
        </a:p>
      </dgm:t>
    </dgm:pt>
    <dgm:pt modelId="{C7DD29BA-EFC7-C14F-978F-6EF054014768}">
      <dgm:prSet phldrT="[文本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zh-CN" altLang="en-US" b="1" dirty="0"/>
            <a:t>封装</a:t>
          </a:r>
        </a:p>
      </dgm:t>
    </dgm:pt>
    <dgm:pt modelId="{02538A83-DFF8-7246-A7EE-6347846BCA2B}" type="parTrans" cxnId="{520CF876-B27B-464C-9191-0D4982D0812F}">
      <dgm:prSet/>
      <dgm:spPr/>
      <dgm:t>
        <a:bodyPr/>
        <a:lstStyle/>
        <a:p>
          <a:endParaRPr lang="zh-CN" altLang="en-US" b="1"/>
        </a:p>
      </dgm:t>
    </dgm:pt>
    <dgm:pt modelId="{E31E304A-203C-5043-B87E-FE1B962EEC91}" type="sibTrans" cxnId="{520CF876-B27B-464C-9191-0D4982D0812F}">
      <dgm:prSet/>
      <dgm:spPr/>
      <dgm:t>
        <a:bodyPr/>
        <a:lstStyle/>
        <a:p>
          <a:endParaRPr lang="zh-CN" altLang="en-US" b="1"/>
        </a:p>
      </dgm:t>
    </dgm:pt>
    <dgm:pt modelId="{D57F0D84-43FB-4B4D-AF98-834DF61DF9DC}">
      <dgm:prSet phldrT="[文本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zh-CN" altLang="en-US" b="1" dirty="0"/>
            <a:t>测试</a:t>
          </a:r>
        </a:p>
      </dgm:t>
    </dgm:pt>
    <dgm:pt modelId="{7CC7B355-322B-9142-B5A6-48BC66A7A634}" type="parTrans" cxnId="{D895B29E-CA43-7B43-9654-BE1AD118F4DC}">
      <dgm:prSet/>
      <dgm:spPr/>
      <dgm:t>
        <a:bodyPr/>
        <a:lstStyle/>
        <a:p>
          <a:endParaRPr lang="zh-CN" altLang="en-US" b="1"/>
        </a:p>
      </dgm:t>
    </dgm:pt>
    <dgm:pt modelId="{427F5E54-F0BE-1D40-82CB-2698B165D304}" type="sibTrans" cxnId="{D895B29E-CA43-7B43-9654-BE1AD118F4DC}">
      <dgm:prSet/>
      <dgm:spPr/>
      <dgm:t>
        <a:bodyPr/>
        <a:lstStyle/>
        <a:p>
          <a:endParaRPr lang="zh-CN" altLang="en-US" b="1"/>
        </a:p>
      </dgm:t>
    </dgm:pt>
    <dgm:pt modelId="{2401A5B8-65AC-5445-96AA-6BF3463F57C6}">
      <dgm:prSet phldrT="[文本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zh-CN" altLang="en-US" b="1" dirty="0"/>
            <a:t>使用和监控</a:t>
          </a:r>
        </a:p>
      </dgm:t>
    </dgm:pt>
    <dgm:pt modelId="{A8AC6BEE-F97D-1C47-8452-576483156BC2}" type="parTrans" cxnId="{F75D1E1D-0214-904D-A7C8-E0FC400A67F8}">
      <dgm:prSet/>
      <dgm:spPr/>
      <dgm:t>
        <a:bodyPr/>
        <a:lstStyle/>
        <a:p>
          <a:endParaRPr lang="zh-CN" altLang="en-US" b="1"/>
        </a:p>
      </dgm:t>
    </dgm:pt>
    <dgm:pt modelId="{975CE6F8-F565-E546-80C7-DC590F718D32}" type="sibTrans" cxnId="{F75D1E1D-0214-904D-A7C8-E0FC400A67F8}">
      <dgm:prSet/>
      <dgm:spPr/>
      <dgm:t>
        <a:bodyPr/>
        <a:lstStyle/>
        <a:p>
          <a:endParaRPr lang="zh-CN" altLang="en-US" b="1"/>
        </a:p>
      </dgm:t>
    </dgm:pt>
    <dgm:pt modelId="{97FDB4A4-1A60-2747-B686-EA923103864E}">
      <dgm:prSet phldrT="[文本]"/>
      <dgm:spPr/>
      <dgm:t>
        <a:bodyPr/>
        <a:lstStyle/>
        <a:p>
          <a:r>
            <a:rPr lang="zh-CN" altLang="en-US" b="1" dirty="0"/>
            <a:t>芯片制造</a:t>
          </a:r>
        </a:p>
      </dgm:t>
    </dgm:pt>
    <dgm:pt modelId="{16EE5020-D888-4C48-8682-57CEADF472FA}" type="parTrans" cxnId="{847963EA-A91B-3E4B-868F-B589B0F4CCE0}">
      <dgm:prSet/>
      <dgm:spPr/>
      <dgm:t>
        <a:bodyPr/>
        <a:lstStyle/>
        <a:p>
          <a:endParaRPr lang="zh-CN" altLang="en-US" b="1"/>
        </a:p>
      </dgm:t>
    </dgm:pt>
    <dgm:pt modelId="{63685405-FD70-AE44-9204-E8532568BDD8}" type="sibTrans" cxnId="{847963EA-A91B-3E4B-868F-B589B0F4CCE0}">
      <dgm:prSet/>
      <dgm:spPr/>
      <dgm:t>
        <a:bodyPr/>
        <a:lstStyle/>
        <a:p>
          <a:endParaRPr lang="zh-CN" altLang="en-US" b="1"/>
        </a:p>
      </dgm:t>
    </dgm:pt>
    <dgm:pt modelId="{BB0C42D0-37E3-1443-A105-38B20D372B8B}">
      <dgm:prSet phldrT="[文本]"/>
      <dgm:spPr>
        <a:solidFill>
          <a:srgbClr val="C00000"/>
        </a:solidFill>
      </dgm:spPr>
      <dgm:t>
        <a:bodyPr/>
        <a:lstStyle/>
        <a:p>
          <a:r>
            <a:rPr lang="en-US" altLang="zh-CN" b="1" dirty="0"/>
            <a:t>IP</a:t>
          </a:r>
          <a:endParaRPr lang="zh-CN" altLang="en-US" b="1" dirty="0"/>
        </a:p>
      </dgm:t>
    </dgm:pt>
    <dgm:pt modelId="{5049E0A7-7B29-864D-92F3-31BDC8B6610D}" type="parTrans" cxnId="{C7DFC0D6-3917-8941-8AAC-2A5C1EF05EC0}">
      <dgm:prSet/>
      <dgm:spPr/>
      <dgm:t>
        <a:bodyPr/>
        <a:lstStyle/>
        <a:p>
          <a:endParaRPr lang="zh-CN" altLang="en-US" b="1"/>
        </a:p>
      </dgm:t>
    </dgm:pt>
    <dgm:pt modelId="{7DCEAA4C-8DAC-514A-9D58-486EA9A1E24E}" type="sibTrans" cxnId="{C7DFC0D6-3917-8941-8AAC-2A5C1EF05EC0}">
      <dgm:prSet/>
      <dgm:spPr/>
      <dgm:t>
        <a:bodyPr/>
        <a:lstStyle/>
        <a:p>
          <a:endParaRPr lang="zh-CN" altLang="en-US" b="1"/>
        </a:p>
      </dgm:t>
    </dgm:pt>
    <dgm:pt modelId="{96BAA419-B3D3-2B4D-87DD-5C9CDB8B86EF}">
      <dgm:prSet phldrT="[文本]"/>
      <dgm:spPr>
        <a:solidFill>
          <a:srgbClr val="C00000"/>
        </a:solidFill>
      </dgm:spPr>
      <dgm:t>
        <a:bodyPr/>
        <a:lstStyle/>
        <a:p>
          <a:r>
            <a:rPr lang="zh-CN" altLang="en-US" b="1" dirty="0"/>
            <a:t>工具</a:t>
          </a:r>
        </a:p>
      </dgm:t>
    </dgm:pt>
    <dgm:pt modelId="{11110787-3693-C14B-8984-883274097F5F}" type="parTrans" cxnId="{0892EE9B-452C-A849-A76B-35205EFFECA8}">
      <dgm:prSet/>
      <dgm:spPr/>
      <dgm:t>
        <a:bodyPr/>
        <a:lstStyle/>
        <a:p>
          <a:endParaRPr lang="zh-CN" altLang="en-US" b="1"/>
        </a:p>
      </dgm:t>
    </dgm:pt>
    <dgm:pt modelId="{7D203A5E-2A3A-3D4C-BE53-73878816F977}" type="sibTrans" cxnId="{0892EE9B-452C-A849-A76B-35205EFFECA8}">
      <dgm:prSet/>
      <dgm:spPr/>
      <dgm:t>
        <a:bodyPr/>
        <a:lstStyle/>
        <a:p>
          <a:endParaRPr lang="zh-CN" altLang="en-US" b="1"/>
        </a:p>
      </dgm:t>
    </dgm:pt>
    <dgm:pt modelId="{5F07E85B-4473-F44C-9554-775E94C3FC9B}">
      <dgm:prSet phldrT="[文本]"/>
      <dgm:spPr>
        <a:solidFill>
          <a:srgbClr val="C00000"/>
        </a:solidFill>
      </dgm:spPr>
      <dgm:t>
        <a:bodyPr/>
        <a:lstStyle/>
        <a:p>
          <a:r>
            <a:rPr lang="zh-CN" altLang="en-US" b="1" dirty="0"/>
            <a:t>标准单元</a:t>
          </a:r>
        </a:p>
      </dgm:t>
    </dgm:pt>
    <dgm:pt modelId="{3A4B1F81-09CD-3647-A7EA-B7FEA607F7A4}" type="parTrans" cxnId="{4F8E945F-8C55-7249-8686-2761A53C1A50}">
      <dgm:prSet/>
      <dgm:spPr/>
      <dgm:t>
        <a:bodyPr/>
        <a:lstStyle/>
        <a:p>
          <a:endParaRPr lang="zh-CN" altLang="en-US" b="1"/>
        </a:p>
      </dgm:t>
    </dgm:pt>
    <dgm:pt modelId="{BDB9400F-B844-CC46-A690-771C0C4C6F18}" type="sibTrans" cxnId="{4F8E945F-8C55-7249-8686-2761A53C1A50}">
      <dgm:prSet/>
      <dgm:spPr/>
      <dgm:t>
        <a:bodyPr/>
        <a:lstStyle/>
        <a:p>
          <a:endParaRPr lang="zh-CN" altLang="en-US" b="1"/>
        </a:p>
      </dgm:t>
    </dgm:pt>
    <dgm:pt modelId="{E7CFA257-FBEB-3B4C-8A74-6B66E36C49D5}">
      <dgm:prSet phldrT="[文本]"/>
      <dgm:spPr>
        <a:solidFill>
          <a:srgbClr val="C00000"/>
        </a:solidFill>
      </dgm:spPr>
      <dgm:t>
        <a:bodyPr/>
        <a:lstStyle/>
        <a:p>
          <a:r>
            <a:rPr lang="zh-CN" altLang="en-US" b="1" dirty="0"/>
            <a:t>模型</a:t>
          </a:r>
        </a:p>
      </dgm:t>
    </dgm:pt>
    <dgm:pt modelId="{05A08DAB-5C89-CE49-BAD3-75089ED71CD4}" type="parTrans" cxnId="{68182478-0D9C-2D4D-90D2-0036B290603E}">
      <dgm:prSet/>
      <dgm:spPr/>
      <dgm:t>
        <a:bodyPr/>
        <a:lstStyle/>
        <a:p>
          <a:endParaRPr lang="zh-CN" altLang="en-US" b="1"/>
        </a:p>
      </dgm:t>
    </dgm:pt>
    <dgm:pt modelId="{09397CA5-94BB-C54E-9F5E-06A1E3F18BEC}" type="sibTrans" cxnId="{68182478-0D9C-2D4D-90D2-0036B290603E}">
      <dgm:prSet/>
      <dgm:spPr/>
      <dgm:t>
        <a:bodyPr/>
        <a:lstStyle/>
        <a:p>
          <a:endParaRPr lang="zh-CN" altLang="en-US" b="1"/>
        </a:p>
      </dgm:t>
    </dgm:pt>
    <dgm:pt modelId="{C7FEA4B4-4A08-C041-839D-A257CD10E77E}">
      <dgm:prSet phldrT="[文本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zh-CN" altLang="en-US" b="1" dirty="0"/>
            <a:t>掩模</a:t>
          </a:r>
        </a:p>
      </dgm:t>
    </dgm:pt>
    <dgm:pt modelId="{D5E79C10-61F7-414B-A553-B665FD95D28C}" type="parTrans" cxnId="{0DC6F0E2-1417-7545-A15B-99ADEC965D71}">
      <dgm:prSet/>
      <dgm:spPr/>
      <dgm:t>
        <a:bodyPr/>
        <a:lstStyle/>
        <a:p>
          <a:endParaRPr lang="zh-CN" altLang="en-US" b="1"/>
        </a:p>
      </dgm:t>
    </dgm:pt>
    <dgm:pt modelId="{6A4D9544-135F-4149-AF2B-D26452EA8788}" type="sibTrans" cxnId="{0DC6F0E2-1417-7545-A15B-99ADEC965D71}">
      <dgm:prSet/>
      <dgm:spPr/>
      <dgm:t>
        <a:bodyPr/>
        <a:lstStyle/>
        <a:p>
          <a:endParaRPr lang="zh-CN" altLang="en-US" b="1"/>
        </a:p>
      </dgm:t>
    </dgm:pt>
    <dgm:pt modelId="{251A6E00-CE17-B042-8119-CA410D7A39B6}">
      <dgm:prSet phldrT="[文本]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zh-CN" altLang="en-US" b="1" dirty="0"/>
            <a:t>晶圆制造</a:t>
          </a:r>
        </a:p>
      </dgm:t>
    </dgm:pt>
    <dgm:pt modelId="{F273E5EB-E0B9-094D-A6DA-A793E40EEFFB}" type="parTrans" cxnId="{F2F57FAF-9702-6146-ACD7-2133D19AA8DC}">
      <dgm:prSet/>
      <dgm:spPr/>
      <dgm:t>
        <a:bodyPr/>
        <a:lstStyle/>
        <a:p>
          <a:endParaRPr lang="zh-CN" altLang="en-US" b="1"/>
        </a:p>
      </dgm:t>
    </dgm:pt>
    <dgm:pt modelId="{2E7A3817-DF45-914B-B310-29F7A254C3D7}" type="sibTrans" cxnId="{F2F57FAF-9702-6146-ACD7-2133D19AA8DC}">
      <dgm:prSet/>
      <dgm:spPr/>
      <dgm:t>
        <a:bodyPr/>
        <a:lstStyle/>
        <a:p>
          <a:endParaRPr lang="zh-CN" altLang="en-US" b="1"/>
        </a:p>
      </dgm:t>
    </dgm:pt>
    <dgm:pt modelId="{EDDA8C70-3C19-4941-A607-B8464E8269AA}">
      <dgm:prSet phldrT="[文本]"/>
      <dgm:spPr>
        <a:solidFill>
          <a:srgbClr val="C00000"/>
        </a:solidFill>
      </dgm:spPr>
      <dgm:t>
        <a:bodyPr/>
        <a:lstStyle/>
        <a:p>
          <a:r>
            <a:rPr lang="zh-CN" altLang="en-US" b="1" dirty="0"/>
            <a:t>晶圆针测</a:t>
          </a:r>
        </a:p>
      </dgm:t>
    </dgm:pt>
    <dgm:pt modelId="{AA9AD26C-3788-E94C-88A1-EC8C5A61AFF7}" type="parTrans" cxnId="{D3C5478B-6F0C-BC4B-ACF2-AF53F0CCAE87}">
      <dgm:prSet/>
      <dgm:spPr/>
      <dgm:t>
        <a:bodyPr/>
        <a:lstStyle/>
        <a:p>
          <a:endParaRPr lang="zh-CN" altLang="en-US" b="1"/>
        </a:p>
      </dgm:t>
    </dgm:pt>
    <dgm:pt modelId="{1030B28C-2F98-CC4F-9136-2B0788FA8755}" type="sibTrans" cxnId="{D3C5478B-6F0C-BC4B-ACF2-AF53F0CCAE87}">
      <dgm:prSet/>
      <dgm:spPr/>
      <dgm:t>
        <a:bodyPr/>
        <a:lstStyle/>
        <a:p>
          <a:endParaRPr lang="zh-CN" altLang="en-US" b="1"/>
        </a:p>
      </dgm:t>
    </dgm:pt>
    <dgm:pt modelId="{AC55F83F-055D-8E48-9F8F-6CA0FF755025}">
      <dgm:prSet phldrT="[文本]"/>
      <dgm:spPr>
        <a:solidFill>
          <a:srgbClr val="C00000"/>
        </a:solidFill>
      </dgm:spPr>
      <dgm:t>
        <a:bodyPr/>
        <a:lstStyle/>
        <a:p>
          <a:r>
            <a:rPr lang="zh-CN" altLang="en-US" b="1" dirty="0"/>
            <a:t>切片和封装</a:t>
          </a:r>
        </a:p>
      </dgm:t>
    </dgm:pt>
    <dgm:pt modelId="{7C7B086B-B8F1-C647-971B-98F9634A4CF9}" type="parTrans" cxnId="{2F08DB8F-E472-AC4B-9108-B36BFD9B929A}">
      <dgm:prSet/>
      <dgm:spPr/>
      <dgm:t>
        <a:bodyPr/>
        <a:lstStyle/>
        <a:p>
          <a:endParaRPr lang="zh-CN" altLang="en-US" b="1"/>
        </a:p>
      </dgm:t>
    </dgm:pt>
    <dgm:pt modelId="{24E1ADD4-C242-0148-A4A1-E2E4F9E99649}" type="sibTrans" cxnId="{2F08DB8F-E472-AC4B-9108-B36BFD9B929A}">
      <dgm:prSet/>
      <dgm:spPr/>
      <dgm:t>
        <a:bodyPr/>
        <a:lstStyle/>
        <a:p>
          <a:endParaRPr lang="zh-CN" altLang="en-US" b="1"/>
        </a:p>
      </dgm:t>
    </dgm:pt>
    <dgm:pt modelId="{5C9DBE36-10AB-7347-85EE-2E0E41742A6E}" type="pres">
      <dgm:prSet presAssocID="{A2956E3A-7F49-D44A-8567-BC4A5F46727F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27CA2C29-9F92-CE4E-A3D2-F21EB0830C27}" type="pres">
      <dgm:prSet presAssocID="{97FDB4A4-1A60-2747-B686-EA923103864E}" presName="root1" presStyleCnt="0"/>
      <dgm:spPr/>
    </dgm:pt>
    <dgm:pt modelId="{155750A0-ECFA-6B40-96E2-78F59F99C73B}" type="pres">
      <dgm:prSet presAssocID="{97FDB4A4-1A60-2747-B686-EA923103864E}" presName="LevelOneTextNode" presStyleLbl="node0" presStyleIdx="0" presStyleCnt="1">
        <dgm:presLayoutVars>
          <dgm:chPref val="3"/>
        </dgm:presLayoutVars>
      </dgm:prSet>
      <dgm:spPr/>
    </dgm:pt>
    <dgm:pt modelId="{66AE4E93-1C11-A444-9E0E-BD87009E300D}" type="pres">
      <dgm:prSet presAssocID="{97FDB4A4-1A60-2747-B686-EA923103864E}" presName="level2hierChild" presStyleCnt="0"/>
      <dgm:spPr/>
    </dgm:pt>
    <dgm:pt modelId="{068E1109-8C83-9740-9D95-0ED0AB272E19}" type="pres">
      <dgm:prSet presAssocID="{116059D0-8585-2B48-9AE7-87414F9DC6EE}" presName="conn2-1" presStyleLbl="parChTrans1D2" presStyleIdx="0" presStyleCnt="5"/>
      <dgm:spPr/>
    </dgm:pt>
    <dgm:pt modelId="{52319043-BF46-F44F-B581-EDD86748E9DC}" type="pres">
      <dgm:prSet presAssocID="{116059D0-8585-2B48-9AE7-87414F9DC6EE}" presName="connTx" presStyleLbl="parChTrans1D2" presStyleIdx="0" presStyleCnt="5"/>
      <dgm:spPr/>
    </dgm:pt>
    <dgm:pt modelId="{0A2B73D2-8A26-6049-B064-25B492870635}" type="pres">
      <dgm:prSet presAssocID="{C80A17A0-6BB5-3A44-9F95-2F9D3BFA16F0}" presName="root2" presStyleCnt="0"/>
      <dgm:spPr/>
    </dgm:pt>
    <dgm:pt modelId="{BCFC3E40-8F2C-9A48-8D54-BE20675CE916}" type="pres">
      <dgm:prSet presAssocID="{C80A17A0-6BB5-3A44-9F95-2F9D3BFA16F0}" presName="LevelTwoTextNode" presStyleLbl="node2" presStyleIdx="0" presStyleCnt="5">
        <dgm:presLayoutVars>
          <dgm:chPref val="3"/>
        </dgm:presLayoutVars>
      </dgm:prSet>
      <dgm:spPr/>
    </dgm:pt>
    <dgm:pt modelId="{0793E63C-6260-B740-B1CB-BC15C0298512}" type="pres">
      <dgm:prSet presAssocID="{C80A17A0-6BB5-3A44-9F95-2F9D3BFA16F0}" presName="level3hierChild" presStyleCnt="0"/>
      <dgm:spPr/>
    </dgm:pt>
    <dgm:pt modelId="{4C4114E2-A820-3347-97F9-7ADBA9FBF6B2}" type="pres">
      <dgm:prSet presAssocID="{5049E0A7-7B29-864D-92F3-31BDC8B6610D}" presName="conn2-1" presStyleLbl="parChTrans1D3" presStyleIdx="0" presStyleCnt="8"/>
      <dgm:spPr/>
    </dgm:pt>
    <dgm:pt modelId="{F9ACB8D2-803B-A442-BE38-C30E6058FFF1}" type="pres">
      <dgm:prSet presAssocID="{5049E0A7-7B29-864D-92F3-31BDC8B6610D}" presName="connTx" presStyleLbl="parChTrans1D3" presStyleIdx="0" presStyleCnt="8"/>
      <dgm:spPr/>
    </dgm:pt>
    <dgm:pt modelId="{D5842809-337E-0448-954B-4F0FB62317DA}" type="pres">
      <dgm:prSet presAssocID="{BB0C42D0-37E3-1443-A105-38B20D372B8B}" presName="root2" presStyleCnt="0"/>
      <dgm:spPr/>
    </dgm:pt>
    <dgm:pt modelId="{1DDED58B-A2BA-2845-887F-B9ACFF2DF509}" type="pres">
      <dgm:prSet presAssocID="{BB0C42D0-37E3-1443-A105-38B20D372B8B}" presName="LevelTwoTextNode" presStyleLbl="node3" presStyleIdx="0" presStyleCnt="8">
        <dgm:presLayoutVars>
          <dgm:chPref val="3"/>
        </dgm:presLayoutVars>
      </dgm:prSet>
      <dgm:spPr/>
    </dgm:pt>
    <dgm:pt modelId="{A18BFA17-3589-9041-A023-70F8DE45C092}" type="pres">
      <dgm:prSet presAssocID="{BB0C42D0-37E3-1443-A105-38B20D372B8B}" presName="level3hierChild" presStyleCnt="0"/>
      <dgm:spPr/>
    </dgm:pt>
    <dgm:pt modelId="{191D5974-5D1B-1241-8EE3-B87C87CBD220}" type="pres">
      <dgm:prSet presAssocID="{11110787-3693-C14B-8984-883274097F5F}" presName="conn2-1" presStyleLbl="parChTrans1D3" presStyleIdx="1" presStyleCnt="8"/>
      <dgm:spPr/>
    </dgm:pt>
    <dgm:pt modelId="{FB92858A-E122-B144-B224-5D03401C7C33}" type="pres">
      <dgm:prSet presAssocID="{11110787-3693-C14B-8984-883274097F5F}" presName="connTx" presStyleLbl="parChTrans1D3" presStyleIdx="1" presStyleCnt="8"/>
      <dgm:spPr/>
    </dgm:pt>
    <dgm:pt modelId="{2442AE29-C65B-904C-945B-932EDF023D49}" type="pres">
      <dgm:prSet presAssocID="{96BAA419-B3D3-2B4D-87DD-5C9CDB8B86EF}" presName="root2" presStyleCnt="0"/>
      <dgm:spPr/>
    </dgm:pt>
    <dgm:pt modelId="{D6AEE3CB-C3DB-9D4D-866F-CD8092482B50}" type="pres">
      <dgm:prSet presAssocID="{96BAA419-B3D3-2B4D-87DD-5C9CDB8B86EF}" presName="LevelTwoTextNode" presStyleLbl="node3" presStyleIdx="1" presStyleCnt="8">
        <dgm:presLayoutVars>
          <dgm:chPref val="3"/>
        </dgm:presLayoutVars>
      </dgm:prSet>
      <dgm:spPr/>
    </dgm:pt>
    <dgm:pt modelId="{6B9ECC8D-4820-614D-9680-6672D8993678}" type="pres">
      <dgm:prSet presAssocID="{96BAA419-B3D3-2B4D-87DD-5C9CDB8B86EF}" presName="level3hierChild" presStyleCnt="0"/>
      <dgm:spPr/>
    </dgm:pt>
    <dgm:pt modelId="{1BA4A33C-202A-0645-ACC9-8FB1113986AB}" type="pres">
      <dgm:prSet presAssocID="{3A4B1F81-09CD-3647-A7EA-B7FEA607F7A4}" presName="conn2-1" presStyleLbl="parChTrans1D3" presStyleIdx="2" presStyleCnt="8"/>
      <dgm:spPr/>
    </dgm:pt>
    <dgm:pt modelId="{A513C814-FF5A-E740-841C-56F6449F212B}" type="pres">
      <dgm:prSet presAssocID="{3A4B1F81-09CD-3647-A7EA-B7FEA607F7A4}" presName="connTx" presStyleLbl="parChTrans1D3" presStyleIdx="2" presStyleCnt="8"/>
      <dgm:spPr/>
    </dgm:pt>
    <dgm:pt modelId="{0E83BCD3-BBF7-5940-AB07-152815D412CA}" type="pres">
      <dgm:prSet presAssocID="{5F07E85B-4473-F44C-9554-775E94C3FC9B}" presName="root2" presStyleCnt="0"/>
      <dgm:spPr/>
    </dgm:pt>
    <dgm:pt modelId="{380E4F71-61A0-FC47-BA68-DC19CFA208E4}" type="pres">
      <dgm:prSet presAssocID="{5F07E85B-4473-F44C-9554-775E94C3FC9B}" presName="LevelTwoTextNode" presStyleLbl="node3" presStyleIdx="2" presStyleCnt="8">
        <dgm:presLayoutVars>
          <dgm:chPref val="3"/>
        </dgm:presLayoutVars>
      </dgm:prSet>
      <dgm:spPr/>
    </dgm:pt>
    <dgm:pt modelId="{787058A6-4F4C-6243-9A2D-19B62B31BFCD}" type="pres">
      <dgm:prSet presAssocID="{5F07E85B-4473-F44C-9554-775E94C3FC9B}" presName="level3hierChild" presStyleCnt="0"/>
      <dgm:spPr/>
    </dgm:pt>
    <dgm:pt modelId="{9E7AB360-AAFC-A945-9DE7-AB871515D61F}" type="pres">
      <dgm:prSet presAssocID="{05A08DAB-5C89-CE49-BAD3-75089ED71CD4}" presName="conn2-1" presStyleLbl="parChTrans1D3" presStyleIdx="3" presStyleCnt="8"/>
      <dgm:spPr/>
    </dgm:pt>
    <dgm:pt modelId="{66C1D614-E11B-6A40-8BCF-E9D8EB425586}" type="pres">
      <dgm:prSet presAssocID="{05A08DAB-5C89-CE49-BAD3-75089ED71CD4}" presName="connTx" presStyleLbl="parChTrans1D3" presStyleIdx="3" presStyleCnt="8"/>
      <dgm:spPr/>
    </dgm:pt>
    <dgm:pt modelId="{5F8BF9DC-2069-5D4B-BEBE-574C1BDD66C3}" type="pres">
      <dgm:prSet presAssocID="{E7CFA257-FBEB-3B4C-8A74-6B66E36C49D5}" presName="root2" presStyleCnt="0"/>
      <dgm:spPr/>
    </dgm:pt>
    <dgm:pt modelId="{8D9A731E-4A07-3F48-A7B4-4BC24DBEA85C}" type="pres">
      <dgm:prSet presAssocID="{E7CFA257-FBEB-3B4C-8A74-6B66E36C49D5}" presName="LevelTwoTextNode" presStyleLbl="node3" presStyleIdx="3" presStyleCnt="8">
        <dgm:presLayoutVars>
          <dgm:chPref val="3"/>
        </dgm:presLayoutVars>
      </dgm:prSet>
      <dgm:spPr/>
    </dgm:pt>
    <dgm:pt modelId="{D093AEE7-B894-7842-9747-D2BE729DCC92}" type="pres">
      <dgm:prSet presAssocID="{E7CFA257-FBEB-3B4C-8A74-6B66E36C49D5}" presName="level3hierChild" presStyleCnt="0"/>
      <dgm:spPr/>
    </dgm:pt>
    <dgm:pt modelId="{1867E670-EC1C-2E43-90B1-1D958449765C}" type="pres">
      <dgm:prSet presAssocID="{EC49FBB3-EDB9-5444-B975-4976E8C41DA3}" presName="conn2-1" presStyleLbl="parChTrans1D2" presStyleIdx="1" presStyleCnt="5"/>
      <dgm:spPr/>
    </dgm:pt>
    <dgm:pt modelId="{1833B17E-44B7-A142-89E2-9C32DF230EF2}" type="pres">
      <dgm:prSet presAssocID="{EC49FBB3-EDB9-5444-B975-4976E8C41DA3}" presName="connTx" presStyleLbl="parChTrans1D2" presStyleIdx="1" presStyleCnt="5"/>
      <dgm:spPr/>
    </dgm:pt>
    <dgm:pt modelId="{A30AECF7-C224-A643-AEFD-6C6A8C9909E8}" type="pres">
      <dgm:prSet presAssocID="{68D86A2B-E022-EA4D-8965-8271EF8D7A8B}" presName="root2" presStyleCnt="0"/>
      <dgm:spPr/>
    </dgm:pt>
    <dgm:pt modelId="{ABA0624C-129A-CF4F-A833-2A41DAC27EC1}" type="pres">
      <dgm:prSet presAssocID="{68D86A2B-E022-EA4D-8965-8271EF8D7A8B}" presName="LevelTwoTextNode" presStyleLbl="node2" presStyleIdx="1" presStyleCnt="5">
        <dgm:presLayoutVars>
          <dgm:chPref val="3"/>
        </dgm:presLayoutVars>
      </dgm:prSet>
      <dgm:spPr/>
    </dgm:pt>
    <dgm:pt modelId="{64065639-AB3A-A740-A20E-CE59FB3304B2}" type="pres">
      <dgm:prSet presAssocID="{68D86A2B-E022-EA4D-8965-8271EF8D7A8B}" presName="level3hierChild" presStyleCnt="0"/>
      <dgm:spPr/>
    </dgm:pt>
    <dgm:pt modelId="{4074A8C2-BA25-2F42-B531-F19EC948DD22}" type="pres">
      <dgm:prSet presAssocID="{D5E79C10-61F7-414B-A553-B665FD95D28C}" presName="conn2-1" presStyleLbl="parChTrans1D3" presStyleIdx="4" presStyleCnt="8"/>
      <dgm:spPr/>
    </dgm:pt>
    <dgm:pt modelId="{B8CC060B-B451-9442-B4D3-6AC2BD795D97}" type="pres">
      <dgm:prSet presAssocID="{D5E79C10-61F7-414B-A553-B665FD95D28C}" presName="connTx" presStyleLbl="parChTrans1D3" presStyleIdx="4" presStyleCnt="8"/>
      <dgm:spPr/>
    </dgm:pt>
    <dgm:pt modelId="{14207C1D-99FB-ED41-819B-226F399247A6}" type="pres">
      <dgm:prSet presAssocID="{C7FEA4B4-4A08-C041-839D-A257CD10E77E}" presName="root2" presStyleCnt="0"/>
      <dgm:spPr/>
    </dgm:pt>
    <dgm:pt modelId="{AF9337A2-D142-9A4E-81C0-76A3E94B6620}" type="pres">
      <dgm:prSet presAssocID="{C7FEA4B4-4A08-C041-839D-A257CD10E77E}" presName="LevelTwoTextNode" presStyleLbl="node3" presStyleIdx="4" presStyleCnt="8">
        <dgm:presLayoutVars>
          <dgm:chPref val="3"/>
        </dgm:presLayoutVars>
      </dgm:prSet>
      <dgm:spPr/>
    </dgm:pt>
    <dgm:pt modelId="{A26E7AC8-CC28-154B-A5C6-7C16B5395BF7}" type="pres">
      <dgm:prSet presAssocID="{C7FEA4B4-4A08-C041-839D-A257CD10E77E}" presName="level3hierChild" presStyleCnt="0"/>
      <dgm:spPr/>
    </dgm:pt>
    <dgm:pt modelId="{C04D8263-3E86-AF4F-AAFF-3C4E9CAB3C13}" type="pres">
      <dgm:prSet presAssocID="{F273E5EB-E0B9-094D-A6DA-A793E40EEFFB}" presName="conn2-1" presStyleLbl="parChTrans1D3" presStyleIdx="5" presStyleCnt="8"/>
      <dgm:spPr/>
    </dgm:pt>
    <dgm:pt modelId="{7A799CA6-7BF2-364C-B245-C71DA2C4815A}" type="pres">
      <dgm:prSet presAssocID="{F273E5EB-E0B9-094D-A6DA-A793E40EEFFB}" presName="connTx" presStyleLbl="parChTrans1D3" presStyleIdx="5" presStyleCnt="8"/>
      <dgm:spPr/>
    </dgm:pt>
    <dgm:pt modelId="{AEF889BA-401C-F94E-AD3A-CA71EF5169B7}" type="pres">
      <dgm:prSet presAssocID="{251A6E00-CE17-B042-8119-CA410D7A39B6}" presName="root2" presStyleCnt="0"/>
      <dgm:spPr/>
    </dgm:pt>
    <dgm:pt modelId="{BE3F340A-8C55-284E-BDE4-87F02E576997}" type="pres">
      <dgm:prSet presAssocID="{251A6E00-CE17-B042-8119-CA410D7A39B6}" presName="LevelTwoTextNode" presStyleLbl="node3" presStyleIdx="5" presStyleCnt="8">
        <dgm:presLayoutVars>
          <dgm:chPref val="3"/>
        </dgm:presLayoutVars>
      </dgm:prSet>
      <dgm:spPr/>
    </dgm:pt>
    <dgm:pt modelId="{2B7F9C31-08E5-1348-9F34-BA7B99849F57}" type="pres">
      <dgm:prSet presAssocID="{251A6E00-CE17-B042-8119-CA410D7A39B6}" presName="level3hierChild" presStyleCnt="0"/>
      <dgm:spPr/>
    </dgm:pt>
    <dgm:pt modelId="{87B6DD6F-E687-F641-B288-D3642DA910E2}" type="pres">
      <dgm:prSet presAssocID="{AA9AD26C-3788-E94C-88A1-EC8C5A61AFF7}" presName="conn2-1" presStyleLbl="parChTrans1D3" presStyleIdx="6" presStyleCnt="8"/>
      <dgm:spPr/>
    </dgm:pt>
    <dgm:pt modelId="{F403A81E-628D-8746-B62C-4BE10C6E6C4F}" type="pres">
      <dgm:prSet presAssocID="{AA9AD26C-3788-E94C-88A1-EC8C5A61AFF7}" presName="connTx" presStyleLbl="parChTrans1D3" presStyleIdx="6" presStyleCnt="8"/>
      <dgm:spPr/>
    </dgm:pt>
    <dgm:pt modelId="{9483F2B6-61A1-9C4F-9A1C-B2E0303F7C87}" type="pres">
      <dgm:prSet presAssocID="{EDDA8C70-3C19-4941-A607-B8464E8269AA}" presName="root2" presStyleCnt="0"/>
      <dgm:spPr/>
    </dgm:pt>
    <dgm:pt modelId="{403889CE-F6B4-8C47-8287-856DC1CDEA05}" type="pres">
      <dgm:prSet presAssocID="{EDDA8C70-3C19-4941-A607-B8464E8269AA}" presName="LevelTwoTextNode" presStyleLbl="node3" presStyleIdx="6" presStyleCnt="8">
        <dgm:presLayoutVars>
          <dgm:chPref val="3"/>
        </dgm:presLayoutVars>
      </dgm:prSet>
      <dgm:spPr/>
    </dgm:pt>
    <dgm:pt modelId="{4C5FB76A-085A-E34C-A611-6784BD9F1214}" type="pres">
      <dgm:prSet presAssocID="{EDDA8C70-3C19-4941-A607-B8464E8269AA}" presName="level3hierChild" presStyleCnt="0"/>
      <dgm:spPr/>
    </dgm:pt>
    <dgm:pt modelId="{D5C366A2-AA10-234B-BAEE-FA82688D110A}" type="pres">
      <dgm:prSet presAssocID="{7C7B086B-B8F1-C647-971B-98F9634A4CF9}" presName="conn2-1" presStyleLbl="parChTrans1D3" presStyleIdx="7" presStyleCnt="8"/>
      <dgm:spPr/>
    </dgm:pt>
    <dgm:pt modelId="{F3F84665-FE5E-5644-9452-752B3E10F394}" type="pres">
      <dgm:prSet presAssocID="{7C7B086B-B8F1-C647-971B-98F9634A4CF9}" presName="connTx" presStyleLbl="parChTrans1D3" presStyleIdx="7" presStyleCnt="8"/>
      <dgm:spPr/>
    </dgm:pt>
    <dgm:pt modelId="{E4EF022C-0ED7-0145-A3B6-0231C9C9DC90}" type="pres">
      <dgm:prSet presAssocID="{AC55F83F-055D-8E48-9F8F-6CA0FF755025}" presName="root2" presStyleCnt="0"/>
      <dgm:spPr/>
    </dgm:pt>
    <dgm:pt modelId="{2FEA8691-D999-A842-9C07-42E703B1972E}" type="pres">
      <dgm:prSet presAssocID="{AC55F83F-055D-8E48-9F8F-6CA0FF755025}" presName="LevelTwoTextNode" presStyleLbl="node3" presStyleIdx="7" presStyleCnt="8">
        <dgm:presLayoutVars>
          <dgm:chPref val="3"/>
        </dgm:presLayoutVars>
      </dgm:prSet>
      <dgm:spPr/>
    </dgm:pt>
    <dgm:pt modelId="{D3DD76E0-3837-0F47-829F-D48C7C918F34}" type="pres">
      <dgm:prSet presAssocID="{AC55F83F-055D-8E48-9F8F-6CA0FF755025}" presName="level3hierChild" presStyleCnt="0"/>
      <dgm:spPr/>
    </dgm:pt>
    <dgm:pt modelId="{03264F7B-2833-4145-B4C5-E32B83F3EC7F}" type="pres">
      <dgm:prSet presAssocID="{02538A83-DFF8-7246-A7EE-6347846BCA2B}" presName="conn2-1" presStyleLbl="parChTrans1D2" presStyleIdx="2" presStyleCnt="5"/>
      <dgm:spPr/>
    </dgm:pt>
    <dgm:pt modelId="{57DC5219-5055-F04B-A5AE-A3C42AC8C8C2}" type="pres">
      <dgm:prSet presAssocID="{02538A83-DFF8-7246-A7EE-6347846BCA2B}" presName="connTx" presStyleLbl="parChTrans1D2" presStyleIdx="2" presStyleCnt="5"/>
      <dgm:spPr/>
    </dgm:pt>
    <dgm:pt modelId="{F32EA039-D7B4-A449-9C50-B4D4B981C900}" type="pres">
      <dgm:prSet presAssocID="{C7DD29BA-EFC7-C14F-978F-6EF054014768}" presName="root2" presStyleCnt="0"/>
      <dgm:spPr/>
    </dgm:pt>
    <dgm:pt modelId="{5F62721E-3ED2-6641-905B-F81C79AD7A99}" type="pres">
      <dgm:prSet presAssocID="{C7DD29BA-EFC7-C14F-978F-6EF054014768}" presName="LevelTwoTextNode" presStyleLbl="node2" presStyleIdx="2" presStyleCnt="5">
        <dgm:presLayoutVars>
          <dgm:chPref val="3"/>
        </dgm:presLayoutVars>
      </dgm:prSet>
      <dgm:spPr/>
    </dgm:pt>
    <dgm:pt modelId="{91EE35AD-6A58-CB4B-8703-F44B8C978C52}" type="pres">
      <dgm:prSet presAssocID="{C7DD29BA-EFC7-C14F-978F-6EF054014768}" presName="level3hierChild" presStyleCnt="0"/>
      <dgm:spPr/>
    </dgm:pt>
    <dgm:pt modelId="{5249D9B6-1BF9-A14E-8A85-279AD5AC6716}" type="pres">
      <dgm:prSet presAssocID="{7CC7B355-322B-9142-B5A6-48BC66A7A634}" presName="conn2-1" presStyleLbl="parChTrans1D2" presStyleIdx="3" presStyleCnt="5"/>
      <dgm:spPr/>
    </dgm:pt>
    <dgm:pt modelId="{92DBE918-A24A-AA4C-8719-0DEBA09E4763}" type="pres">
      <dgm:prSet presAssocID="{7CC7B355-322B-9142-B5A6-48BC66A7A634}" presName="connTx" presStyleLbl="parChTrans1D2" presStyleIdx="3" presStyleCnt="5"/>
      <dgm:spPr/>
    </dgm:pt>
    <dgm:pt modelId="{9A957DAF-DE14-9A49-B40E-57187264268F}" type="pres">
      <dgm:prSet presAssocID="{D57F0D84-43FB-4B4D-AF98-834DF61DF9DC}" presName="root2" presStyleCnt="0"/>
      <dgm:spPr/>
    </dgm:pt>
    <dgm:pt modelId="{262A0839-2BD2-8F46-BCFA-B493E3E12C6D}" type="pres">
      <dgm:prSet presAssocID="{D57F0D84-43FB-4B4D-AF98-834DF61DF9DC}" presName="LevelTwoTextNode" presStyleLbl="node2" presStyleIdx="3" presStyleCnt="5">
        <dgm:presLayoutVars>
          <dgm:chPref val="3"/>
        </dgm:presLayoutVars>
      </dgm:prSet>
      <dgm:spPr/>
    </dgm:pt>
    <dgm:pt modelId="{BC7BB426-D20C-5F45-8750-764583421C52}" type="pres">
      <dgm:prSet presAssocID="{D57F0D84-43FB-4B4D-AF98-834DF61DF9DC}" presName="level3hierChild" presStyleCnt="0"/>
      <dgm:spPr/>
    </dgm:pt>
    <dgm:pt modelId="{007A9D1C-2644-D849-8513-6916F8039FC4}" type="pres">
      <dgm:prSet presAssocID="{A8AC6BEE-F97D-1C47-8452-576483156BC2}" presName="conn2-1" presStyleLbl="parChTrans1D2" presStyleIdx="4" presStyleCnt="5"/>
      <dgm:spPr/>
    </dgm:pt>
    <dgm:pt modelId="{1B37637E-2E2A-3E43-B507-A4CAF30E88F2}" type="pres">
      <dgm:prSet presAssocID="{A8AC6BEE-F97D-1C47-8452-576483156BC2}" presName="connTx" presStyleLbl="parChTrans1D2" presStyleIdx="4" presStyleCnt="5"/>
      <dgm:spPr/>
    </dgm:pt>
    <dgm:pt modelId="{254A7D3C-B8A6-514C-AD56-A5DCB452B513}" type="pres">
      <dgm:prSet presAssocID="{2401A5B8-65AC-5445-96AA-6BF3463F57C6}" presName="root2" presStyleCnt="0"/>
      <dgm:spPr/>
    </dgm:pt>
    <dgm:pt modelId="{1E00CEB5-98AB-8F47-ABF4-DA0F5081734B}" type="pres">
      <dgm:prSet presAssocID="{2401A5B8-65AC-5445-96AA-6BF3463F57C6}" presName="LevelTwoTextNode" presStyleLbl="node2" presStyleIdx="4" presStyleCnt="5">
        <dgm:presLayoutVars>
          <dgm:chPref val="3"/>
        </dgm:presLayoutVars>
      </dgm:prSet>
      <dgm:spPr/>
    </dgm:pt>
    <dgm:pt modelId="{F856B1A7-C146-EE4B-B40E-588A8CD72F9B}" type="pres">
      <dgm:prSet presAssocID="{2401A5B8-65AC-5445-96AA-6BF3463F57C6}" presName="level3hierChild" presStyleCnt="0"/>
      <dgm:spPr/>
    </dgm:pt>
  </dgm:ptLst>
  <dgm:cxnLst>
    <dgm:cxn modelId="{13CA0706-AFB2-6341-B2E2-2131914B3535}" type="presOf" srcId="{96BAA419-B3D3-2B4D-87DD-5C9CDB8B86EF}" destId="{D6AEE3CB-C3DB-9D4D-866F-CD8092482B50}" srcOrd="0" destOrd="0" presId="urn:microsoft.com/office/officeart/2008/layout/HorizontalMultiLevelHierarchy"/>
    <dgm:cxn modelId="{4ECB260F-F3AC-3749-A8E5-23E4FEE3C418}" type="presOf" srcId="{7CC7B355-322B-9142-B5A6-48BC66A7A634}" destId="{92DBE918-A24A-AA4C-8719-0DEBA09E4763}" srcOrd="1" destOrd="0" presId="urn:microsoft.com/office/officeart/2008/layout/HorizontalMultiLevelHierarchy"/>
    <dgm:cxn modelId="{60A6A511-D19B-2D4E-9F86-321F4D1B2BB2}" type="presOf" srcId="{5F07E85B-4473-F44C-9554-775E94C3FC9B}" destId="{380E4F71-61A0-FC47-BA68-DC19CFA208E4}" srcOrd="0" destOrd="0" presId="urn:microsoft.com/office/officeart/2008/layout/HorizontalMultiLevelHierarchy"/>
    <dgm:cxn modelId="{EF1B0516-AE64-7B4F-A7F1-01D7C71FE25E}" type="presOf" srcId="{3A4B1F81-09CD-3647-A7EA-B7FEA607F7A4}" destId="{1BA4A33C-202A-0645-ACC9-8FB1113986AB}" srcOrd="0" destOrd="0" presId="urn:microsoft.com/office/officeart/2008/layout/HorizontalMultiLevelHierarchy"/>
    <dgm:cxn modelId="{6365611C-CEB6-2B40-8B96-A9A74BD7F6B6}" type="presOf" srcId="{EC49FBB3-EDB9-5444-B975-4976E8C41DA3}" destId="{1867E670-EC1C-2E43-90B1-1D958449765C}" srcOrd="0" destOrd="0" presId="urn:microsoft.com/office/officeart/2008/layout/HorizontalMultiLevelHierarchy"/>
    <dgm:cxn modelId="{F75D1E1D-0214-904D-A7C8-E0FC400A67F8}" srcId="{97FDB4A4-1A60-2747-B686-EA923103864E}" destId="{2401A5B8-65AC-5445-96AA-6BF3463F57C6}" srcOrd="4" destOrd="0" parTransId="{A8AC6BEE-F97D-1C47-8452-576483156BC2}" sibTransId="{975CE6F8-F565-E546-80C7-DC590F718D32}"/>
    <dgm:cxn modelId="{25DE2B1F-9ED0-8948-93B8-9E94960AAC02}" type="presOf" srcId="{EC49FBB3-EDB9-5444-B975-4976E8C41DA3}" destId="{1833B17E-44B7-A142-89E2-9C32DF230EF2}" srcOrd="1" destOrd="0" presId="urn:microsoft.com/office/officeart/2008/layout/HorizontalMultiLevelHierarchy"/>
    <dgm:cxn modelId="{6CB18B24-6F91-114E-83FB-DA04D67CFDD2}" type="presOf" srcId="{116059D0-8585-2B48-9AE7-87414F9DC6EE}" destId="{52319043-BF46-F44F-B581-EDD86748E9DC}" srcOrd="1" destOrd="0" presId="urn:microsoft.com/office/officeart/2008/layout/HorizontalMultiLevelHierarchy"/>
    <dgm:cxn modelId="{6FEE9425-7E01-9B42-8E35-473904CBAAA1}" type="presOf" srcId="{2401A5B8-65AC-5445-96AA-6BF3463F57C6}" destId="{1E00CEB5-98AB-8F47-ABF4-DA0F5081734B}" srcOrd="0" destOrd="0" presId="urn:microsoft.com/office/officeart/2008/layout/HorizontalMultiLevelHierarchy"/>
    <dgm:cxn modelId="{B4674226-F872-B340-B3DB-EB4E0101BC73}" type="presOf" srcId="{116059D0-8585-2B48-9AE7-87414F9DC6EE}" destId="{068E1109-8C83-9740-9D95-0ED0AB272E19}" srcOrd="0" destOrd="0" presId="urn:microsoft.com/office/officeart/2008/layout/HorizontalMultiLevelHierarchy"/>
    <dgm:cxn modelId="{CA890D31-61D2-9949-8FCA-61F58B783560}" type="presOf" srcId="{05A08DAB-5C89-CE49-BAD3-75089ED71CD4}" destId="{9E7AB360-AAFC-A945-9DE7-AB871515D61F}" srcOrd="0" destOrd="0" presId="urn:microsoft.com/office/officeart/2008/layout/HorizontalMultiLevelHierarchy"/>
    <dgm:cxn modelId="{1E953B32-8B90-4B43-BAD8-599E7FB71349}" type="presOf" srcId="{02538A83-DFF8-7246-A7EE-6347846BCA2B}" destId="{57DC5219-5055-F04B-A5AE-A3C42AC8C8C2}" srcOrd="1" destOrd="0" presId="urn:microsoft.com/office/officeart/2008/layout/HorizontalMultiLevelHierarchy"/>
    <dgm:cxn modelId="{3AE9C634-8780-AA48-AB49-FA3A61B5A109}" type="presOf" srcId="{11110787-3693-C14B-8984-883274097F5F}" destId="{191D5974-5D1B-1241-8EE3-B87C87CBD220}" srcOrd="0" destOrd="0" presId="urn:microsoft.com/office/officeart/2008/layout/HorizontalMultiLevelHierarchy"/>
    <dgm:cxn modelId="{064DEE35-046C-D041-B15D-8BEA90ECB168}" type="presOf" srcId="{7CC7B355-322B-9142-B5A6-48BC66A7A634}" destId="{5249D9B6-1BF9-A14E-8A85-279AD5AC6716}" srcOrd="0" destOrd="0" presId="urn:microsoft.com/office/officeart/2008/layout/HorizontalMultiLevelHierarchy"/>
    <dgm:cxn modelId="{1DD4283C-98BB-CA43-849F-1CFD3E8EBEDC}" type="presOf" srcId="{251A6E00-CE17-B042-8119-CA410D7A39B6}" destId="{BE3F340A-8C55-284E-BDE4-87F02E576997}" srcOrd="0" destOrd="0" presId="urn:microsoft.com/office/officeart/2008/layout/HorizontalMultiLevelHierarchy"/>
    <dgm:cxn modelId="{A154E042-90DE-4141-B58B-CDF21E84D6F7}" type="presOf" srcId="{C7FEA4B4-4A08-C041-839D-A257CD10E77E}" destId="{AF9337A2-D142-9A4E-81C0-76A3E94B6620}" srcOrd="0" destOrd="0" presId="urn:microsoft.com/office/officeart/2008/layout/HorizontalMultiLevelHierarchy"/>
    <dgm:cxn modelId="{C509624D-ADDE-EF4E-8125-38D600A04B4C}" type="presOf" srcId="{AA9AD26C-3788-E94C-88A1-EC8C5A61AFF7}" destId="{87B6DD6F-E687-F641-B288-D3642DA910E2}" srcOrd="0" destOrd="0" presId="urn:microsoft.com/office/officeart/2008/layout/HorizontalMultiLevelHierarchy"/>
    <dgm:cxn modelId="{CD266150-4BF5-F84B-88FA-81ADD06FD848}" type="presOf" srcId="{C7DD29BA-EFC7-C14F-978F-6EF054014768}" destId="{5F62721E-3ED2-6641-905B-F81C79AD7A99}" srcOrd="0" destOrd="0" presId="urn:microsoft.com/office/officeart/2008/layout/HorizontalMultiLevelHierarchy"/>
    <dgm:cxn modelId="{4CE37057-D7C8-394B-A3D4-60F146275FE7}" type="presOf" srcId="{5049E0A7-7B29-864D-92F3-31BDC8B6610D}" destId="{F9ACB8D2-803B-A442-BE38-C30E6058FFF1}" srcOrd="1" destOrd="0" presId="urn:microsoft.com/office/officeart/2008/layout/HorizontalMultiLevelHierarchy"/>
    <dgm:cxn modelId="{CE94B658-21DA-4D4A-8431-578EEF360E3B}" type="presOf" srcId="{97FDB4A4-1A60-2747-B686-EA923103864E}" destId="{155750A0-ECFA-6B40-96E2-78F59F99C73B}" srcOrd="0" destOrd="0" presId="urn:microsoft.com/office/officeart/2008/layout/HorizontalMultiLevelHierarchy"/>
    <dgm:cxn modelId="{DA696C5E-8584-5341-AE96-E42D84D64724}" type="presOf" srcId="{BB0C42D0-37E3-1443-A105-38B20D372B8B}" destId="{1DDED58B-A2BA-2845-887F-B9ACFF2DF509}" srcOrd="0" destOrd="0" presId="urn:microsoft.com/office/officeart/2008/layout/HorizontalMultiLevelHierarchy"/>
    <dgm:cxn modelId="{4F8E945F-8C55-7249-8686-2761A53C1A50}" srcId="{C80A17A0-6BB5-3A44-9F95-2F9D3BFA16F0}" destId="{5F07E85B-4473-F44C-9554-775E94C3FC9B}" srcOrd="2" destOrd="0" parTransId="{3A4B1F81-09CD-3647-A7EA-B7FEA607F7A4}" sibTransId="{BDB9400F-B844-CC46-A690-771C0C4C6F18}"/>
    <dgm:cxn modelId="{71BDCF69-9565-3646-A546-7366040A1521}" type="presOf" srcId="{3A4B1F81-09CD-3647-A7EA-B7FEA607F7A4}" destId="{A513C814-FF5A-E740-841C-56F6449F212B}" srcOrd="1" destOrd="0" presId="urn:microsoft.com/office/officeart/2008/layout/HorizontalMultiLevelHierarchy"/>
    <dgm:cxn modelId="{9B611374-699C-294E-B89C-7A00A7158357}" type="presOf" srcId="{AC55F83F-055D-8E48-9F8F-6CA0FF755025}" destId="{2FEA8691-D999-A842-9C07-42E703B1972E}" srcOrd="0" destOrd="0" presId="urn:microsoft.com/office/officeart/2008/layout/HorizontalMultiLevelHierarchy"/>
    <dgm:cxn modelId="{520CF876-B27B-464C-9191-0D4982D0812F}" srcId="{97FDB4A4-1A60-2747-B686-EA923103864E}" destId="{C7DD29BA-EFC7-C14F-978F-6EF054014768}" srcOrd="2" destOrd="0" parTransId="{02538A83-DFF8-7246-A7EE-6347846BCA2B}" sibTransId="{E31E304A-203C-5043-B87E-FE1B962EEC91}"/>
    <dgm:cxn modelId="{68182478-0D9C-2D4D-90D2-0036B290603E}" srcId="{C80A17A0-6BB5-3A44-9F95-2F9D3BFA16F0}" destId="{E7CFA257-FBEB-3B4C-8A74-6B66E36C49D5}" srcOrd="3" destOrd="0" parTransId="{05A08DAB-5C89-CE49-BAD3-75089ED71CD4}" sibTransId="{09397CA5-94BB-C54E-9F5E-06A1E3F18BEC}"/>
    <dgm:cxn modelId="{FFE2217F-4B48-E34A-A898-7E75314A2D78}" type="presOf" srcId="{5049E0A7-7B29-864D-92F3-31BDC8B6610D}" destId="{4C4114E2-A820-3347-97F9-7ADBA9FBF6B2}" srcOrd="0" destOrd="0" presId="urn:microsoft.com/office/officeart/2008/layout/HorizontalMultiLevelHierarchy"/>
    <dgm:cxn modelId="{D3C5478B-6F0C-BC4B-ACF2-AF53F0CCAE87}" srcId="{68D86A2B-E022-EA4D-8965-8271EF8D7A8B}" destId="{EDDA8C70-3C19-4941-A607-B8464E8269AA}" srcOrd="2" destOrd="0" parTransId="{AA9AD26C-3788-E94C-88A1-EC8C5A61AFF7}" sibTransId="{1030B28C-2F98-CC4F-9136-2B0788FA8755}"/>
    <dgm:cxn modelId="{44B5248E-C8DF-8144-AD6A-A2F682CDDC92}" type="presOf" srcId="{7C7B086B-B8F1-C647-971B-98F9634A4CF9}" destId="{D5C366A2-AA10-234B-BAEE-FA82688D110A}" srcOrd="0" destOrd="0" presId="urn:microsoft.com/office/officeart/2008/layout/HorizontalMultiLevelHierarchy"/>
    <dgm:cxn modelId="{2F08DB8F-E472-AC4B-9108-B36BFD9B929A}" srcId="{68D86A2B-E022-EA4D-8965-8271EF8D7A8B}" destId="{AC55F83F-055D-8E48-9F8F-6CA0FF755025}" srcOrd="3" destOrd="0" parTransId="{7C7B086B-B8F1-C647-971B-98F9634A4CF9}" sibTransId="{24E1ADD4-C242-0148-A4A1-E2E4F9E99649}"/>
    <dgm:cxn modelId="{0892EE9B-452C-A849-A76B-35205EFFECA8}" srcId="{C80A17A0-6BB5-3A44-9F95-2F9D3BFA16F0}" destId="{96BAA419-B3D3-2B4D-87DD-5C9CDB8B86EF}" srcOrd="1" destOrd="0" parTransId="{11110787-3693-C14B-8984-883274097F5F}" sibTransId="{7D203A5E-2A3A-3D4C-BE53-73878816F977}"/>
    <dgm:cxn modelId="{D895B29E-CA43-7B43-9654-BE1AD118F4DC}" srcId="{97FDB4A4-1A60-2747-B686-EA923103864E}" destId="{D57F0D84-43FB-4B4D-AF98-834DF61DF9DC}" srcOrd="3" destOrd="0" parTransId="{7CC7B355-322B-9142-B5A6-48BC66A7A634}" sibTransId="{427F5E54-F0BE-1D40-82CB-2698B165D304}"/>
    <dgm:cxn modelId="{438B97A3-87FE-9049-900E-FCDB92DDAF86}" type="presOf" srcId="{05A08DAB-5C89-CE49-BAD3-75089ED71CD4}" destId="{66C1D614-E11B-6A40-8BCF-E9D8EB425586}" srcOrd="1" destOrd="0" presId="urn:microsoft.com/office/officeart/2008/layout/HorizontalMultiLevelHierarchy"/>
    <dgm:cxn modelId="{25C3D2A3-197D-3D44-91B0-535A576D1B4E}" type="presOf" srcId="{11110787-3693-C14B-8984-883274097F5F}" destId="{FB92858A-E122-B144-B224-5D03401C7C33}" srcOrd="1" destOrd="0" presId="urn:microsoft.com/office/officeart/2008/layout/HorizontalMultiLevelHierarchy"/>
    <dgm:cxn modelId="{62F3B5A4-C258-C141-B42C-C2A567FC6FF1}" type="presOf" srcId="{68D86A2B-E022-EA4D-8965-8271EF8D7A8B}" destId="{ABA0624C-129A-CF4F-A833-2A41DAC27EC1}" srcOrd="0" destOrd="0" presId="urn:microsoft.com/office/officeart/2008/layout/HorizontalMultiLevelHierarchy"/>
    <dgm:cxn modelId="{74E284A7-D5A5-C345-B416-6BA5C2CC5DCC}" type="presOf" srcId="{A8AC6BEE-F97D-1C47-8452-576483156BC2}" destId="{1B37637E-2E2A-3E43-B507-A4CAF30E88F2}" srcOrd="1" destOrd="0" presId="urn:microsoft.com/office/officeart/2008/layout/HorizontalMultiLevelHierarchy"/>
    <dgm:cxn modelId="{A85715A8-F6C9-B447-8CB4-C45D500826E2}" type="presOf" srcId="{02538A83-DFF8-7246-A7EE-6347846BCA2B}" destId="{03264F7B-2833-4145-B4C5-E32B83F3EC7F}" srcOrd="0" destOrd="0" presId="urn:microsoft.com/office/officeart/2008/layout/HorizontalMultiLevelHierarchy"/>
    <dgm:cxn modelId="{285931AC-136C-634C-8DB7-A289A6DB1B96}" type="presOf" srcId="{D5E79C10-61F7-414B-A553-B665FD95D28C}" destId="{B8CC060B-B451-9442-B4D3-6AC2BD795D97}" srcOrd="1" destOrd="0" presId="urn:microsoft.com/office/officeart/2008/layout/HorizontalMultiLevelHierarchy"/>
    <dgm:cxn modelId="{F2F57FAF-9702-6146-ACD7-2133D19AA8DC}" srcId="{68D86A2B-E022-EA4D-8965-8271EF8D7A8B}" destId="{251A6E00-CE17-B042-8119-CA410D7A39B6}" srcOrd="1" destOrd="0" parTransId="{F273E5EB-E0B9-094D-A6DA-A793E40EEFFB}" sibTransId="{2E7A3817-DF45-914B-B310-29F7A254C3D7}"/>
    <dgm:cxn modelId="{064600B5-7BED-CE4B-9848-362A7BE4FB66}" type="presOf" srcId="{D5E79C10-61F7-414B-A553-B665FD95D28C}" destId="{4074A8C2-BA25-2F42-B531-F19EC948DD22}" srcOrd="0" destOrd="0" presId="urn:microsoft.com/office/officeart/2008/layout/HorizontalMultiLevelHierarchy"/>
    <dgm:cxn modelId="{7ED8F2BC-0AD0-054E-AFD2-2C9D794E9836}" type="presOf" srcId="{F273E5EB-E0B9-094D-A6DA-A793E40EEFFB}" destId="{7A799CA6-7BF2-364C-B245-C71DA2C4815A}" srcOrd="1" destOrd="0" presId="urn:microsoft.com/office/officeart/2008/layout/HorizontalMultiLevelHierarchy"/>
    <dgm:cxn modelId="{88A07BBD-C24D-204B-83D1-533C583FDB68}" type="presOf" srcId="{E7CFA257-FBEB-3B4C-8A74-6B66E36C49D5}" destId="{8D9A731E-4A07-3F48-A7B4-4BC24DBEA85C}" srcOrd="0" destOrd="0" presId="urn:microsoft.com/office/officeart/2008/layout/HorizontalMultiLevelHierarchy"/>
    <dgm:cxn modelId="{A0A6C1BF-53CA-0849-9E27-D1794D3A33B5}" type="presOf" srcId="{D57F0D84-43FB-4B4D-AF98-834DF61DF9DC}" destId="{262A0839-2BD2-8F46-BCFA-B493E3E12C6D}" srcOrd="0" destOrd="0" presId="urn:microsoft.com/office/officeart/2008/layout/HorizontalMultiLevelHierarchy"/>
    <dgm:cxn modelId="{DCFFBAC4-D225-5945-8B1D-F6FCA238494B}" type="presOf" srcId="{A8AC6BEE-F97D-1C47-8452-576483156BC2}" destId="{007A9D1C-2644-D849-8513-6916F8039FC4}" srcOrd="0" destOrd="0" presId="urn:microsoft.com/office/officeart/2008/layout/HorizontalMultiLevelHierarchy"/>
    <dgm:cxn modelId="{C8D219CB-25C0-AA4A-92C0-EC16770CC806}" type="presOf" srcId="{C80A17A0-6BB5-3A44-9F95-2F9D3BFA16F0}" destId="{BCFC3E40-8F2C-9A48-8D54-BE20675CE916}" srcOrd="0" destOrd="0" presId="urn:microsoft.com/office/officeart/2008/layout/HorizontalMultiLevelHierarchy"/>
    <dgm:cxn modelId="{3C955ACC-B461-0D47-92D6-396105CDDEE4}" type="presOf" srcId="{AA9AD26C-3788-E94C-88A1-EC8C5A61AFF7}" destId="{F403A81E-628D-8746-B62C-4BE10C6E6C4F}" srcOrd="1" destOrd="0" presId="urn:microsoft.com/office/officeart/2008/layout/HorizontalMultiLevelHierarchy"/>
    <dgm:cxn modelId="{5CCB87D2-0172-A447-ACE9-BB140F9FB8D1}" type="presOf" srcId="{EDDA8C70-3C19-4941-A607-B8464E8269AA}" destId="{403889CE-F6B4-8C47-8287-856DC1CDEA05}" srcOrd="0" destOrd="0" presId="urn:microsoft.com/office/officeart/2008/layout/HorizontalMultiLevelHierarchy"/>
    <dgm:cxn modelId="{DCD6C4D4-B2B6-0046-8EDC-B867464EE41B}" type="presOf" srcId="{A2956E3A-7F49-D44A-8567-BC4A5F46727F}" destId="{5C9DBE36-10AB-7347-85EE-2E0E41742A6E}" srcOrd="0" destOrd="0" presId="urn:microsoft.com/office/officeart/2008/layout/HorizontalMultiLevelHierarchy"/>
    <dgm:cxn modelId="{C7DFC0D6-3917-8941-8AAC-2A5C1EF05EC0}" srcId="{C80A17A0-6BB5-3A44-9F95-2F9D3BFA16F0}" destId="{BB0C42D0-37E3-1443-A105-38B20D372B8B}" srcOrd="0" destOrd="0" parTransId="{5049E0A7-7B29-864D-92F3-31BDC8B6610D}" sibTransId="{7DCEAA4C-8DAC-514A-9D58-486EA9A1E24E}"/>
    <dgm:cxn modelId="{0DC6F0E2-1417-7545-A15B-99ADEC965D71}" srcId="{68D86A2B-E022-EA4D-8965-8271EF8D7A8B}" destId="{C7FEA4B4-4A08-C041-839D-A257CD10E77E}" srcOrd="0" destOrd="0" parTransId="{D5E79C10-61F7-414B-A553-B665FD95D28C}" sibTransId="{6A4D9544-135F-4149-AF2B-D26452EA8788}"/>
    <dgm:cxn modelId="{101101E3-2ADA-D34F-AFCD-7E03A6BFCF30}" type="presOf" srcId="{F273E5EB-E0B9-094D-A6DA-A793E40EEFFB}" destId="{C04D8263-3E86-AF4F-AAFF-3C4E9CAB3C13}" srcOrd="0" destOrd="0" presId="urn:microsoft.com/office/officeart/2008/layout/HorizontalMultiLevelHierarchy"/>
    <dgm:cxn modelId="{BED179E3-4F0B-B648-B23D-666526CE86C3}" srcId="{97FDB4A4-1A60-2747-B686-EA923103864E}" destId="{68D86A2B-E022-EA4D-8965-8271EF8D7A8B}" srcOrd="1" destOrd="0" parTransId="{EC49FBB3-EDB9-5444-B975-4976E8C41DA3}" sibTransId="{3DC18DBA-D862-9D40-9133-CEDFC8024A4A}"/>
    <dgm:cxn modelId="{6188AAE8-94C0-1049-B303-53B8D1C6906B}" type="presOf" srcId="{7C7B086B-B8F1-C647-971B-98F9634A4CF9}" destId="{F3F84665-FE5E-5644-9452-752B3E10F394}" srcOrd="1" destOrd="0" presId="urn:microsoft.com/office/officeart/2008/layout/HorizontalMultiLevelHierarchy"/>
    <dgm:cxn modelId="{847963EA-A91B-3E4B-868F-B589B0F4CCE0}" srcId="{A2956E3A-7F49-D44A-8567-BC4A5F46727F}" destId="{97FDB4A4-1A60-2747-B686-EA923103864E}" srcOrd="0" destOrd="0" parTransId="{16EE5020-D888-4C48-8682-57CEADF472FA}" sibTransId="{63685405-FD70-AE44-9204-E8532568BDD8}"/>
    <dgm:cxn modelId="{445DC4F6-8183-EC46-8E54-4AA3E4C15C03}" srcId="{97FDB4A4-1A60-2747-B686-EA923103864E}" destId="{C80A17A0-6BB5-3A44-9F95-2F9D3BFA16F0}" srcOrd="0" destOrd="0" parTransId="{116059D0-8585-2B48-9AE7-87414F9DC6EE}" sibTransId="{EACE667E-67A0-AA43-AD95-65DA02123986}"/>
    <dgm:cxn modelId="{8F39B4FC-5517-AD4D-98FA-B2A31C3F5CD2}" type="presParOf" srcId="{5C9DBE36-10AB-7347-85EE-2E0E41742A6E}" destId="{27CA2C29-9F92-CE4E-A3D2-F21EB0830C27}" srcOrd="0" destOrd="0" presId="urn:microsoft.com/office/officeart/2008/layout/HorizontalMultiLevelHierarchy"/>
    <dgm:cxn modelId="{34744A1F-609E-AF4A-955B-57416BE9710B}" type="presParOf" srcId="{27CA2C29-9F92-CE4E-A3D2-F21EB0830C27}" destId="{155750A0-ECFA-6B40-96E2-78F59F99C73B}" srcOrd="0" destOrd="0" presId="urn:microsoft.com/office/officeart/2008/layout/HorizontalMultiLevelHierarchy"/>
    <dgm:cxn modelId="{6FDA477F-F6E7-3B48-924F-B070E953E8BC}" type="presParOf" srcId="{27CA2C29-9F92-CE4E-A3D2-F21EB0830C27}" destId="{66AE4E93-1C11-A444-9E0E-BD87009E300D}" srcOrd="1" destOrd="0" presId="urn:microsoft.com/office/officeart/2008/layout/HorizontalMultiLevelHierarchy"/>
    <dgm:cxn modelId="{4648DE90-DD7A-3F4C-99E5-702C15F8D663}" type="presParOf" srcId="{66AE4E93-1C11-A444-9E0E-BD87009E300D}" destId="{068E1109-8C83-9740-9D95-0ED0AB272E19}" srcOrd="0" destOrd="0" presId="urn:microsoft.com/office/officeart/2008/layout/HorizontalMultiLevelHierarchy"/>
    <dgm:cxn modelId="{8743442A-9746-1146-A374-7AC30BD33A5E}" type="presParOf" srcId="{068E1109-8C83-9740-9D95-0ED0AB272E19}" destId="{52319043-BF46-F44F-B581-EDD86748E9DC}" srcOrd="0" destOrd="0" presId="urn:microsoft.com/office/officeart/2008/layout/HorizontalMultiLevelHierarchy"/>
    <dgm:cxn modelId="{5DA53E4F-3D7A-144A-B839-E4B1A2AF7A6B}" type="presParOf" srcId="{66AE4E93-1C11-A444-9E0E-BD87009E300D}" destId="{0A2B73D2-8A26-6049-B064-25B492870635}" srcOrd="1" destOrd="0" presId="urn:microsoft.com/office/officeart/2008/layout/HorizontalMultiLevelHierarchy"/>
    <dgm:cxn modelId="{D8A4138C-858D-EB43-BDFE-CD852AF8B361}" type="presParOf" srcId="{0A2B73D2-8A26-6049-B064-25B492870635}" destId="{BCFC3E40-8F2C-9A48-8D54-BE20675CE916}" srcOrd="0" destOrd="0" presId="urn:microsoft.com/office/officeart/2008/layout/HorizontalMultiLevelHierarchy"/>
    <dgm:cxn modelId="{AF335178-D1F0-2F4E-BDD9-FFFDBC75B972}" type="presParOf" srcId="{0A2B73D2-8A26-6049-B064-25B492870635}" destId="{0793E63C-6260-B740-B1CB-BC15C0298512}" srcOrd="1" destOrd="0" presId="urn:microsoft.com/office/officeart/2008/layout/HorizontalMultiLevelHierarchy"/>
    <dgm:cxn modelId="{4723C9E9-0F61-AF46-B334-879936D69103}" type="presParOf" srcId="{0793E63C-6260-B740-B1CB-BC15C0298512}" destId="{4C4114E2-A820-3347-97F9-7ADBA9FBF6B2}" srcOrd="0" destOrd="0" presId="urn:microsoft.com/office/officeart/2008/layout/HorizontalMultiLevelHierarchy"/>
    <dgm:cxn modelId="{22924B1A-2A57-B245-BCDB-9334F0031B9C}" type="presParOf" srcId="{4C4114E2-A820-3347-97F9-7ADBA9FBF6B2}" destId="{F9ACB8D2-803B-A442-BE38-C30E6058FFF1}" srcOrd="0" destOrd="0" presId="urn:microsoft.com/office/officeart/2008/layout/HorizontalMultiLevelHierarchy"/>
    <dgm:cxn modelId="{4F07AA3E-C266-624D-A9BF-0D34CAE27684}" type="presParOf" srcId="{0793E63C-6260-B740-B1CB-BC15C0298512}" destId="{D5842809-337E-0448-954B-4F0FB62317DA}" srcOrd="1" destOrd="0" presId="urn:microsoft.com/office/officeart/2008/layout/HorizontalMultiLevelHierarchy"/>
    <dgm:cxn modelId="{B1123FFD-542B-C444-97B0-40F25DA9DAB1}" type="presParOf" srcId="{D5842809-337E-0448-954B-4F0FB62317DA}" destId="{1DDED58B-A2BA-2845-887F-B9ACFF2DF509}" srcOrd="0" destOrd="0" presId="urn:microsoft.com/office/officeart/2008/layout/HorizontalMultiLevelHierarchy"/>
    <dgm:cxn modelId="{7196B12E-53D7-1348-9BD8-D51D4EB3B369}" type="presParOf" srcId="{D5842809-337E-0448-954B-4F0FB62317DA}" destId="{A18BFA17-3589-9041-A023-70F8DE45C092}" srcOrd="1" destOrd="0" presId="urn:microsoft.com/office/officeart/2008/layout/HorizontalMultiLevelHierarchy"/>
    <dgm:cxn modelId="{C528292D-D677-9D44-A8D0-1250A6DE5C41}" type="presParOf" srcId="{0793E63C-6260-B740-B1CB-BC15C0298512}" destId="{191D5974-5D1B-1241-8EE3-B87C87CBD220}" srcOrd="2" destOrd="0" presId="urn:microsoft.com/office/officeart/2008/layout/HorizontalMultiLevelHierarchy"/>
    <dgm:cxn modelId="{8B56C21A-9FD0-3240-805B-409D9665D750}" type="presParOf" srcId="{191D5974-5D1B-1241-8EE3-B87C87CBD220}" destId="{FB92858A-E122-B144-B224-5D03401C7C33}" srcOrd="0" destOrd="0" presId="urn:microsoft.com/office/officeart/2008/layout/HorizontalMultiLevelHierarchy"/>
    <dgm:cxn modelId="{097641BA-BC82-0B4C-A712-0CF53529D89C}" type="presParOf" srcId="{0793E63C-6260-B740-B1CB-BC15C0298512}" destId="{2442AE29-C65B-904C-945B-932EDF023D49}" srcOrd="3" destOrd="0" presId="urn:microsoft.com/office/officeart/2008/layout/HorizontalMultiLevelHierarchy"/>
    <dgm:cxn modelId="{4997BE76-F08C-954F-A8AB-8C8FDBCEBC8F}" type="presParOf" srcId="{2442AE29-C65B-904C-945B-932EDF023D49}" destId="{D6AEE3CB-C3DB-9D4D-866F-CD8092482B50}" srcOrd="0" destOrd="0" presId="urn:microsoft.com/office/officeart/2008/layout/HorizontalMultiLevelHierarchy"/>
    <dgm:cxn modelId="{6420C27B-A200-7040-8804-CD966A36029D}" type="presParOf" srcId="{2442AE29-C65B-904C-945B-932EDF023D49}" destId="{6B9ECC8D-4820-614D-9680-6672D8993678}" srcOrd="1" destOrd="0" presId="urn:microsoft.com/office/officeart/2008/layout/HorizontalMultiLevelHierarchy"/>
    <dgm:cxn modelId="{4D5F1400-7549-4446-B938-81B3236CB05D}" type="presParOf" srcId="{0793E63C-6260-B740-B1CB-BC15C0298512}" destId="{1BA4A33C-202A-0645-ACC9-8FB1113986AB}" srcOrd="4" destOrd="0" presId="urn:microsoft.com/office/officeart/2008/layout/HorizontalMultiLevelHierarchy"/>
    <dgm:cxn modelId="{94990712-0391-524B-B35E-85D511184F59}" type="presParOf" srcId="{1BA4A33C-202A-0645-ACC9-8FB1113986AB}" destId="{A513C814-FF5A-E740-841C-56F6449F212B}" srcOrd="0" destOrd="0" presId="urn:microsoft.com/office/officeart/2008/layout/HorizontalMultiLevelHierarchy"/>
    <dgm:cxn modelId="{06D2EAE8-90E1-FE46-A20C-5F3014F87B19}" type="presParOf" srcId="{0793E63C-6260-B740-B1CB-BC15C0298512}" destId="{0E83BCD3-BBF7-5940-AB07-152815D412CA}" srcOrd="5" destOrd="0" presId="urn:microsoft.com/office/officeart/2008/layout/HorizontalMultiLevelHierarchy"/>
    <dgm:cxn modelId="{0FFAC595-95A4-0A41-BA1A-ACDFC2500C0A}" type="presParOf" srcId="{0E83BCD3-BBF7-5940-AB07-152815D412CA}" destId="{380E4F71-61A0-FC47-BA68-DC19CFA208E4}" srcOrd="0" destOrd="0" presId="urn:microsoft.com/office/officeart/2008/layout/HorizontalMultiLevelHierarchy"/>
    <dgm:cxn modelId="{884F0B35-7429-7449-9963-A605E3667749}" type="presParOf" srcId="{0E83BCD3-BBF7-5940-AB07-152815D412CA}" destId="{787058A6-4F4C-6243-9A2D-19B62B31BFCD}" srcOrd="1" destOrd="0" presId="urn:microsoft.com/office/officeart/2008/layout/HorizontalMultiLevelHierarchy"/>
    <dgm:cxn modelId="{454507CA-E991-2843-87BB-3CB332A593E5}" type="presParOf" srcId="{0793E63C-6260-B740-B1CB-BC15C0298512}" destId="{9E7AB360-AAFC-A945-9DE7-AB871515D61F}" srcOrd="6" destOrd="0" presId="urn:microsoft.com/office/officeart/2008/layout/HorizontalMultiLevelHierarchy"/>
    <dgm:cxn modelId="{1C367B09-3FDE-4948-BC70-45868DAD0683}" type="presParOf" srcId="{9E7AB360-AAFC-A945-9DE7-AB871515D61F}" destId="{66C1D614-E11B-6A40-8BCF-E9D8EB425586}" srcOrd="0" destOrd="0" presId="urn:microsoft.com/office/officeart/2008/layout/HorizontalMultiLevelHierarchy"/>
    <dgm:cxn modelId="{8288B944-0AB6-3F4C-8EF7-155CCE1236C1}" type="presParOf" srcId="{0793E63C-6260-B740-B1CB-BC15C0298512}" destId="{5F8BF9DC-2069-5D4B-BEBE-574C1BDD66C3}" srcOrd="7" destOrd="0" presId="urn:microsoft.com/office/officeart/2008/layout/HorizontalMultiLevelHierarchy"/>
    <dgm:cxn modelId="{E0E8DC53-BCBD-F84F-8826-42C3DDB71378}" type="presParOf" srcId="{5F8BF9DC-2069-5D4B-BEBE-574C1BDD66C3}" destId="{8D9A731E-4A07-3F48-A7B4-4BC24DBEA85C}" srcOrd="0" destOrd="0" presId="urn:microsoft.com/office/officeart/2008/layout/HorizontalMultiLevelHierarchy"/>
    <dgm:cxn modelId="{19C52741-9E54-9A46-AE7D-6840E45B1C59}" type="presParOf" srcId="{5F8BF9DC-2069-5D4B-BEBE-574C1BDD66C3}" destId="{D093AEE7-B894-7842-9747-D2BE729DCC92}" srcOrd="1" destOrd="0" presId="urn:microsoft.com/office/officeart/2008/layout/HorizontalMultiLevelHierarchy"/>
    <dgm:cxn modelId="{F895FF16-9633-4F4F-9208-D2135C2A342D}" type="presParOf" srcId="{66AE4E93-1C11-A444-9E0E-BD87009E300D}" destId="{1867E670-EC1C-2E43-90B1-1D958449765C}" srcOrd="2" destOrd="0" presId="urn:microsoft.com/office/officeart/2008/layout/HorizontalMultiLevelHierarchy"/>
    <dgm:cxn modelId="{2EFACEDC-3E40-FC45-A756-11B6898B590C}" type="presParOf" srcId="{1867E670-EC1C-2E43-90B1-1D958449765C}" destId="{1833B17E-44B7-A142-89E2-9C32DF230EF2}" srcOrd="0" destOrd="0" presId="urn:microsoft.com/office/officeart/2008/layout/HorizontalMultiLevelHierarchy"/>
    <dgm:cxn modelId="{80BE2CB8-F111-1743-9767-DD7FAD657459}" type="presParOf" srcId="{66AE4E93-1C11-A444-9E0E-BD87009E300D}" destId="{A30AECF7-C224-A643-AEFD-6C6A8C9909E8}" srcOrd="3" destOrd="0" presId="urn:microsoft.com/office/officeart/2008/layout/HorizontalMultiLevelHierarchy"/>
    <dgm:cxn modelId="{A4F763D2-E597-1745-A8B5-E23CF1DE46D6}" type="presParOf" srcId="{A30AECF7-C224-A643-AEFD-6C6A8C9909E8}" destId="{ABA0624C-129A-CF4F-A833-2A41DAC27EC1}" srcOrd="0" destOrd="0" presId="urn:microsoft.com/office/officeart/2008/layout/HorizontalMultiLevelHierarchy"/>
    <dgm:cxn modelId="{2D6F4AB8-452A-1242-9796-558970C03985}" type="presParOf" srcId="{A30AECF7-C224-A643-AEFD-6C6A8C9909E8}" destId="{64065639-AB3A-A740-A20E-CE59FB3304B2}" srcOrd="1" destOrd="0" presId="urn:microsoft.com/office/officeart/2008/layout/HorizontalMultiLevelHierarchy"/>
    <dgm:cxn modelId="{E541ED2A-F366-804B-992A-2B1A9B12366D}" type="presParOf" srcId="{64065639-AB3A-A740-A20E-CE59FB3304B2}" destId="{4074A8C2-BA25-2F42-B531-F19EC948DD22}" srcOrd="0" destOrd="0" presId="urn:microsoft.com/office/officeart/2008/layout/HorizontalMultiLevelHierarchy"/>
    <dgm:cxn modelId="{DE2B4A46-DFC9-A148-98A5-8DBFB54E5D7D}" type="presParOf" srcId="{4074A8C2-BA25-2F42-B531-F19EC948DD22}" destId="{B8CC060B-B451-9442-B4D3-6AC2BD795D97}" srcOrd="0" destOrd="0" presId="urn:microsoft.com/office/officeart/2008/layout/HorizontalMultiLevelHierarchy"/>
    <dgm:cxn modelId="{3398903B-58BD-1042-9BBE-0785926AE8B5}" type="presParOf" srcId="{64065639-AB3A-A740-A20E-CE59FB3304B2}" destId="{14207C1D-99FB-ED41-819B-226F399247A6}" srcOrd="1" destOrd="0" presId="urn:microsoft.com/office/officeart/2008/layout/HorizontalMultiLevelHierarchy"/>
    <dgm:cxn modelId="{E69A24B9-2008-9B43-AA86-26FB4C851F62}" type="presParOf" srcId="{14207C1D-99FB-ED41-819B-226F399247A6}" destId="{AF9337A2-D142-9A4E-81C0-76A3E94B6620}" srcOrd="0" destOrd="0" presId="urn:microsoft.com/office/officeart/2008/layout/HorizontalMultiLevelHierarchy"/>
    <dgm:cxn modelId="{955CC01D-9C03-D34F-99E2-C6DFE3B7F2C7}" type="presParOf" srcId="{14207C1D-99FB-ED41-819B-226F399247A6}" destId="{A26E7AC8-CC28-154B-A5C6-7C16B5395BF7}" srcOrd="1" destOrd="0" presId="urn:microsoft.com/office/officeart/2008/layout/HorizontalMultiLevelHierarchy"/>
    <dgm:cxn modelId="{6954FAB6-0FD6-F740-8938-27FCCB5D85C5}" type="presParOf" srcId="{64065639-AB3A-A740-A20E-CE59FB3304B2}" destId="{C04D8263-3E86-AF4F-AAFF-3C4E9CAB3C13}" srcOrd="2" destOrd="0" presId="urn:microsoft.com/office/officeart/2008/layout/HorizontalMultiLevelHierarchy"/>
    <dgm:cxn modelId="{3C3F9A85-5CB3-7547-B0F2-1672883BD39C}" type="presParOf" srcId="{C04D8263-3E86-AF4F-AAFF-3C4E9CAB3C13}" destId="{7A799CA6-7BF2-364C-B245-C71DA2C4815A}" srcOrd="0" destOrd="0" presId="urn:microsoft.com/office/officeart/2008/layout/HorizontalMultiLevelHierarchy"/>
    <dgm:cxn modelId="{B9A616AF-4933-FB43-9059-70C4F7CE1CFD}" type="presParOf" srcId="{64065639-AB3A-A740-A20E-CE59FB3304B2}" destId="{AEF889BA-401C-F94E-AD3A-CA71EF5169B7}" srcOrd="3" destOrd="0" presId="urn:microsoft.com/office/officeart/2008/layout/HorizontalMultiLevelHierarchy"/>
    <dgm:cxn modelId="{ABD4DAD8-61FF-944E-96CD-448DFF426097}" type="presParOf" srcId="{AEF889BA-401C-F94E-AD3A-CA71EF5169B7}" destId="{BE3F340A-8C55-284E-BDE4-87F02E576997}" srcOrd="0" destOrd="0" presId="urn:microsoft.com/office/officeart/2008/layout/HorizontalMultiLevelHierarchy"/>
    <dgm:cxn modelId="{658663B1-CB30-F541-A7A5-A7A18D32E755}" type="presParOf" srcId="{AEF889BA-401C-F94E-AD3A-CA71EF5169B7}" destId="{2B7F9C31-08E5-1348-9F34-BA7B99849F57}" srcOrd="1" destOrd="0" presId="urn:microsoft.com/office/officeart/2008/layout/HorizontalMultiLevelHierarchy"/>
    <dgm:cxn modelId="{B0FF294C-019D-8244-9E47-34C38D3F2B67}" type="presParOf" srcId="{64065639-AB3A-A740-A20E-CE59FB3304B2}" destId="{87B6DD6F-E687-F641-B288-D3642DA910E2}" srcOrd="4" destOrd="0" presId="urn:microsoft.com/office/officeart/2008/layout/HorizontalMultiLevelHierarchy"/>
    <dgm:cxn modelId="{F97A6BD1-E751-AA4B-9F19-E03678BD3F9B}" type="presParOf" srcId="{87B6DD6F-E687-F641-B288-D3642DA910E2}" destId="{F403A81E-628D-8746-B62C-4BE10C6E6C4F}" srcOrd="0" destOrd="0" presId="urn:microsoft.com/office/officeart/2008/layout/HorizontalMultiLevelHierarchy"/>
    <dgm:cxn modelId="{17451E88-E019-D941-89C1-01AEF2DB7C1C}" type="presParOf" srcId="{64065639-AB3A-A740-A20E-CE59FB3304B2}" destId="{9483F2B6-61A1-9C4F-9A1C-B2E0303F7C87}" srcOrd="5" destOrd="0" presId="urn:microsoft.com/office/officeart/2008/layout/HorizontalMultiLevelHierarchy"/>
    <dgm:cxn modelId="{77A9BC6B-C8AC-F641-87EF-A20A377352AA}" type="presParOf" srcId="{9483F2B6-61A1-9C4F-9A1C-B2E0303F7C87}" destId="{403889CE-F6B4-8C47-8287-856DC1CDEA05}" srcOrd="0" destOrd="0" presId="urn:microsoft.com/office/officeart/2008/layout/HorizontalMultiLevelHierarchy"/>
    <dgm:cxn modelId="{3691190F-D5AD-7F48-B401-6D886178F1D6}" type="presParOf" srcId="{9483F2B6-61A1-9C4F-9A1C-B2E0303F7C87}" destId="{4C5FB76A-085A-E34C-A611-6784BD9F1214}" srcOrd="1" destOrd="0" presId="urn:microsoft.com/office/officeart/2008/layout/HorizontalMultiLevelHierarchy"/>
    <dgm:cxn modelId="{B1DADD70-67EB-914E-933A-E7912D7AA2A4}" type="presParOf" srcId="{64065639-AB3A-A740-A20E-CE59FB3304B2}" destId="{D5C366A2-AA10-234B-BAEE-FA82688D110A}" srcOrd="6" destOrd="0" presId="urn:microsoft.com/office/officeart/2008/layout/HorizontalMultiLevelHierarchy"/>
    <dgm:cxn modelId="{550176C6-A1CC-FE4E-8DD8-A01C6BCE12AD}" type="presParOf" srcId="{D5C366A2-AA10-234B-BAEE-FA82688D110A}" destId="{F3F84665-FE5E-5644-9452-752B3E10F394}" srcOrd="0" destOrd="0" presId="urn:microsoft.com/office/officeart/2008/layout/HorizontalMultiLevelHierarchy"/>
    <dgm:cxn modelId="{7727C399-5BC7-B740-B4AE-6A53573A18A1}" type="presParOf" srcId="{64065639-AB3A-A740-A20E-CE59FB3304B2}" destId="{E4EF022C-0ED7-0145-A3B6-0231C9C9DC90}" srcOrd="7" destOrd="0" presId="urn:microsoft.com/office/officeart/2008/layout/HorizontalMultiLevelHierarchy"/>
    <dgm:cxn modelId="{6791E173-6DCD-794B-A810-FDDF84530BD6}" type="presParOf" srcId="{E4EF022C-0ED7-0145-A3B6-0231C9C9DC90}" destId="{2FEA8691-D999-A842-9C07-42E703B1972E}" srcOrd="0" destOrd="0" presId="urn:microsoft.com/office/officeart/2008/layout/HorizontalMultiLevelHierarchy"/>
    <dgm:cxn modelId="{E722002F-10E3-2F47-806C-A33B9C081458}" type="presParOf" srcId="{E4EF022C-0ED7-0145-A3B6-0231C9C9DC90}" destId="{D3DD76E0-3837-0F47-829F-D48C7C918F34}" srcOrd="1" destOrd="0" presId="urn:microsoft.com/office/officeart/2008/layout/HorizontalMultiLevelHierarchy"/>
    <dgm:cxn modelId="{1CD46E93-8008-CC4A-8084-DC6EDE3562A5}" type="presParOf" srcId="{66AE4E93-1C11-A444-9E0E-BD87009E300D}" destId="{03264F7B-2833-4145-B4C5-E32B83F3EC7F}" srcOrd="4" destOrd="0" presId="urn:microsoft.com/office/officeart/2008/layout/HorizontalMultiLevelHierarchy"/>
    <dgm:cxn modelId="{117D1C45-2651-1743-81B8-327F6CE1EA4C}" type="presParOf" srcId="{03264F7B-2833-4145-B4C5-E32B83F3EC7F}" destId="{57DC5219-5055-F04B-A5AE-A3C42AC8C8C2}" srcOrd="0" destOrd="0" presId="urn:microsoft.com/office/officeart/2008/layout/HorizontalMultiLevelHierarchy"/>
    <dgm:cxn modelId="{78BF88EB-CE6D-C64C-AE1E-8ECE58748785}" type="presParOf" srcId="{66AE4E93-1C11-A444-9E0E-BD87009E300D}" destId="{F32EA039-D7B4-A449-9C50-B4D4B981C900}" srcOrd="5" destOrd="0" presId="urn:microsoft.com/office/officeart/2008/layout/HorizontalMultiLevelHierarchy"/>
    <dgm:cxn modelId="{3BBF14CE-2071-ED4D-B6DD-E4CB09B2E4B5}" type="presParOf" srcId="{F32EA039-D7B4-A449-9C50-B4D4B981C900}" destId="{5F62721E-3ED2-6641-905B-F81C79AD7A99}" srcOrd="0" destOrd="0" presId="urn:microsoft.com/office/officeart/2008/layout/HorizontalMultiLevelHierarchy"/>
    <dgm:cxn modelId="{8932AE09-4556-3A4E-8C6F-E745953DB3C3}" type="presParOf" srcId="{F32EA039-D7B4-A449-9C50-B4D4B981C900}" destId="{91EE35AD-6A58-CB4B-8703-F44B8C978C52}" srcOrd="1" destOrd="0" presId="urn:microsoft.com/office/officeart/2008/layout/HorizontalMultiLevelHierarchy"/>
    <dgm:cxn modelId="{94AA2C07-1FB8-824C-B6B7-5DD1560B82BB}" type="presParOf" srcId="{66AE4E93-1C11-A444-9E0E-BD87009E300D}" destId="{5249D9B6-1BF9-A14E-8A85-279AD5AC6716}" srcOrd="6" destOrd="0" presId="urn:microsoft.com/office/officeart/2008/layout/HorizontalMultiLevelHierarchy"/>
    <dgm:cxn modelId="{CB557EC5-10CE-B346-B9E9-B2B92EB87804}" type="presParOf" srcId="{5249D9B6-1BF9-A14E-8A85-279AD5AC6716}" destId="{92DBE918-A24A-AA4C-8719-0DEBA09E4763}" srcOrd="0" destOrd="0" presId="urn:microsoft.com/office/officeart/2008/layout/HorizontalMultiLevelHierarchy"/>
    <dgm:cxn modelId="{76EF8763-9A28-AB4D-90C3-1E37681B98E0}" type="presParOf" srcId="{66AE4E93-1C11-A444-9E0E-BD87009E300D}" destId="{9A957DAF-DE14-9A49-B40E-57187264268F}" srcOrd="7" destOrd="0" presId="urn:microsoft.com/office/officeart/2008/layout/HorizontalMultiLevelHierarchy"/>
    <dgm:cxn modelId="{DAD9D83E-9F19-1F41-AE9B-35F5616A5EFC}" type="presParOf" srcId="{9A957DAF-DE14-9A49-B40E-57187264268F}" destId="{262A0839-2BD2-8F46-BCFA-B493E3E12C6D}" srcOrd="0" destOrd="0" presId="urn:microsoft.com/office/officeart/2008/layout/HorizontalMultiLevelHierarchy"/>
    <dgm:cxn modelId="{5100650A-6303-7C4C-86B6-14DBBAC0E9C1}" type="presParOf" srcId="{9A957DAF-DE14-9A49-B40E-57187264268F}" destId="{BC7BB426-D20C-5F45-8750-764583421C52}" srcOrd="1" destOrd="0" presId="urn:microsoft.com/office/officeart/2008/layout/HorizontalMultiLevelHierarchy"/>
    <dgm:cxn modelId="{4AE44C54-1C71-C849-807E-95415925560F}" type="presParOf" srcId="{66AE4E93-1C11-A444-9E0E-BD87009E300D}" destId="{007A9D1C-2644-D849-8513-6916F8039FC4}" srcOrd="8" destOrd="0" presId="urn:microsoft.com/office/officeart/2008/layout/HorizontalMultiLevelHierarchy"/>
    <dgm:cxn modelId="{474B080D-F41C-E94C-999D-388E99496A07}" type="presParOf" srcId="{007A9D1C-2644-D849-8513-6916F8039FC4}" destId="{1B37637E-2E2A-3E43-B507-A4CAF30E88F2}" srcOrd="0" destOrd="0" presId="urn:microsoft.com/office/officeart/2008/layout/HorizontalMultiLevelHierarchy"/>
    <dgm:cxn modelId="{4F7E5548-2093-E349-9580-3EC1EBD75CA4}" type="presParOf" srcId="{66AE4E93-1C11-A444-9E0E-BD87009E300D}" destId="{254A7D3C-B8A6-514C-AD56-A5DCB452B513}" srcOrd="9" destOrd="0" presId="urn:microsoft.com/office/officeart/2008/layout/HorizontalMultiLevelHierarchy"/>
    <dgm:cxn modelId="{51766DA7-5C5E-D64B-98D3-569343925741}" type="presParOf" srcId="{254A7D3C-B8A6-514C-AD56-A5DCB452B513}" destId="{1E00CEB5-98AB-8F47-ABF4-DA0F5081734B}" srcOrd="0" destOrd="0" presId="urn:microsoft.com/office/officeart/2008/layout/HorizontalMultiLevelHierarchy"/>
    <dgm:cxn modelId="{6CEBF8F1-7C1E-2A45-A00C-EA195B61D85D}" type="presParOf" srcId="{254A7D3C-B8A6-514C-AD56-A5DCB452B513}" destId="{F856B1A7-C146-EE4B-B40E-588A8CD72F9B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D8B12B-0EF3-F84D-8562-A54E46457D3E}" type="doc">
      <dgm:prSet loTypeId="urn:microsoft.com/office/officeart/2005/8/layout/process4" loCatId="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0C1C47E0-339C-AB45-BD8C-C5BE77AAB65F}">
      <dgm:prSet phldrT="[文本]"/>
      <dgm:spPr/>
      <dgm:t>
        <a:bodyPr/>
        <a:lstStyle/>
        <a:p>
          <a:r>
            <a:rPr lang="zh-CN" altLang="en-US" dirty="0"/>
            <a:t>应用层</a:t>
          </a:r>
        </a:p>
      </dgm:t>
    </dgm:pt>
    <dgm:pt modelId="{629386AE-036F-044B-BAE3-FE5F96CEEC56}" type="parTrans" cxnId="{8CA20106-DF9E-7D4A-81E3-663ED3F19117}">
      <dgm:prSet/>
      <dgm:spPr/>
      <dgm:t>
        <a:bodyPr/>
        <a:lstStyle/>
        <a:p>
          <a:endParaRPr lang="zh-CN" altLang="en-US"/>
        </a:p>
      </dgm:t>
    </dgm:pt>
    <dgm:pt modelId="{FDC8FD9D-B52A-C149-AA91-0B3CBC66B8C1}" type="sibTrans" cxnId="{8CA20106-DF9E-7D4A-81E3-663ED3F19117}">
      <dgm:prSet/>
      <dgm:spPr/>
      <dgm:t>
        <a:bodyPr/>
        <a:lstStyle/>
        <a:p>
          <a:endParaRPr lang="zh-CN" altLang="en-US"/>
        </a:p>
      </dgm:t>
    </dgm:pt>
    <dgm:pt modelId="{5E5558D9-6CEB-2341-BF97-DDC5272AEC55}">
      <dgm:prSet phldrT="[文本]"/>
      <dgm:spPr/>
      <dgm:t>
        <a:bodyPr/>
        <a:lstStyle/>
        <a:p>
          <a:r>
            <a:rPr lang="zh-CN" altLang="en-US" dirty="0"/>
            <a:t>各种应用</a:t>
          </a:r>
        </a:p>
      </dgm:t>
    </dgm:pt>
    <dgm:pt modelId="{02C190AF-04A5-4B4C-86A9-3648DB4EEAA5}" type="parTrans" cxnId="{EB7EDCC2-9C8D-6144-BE7B-AC3D6A864BAE}">
      <dgm:prSet/>
      <dgm:spPr/>
      <dgm:t>
        <a:bodyPr/>
        <a:lstStyle/>
        <a:p>
          <a:endParaRPr lang="zh-CN" altLang="en-US"/>
        </a:p>
      </dgm:t>
    </dgm:pt>
    <dgm:pt modelId="{5358FDEB-D4E5-954A-B7F4-99B4E821BE31}" type="sibTrans" cxnId="{EB7EDCC2-9C8D-6144-BE7B-AC3D6A864BAE}">
      <dgm:prSet/>
      <dgm:spPr/>
      <dgm:t>
        <a:bodyPr/>
        <a:lstStyle/>
        <a:p>
          <a:endParaRPr lang="zh-CN" altLang="en-US"/>
        </a:p>
      </dgm:t>
    </dgm:pt>
    <dgm:pt modelId="{269B6FD8-D5A6-E74F-AD99-6E82A9F0791C}">
      <dgm:prSet phldrT="[文本]"/>
      <dgm:spPr/>
      <dgm:t>
        <a:bodyPr/>
        <a:lstStyle/>
        <a:p>
          <a:r>
            <a:rPr lang="zh-CN" altLang="en-US" dirty="0"/>
            <a:t>信息处理</a:t>
          </a:r>
        </a:p>
      </dgm:t>
    </dgm:pt>
    <dgm:pt modelId="{931DC048-AB6B-064B-8B05-DC0BDD1EC2D8}" type="parTrans" cxnId="{CF4024CA-38B0-4D41-9FFF-EC4F20064509}">
      <dgm:prSet/>
      <dgm:spPr/>
      <dgm:t>
        <a:bodyPr/>
        <a:lstStyle/>
        <a:p>
          <a:endParaRPr lang="zh-CN" altLang="en-US"/>
        </a:p>
      </dgm:t>
    </dgm:pt>
    <dgm:pt modelId="{24F7304E-E51C-4649-9E6F-38E47ABD2DEE}" type="sibTrans" cxnId="{CF4024CA-38B0-4D41-9FFF-EC4F20064509}">
      <dgm:prSet/>
      <dgm:spPr/>
      <dgm:t>
        <a:bodyPr/>
        <a:lstStyle/>
        <a:p>
          <a:endParaRPr lang="zh-CN" altLang="en-US"/>
        </a:p>
      </dgm:t>
    </dgm:pt>
    <dgm:pt modelId="{D023B499-2141-314A-8FAB-596668A1C000}">
      <dgm:prSet phldrT="[文本]"/>
      <dgm:spPr/>
      <dgm:t>
        <a:bodyPr/>
        <a:lstStyle/>
        <a:p>
          <a:r>
            <a:rPr lang="zh-CN" altLang="en-US" dirty="0"/>
            <a:t>网络层</a:t>
          </a:r>
        </a:p>
      </dgm:t>
    </dgm:pt>
    <dgm:pt modelId="{99924B0C-C484-BC4A-B0BE-C73C56ED23CC}" type="parTrans" cxnId="{297801F7-832A-4749-B578-94B29AF587AE}">
      <dgm:prSet/>
      <dgm:spPr/>
      <dgm:t>
        <a:bodyPr/>
        <a:lstStyle/>
        <a:p>
          <a:endParaRPr lang="zh-CN" altLang="en-US"/>
        </a:p>
      </dgm:t>
    </dgm:pt>
    <dgm:pt modelId="{A1882E21-C60F-5842-93E5-B40231A16E3C}" type="sibTrans" cxnId="{297801F7-832A-4749-B578-94B29AF587AE}">
      <dgm:prSet/>
      <dgm:spPr/>
      <dgm:t>
        <a:bodyPr/>
        <a:lstStyle/>
        <a:p>
          <a:endParaRPr lang="zh-CN" altLang="en-US"/>
        </a:p>
      </dgm:t>
    </dgm:pt>
    <dgm:pt modelId="{E80716F1-BB1F-784C-96A3-029F54B57D41}">
      <dgm:prSet phldrT="[文本]"/>
      <dgm:spPr/>
      <dgm:t>
        <a:bodyPr/>
        <a:lstStyle/>
        <a:p>
          <a:r>
            <a:rPr lang="zh-CN" altLang="en-US" dirty="0"/>
            <a:t>传感器</a:t>
          </a:r>
        </a:p>
      </dgm:t>
    </dgm:pt>
    <dgm:pt modelId="{579219CE-AC28-F54E-BDDF-8D4412BA8B8F}" type="parTrans" cxnId="{9BF4D2A2-7F44-5D4A-BE01-02C274E82AD5}">
      <dgm:prSet/>
      <dgm:spPr/>
      <dgm:t>
        <a:bodyPr/>
        <a:lstStyle/>
        <a:p>
          <a:endParaRPr lang="zh-CN" altLang="en-US"/>
        </a:p>
      </dgm:t>
    </dgm:pt>
    <dgm:pt modelId="{1595C023-D241-8648-81B2-B1E0B2350A45}" type="sibTrans" cxnId="{9BF4D2A2-7F44-5D4A-BE01-02C274E82AD5}">
      <dgm:prSet/>
      <dgm:spPr/>
      <dgm:t>
        <a:bodyPr/>
        <a:lstStyle/>
        <a:p>
          <a:endParaRPr lang="zh-CN" altLang="en-US"/>
        </a:p>
      </dgm:t>
    </dgm:pt>
    <dgm:pt modelId="{C31FC55B-8556-114F-BC41-0B5C149D96CC}">
      <dgm:prSet phldrT="[文本]"/>
      <dgm:spPr/>
      <dgm:t>
        <a:bodyPr/>
        <a:lstStyle/>
        <a:p>
          <a:r>
            <a:rPr lang="zh-CN" altLang="en-US" dirty="0"/>
            <a:t>执行器</a:t>
          </a:r>
        </a:p>
      </dgm:t>
    </dgm:pt>
    <dgm:pt modelId="{A35F4B8F-0406-444A-9B04-E1795178520F}" type="parTrans" cxnId="{C049A936-B0CF-7B4C-AB33-98C93BE92203}">
      <dgm:prSet/>
      <dgm:spPr/>
      <dgm:t>
        <a:bodyPr/>
        <a:lstStyle/>
        <a:p>
          <a:endParaRPr lang="zh-CN" altLang="en-US"/>
        </a:p>
      </dgm:t>
    </dgm:pt>
    <dgm:pt modelId="{A72D4BC0-6EC7-3243-B8CD-826EA09D4761}" type="sibTrans" cxnId="{C049A936-B0CF-7B4C-AB33-98C93BE92203}">
      <dgm:prSet/>
      <dgm:spPr/>
      <dgm:t>
        <a:bodyPr/>
        <a:lstStyle/>
        <a:p>
          <a:endParaRPr lang="zh-CN" altLang="en-US"/>
        </a:p>
      </dgm:t>
    </dgm:pt>
    <dgm:pt modelId="{193B0BD1-D4AB-3B48-B2B7-51F329E527CE}">
      <dgm:prSet phldrT="[文本]"/>
      <dgm:spPr/>
      <dgm:t>
        <a:bodyPr/>
        <a:lstStyle/>
        <a:p>
          <a:r>
            <a:rPr lang="en-US" altLang="zh-CN" dirty="0"/>
            <a:t>RFID</a:t>
          </a:r>
          <a:endParaRPr lang="zh-CN" altLang="en-US" dirty="0"/>
        </a:p>
      </dgm:t>
    </dgm:pt>
    <dgm:pt modelId="{5161A33F-59A7-7846-B1D1-13CFFBC528A3}" type="parTrans" cxnId="{BE95AB74-4128-6642-AF85-343CCFC75A70}">
      <dgm:prSet/>
      <dgm:spPr/>
      <dgm:t>
        <a:bodyPr/>
        <a:lstStyle/>
        <a:p>
          <a:endParaRPr lang="zh-CN" altLang="en-US"/>
        </a:p>
      </dgm:t>
    </dgm:pt>
    <dgm:pt modelId="{59AEC91C-3144-D647-AD0A-ADEF127E6714}" type="sibTrans" cxnId="{BE95AB74-4128-6642-AF85-343CCFC75A70}">
      <dgm:prSet/>
      <dgm:spPr/>
      <dgm:t>
        <a:bodyPr/>
        <a:lstStyle/>
        <a:p>
          <a:endParaRPr lang="zh-CN" altLang="en-US"/>
        </a:p>
      </dgm:t>
    </dgm:pt>
    <dgm:pt modelId="{37231ED6-489B-7649-81FC-FC881605C8C1}">
      <dgm:prSet phldrT="[文本]"/>
      <dgm:spPr/>
      <dgm:t>
        <a:bodyPr/>
        <a:lstStyle/>
        <a:p>
          <a:r>
            <a:rPr lang="en-US" altLang="zh-CN" dirty="0"/>
            <a:t>...</a:t>
          </a:r>
          <a:endParaRPr lang="zh-CN" altLang="en-US" dirty="0"/>
        </a:p>
      </dgm:t>
    </dgm:pt>
    <dgm:pt modelId="{F5BE42A9-5033-F243-AE9B-99E8BA07A44C}" type="parTrans" cxnId="{811B0F26-84AE-B943-B17B-2D0BD6E1703C}">
      <dgm:prSet/>
      <dgm:spPr/>
      <dgm:t>
        <a:bodyPr/>
        <a:lstStyle/>
        <a:p>
          <a:endParaRPr lang="zh-CN" altLang="en-US"/>
        </a:p>
      </dgm:t>
    </dgm:pt>
    <dgm:pt modelId="{F5EE0180-8DDA-674B-BC4A-43085514E597}" type="sibTrans" cxnId="{811B0F26-84AE-B943-B17B-2D0BD6E1703C}">
      <dgm:prSet/>
      <dgm:spPr/>
      <dgm:t>
        <a:bodyPr/>
        <a:lstStyle/>
        <a:p>
          <a:endParaRPr lang="zh-CN" altLang="en-US"/>
        </a:p>
      </dgm:t>
    </dgm:pt>
    <dgm:pt modelId="{A918FD0F-9224-DC45-9FE0-3C3031A7AFB1}">
      <dgm:prSet phldrT="[文本]"/>
      <dgm:spPr/>
      <dgm:t>
        <a:bodyPr/>
        <a:lstStyle/>
        <a:p>
          <a:r>
            <a:rPr lang="zh-CN" altLang="en-US" dirty="0"/>
            <a:t>应用中间件</a:t>
          </a:r>
        </a:p>
      </dgm:t>
    </dgm:pt>
    <dgm:pt modelId="{D58A0590-9B5C-2D41-B851-BA9AF001A0D4}" type="parTrans" cxnId="{AA07D1C9-485A-F441-ACC1-CC72857BD79E}">
      <dgm:prSet/>
      <dgm:spPr/>
      <dgm:t>
        <a:bodyPr/>
        <a:lstStyle/>
        <a:p>
          <a:endParaRPr lang="zh-CN" altLang="en-US"/>
        </a:p>
      </dgm:t>
    </dgm:pt>
    <dgm:pt modelId="{7639121A-E68F-7449-9783-FA444CBA7A69}" type="sibTrans" cxnId="{AA07D1C9-485A-F441-ACC1-CC72857BD79E}">
      <dgm:prSet/>
      <dgm:spPr/>
      <dgm:t>
        <a:bodyPr/>
        <a:lstStyle/>
        <a:p>
          <a:endParaRPr lang="zh-CN" altLang="en-US"/>
        </a:p>
      </dgm:t>
    </dgm:pt>
    <dgm:pt modelId="{A4F2A4D6-F993-6444-A74D-680019DB03E5}">
      <dgm:prSet phldrT="[文本]"/>
      <dgm:spPr/>
      <dgm:t>
        <a:bodyPr/>
        <a:lstStyle/>
        <a:p>
          <a:r>
            <a:rPr lang="zh-CN" altLang="en-US" dirty="0"/>
            <a:t>云计算</a:t>
          </a:r>
        </a:p>
      </dgm:t>
    </dgm:pt>
    <dgm:pt modelId="{A2FBAF41-9750-6D46-98F2-F54A779BF212}" type="parTrans" cxnId="{E11334D0-C285-584B-8F7A-A464000C789E}">
      <dgm:prSet/>
      <dgm:spPr/>
      <dgm:t>
        <a:bodyPr/>
        <a:lstStyle/>
        <a:p>
          <a:endParaRPr lang="zh-CN" altLang="en-US"/>
        </a:p>
      </dgm:t>
    </dgm:pt>
    <dgm:pt modelId="{29B89926-4DE1-6E4C-887A-6E9F09552CBA}" type="sibTrans" cxnId="{E11334D0-C285-584B-8F7A-A464000C789E}">
      <dgm:prSet/>
      <dgm:spPr/>
      <dgm:t>
        <a:bodyPr/>
        <a:lstStyle/>
        <a:p>
          <a:endParaRPr lang="zh-CN" altLang="en-US"/>
        </a:p>
      </dgm:t>
    </dgm:pt>
    <dgm:pt modelId="{ACE908FE-F286-CE4A-99B7-1D541F8F00DF}">
      <dgm:prSet phldrT="[文本]"/>
      <dgm:spPr/>
      <dgm:t>
        <a:bodyPr/>
        <a:lstStyle/>
        <a:p>
          <a:r>
            <a:rPr lang="zh-CN" altLang="en-US" dirty="0"/>
            <a:t>解析服务</a:t>
          </a:r>
        </a:p>
      </dgm:t>
    </dgm:pt>
    <dgm:pt modelId="{DE26935E-11CC-1B42-BD13-013FC60FF63C}" type="parTrans" cxnId="{88741F22-ABE0-6247-A694-D78DE71BF97E}">
      <dgm:prSet/>
      <dgm:spPr/>
      <dgm:t>
        <a:bodyPr/>
        <a:lstStyle/>
        <a:p>
          <a:endParaRPr lang="zh-CN" altLang="en-US"/>
        </a:p>
      </dgm:t>
    </dgm:pt>
    <dgm:pt modelId="{9D3D75C2-8CCA-8A41-9FB7-27DCC5537C08}" type="sibTrans" cxnId="{88741F22-ABE0-6247-A694-D78DE71BF97E}">
      <dgm:prSet/>
      <dgm:spPr/>
      <dgm:t>
        <a:bodyPr/>
        <a:lstStyle/>
        <a:p>
          <a:endParaRPr lang="zh-CN" altLang="en-US"/>
        </a:p>
      </dgm:t>
    </dgm:pt>
    <dgm:pt modelId="{29EB4BCB-13DB-834B-B832-B6D448117756}">
      <dgm:prSet phldrT="[文本]"/>
      <dgm:spPr/>
      <dgm:t>
        <a:bodyPr/>
        <a:lstStyle/>
        <a:p>
          <a:r>
            <a:rPr lang="zh-CN" altLang="en-US" dirty="0"/>
            <a:t>网络管理</a:t>
          </a:r>
        </a:p>
      </dgm:t>
    </dgm:pt>
    <dgm:pt modelId="{53D240D9-3AA0-B64A-AACD-F7D42473EF83}" type="parTrans" cxnId="{889933A8-DBAA-064B-8582-2F4008B7873C}">
      <dgm:prSet/>
      <dgm:spPr/>
      <dgm:t>
        <a:bodyPr/>
        <a:lstStyle/>
        <a:p>
          <a:endParaRPr lang="zh-CN" altLang="en-US"/>
        </a:p>
      </dgm:t>
    </dgm:pt>
    <dgm:pt modelId="{6B7EAF3A-2D0F-6248-A2BB-75E3452D6D5F}" type="sibTrans" cxnId="{889933A8-DBAA-064B-8582-2F4008B7873C}">
      <dgm:prSet/>
      <dgm:spPr/>
      <dgm:t>
        <a:bodyPr/>
        <a:lstStyle/>
        <a:p>
          <a:endParaRPr lang="zh-CN" altLang="en-US"/>
        </a:p>
      </dgm:t>
    </dgm:pt>
    <dgm:pt modelId="{B73940AB-8AFE-5943-AD03-62E25A001112}">
      <dgm:prSet phldrT="[文本]"/>
      <dgm:spPr/>
      <dgm:t>
        <a:bodyPr/>
        <a:lstStyle/>
        <a:p>
          <a:r>
            <a:rPr lang="zh-CN" altLang="en-US" dirty="0"/>
            <a:t>互联网</a:t>
          </a:r>
        </a:p>
      </dgm:t>
    </dgm:pt>
    <dgm:pt modelId="{EDBBC46C-A494-814D-9DA0-3AABDC84F93F}" type="parTrans" cxnId="{CA802E29-8C54-9C4C-A7A0-D6720BE683BB}">
      <dgm:prSet/>
      <dgm:spPr/>
      <dgm:t>
        <a:bodyPr/>
        <a:lstStyle/>
        <a:p>
          <a:endParaRPr lang="zh-CN" altLang="en-US"/>
        </a:p>
      </dgm:t>
    </dgm:pt>
    <dgm:pt modelId="{9C6AC619-B061-3D43-B786-8E9C821B0060}" type="sibTrans" cxnId="{CA802E29-8C54-9C4C-A7A0-D6720BE683BB}">
      <dgm:prSet/>
      <dgm:spPr/>
      <dgm:t>
        <a:bodyPr/>
        <a:lstStyle/>
        <a:p>
          <a:endParaRPr lang="zh-CN" altLang="en-US"/>
        </a:p>
      </dgm:t>
    </dgm:pt>
    <dgm:pt modelId="{12427905-8957-DF40-8D71-694FA98D2D35}">
      <dgm:prSet phldrT="[文本]"/>
      <dgm:spPr/>
      <dgm:t>
        <a:bodyPr/>
        <a:lstStyle/>
        <a:p>
          <a:r>
            <a:rPr lang="zh-CN" altLang="en-US" dirty="0"/>
            <a:t>专用网络</a:t>
          </a:r>
        </a:p>
      </dgm:t>
    </dgm:pt>
    <dgm:pt modelId="{CB7B086C-7556-3A48-AC8E-E3A070D81667}" type="parTrans" cxnId="{D463FE69-2D72-C44D-AFB8-0E6B38C096CA}">
      <dgm:prSet/>
      <dgm:spPr/>
      <dgm:t>
        <a:bodyPr/>
        <a:lstStyle/>
        <a:p>
          <a:endParaRPr lang="zh-CN" altLang="en-US"/>
        </a:p>
      </dgm:t>
    </dgm:pt>
    <dgm:pt modelId="{2516ACF2-7147-684B-B818-5926C620C507}" type="sibTrans" cxnId="{D463FE69-2D72-C44D-AFB8-0E6B38C096CA}">
      <dgm:prSet/>
      <dgm:spPr/>
      <dgm:t>
        <a:bodyPr/>
        <a:lstStyle/>
        <a:p>
          <a:endParaRPr lang="zh-CN" altLang="en-US"/>
        </a:p>
      </dgm:t>
    </dgm:pt>
    <dgm:pt modelId="{F0B1DE39-C1AC-AD48-9506-CA06EF5EB11D}">
      <dgm:prSet phldrT="[文本]"/>
      <dgm:spPr/>
      <dgm:t>
        <a:bodyPr/>
        <a:lstStyle/>
        <a:p>
          <a:r>
            <a:rPr lang="zh-CN" altLang="en-US" dirty="0"/>
            <a:t>物联网</a:t>
          </a:r>
        </a:p>
      </dgm:t>
    </dgm:pt>
    <dgm:pt modelId="{831B08DE-E4A8-294E-94C8-B442864B3AA8}" type="parTrans" cxnId="{AA2D4990-8516-524C-BAB9-80D0B23886FD}">
      <dgm:prSet/>
      <dgm:spPr/>
      <dgm:t>
        <a:bodyPr/>
        <a:lstStyle/>
        <a:p>
          <a:endParaRPr lang="zh-CN" altLang="en-US"/>
        </a:p>
      </dgm:t>
    </dgm:pt>
    <dgm:pt modelId="{2760B8D0-F90F-9744-AF28-949ECC0B6CE1}" type="sibTrans" cxnId="{AA2D4990-8516-524C-BAB9-80D0B23886FD}">
      <dgm:prSet/>
      <dgm:spPr/>
      <dgm:t>
        <a:bodyPr/>
        <a:lstStyle/>
        <a:p>
          <a:endParaRPr lang="zh-CN" altLang="en-US"/>
        </a:p>
      </dgm:t>
    </dgm:pt>
    <dgm:pt modelId="{FF53A3DC-4E5A-5141-9251-A8F4F828A20C}">
      <dgm:prSet phldrT="[文本]"/>
      <dgm:spPr/>
      <dgm:t>
        <a:bodyPr/>
        <a:lstStyle/>
        <a:p>
          <a:r>
            <a:rPr lang="zh-CN" altLang="en-US" dirty="0"/>
            <a:t>感知层</a:t>
          </a:r>
        </a:p>
      </dgm:t>
    </dgm:pt>
    <dgm:pt modelId="{AFF5DEB3-A313-8E47-99FF-DE4E605ED86D}" type="parTrans" cxnId="{C44A5713-3920-7845-A8A9-035B67F0FADB}">
      <dgm:prSet/>
      <dgm:spPr/>
      <dgm:t>
        <a:bodyPr/>
        <a:lstStyle/>
        <a:p>
          <a:endParaRPr lang="zh-CN" altLang="en-US"/>
        </a:p>
      </dgm:t>
    </dgm:pt>
    <dgm:pt modelId="{B6C38D52-2527-6241-BE2B-758DCD50CA89}" type="sibTrans" cxnId="{C44A5713-3920-7845-A8A9-035B67F0FADB}">
      <dgm:prSet/>
      <dgm:spPr/>
      <dgm:t>
        <a:bodyPr/>
        <a:lstStyle/>
        <a:p>
          <a:endParaRPr lang="zh-CN" altLang="en-US"/>
        </a:p>
      </dgm:t>
    </dgm:pt>
    <dgm:pt modelId="{C524DD60-204C-BA47-843C-2C5BED0F7332}">
      <dgm:prSet phldrT="[文本]"/>
      <dgm:spPr/>
      <dgm:t>
        <a:bodyPr/>
        <a:lstStyle/>
        <a:p>
          <a:r>
            <a:rPr lang="en-US" altLang="zh-CN" dirty="0"/>
            <a:t>Web</a:t>
          </a:r>
          <a:r>
            <a:rPr lang="zh-CN" altLang="en-US" dirty="0"/>
            <a:t>服务</a:t>
          </a:r>
        </a:p>
      </dgm:t>
    </dgm:pt>
    <dgm:pt modelId="{640A84DB-A778-CC45-8802-45935B407434}" type="parTrans" cxnId="{511FF151-1F46-D541-9AD3-4CE4C75629DC}">
      <dgm:prSet/>
      <dgm:spPr/>
      <dgm:t>
        <a:bodyPr/>
        <a:lstStyle/>
        <a:p>
          <a:endParaRPr lang="zh-CN" altLang="en-US"/>
        </a:p>
      </dgm:t>
    </dgm:pt>
    <dgm:pt modelId="{AFFF1F22-D503-6142-9826-0063CEA6E9FB}" type="sibTrans" cxnId="{511FF151-1F46-D541-9AD3-4CE4C75629DC}">
      <dgm:prSet/>
      <dgm:spPr/>
      <dgm:t>
        <a:bodyPr/>
        <a:lstStyle/>
        <a:p>
          <a:endParaRPr lang="zh-CN" altLang="en-US"/>
        </a:p>
      </dgm:t>
    </dgm:pt>
    <dgm:pt modelId="{6BFE0B68-4EF9-8F47-9F68-2BACC2C4D5AC}">
      <dgm:prSet phldrT="[文本]"/>
      <dgm:spPr/>
      <dgm:t>
        <a:bodyPr/>
        <a:lstStyle/>
        <a:p>
          <a:r>
            <a:rPr lang="en-US" altLang="zh-CN" dirty="0"/>
            <a:t>GPS</a:t>
          </a:r>
          <a:endParaRPr lang="zh-CN" altLang="en-US" dirty="0"/>
        </a:p>
      </dgm:t>
    </dgm:pt>
    <dgm:pt modelId="{8C182300-3EC7-6542-93E4-C6AC7308042E}" type="parTrans" cxnId="{16C606EC-2E67-CC4A-AC9E-E026680DAC96}">
      <dgm:prSet/>
      <dgm:spPr/>
      <dgm:t>
        <a:bodyPr/>
        <a:lstStyle/>
        <a:p>
          <a:endParaRPr lang="zh-CN" altLang="en-US"/>
        </a:p>
      </dgm:t>
    </dgm:pt>
    <dgm:pt modelId="{2129A272-D3C8-6049-9525-325CFD3582AF}" type="sibTrans" cxnId="{16C606EC-2E67-CC4A-AC9E-E026680DAC96}">
      <dgm:prSet/>
      <dgm:spPr/>
      <dgm:t>
        <a:bodyPr/>
        <a:lstStyle/>
        <a:p>
          <a:endParaRPr lang="zh-CN" altLang="en-US"/>
        </a:p>
      </dgm:t>
    </dgm:pt>
    <dgm:pt modelId="{2EAB054D-5D01-5648-9C89-026AF9014874}" type="pres">
      <dgm:prSet presAssocID="{D2D8B12B-0EF3-F84D-8562-A54E46457D3E}" presName="Name0" presStyleCnt="0">
        <dgm:presLayoutVars>
          <dgm:dir/>
          <dgm:animLvl val="lvl"/>
          <dgm:resizeHandles val="exact"/>
        </dgm:presLayoutVars>
      </dgm:prSet>
      <dgm:spPr/>
    </dgm:pt>
    <dgm:pt modelId="{F47DDCE9-77E4-D54F-A8FF-1FBFDDBD06C2}" type="pres">
      <dgm:prSet presAssocID="{FF53A3DC-4E5A-5141-9251-A8F4F828A20C}" presName="boxAndChildren" presStyleCnt="0"/>
      <dgm:spPr/>
    </dgm:pt>
    <dgm:pt modelId="{8B36565A-9E05-EB4F-B24E-4DAE4EE423E0}" type="pres">
      <dgm:prSet presAssocID="{FF53A3DC-4E5A-5141-9251-A8F4F828A20C}" presName="parentTextBox" presStyleLbl="node1" presStyleIdx="0" presStyleCnt="4"/>
      <dgm:spPr/>
    </dgm:pt>
    <dgm:pt modelId="{387A88F9-4F6B-184C-A598-196EAC761D88}" type="pres">
      <dgm:prSet presAssocID="{FF53A3DC-4E5A-5141-9251-A8F4F828A20C}" presName="entireBox" presStyleLbl="node1" presStyleIdx="0" presStyleCnt="4"/>
      <dgm:spPr/>
    </dgm:pt>
    <dgm:pt modelId="{E269DC4F-DF62-7F48-9A11-23A577027BDE}" type="pres">
      <dgm:prSet presAssocID="{FF53A3DC-4E5A-5141-9251-A8F4F828A20C}" presName="descendantBox" presStyleCnt="0"/>
      <dgm:spPr/>
    </dgm:pt>
    <dgm:pt modelId="{17D2B63C-DAE9-FC46-851F-6FD42584350C}" type="pres">
      <dgm:prSet presAssocID="{E80716F1-BB1F-784C-96A3-029F54B57D41}" presName="childTextBox" presStyleLbl="fgAccFollowNode1" presStyleIdx="0" presStyleCnt="14">
        <dgm:presLayoutVars>
          <dgm:bulletEnabled val="1"/>
        </dgm:presLayoutVars>
      </dgm:prSet>
      <dgm:spPr/>
    </dgm:pt>
    <dgm:pt modelId="{42B4E42E-D644-D344-8841-BAE3DB3A62EF}" type="pres">
      <dgm:prSet presAssocID="{C31FC55B-8556-114F-BC41-0B5C149D96CC}" presName="childTextBox" presStyleLbl="fgAccFollowNode1" presStyleIdx="1" presStyleCnt="14">
        <dgm:presLayoutVars>
          <dgm:bulletEnabled val="1"/>
        </dgm:presLayoutVars>
      </dgm:prSet>
      <dgm:spPr/>
    </dgm:pt>
    <dgm:pt modelId="{26407821-410C-1D46-9656-2BB857A38B1C}" type="pres">
      <dgm:prSet presAssocID="{193B0BD1-D4AB-3B48-B2B7-51F329E527CE}" presName="childTextBox" presStyleLbl="fgAccFollowNode1" presStyleIdx="2" presStyleCnt="14">
        <dgm:presLayoutVars>
          <dgm:bulletEnabled val="1"/>
        </dgm:presLayoutVars>
      </dgm:prSet>
      <dgm:spPr/>
    </dgm:pt>
    <dgm:pt modelId="{0C20E705-2120-3D42-92BD-952DAE40D3E4}" type="pres">
      <dgm:prSet presAssocID="{6BFE0B68-4EF9-8F47-9F68-2BACC2C4D5AC}" presName="childTextBox" presStyleLbl="fgAccFollowNode1" presStyleIdx="3" presStyleCnt="14">
        <dgm:presLayoutVars>
          <dgm:bulletEnabled val="1"/>
        </dgm:presLayoutVars>
      </dgm:prSet>
      <dgm:spPr/>
    </dgm:pt>
    <dgm:pt modelId="{27E7FB1E-E203-3D42-9292-454CAEC4A540}" type="pres">
      <dgm:prSet presAssocID="{37231ED6-489B-7649-81FC-FC881605C8C1}" presName="childTextBox" presStyleLbl="fgAccFollowNode1" presStyleIdx="4" presStyleCnt="14">
        <dgm:presLayoutVars>
          <dgm:bulletEnabled val="1"/>
        </dgm:presLayoutVars>
      </dgm:prSet>
      <dgm:spPr/>
    </dgm:pt>
    <dgm:pt modelId="{0A49B9AB-5C0A-124B-A6CA-DC0CBC67289A}" type="pres">
      <dgm:prSet presAssocID="{A1882E21-C60F-5842-93E5-B40231A16E3C}" presName="sp" presStyleCnt="0"/>
      <dgm:spPr/>
    </dgm:pt>
    <dgm:pt modelId="{E7542FC5-B123-8D48-A092-BF5FD112C998}" type="pres">
      <dgm:prSet presAssocID="{D023B499-2141-314A-8FAB-596668A1C000}" presName="arrowAndChildren" presStyleCnt="0"/>
      <dgm:spPr/>
    </dgm:pt>
    <dgm:pt modelId="{47657718-C7C8-0C42-80D8-C7865A580E93}" type="pres">
      <dgm:prSet presAssocID="{D023B499-2141-314A-8FAB-596668A1C000}" presName="parentTextArrow" presStyleLbl="node1" presStyleIdx="0" presStyleCnt="4"/>
      <dgm:spPr/>
    </dgm:pt>
    <dgm:pt modelId="{800F387B-DAF0-FB41-A8FC-ABC46681BBBF}" type="pres">
      <dgm:prSet presAssocID="{D023B499-2141-314A-8FAB-596668A1C000}" presName="arrow" presStyleLbl="node1" presStyleIdx="1" presStyleCnt="4"/>
      <dgm:spPr/>
    </dgm:pt>
    <dgm:pt modelId="{770A6C38-73FE-0043-B4A2-44C6B3E1C438}" type="pres">
      <dgm:prSet presAssocID="{D023B499-2141-314A-8FAB-596668A1C000}" presName="descendantArrow" presStyleCnt="0"/>
      <dgm:spPr/>
    </dgm:pt>
    <dgm:pt modelId="{FDCCD3C8-1701-CC4F-B817-F0680D0FD710}" type="pres">
      <dgm:prSet presAssocID="{B73940AB-8AFE-5943-AD03-62E25A001112}" presName="childTextArrow" presStyleLbl="fgAccFollowNode1" presStyleIdx="5" presStyleCnt="14">
        <dgm:presLayoutVars>
          <dgm:bulletEnabled val="1"/>
        </dgm:presLayoutVars>
      </dgm:prSet>
      <dgm:spPr/>
    </dgm:pt>
    <dgm:pt modelId="{073D856D-9084-4D45-9278-5E32A2DF5E75}" type="pres">
      <dgm:prSet presAssocID="{12427905-8957-DF40-8D71-694FA98D2D35}" presName="childTextArrow" presStyleLbl="fgAccFollowNode1" presStyleIdx="6" presStyleCnt="14">
        <dgm:presLayoutVars>
          <dgm:bulletEnabled val="1"/>
        </dgm:presLayoutVars>
      </dgm:prSet>
      <dgm:spPr/>
    </dgm:pt>
    <dgm:pt modelId="{34829F1C-620C-1B40-9DD3-40D44A3B664E}" type="pres">
      <dgm:prSet presAssocID="{F0B1DE39-C1AC-AD48-9506-CA06EF5EB11D}" presName="childTextArrow" presStyleLbl="fgAccFollowNode1" presStyleIdx="7" presStyleCnt="14">
        <dgm:presLayoutVars>
          <dgm:bulletEnabled val="1"/>
        </dgm:presLayoutVars>
      </dgm:prSet>
      <dgm:spPr/>
    </dgm:pt>
    <dgm:pt modelId="{003A6DFB-F84C-DF4B-B457-CD87B869BC98}" type="pres">
      <dgm:prSet presAssocID="{7639121A-E68F-7449-9783-FA444CBA7A69}" presName="sp" presStyleCnt="0"/>
      <dgm:spPr/>
    </dgm:pt>
    <dgm:pt modelId="{5593B643-6BC5-5442-874B-3644317B8239}" type="pres">
      <dgm:prSet presAssocID="{A918FD0F-9224-DC45-9FE0-3C3031A7AFB1}" presName="arrowAndChildren" presStyleCnt="0"/>
      <dgm:spPr/>
    </dgm:pt>
    <dgm:pt modelId="{2A843376-9991-5442-A469-53FF0F1238F1}" type="pres">
      <dgm:prSet presAssocID="{A918FD0F-9224-DC45-9FE0-3C3031A7AFB1}" presName="parentTextArrow" presStyleLbl="node1" presStyleIdx="1" presStyleCnt="4"/>
      <dgm:spPr/>
    </dgm:pt>
    <dgm:pt modelId="{7B5FC795-0FE3-DF42-BA98-803CEF1A1676}" type="pres">
      <dgm:prSet presAssocID="{A918FD0F-9224-DC45-9FE0-3C3031A7AFB1}" presName="arrow" presStyleLbl="node1" presStyleIdx="2" presStyleCnt="4"/>
      <dgm:spPr/>
    </dgm:pt>
    <dgm:pt modelId="{BAEAC94C-9246-684E-AEB1-8DECD004E335}" type="pres">
      <dgm:prSet presAssocID="{A918FD0F-9224-DC45-9FE0-3C3031A7AFB1}" presName="descendantArrow" presStyleCnt="0"/>
      <dgm:spPr/>
    </dgm:pt>
    <dgm:pt modelId="{01CB39B6-9837-2A47-B3F2-B91805528F23}" type="pres">
      <dgm:prSet presAssocID="{269B6FD8-D5A6-E74F-AD99-6E82A9F0791C}" presName="childTextArrow" presStyleLbl="fgAccFollowNode1" presStyleIdx="8" presStyleCnt="14">
        <dgm:presLayoutVars>
          <dgm:bulletEnabled val="1"/>
        </dgm:presLayoutVars>
      </dgm:prSet>
      <dgm:spPr/>
    </dgm:pt>
    <dgm:pt modelId="{9688C7BA-A62F-BF48-ABA7-9261A4E334D2}" type="pres">
      <dgm:prSet presAssocID="{A4F2A4D6-F993-6444-A74D-680019DB03E5}" presName="childTextArrow" presStyleLbl="fgAccFollowNode1" presStyleIdx="9" presStyleCnt="14">
        <dgm:presLayoutVars>
          <dgm:bulletEnabled val="1"/>
        </dgm:presLayoutVars>
      </dgm:prSet>
      <dgm:spPr/>
    </dgm:pt>
    <dgm:pt modelId="{216765C7-973A-634B-A9D5-EA1CB1CE1E34}" type="pres">
      <dgm:prSet presAssocID="{ACE908FE-F286-CE4A-99B7-1D541F8F00DF}" presName="childTextArrow" presStyleLbl="fgAccFollowNode1" presStyleIdx="10" presStyleCnt="14">
        <dgm:presLayoutVars>
          <dgm:bulletEnabled val="1"/>
        </dgm:presLayoutVars>
      </dgm:prSet>
      <dgm:spPr/>
    </dgm:pt>
    <dgm:pt modelId="{D8FF996E-1F66-5241-8A29-EF97B419E3B0}" type="pres">
      <dgm:prSet presAssocID="{29EB4BCB-13DB-834B-B832-B6D448117756}" presName="childTextArrow" presStyleLbl="fgAccFollowNode1" presStyleIdx="11" presStyleCnt="14">
        <dgm:presLayoutVars>
          <dgm:bulletEnabled val="1"/>
        </dgm:presLayoutVars>
      </dgm:prSet>
      <dgm:spPr/>
    </dgm:pt>
    <dgm:pt modelId="{698D2342-5A21-B546-9B6A-8E696201D2DE}" type="pres">
      <dgm:prSet presAssocID="{FDC8FD9D-B52A-C149-AA91-0B3CBC66B8C1}" presName="sp" presStyleCnt="0"/>
      <dgm:spPr/>
    </dgm:pt>
    <dgm:pt modelId="{AD999808-02B3-2A4C-BBB7-75D1EC09A617}" type="pres">
      <dgm:prSet presAssocID="{0C1C47E0-339C-AB45-BD8C-C5BE77AAB65F}" presName="arrowAndChildren" presStyleCnt="0"/>
      <dgm:spPr/>
    </dgm:pt>
    <dgm:pt modelId="{5F00A677-09D2-9044-A9B6-CF3BE5BBBCC6}" type="pres">
      <dgm:prSet presAssocID="{0C1C47E0-339C-AB45-BD8C-C5BE77AAB65F}" presName="parentTextArrow" presStyleLbl="node1" presStyleIdx="2" presStyleCnt="4"/>
      <dgm:spPr/>
    </dgm:pt>
    <dgm:pt modelId="{96C9DD6A-58C5-1B4B-8B0D-9323C1CEA60E}" type="pres">
      <dgm:prSet presAssocID="{0C1C47E0-339C-AB45-BD8C-C5BE77AAB65F}" presName="arrow" presStyleLbl="node1" presStyleIdx="3" presStyleCnt="4"/>
      <dgm:spPr/>
    </dgm:pt>
    <dgm:pt modelId="{1346FCC1-1BD0-4645-9523-796EF55C980B}" type="pres">
      <dgm:prSet presAssocID="{0C1C47E0-339C-AB45-BD8C-C5BE77AAB65F}" presName="descendantArrow" presStyleCnt="0"/>
      <dgm:spPr/>
    </dgm:pt>
    <dgm:pt modelId="{9A02AE06-1B7B-3E4E-8426-5074ECD8ECEE}" type="pres">
      <dgm:prSet presAssocID="{5E5558D9-6CEB-2341-BF97-DDC5272AEC55}" presName="childTextArrow" presStyleLbl="fgAccFollowNode1" presStyleIdx="12" presStyleCnt="14">
        <dgm:presLayoutVars>
          <dgm:bulletEnabled val="1"/>
        </dgm:presLayoutVars>
      </dgm:prSet>
      <dgm:spPr/>
    </dgm:pt>
    <dgm:pt modelId="{A838CD69-C6CF-DA42-B6A0-78048CDD9E65}" type="pres">
      <dgm:prSet presAssocID="{C524DD60-204C-BA47-843C-2C5BED0F7332}" presName="childTextArrow" presStyleLbl="fgAccFollowNode1" presStyleIdx="13" presStyleCnt="14">
        <dgm:presLayoutVars>
          <dgm:bulletEnabled val="1"/>
        </dgm:presLayoutVars>
      </dgm:prSet>
      <dgm:spPr/>
    </dgm:pt>
  </dgm:ptLst>
  <dgm:cxnLst>
    <dgm:cxn modelId="{812C4605-C791-3949-B6AD-AFC289DA3BAB}" type="presOf" srcId="{0C1C47E0-339C-AB45-BD8C-C5BE77AAB65F}" destId="{96C9DD6A-58C5-1B4B-8B0D-9323C1CEA60E}" srcOrd="1" destOrd="0" presId="urn:microsoft.com/office/officeart/2005/8/layout/process4"/>
    <dgm:cxn modelId="{8CA20106-DF9E-7D4A-81E3-663ED3F19117}" srcId="{D2D8B12B-0EF3-F84D-8562-A54E46457D3E}" destId="{0C1C47E0-339C-AB45-BD8C-C5BE77AAB65F}" srcOrd="0" destOrd="0" parTransId="{629386AE-036F-044B-BAE3-FE5F96CEEC56}" sibTransId="{FDC8FD9D-B52A-C149-AA91-0B3CBC66B8C1}"/>
    <dgm:cxn modelId="{7C17FA0B-11A2-3E4F-9102-6317D5FE101D}" type="presOf" srcId="{D2D8B12B-0EF3-F84D-8562-A54E46457D3E}" destId="{2EAB054D-5D01-5648-9C89-026AF9014874}" srcOrd="0" destOrd="0" presId="urn:microsoft.com/office/officeart/2005/8/layout/process4"/>
    <dgm:cxn modelId="{C44A5713-3920-7845-A8A9-035B67F0FADB}" srcId="{D2D8B12B-0EF3-F84D-8562-A54E46457D3E}" destId="{FF53A3DC-4E5A-5141-9251-A8F4F828A20C}" srcOrd="3" destOrd="0" parTransId="{AFF5DEB3-A313-8E47-99FF-DE4E605ED86D}" sibTransId="{B6C38D52-2527-6241-BE2B-758DCD50CA89}"/>
    <dgm:cxn modelId="{DF74731A-E293-A844-A41C-DBD052211FC2}" type="presOf" srcId="{29EB4BCB-13DB-834B-B832-B6D448117756}" destId="{D8FF996E-1F66-5241-8A29-EF97B419E3B0}" srcOrd="0" destOrd="0" presId="urn:microsoft.com/office/officeart/2005/8/layout/process4"/>
    <dgm:cxn modelId="{88741F22-ABE0-6247-A694-D78DE71BF97E}" srcId="{A918FD0F-9224-DC45-9FE0-3C3031A7AFB1}" destId="{ACE908FE-F286-CE4A-99B7-1D541F8F00DF}" srcOrd="2" destOrd="0" parTransId="{DE26935E-11CC-1B42-BD13-013FC60FF63C}" sibTransId="{9D3D75C2-8CCA-8A41-9FB7-27DCC5537C08}"/>
    <dgm:cxn modelId="{E1DE5D23-9FDD-824F-B5D3-960EE5B5C61C}" type="presOf" srcId="{F0B1DE39-C1AC-AD48-9506-CA06EF5EB11D}" destId="{34829F1C-620C-1B40-9DD3-40D44A3B664E}" srcOrd="0" destOrd="0" presId="urn:microsoft.com/office/officeart/2005/8/layout/process4"/>
    <dgm:cxn modelId="{811B0F26-84AE-B943-B17B-2D0BD6E1703C}" srcId="{FF53A3DC-4E5A-5141-9251-A8F4F828A20C}" destId="{37231ED6-489B-7649-81FC-FC881605C8C1}" srcOrd="4" destOrd="0" parTransId="{F5BE42A9-5033-F243-AE9B-99E8BA07A44C}" sibTransId="{F5EE0180-8DDA-674B-BC4A-43085514E597}"/>
    <dgm:cxn modelId="{CA802E29-8C54-9C4C-A7A0-D6720BE683BB}" srcId="{D023B499-2141-314A-8FAB-596668A1C000}" destId="{B73940AB-8AFE-5943-AD03-62E25A001112}" srcOrd="0" destOrd="0" parTransId="{EDBBC46C-A494-814D-9DA0-3AABDC84F93F}" sibTransId="{9C6AC619-B061-3D43-B786-8E9C821B0060}"/>
    <dgm:cxn modelId="{C049A936-B0CF-7B4C-AB33-98C93BE92203}" srcId="{FF53A3DC-4E5A-5141-9251-A8F4F828A20C}" destId="{C31FC55B-8556-114F-BC41-0B5C149D96CC}" srcOrd="1" destOrd="0" parTransId="{A35F4B8F-0406-444A-9B04-E1795178520F}" sibTransId="{A72D4BC0-6EC7-3243-B8CD-826EA09D4761}"/>
    <dgm:cxn modelId="{16E2DE36-23CE-704E-98A5-E6E728CB97DF}" type="presOf" srcId="{A918FD0F-9224-DC45-9FE0-3C3031A7AFB1}" destId="{2A843376-9991-5442-A469-53FF0F1238F1}" srcOrd="0" destOrd="0" presId="urn:microsoft.com/office/officeart/2005/8/layout/process4"/>
    <dgm:cxn modelId="{5F479E3B-9C65-DA41-AED6-18D8B2F4473D}" type="presOf" srcId="{D023B499-2141-314A-8FAB-596668A1C000}" destId="{47657718-C7C8-0C42-80D8-C7865A580E93}" srcOrd="0" destOrd="0" presId="urn:microsoft.com/office/officeart/2005/8/layout/process4"/>
    <dgm:cxn modelId="{044C0B3E-AB88-A646-BCEC-8720D286B7D3}" type="presOf" srcId="{C524DD60-204C-BA47-843C-2C5BED0F7332}" destId="{A838CD69-C6CF-DA42-B6A0-78048CDD9E65}" srcOrd="0" destOrd="0" presId="urn:microsoft.com/office/officeart/2005/8/layout/process4"/>
    <dgm:cxn modelId="{38F2704E-9F7F-D648-9631-DF7E82B61AAD}" type="presOf" srcId="{A918FD0F-9224-DC45-9FE0-3C3031A7AFB1}" destId="{7B5FC795-0FE3-DF42-BA98-803CEF1A1676}" srcOrd="1" destOrd="0" presId="urn:microsoft.com/office/officeart/2005/8/layout/process4"/>
    <dgm:cxn modelId="{348D5851-095A-A14A-A236-A4F2A4153119}" type="presOf" srcId="{FF53A3DC-4E5A-5141-9251-A8F4F828A20C}" destId="{387A88F9-4F6B-184C-A598-196EAC761D88}" srcOrd="1" destOrd="0" presId="urn:microsoft.com/office/officeart/2005/8/layout/process4"/>
    <dgm:cxn modelId="{511FF151-1F46-D541-9AD3-4CE4C75629DC}" srcId="{0C1C47E0-339C-AB45-BD8C-C5BE77AAB65F}" destId="{C524DD60-204C-BA47-843C-2C5BED0F7332}" srcOrd="1" destOrd="0" parTransId="{640A84DB-A778-CC45-8802-45935B407434}" sibTransId="{AFFF1F22-D503-6142-9826-0063CEA6E9FB}"/>
    <dgm:cxn modelId="{B7380168-9EC7-5541-B59F-63B3DD3838CD}" type="presOf" srcId="{269B6FD8-D5A6-E74F-AD99-6E82A9F0791C}" destId="{01CB39B6-9837-2A47-B3F2-B91805528F23}" srcOrd="0" destOrd="0" presId="urn:microsoft.com/office/officeart/2005/8/layout/process4"/>
    <dgm:cxn modelId="{D463FE69-2D72-C44D-AFB8-0E6B38C096CA}" srcId="{D023B499-2141-314A-8FAB-596668A1C000}" destId="{12427905-8957-DF40-8D71-694FA98D2D35}" srcOrd="1" destOrd="0" parTransId="{CB7B086C-7556-3A48-AC8E-E3A070D81667}" sibTransId="{2516ACF2-7147-684B-B818-5926C620C507}"/>
    <dgm:cxn modelId="{BE95AB74-4128-6642-AF85-343CCFC75A70}" srcId="{FF53A3DC-4E5A-5141-9251-A8F4F828A20C}" destId="{193B0BD1-D4AB-3B48-B2B7-51F329E527CE}" srcOrd="2" destOrd="0" parTransId="{5161A33F-59A7-7846-B1D1-13CFFBC528A3}" sibTransId="{59AEC91C-3144-D647-AD0A-ADEF127E6714}"/>
    <dgm:cxn modelId="{921C6275-FDF7-D940-97D5-9A017B86734C}" type="presOf" srcId="{D023B499-2141-314A-8FAB-596668A1C000}" destId="{800F387B-DAF0-FB41-A8FC-ABC46681BBBF}" srcOrd="1" destOrd="0" presId="urn:microsoft.com/office/officeart/2005/8/layout/process4"/>
    <dgm:cxn modelId="{9F3E2B7F-E9F9-AE42-975E-BE68E5F883DB}" type="presOf" srcId="{E80716F1-BB1F-784C-96A3-029F54B57D41}" destId="{17D2B63C-DAE9-FC46-851F-6FD42584350C}" srcOrd="0" destOrd="0" presId="urn:microsoft.com/office/officeart/2005/8/layout/process4"/>
    <dgm:cxn modelId="{74507187-6D0A-7C47-9848-29F91532D961}" type="presOf" srcId="{B73940AB-8AFE-5943-AD03-62E25A001112}" destId="{FDCCD3C8-1701-CC4F-B817-F0680D0FD710}" srcOrd="0" destOrd="0" presId="urn:microsoft.com/office/officeart/2005/8/layout/process4"/>
    <dgm:cxn modelId="{9E106F8B-8D00-F345-9371-6668529B50C1}" type="presOf" srcId="{A4F2A4D6-F993-6444-A74D-680019DB03E5}" destId="{9688C7BA-A62F-BF48-ABA7-9261A4E334D2}" srcOrd="0" destOrd="0" presId="urn:microsoft.com/office/officeart/2005/8/layout/process4"/>
    <dgm:cxn modelId="{AA2D4990-8516-524C-BAB9-80D0B23886FD}" srcId="{D023B499-2141-314A-8FAB-596668A1C000}" destId="{F0B1DE39-C1AC-AD48-9506-CA06EF5EB11D}" srcOrd="2" destOrd="0" parTransId="{831B08DE-E4A8-294E-94C8-B442864B3AA8}" sibTransId="{2760B8D0-F90F-9744-AF28-949ECC0B6CE1}"/>
    <dgm:cxn modelId="{25B3BA93-C883-6B4A-BA0D-3912B8163C46}" type="presOf" srcId="{12427905-8957-DF40-8D71-694FA98D2D35}" destId="{073D856D-9084-4D45-9278-5E32A2DF5E75}" srcOrd="0" destOrd="0" presId="urn:microsoft.com/office/officeart/2005/8/layout/process4"/>
    <dgm:cxn modelId="{D39CD29A-3698-F342-A60F-D186075039C4}" type="presOf" srcId="{FF53A3DC-4E5A-5141-9251-A8F4F828A20C}" destId="{8B36565A-9E05-EB4F-B24E-4DAE4EE423E0}" srcOrd="0" destOrd="0" presId="urn:microsoft.com/office/officeart/2005/8/layout/process4"/>
    <dgm:cxn modelId="{9BF4D2A2-7F44-5D4A-BE01-02C274E82AD5}" srcId="{FF53A3DC-4E5A-5141-9251-A8F4F828A20C}" destId="{E80716F1-BB1F-784C-96A3-029F54B57D41}" srcOrd="0" destOrd="0" parTransId="{579219CE-AC28-F54E-BDDF-8D4412BA8B8F}" sibTransId="{1595C023-D241-8648-81B2-B1E0B2350A45}"/>
    <dgm:cxn modelId="{889933A8-DBAA-064B-8582-2F4008B7873C}" srcId="{A918FD0F-9224-DC45-9FE0-3C3031A7AFB1}" destId="{29EB4BCB-13DB-834B-B832-B6D448117756}" srcOrd="3" destOrd="0" parTransId="{53D240D9-3AA0-B64A-AACD-F7D42473EF83}" sibTransId="{6B7EAF3A-2D0F-6248-A2BB-75E3452D6D5F}"/>
    <dgm:cxn modelId="{7CF478B3-CD6F-8247-BC72-1AF430CBE582}" type="presOf" srcId="{193B0BD1-D4AB-3B48-B2B7-51F329E527CE}" destId="{26407821-410C-1D46-9656-2BB857A38B1C}" srcOrd="0" destOrd="0" presId="urn:microsoft.com/office/officeart/2005/8/layout/process4"/>
    <dgm:cxn modelId="{EB7EDCC2-9C8D-6144-BE7B-AC3D6A864BAE}" srcId="{0C1C47E0-339C-AB45-BD8C-C5BE77AAB65F}" destId="{5E5558D9-6CEB-2341-BF97-DDC5272AEC55}" srcOrd="0" destOrd="0" parTransId="{02C190AF-04A5-4B4C-86A9-3648DB4EEAA5}" sibTransId="{5358FDEB-D4E5-954A-B7F4-99B4E821BE31}"/>
    <dgm:cxn modelId="{C45A47C7-60D5-BB4E-8B0F-A052C30F712C}" type="presOf" srcId="{5E5558D9-6CEB-2341-BF97-DDC5272AEC55}" destId="{9A02AE06-1B7B-3E4E-8426-5074ECD8ECEE}" srcOrd="0" destOrd="0" presId="urn:microsoft.com/office/officeart/2005/8/layout/process4"/>
    <dgm:cxn modelId="{AA07D1C9-485A-F441-ACC1-CC72857BD79E}" srcId="{D2D8B12B-0EF3-F84D-8562-A54E46457D3E}" destId="{A918FD0F-9224-DC45-9FE0-3C3031A7AFB1}" srcOrd="1" destOrd="0" parTransId="{D58A0590-9B5C-2D41-B851-BA9AF001A0D4}" sibTransId="{7639121A-E68F-7449-9783-FA444CBA7A69}"/>
    <dgm:cxn modelId="{CF4024CA-38B0-4D41-9FFF-EC4F20064509}" srcId="{A918FD0F-9224-DC45-9FE0-3C3031A7AFB1}" destId="{269B6FD8-D5A6-E74F-AD99-6E82A9F0791C}" srcOrd="0" destOrd="0" parTransId="{931DC048-AB6B-064B-8B05-DC0BDD1EC2D8}" sibTransId="{24F7304E-E51C-4649-9E6F-38E47ABD2DEE}"/>
    <dgm:cxn modelId="{E11334D0-C285-584B-8F7A-A464000C789E}" srcId="{A918FD0F-9224-DC45-9FE0-3C3031A7AFB1}" destId="{A4F2A4D6-F993-6444-A74D-680019DB03E5}" srcOrd="1" destOrd="0" parTransId="{A2FBAF41-9750-6D46-98F2-F54A779BF212}" sibTransId="{29B89926-4DE1-6E4C-887A-6E9F09552CBA}"/>
    <dgm:cxn modelId="{465F0EE6-52A8-8541-AFCF-5D5F41B2C394}" type="presOf" srcId="{6BFE0B68-4EF9-8F47-9F68-2BACC2C4D5AC}" destId="{0C20E705-2120-3D42-92BD-952DAE40D3E4}" srcOrd="0" destOrd="0" presId="urn:microsoft.com/office/officeart/2005/8/layout/process4"/>
    <dgm:cxn modelId="{358816EB-D5E9-004D-BD34-FA11B42DA1C8}" type="presOf" srcId="{37231ED6-489B-7649-81FC-FC881605C8C1}" destId="{27E7FB1E-E203-3D42-9292-454CAEC4A540}" srcOrd="0" destOrd="0" presId="urn:microsoft.com/office/officeart/2005/8/layout/process4"/>
    <dgm:cxn modelId="{16C606EC-2E67-CC4A-AC9E-E026680DAC96}" srcId="{FF53A3DC-4E5A-5141-9251-A8F4F828A20C}" destId="{6BFE0B68-4EF9-8F47-9F68-2BACC2C4D5AC}" srcOrd="3" destOrd="0" parTransId="{8C182300-3EC7-6542-93E4-C6AC7308042E}" sibTransId="{2129A272-D3C8-6049-9525-325CFD3582AF}"/>
    <dgm:cxn modelId="{7061A9F4-95A1-BB4B-A1E2-13460EE30696}" type="presOf" srcId="{C31FC55B-8556-114F-BC41-0B5C149D96CC}" destId="{42B4E42E-D644-D344-8841-BAE3DB3A62EF}" srcOrd="0" destOrd="0" presId="urn:microsoft.com/office/officeart/2005/8/layout/process4"/>
    <dgm:cxn modelId="{297801F7-832A-4749-B578-94B29AF587AE}" srcId="{D2D8B12B-0EF3-F84D-8562-A54E46457D3E}" destId="{D023B499-2141-314A-8FAB-596668A1C000}" srcOrd="2" destOrd="0" parTransId="{99924B0C-C484-BC4A-B0BE-C73C56ED23CC}" sibTransId="{A1882E21-C60F-5842-93E5-B40231A16E3C}"/>
    <dgm:cxn modelId="{523EF4FD-417D-364F-9986-5B9126A102D6}" type="presOf" srcId="{ACE908FE-F286-CE4A-99B7-1D541F8F00DF}" destId="{216765C7-973A-634B-A9D5-EA1CB1CE1E34}" srcOrd="0" destOrd="0" presId="urn:microsoft.com/office/officeart/2005/8/layout/process4"/>
    <dgm:cxn modelId="{A01CE6FE-E7D1-694B-8130-9B69C485EBDB}" type="presOf" srcId="{0C1C47E0-339C-AB45-BD8C-C5BE77AAB65F}" destId="{5F00A677-09D2-9044-A9B6-CF3BE5BBBCC6}" srcOrd="0" destOrd="0" presId="urn:microsoft.com/office/officeart/2005/8/layout/process4"/>
    <dgm:cxn modelId="{C5FD5919-8E62-2D42-94FB-9B28FED548AE}" type="presParOf" srcId="{2EAB054D-5D01-5648-9C89-026AF9014874}" destId="{F47DDCE9-77E4-D54F-A8FF-1FBFDDBD06C2}" srcOrd="0" destOrd="0" presId="urn:microsoft.com/office/officeart/2005/8/layout/process4"/>
    <dgm:cxn modelId="{6A4A96ED-76FC-5E41-8FFE-957603E4065D}" type="presParOf" srcId="{F47DDCE9-77E4-D54F-A8FF-1FBFDDBD06C2}" destId="{8B36565A-9E05-EB4F-B24E-4DAE4EE423E0}" srcOrd="0" destOrd="0" presId="urn:microsoft.com/office/officeart/2005/8/layout/process4"/>
    <dgm:cxn modelId="{49B48E3C-4600-5E47-8DFF-CE6CD4CC43C2}" type="presParOf" srcId="{F47DDCE9-77E4-D54F-A8FF-1FBFDDBD06C2}" destId="{387A88F9-4F6B-184C-A598-196EAC761D88}" srcOrd="1" destOrd="0" presId="urn:microsoft.com/office/officeart/2005/8/layout/process4"/>
    <dgm:cxn modelId="{C80A09E8-0D7F-C145-9C61-D0FF0F9CB30C}" type="presParOf" srcId="{F47DDCE9-77E4-D54F-A8FF-1FBFDDBD06C2}" destId="{E269DC4F-DF62-7F48-9A11-23A577027BDE}" srcOrd="2" destOrd="0" presId="urn:microsoft.com/office/officeart/2005/8/layout/process4"/>
    <dgm:cxn modelId="{75C90D07-F492-3745-8A0A-B96AE3548DB2}" type="presParOf" srcId="{E269DC4F-DF62-7F48-9A11-23A577027BDE}" destId="{17D2B63C-DAE9-FC46-851F-6FD42584350C}" srcOrd="0" destOrd="0" presId="urn:microsoft.com/office/officeart/2005/8/layout/process4"/>
    <dgm:cxn modelId="{B180D209-8621-F448-A742-991EB1268FCA}" type="presParOf" srcId="{E269DC4F-DF62-7F48-9A11-23A577027BDE}" destId="{42B4E42E-D644-D344-8841-BAE3DB3A62EF}" srcOrd="1" destOrd="0" presId="urn:microsoft.com/office/officeart/2005/8/layout/process4"/>
    <dgm:cxn modelId="{DDFE707A-7137-584D-8AF2-0A1563DC4419}" type="presParOf" srcId="{E269DC4F-DF62-7F48-9A11-23A577027BDE}" destId="{26407821-410C-1D46-9656-2BB857A38B1C}" srcOrd="2" destOrd="0" presId="urn:microsoft.com/office/officeart/2005/8/layout/process4"/>
    <dgm:cxn modelId="{3255F14F-3FBE-B548-92F2-69F9EA70C2F4}" type="presParOf" srcId="{E269DC4F-DF62-7F48-9A11-23A577027BDE}" destId="{0C20E705-2120-3D42-92BD-952DAE40D3E4}" srcOrd="3" destOrd="0" presId="urn:microsoft.com/office/officeart/2005/8/layout/process4"/>
    <dgm:cxn modelId="{052AB085-5F4B-E346-AB47-3164914E65C9}" type="presParOf" srcId="{E269DC4F-DF62-7F48-9A11-23A577027BDE}" destId="{27E7FB1E-E203-3D42-9292-454CAEC4A540}" srcOrd="4" destOrd="0" presId="urn:microsoft.com/office/officeart/2005/8/layout/process4"/>
    <dgm:cxn modelId="{ED09392E-81E5-A74C-AA0D-7B56C4C3872A}" type="presParOf" srcId="{2EAB054D-5D01-5648-9C89-026AF9014874}" destId="{0A49B9AB-5C0A-124B-A6CA-DC0CBC67289A}" srcOrd="1" destOrd="0" presId="urn:microsoft.com/office/officeart/2005/8/layout/process4"/>
    <dgm:cxn modelId="{04656B98-6769-1749-9E6F-E519710F3AE2}" type="presParOf" srcId="{2EAB054D-5D01-5648-9C89-026AF9014874}" destId="{E7542FC5-B123-8D48-A092-BF5FD112C998}" srcOrd="2" destOrd="0" presId="urn:microsoft.com/office/officeart/2005/8/layout/process4"/>
    <dgm:cxn modelId="{30CF48B9-58DD-4145-94F3-8F0543A35A11}" type="presParOf" srcId="{E7542FC5-B123-8D48-A092-BF5FD112C998}" destId="{47657718-C7C8-0C42-80D8-C7865A580E93}" srcOrd="0" destOrd="0" presId="urn:microsoft.com/office/officeart/2005/8/layout/process4"/>
    <dgm:cxn modelId="{E2790A51-5DA1-CD4C-B9F3-2952FEBC7B47}" type="presParOf" srcId="{E7542FC5-B123-8D48-A092-BF5FD112C998}" destId="{800F387B-DAF0-FB41-A8FC-ABC46681BBBF}" srcOrd="1" destOrd="0" presId="urn:microsoft.com/office/officeart/2005/8/layout/process4"/>
    <dgm:cxn modelId="{7030D402-B240-9747-88F8-83EE8C031A25}" type="presParOf" srcId="{E7542FC5-B123-8D48-A092-BF5FD112C998}" destId="{770A6C38-73FE-0043-B4A2-44C6B3E1C438}" srcOrd="2" destOrd="0" presId="urn:microsoft.com/office/officeart/2005/8/layout/process4"/>
    <dgm:cxn modelId="{16665C8E-15EF-3843-86B1-72A479BA5C03}" type="presParOf" srcId="{770A6C38-73FE-0043-B4A2-44C6B3E1C438}" destId="{FDCCD3C8-1701-CC4F-B817-F0680D0FD710}" srcOrd="0" destOrd="0" presId="urn:microsoft.com/office/officeart/2005/8/layout/process4"/>
    <dgm:cxn modelId="{54CE454B-025B-A743-8C4C-207FC7E36111}" type="presParOf" srcId="{770A6C38-73FE-0043-B4A2-44C6B3E1C438}" destId="{073D856D-9084-4D45-9278-5E32A2DF5E75}" srcOrd="1" destOrd="0" presId="urn:microsoft.com/office/officeart/2005/8/layout/process4"/>
    <dgm:cxn modelId="{DF3370AD-39B8-CE4D-961E-09EA46B5A2CA}" type="presParOf" srcId="{770A6C38-73FE-0043-B4A2-44C6B3E1C438}" destId="{34829F1C-620C-1B40-9DD3-40D44A3B664E}" srcOrd="2" destOrd="0" presId="urn:microsoft.com/office/officeart/2005/8/layout/process4"/>
    <dgm:cxn modelId="{ED8CD490-F2F0-5E46-BA8C-AA09C08546DA}" type="presParOf" srcId="{2EAB054D-5D01-5648-9C89-026AF9014874}" destId="{003A6DFB-F84C-DF4B-B457-CD87B869BC98}" srcOrd="3" destOrd="0" presId="urn:microsoft.com/office/officeart/2005/8/layout/process4"/>
    <dgm:cxn modelId="{3C1FFF92-9F3E-1047-A395-45F392CBD611}" type="presParOf" srcId="{2EAB054D-5D01-5648-9C89-026AF9014874}" destId="{5593B643-6BC5-5442-874B-3644317B8239}" srcOrd="4" destOrd="0" presId="urn:microsoft.com/office/officeart/2005/8/layout/process4"/>
    <dgm:cxn modelId="{9C83F48E-27DD-FE44-B905-5C424BE1242A}" type="presParOf" srcId="{5593B643-6BC5-5442-874B-3644317B8239}" destId="{2A843376-9991-5442-A469-53FF0F1238F1}" srcOrd="0" destOrd="0" presId="urn:microsoft.com/office/officeart/2005/8/layout/process4"/>
    <dgm:cxn modelId="{3EB8151B-3D98-FA48-BD89-514C8CD9569B}" type="presParOf" srcId="{5593B643-6BC5-5442-874B-3644317B8239}" destId="{7B5FC795-0FE3-DF42-BA98-803CEF1A1676}" srcOrd="1" destOrd="0" presId="urn:microsoft.com/office/officeart/2005/8/layout/process4"/>
    <dgm:cxn modelId="{F6C75A96-2C4F-AA47-9BEF-2B1FFDAB395F}" type="presParOf" srcId="{5593B643-6BC5-5442-874B-3644317B8239}" destId="{BAEAC94C-9246-684E-AEB1-8DECD004E335}" srcOrd="2" destOrd="0" presId="urn:microsoft.com/office/officeart/2005/8/layout/process4"/>
    <dgm:cxn modelId="{18BC8993-4D4C-244C-8621-F7707F2A9B49}" type="presParOf" srcId="{BAEAC94C-9246-684E-AEB1-8DECD004E335}" destId="{01CB39B6-9837-2A47-B3F2-B91805528F23}" srcOrd="0" destOrd="0" presId="urn:microsoft.com/office/officeart/2005/8/layout/process4"/>
    <dgm:cxn modelId="{F0C89E65-D5BF-2D4D-A111-DFB1C21BCF61}" type="presParOf" srcId="{BAEAC94C-9246-684E-AEB1-8DECD004E335}" destId="{9688C7BA-A62F-BF48-ABA7-9261A4E334D2}" srcOrd="1" destOrd="0" presId="urn:microsoft.com/office/officeart/2005/8/layout/process4"/>
    <dgm:cxn modelId="{664842A7-81FA-A24A-8227-EB98D1312D4F}" type="presParOf" srcId="{BAEAC94C-9246-684E-AEB1-8DECD004E335}" destId="{216765C7-973A-634B-A9D5-EA1CB1CE1E34}" srcOrd="2" destOrd="0" presId="urn:microsoft.com/office/officeart/2005/8/layout/process4"/>
    <dgm:cxn modelId="{BC41D817-835B-A643-AABF-0715401B1ED4}" type="presParOf" srcId="{BAEAC94C-9246-684E-AEB1-8DECD004E335}" destId="{D8FF996E-1F66-5241-8A29-EF97B419E3B0}" srcOrd="3" destOrd="0" presId="urn:microsoft.com/office/officeart/2005/8/layout/process4"/>
    <dgm:cxn modelId="{37F25F5C-633C-4E45-A935-6E3206C2FD4A}" type="presParOf" srcId="{2EAB054D-5D01-5648-9C89-026AF9014874}" destId="{698D2342-5A21-B546-9B6A-8E696201D2DE}" srcOrd="5" destOrd="0" presId="urn:microsoft.com/office/officeart/2005/8/layout/process4"/>
    <dgm:cxn modelId="{9714BBFC-76BE-6446-B76F-6999DC5741C6}" type="presParOf" srcId="{2EAB054D-5D01-5648-9C89-026AF9014874}" destId="{AD999808-02B3-2A4C-BBB7-75D1EC09A617}" srcOrd="6" destOrd="0" presId="urn:microsoft.com/office/officeart/2005/8/layout/process4"/>
    <dgm:cxn modelId="{6340BF6F-DDA4-674E-BEF6-D774B470256F}" type="presParOf" srcId="{AD999808-02B3-2A4C-BBB7-75D1EC09A617}" destId="{5F00A677-09D2-9044-A9B6-CF3BE5BBBCC6}" srcOrd="0" destOrd="0" presId="urn:microsoft.com/office/officeart/2005/8/layout/process4"/>
    <dgm:cxn modelId="{BFF9E0BE-8FC2-F246-A02A-AC4FDD48F05E}" type="presParOf" srcId="{AD999808-02B3-2A4C-BBB7-75D1EC09A617}" destId="{96C9DD6A-58C5-1B4B-8B0D-9323C1CEA60E}" srcOrd="1" destOrd="0" presId="urn:microsoft.com/office/officeart/2005/8/layout/process4"/>
    <dgm:cxn modelId="{FC577EE0-56AF-274D-9CD8-1D974B4D0E22}" type="presParOf" srcId="{AD999808-02B3-2A4C-BBB7-75D1EC09A617}" destId="{1346FCC1-1BD0-4645-9523-796EF55C980B}" srcOrd="2" destOrd="0" presId="urn:microsoft.com/office/officeart/2005/8/layout/process4"/>
    <dgm:cxn modelId="{FE8382A0-A90B-7B44-B1AB-5BD985A29CC2}" type="presParOf" srcId="{1346FCC1-1BD0-4645-9523-796EF55C980B}" destId="{9A02AE06-1B7B-3E4E-8426-5074ECD8ECEE}" srcOrd="0" destOrd="0" presId="urn:microsoft.com/office/officeart/2005/8/layout/process4"/>
    <dgm:cxn modelId="{D48C9BD6-50E3-0E48-8662-C8220EE17EA8}" type="presParOf" srcId="{1346FCC1-1BD0-4645-9523-796EF55C980B}" destId="{A838CD69-C6CF-DA42-B6A0-78048CDD9E65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7A9D1C-2644-D849-8513-6916F8039FC4}">
      <dsp:nvSpPr>
        <dsp:cNvPr id="0" name=""/>
        <dsp:cNvSpPr/>
      </dsp:nvSpPr>
      <dsp:spPr>
        <a:xfrm>
          <a:off x="2462787" y="3146218"/>
          <a:ext cx="305702" cy="20387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2851" y="0"/>
              </a:lnTo>
              <a:lnTo>
                <a:pt x="152851" y="2038796"/>
              </a:lnTo>
              <a:lnTo>
                <a:pt x="305702" y="20387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b="1" kern="1200"/>
        </a:p>
      </dsp:txBody>
      <dsp:txXfrm>
        <a:off x="2564099" y="4114077"/>
        <a:ext cx="103079" cy="103079"/>
      </dsp:txXfrm>
    </dsp:sp>
    <dsp:sp modelId="{5249D9B6-1BF9-A14E-8A85-279AD5AC6716}">
      <dsp:nvSpPr>
        <dsp:cNvPr id="0" name=""/>
        <dsp:cNvSpPr/>
      </dsp:nvSpPr>
      <dsp:spPr>
        <a:xfrm>
          <a:off x="2462787" y="3146218"/>
          <a:ext cx="305702" cy="14562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2851" y="0"/>
              </a:lnTo>
              <a:lnTo>
                <a:pt x="152851" y="1456283"/>
              </a:lnTo>
              <a:lnTo>
                <a:pt x="305702" y="145628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2578438" y="3837159"/>
        <a:ext cx="74401" cy="74401"/>
      </dsp:txXfrm>
    </dsp:sp>
    <dsp:sp modelId="{03264F7B-2833-4145-B4C5-E32B83F3EC7F}">
      <dsp:nvSpPr>
        <dsp:cNvPr id="0" name=""/>
        <dsp:cNvSpPr/>
      </dsp:nvSpPr>
      <dsp:spPr>
        <a:xfrm>
          <a:off x="2462787" y="3146218"/>
          <a:ext cx="305702" cy="8737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2851" y="0"/>
              </a:lnTo>
              <a:lnTo>
                <a:pt x="152851" y="873769"/>
              </a:lnTo>
              <a:lnTo>
                <a:pt x="305702" y="87376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2592496" y="3559960"/>
        <a:ext cx="46285" cy="46285"/>
      </dsp:txXfrm>
    </dsp:sp>
    <dsp:sp modelId="{D5C366A2-AA10-234B-BAEE-FA82688D110A}">
      <dsp:nvSpPr>
        <dsp:cNvPr id="0" name=""/>
        <dsp:cNvSpPr/>
      </dsp:nvSpPr>
      <dsp:spPr>
        <a:xfrm>
          <a:off x="4297005" y="3437475"/>
          <a:ext cx="305702" cy="8737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2851" y="0"/>
              </a:lnTo>
              <a:lnTo>
                <a:pt x="152851" y="873769"/>
              </a:lnTo>
              <a:lnTo>
                <a:pt x="305702" y="87376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4426714" y="3851217"/>
        <a:ext cx="46285" cy="46285"/>
      </dsp:txXfrm>
    </dsp:sp>
    <dsp:sp modelId="{87B6DD6F-E687-F641-B288-D3642DA910E2}">
      <dsp:nvSpPr>
        <dsp:cNvPr id="0" name=""/>
        <dsp:cNvSpPr/>
      </dsp:nvSpPr>
      <dsp:spPr>
        <a:xfrm>
          <a:off x="4297005" y="3437475"/>
          <a:ext cx="305702" cy="2912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2851" y="0"/>
              </a:lnTo>
              <a:lnTo>
                <a:pt x="152851" y="291256"/>
              </a:lnTo>
              <a:lnTo>
                <a:pt x="305702" y="2912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4439300" y="3572547"/>
        <a:ext cx="21111" cy="21111"/>
      </dsp:txXfrm>
    </dsp:sp>
    <dsp:sp modelId="{C04D8263-3E86-AF4F-AAFF-3C4E9CAB3C13}">
      <dsp:nvSpPr>
        <dsp:cNvPr id="0" name=""/>
        <dsp:cNvSpPr/>
      </dsp:nvSpPr>
      <dsp:spPr>
        <a:xfrm>
          <a:off x="4297005" y="3146218"/>
          <a:ext cx="305702" cy="291256"/>
        </a:xfrm>
        <a:custGeom>
          <a:avLst/>
          <a:gdLst/>
          <a:ahLst/>
          <a:cxnLst/>
          <a:rect l="0" t="0" r="0" b="0"/>
          <a:pathLst>
            <a:path>
              <a:moveTo>
                <a:pt x="0" y="291256"/>
              </a:moveTo>
              <a:lnTo>
                <a:pt x="152851" y="291256"/>
              </a:lnTo>
              <a:lnTo>
                <a:pt x="152851" y="0"/>
              </a:lnTo>
              <a:lnTo>
                <a:pt x="30570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4439300" y="3281290"/>
        <a:ext cx="21111" cy="21111"/>
      </dsp:txXfrm>
    </dsp:sp>
    <dsp:sp modelId="{4074A8C2-BA25-2F42-B531-F19EC948DD22}">
      <dsp:nvSpPr>
        <dsp:cNvPr id="0" name=""/>
        <dsp:cNvSpPr/>
      </dsp:nvSpPr>
      <dsp:spPr>
        <a:xfrm>
          <a:off x="4297005" y="2563705"/>
          <a:ext cx="305702" cy="873769"/>
        </a:xfrm>
        <a:custGeom>
          <a:avLst/>
          <a:gdLst/>
          <a:ahLst/>
          <a:cxnLst/>
          <a:rect l="0" t="0" r="0" b="0"/>
          <a:pathLst>
            <a:path>
              <a:moveTo>
                <a:pt x="0" y="873769"/>
              </a:moveTo>
              <a:lnTo>
                <a:pt x="152851" y="873769"/>
              </a:lnTo>
              <a:lnTo>
                <a:pt x="152851" y="0"/>
              </a:lnTo>
              <a:lnTo>
                <a:pt x="30570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4426714" y="2977447"/>
        <a:ext cx="46285" cy="46285"/>
      </dsp:txXfrm>
    </dsp:sp>
    <dsp:sp modelId="{1867E670-EC1C-2E43-90B1-1D958449765C}">
      <dsp:nvSpPr>
        <dsp:cNvPr id="0" name=""/>
        <dsp:cNvSpPr/>
      </dsp:nvSpPr>
      <dsp:spPr>
        <a:xfrm>
          <a:off x="2462787" y="3146218"/>
          <a:ext cx="305702" cy="2912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2851" y="0"/>
              </a:lnTo>
              <a:lnTo>
                <a:pt x="152851" y="291256"/>
              </a:lnTo>
              <a:lnTo>
                <a:pt x="305702" y="29125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2605082" y="3281290"/>
        <a:ext cx="21111" cy="21111"/>
      </dsp:txXfrm>
    </dsp:sp>
    <dsp:sp modelId="{9E7AB360-AAFC-A945-9DE7-AB871515D61F}">
      <dsp:nvSpPr>
        <dsp:cNvPr id="0" name=""/>
        <dsp:cNvSpPr/>
      </dsp:nvSpPr>
      <dsp:spPr>
        <a:xfrm>
          <a:off x="4297005" y="1107421"/>
          <a:ext cx="305702" cy="8737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2851" y="0"/>
              </a:lnTo>
              <a:lnTo>
                <a:pt x="152851" y="873769"/>
              </a:lnTo>
              <a:lnTo>
                <a:pt x="305702" y="87376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4426714" y="1521164"/>
        <a:ext cx="46285" cy="46285"/>
      </dsp:txXfrm>
    </dsp:sp>
    <dsp:sp modelId="{1BA4A33C-202A-0645-ACC9-8FB1113986AB}">
      <dsp:nvSpPr>
        <dsp:cNvPr id="0" name=""/>
        <dsp:cNvSpPr/>
      </dsp:nvSpPr>
      <dsp:spPr>
        <a:xfrm>
          <a:off x="4297005" y="1107421"/>
          <a:ext cx="305702" cy="2912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2851" y="0"/>
              </a:lnTo>
              <a:lnTo>
                <a:pt x="152851" y="291256"/>
              </a:lnTo>
              <a:lnTo>
                <a:pt x="305702" y="29125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4439300" y="1242494"/>
        <a:ext cx="21111" cy="21111"/>
      </dsp:txXfrm>
    </dsp:sp>
    <dsp:sp modelId="{191D5974-5D1B-1241-8EE3-B87C87CBD220}">
      <dsp:nvSpPr>
        <dsp:cNvPr id="0" name=""/>
        <dsp:cNvSpPr/>
      </dsp:nvSpPr>
      <dsp:spPr>
        <a:xfrm>
          <a:off x="4297005" y="816165"/>
          <a:ext cx="305702" cy="291256"/>
        </a:xfrm>
        <a:custGeom>
          <a:avLst/>
          <a:gdLst/>
          <a:ahLst/>
          <a:cxnLst/>
          <a:rect l="0" t="0" r="0" b="0"/>
          <a:pathLst>
            <a:path>
              <a:moveTo>
                <a:pt x="0" y="291256"/>
              </a:moveTo>
              <a:lnTo>
                <a:pt x="152851" y="291256"/>
              </a:lnTo>
              <a:lnTo>
                <a:pt x="152851" y="0"/>
              </a:lnTo>
              <a:lnTo>
                <a:pt x="30570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4439300" y="951237"/>
        <a:ext cx="21111" cy="21111"/>
      </dsp:txXfrm>
    </dsp:sp>
    <dsp:sp modelId="{4C4114E2-A820-3347-97F9-7ADBA9FBF6B2}">
      <dsp:nvSpPr>
        <dsp:cNvPr id="0" name=""/>
        <dsp:cNvSpPr/>
      </dsp:nvSpPr>
      <dsp:spPr>
        <a:xfrm>
          <a:off x="4297005" y="233651"/>
          <a:ext cx="305702" cy="873769"/>
        </a:xfrm>
        <a:custGeom>
          <a:avLst/>
          <a:gdLst/>
          <a:ahLst/>
          <a:cxnLst/>
          <a:rect l="0" t="0" r="0" b="0"/>
          <a:pathLst>
            <a:path>
              <a:moveTo>
                <a:pt x="0" y="873769"/>
              </a:moveTo>
              <a:lnTo>
                <a:pt x="152851" y="873769"/>
              </a:lnTo>
              <a:lnTo>
                <a:pt x="152851" y="0"/>
              </a:lnTo>
              <a:lnTo>
                <a:pt x="305702" y="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b="1" kern="1200"/>
        </a:p>
      </dsp:txBody>
      <dsp:txXfrm>
        <a:off x="4426714" y="647394"/>
        <a:ext cx="46285" cy="46285"/>
      </dsp:txXfrm>
    </dsp:sp>
    <dsp:sp modelId="{068E1109-8C83-9740-9D95-0ED0AB272E19}">
      <dsp:nvSpPr>
        <dsp:cNvPr id="0" name=""/>
        <dsp:cNvSpPr/>
      </dsp:nvSpPr>
      <dsp:spPr>
        <a:xfrm>
          <a:off x="2462787" y="1107421"/>
          <a:ext cx="305702" cy="2038796"/>
        </a:xfrm>
        <a:custGeom>
          <a:avLst/>
          <a:gdLst/>
          <a:ahLst/>
          <a:cxnLst/>
          <a:rect l="0" t="0" r="0" b="0"/>
          <a:pathLst>
            <a:path>
              <a:moveTo>
                <a:pt x="0" y="2038796"/>
              </a:moveTo>
              <a:lnTo>
                <a:pt x="152851" y="2038796"/>
              </a:lnTo>
              <a:lnTo>
                <a:pt x="152851" y="0"/>
              </a:lnTo>
              <a:lnTo>
                <a:pt x="305702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b="1" kern="1200"/>
        </a:p>
      </dsp:txBody>
      <dsp:txXfrm>
        <a:off x="2564099" y="2075280"/>
        <a:ext cx="103079" cy="103079"/>
      </dsp:txXfrm>
    </dsp:sp>
    <dsp:sp modelId="{155750A0-ECFA-6B40-96E2-78F59F99C73B}">
      <dsp:nvSpPr>
        <dsp:cNvPr id="0" name=""/>
        <dsp:cNvSpPr/>
      </dsp:nvSpPr>
      <dsp:spPr>
        <a:xfrm rot="16200000">
          <a:off x="1003438" y="2913213"/>
          <a:ext cx="2452687" cy="4660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b="1" kern="1200" dirty="0"/>
            <a:t>芯片制造</a:t>
          </a:r>
        </a:p>
      </dsp:txBody>
      <dsp:txXfrm>
        <a:off x="1003438" y="2913213"/>
        <a:ext cx="2452687" cy="466010"/>
      </dsp:txXfrm>
    </dsp:sp>
    <dsp:sp modelId="{BCFC3E40-8F2C-9A48-8D54-BE20675CE916}">
      <dsp:nvSpPr>
        <dsp:cNvPr id="0" name=""/>
        <dsp:cNvSpPr/>
      </dsp:nvSpPr>
      <dsp:spPr>
        <a:xfrm>
          <a:off x="2768490" y="874416"/>
          <a:ext cx="1528514" cy="466010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设计</a:t>
          </a:r>
        </a:p>
      </dsp:txBody>
      <dsp:txXfrm>
        <a:off x="2768490" y="874416"/>
        <a:ext cx="1528514" cy="466010"/>
      </dsp:txXfrm>
    </dsp:sp>
    <dsp:sp modelId="{1DDED58B-A2BA-2845-887F-B9ACFF2DF509}">
      <dsp:nvSpPr>
        <dsp:cNvPr id="0" name=""/>
        <dsp:cNvSpPr/>
      </dsp:nvSpPr>
      <dsp:spPr>
        <a:xfrm>
          <a:off x="4602708" y="646"/>
          <a:ext cx="1528514" cy="466010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300" b="1" kern="1200" dirty="0"/>
            <a:t>IP</a:t>
          </a:r>
          <a:endParaRPr lang="zh-CN" altLang="en-US" sz="2300" b="1" kern="1200" dirty="0"/>
        </a:p>
      </dsp:txBody>
      <dsp:txXfrm>
        <a:off x="4602708" y="646"/>
        <a:ext cx="1528514" cy="466010"/>
      </dsp:txXfrm>
    </dsp:sp>
    <dsp:sp modelId="{D6AEE3CB-C3DB-9D4D-866F-CD8092482B50}">
      <dsp:nvSpPr>
        <dsp:cNvPr id="0" name=""/>
        <dsp:cNvSpPr/>
      </dsp:nvSpPr>
      <dsp:spPr>
        <a:xfrm>
          <a:off x="4602708" y="583159"/>
          <a:ext cx="1528514" cy="466010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工具</a:t>
          </a:r>
        </a:p>
      </dsp:txBody>
      <dsp:txXfrm>
        <a:off x="4602708" y="583159"/>
        <a:ext cx="1528514" cy="466010"/>
      </dsp:txXfrm>
    </dsp:sp>
    <dsp:sp modelId="{380E4F71-61A0-FC47-BA68-DC19CFA208E4}">
      <dsp:nvSpPr>
        <dsp:cNvPr id="0" name=""/>
        <dsp:cNvSpPr/>
      </dsp:nvSpPr>
      <dsp:spPr>
        <a:xfrm>
          <a:off x="4602708" y="1165673"/>
          <a:ext cx="1528514" cy="466010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标准单元</a:t>
          </a:r>
        </a:p>
      </dsp:txBody>
      <dsp:txXfrm>
        <a:off x="4602708" y="1165673"/>
        <a:ext cx="1528514" cy="466010"/>
      </dsp:txXfrm>
    </dsp:sp>
    <dsp:sp modelId="{8D9A731E-4A07-3F48-A7B4-4BC24DBEA85C}">
      <dsp:nvSpPr>
        <dsp:cNvPr id="0" name=""/>
        <dsp:cNvSpPr/>
      </dsp:nvSpPr>
      <dsp:spPr>
        <a:xfrm>
          <a:off x="4602708" y="1748186"/>
          <a:ext cx="1528514" cy="466010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模型</a:t>
          </a:r>
        </a:p>
      </dsp:txBody>
      <dsp:txXfrm>
        <a:off x="4602708" y="1748186"/>
        <a:ext cx="1528514" cy="466010"/>
      </dsp:txXfrm>
    </dsp:sp>
    <dsp:sp modelId="{ABA0624C-129A-CF4F-A833-2A41DAC27EC1}">
      <dsp:nvSpPr>
        <dsp:cNvPr id="0" name=""/>
        <dsp:cNvSpPr/>
      </dsp:nvSpPr>
      <dsp:spPr>
        <a:xfrm>
          <a:off x="2768490" y="3204469"/>
          <a:ext cx="1528514" cy="466010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制造</a:t>
          </a:r>
        </a:p>
      </dsp:txBody>
      <dsp:txXfrm>
        <a:off x="2768490" y="3204469"/>
        <a:ext cx="1528514" cy="466010"/>
      </dsp:txXfrm>
    </dsp:sp>
    <dsp:sp modelId="{AF9337A2-D142-9A4E-81C0-76A3E94B6620}">
      <dsp:nvSpPr>
        <dsp:cNvPr id="0" name=""/>
        <dsp:cNvSpPr/>
      </dsp:nvSpPr>
      <dsp:spPr>
        <a:xfrm>
          <a:off x="4602708" y="2330699"/>
          <a:ext cx="1528514" cy="466010"/>
        </a:xfrm>
        <a:prstGeom prst="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掩模</a:t>
          </a:r>
        </a:p>
      </dsp:txBody>
      <dsp:txXfrm>
        <a:off x="4602708" y="2330699"/>
        <a:ext cx="1528514" cy="466010"/>
      </dsp:txXfrm>
    </dsp:sp>
    <dsp:sp modelId="{BE3F340A-8C55-284E-BDE4-87F02E576997}">
      <dsp:nvSpPr>
        <dsp:cNvPr id="0" name=""/>
        <dsp:cNvSpPr/>
      </dsp:nvSpPr>
      <dsp:spPr>
        <a:xfrm>
          <a:off x="4602708" y="2913213"/>
          <a:ext cx="1528514" cy="466010"/>
        </a:xfrm>
        <a:prstGeom prst="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晶圆制造</a:t>
          </a:r>
        </a:p>
      </dsp:txBody>
      <dsp:txXfrm>
        <a:off x="4602708" y="2913213"/>
        <a:ext cx="1528514" cy="466010"/>
      </dsp:txXfrm>
    </dsp:sp>
    <dsp:sp modelId="{403889CE-F6B4-8C47-8287-856DC1CDEA05}">
      <dsp:nvSpPr>
        <dsp:cNvPr id="0" name=""/>
        <dsp:cNvSpPr/>
      </dsp:nvSpPr>
      <dsp:spPr>
        <a:xfrm>
          <a:off x="4602708" y="3495726"/>
          <a:ext cx="1528514" cy="466010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晶圆针测</a:t>
          </a:r>
        </a:p>
      </dsp:txBody>
      <dsp:txXfrm>
        <a:off x="4602708" y="3495726"/>
        <a:ext cx="1528514" cy="466010"/>
      </dsp:txXfrm>
    </dsp:sp>
    <dsp:sp modelId="{2FEA8691-D999-A842-9C07-42E703B1972E}">
      <dsp:nvSpPr>
        <dsp:cNvPr id="0" name=""/>
        <dsp:cNvSpPr/>
      </dsp:nvSpPr>
      <dsp:spPr>
        <a:xfrm>
          <a:off x="4602708" y="4078239"/>
          <a:ext cx="1528514" cy="466010"/>
        </a:xfrm>
        <a:prstGeom prst="rect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切片和封装</a:t>
          </a:r>
        </a:p>
      </dsp:txBody>
      <dsp:txXfrm>
        <a:off x="4602708" y="4078239"/>
        <a:ext cx="1528514" cy="466010"/>
      </dsp:txXfrm>
    </dsp:sp>
    <dsp:sp modelId="{5F62721E-3ED2-6641-905B-F81C79AD7A99}">
      <dsp:nvSpPr>
        <dsp:cNvPr id="0" name=""/>
        <dsp:cNvSpPr/>
      </dsp:nvSpPr>
      <dsp:spPr>
        <a:xfrm>
          <a:off x="2768490" y="3786983"/>
          <a:ext cx="1528514" cy="466010"/>
        </a:xfrm>
        <a:prstGeom prst="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封装</a:t>
          </a:r>
        </a:p>
      </dsp:txBody>
      <dsp:txXfrm>
        <a:off x="2768490" y="3786983"/>
        <a:ext cx="1528514" cy="466010"/>
      </dsp:txXfrm>
    </dsp:sp>
    <dsp:sp modelId="{262A0839-2BD2-8F46-BCFA-B493E3E12C6D}">
      <dsp:nvSpPr>
        <dsp:cNvPr id="0" name=""/>
        <dsp:cNvSpPr/>
      </dsp:nvSpPr>
      <dsp:spPr>
        <a:xfrm>
          <a:off x="2768490" y="4369496"/>
          <a:ext cx="1528514" cy="466010"/>
        </a:xfrm>
        <a:prstGeom prst="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测试</a:t>
          </a:r>
        </a:p>
      </dsp:txBody>
      <dsp:txXfrm>
        <a:off x="2768490" y="4369496"/>
        <a:ext cx="1528514" cy="466010"/>
      </dsp:txXfrm>
    </dsp:sp>
    <dsp:sp modelId="{1E00CEB5-98AB-8F47-ABF4-DA0F5081734B}">
      <dsp:nvSpPr>
        <dsp:cNvPr id="0" name=""/>
        <dsp:cNvSpPr/>
      </dsp:nvSpPr>
      <dsp:spPr>
        <a:xfrm>
          <a:off x="2768490" y="4952009"/>
          <a:ext cx="1528514" cy="466010"/>
        </a:xfrm>
        <a:prstGeom prst="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300" b="1" kern="1200" dirty="0"/>
            <a:t>使用和监控</a:t>
          </a:r>
        </a:p>
      </dsp:txBody>
      <dsp:txXfrm>
        <a:off x="2768490" y="4952009"/>
        <a:ext cx="1528514" cy="4660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7A88F9-4F6B-184C-A598-196EAC761D88}">
      <dsp:nvSpPr>
        <dsp:cNvPr id="0" name=""/>
        <dsp:cNvSpPr/>
      </dsp:nvSpPr>
      <dsp:spPr>
        <a:xfrm>
          <a:off x="0" y="4444481"/>
          <a:ext cx="8128000" cy="97234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感知层</a:t>
          </a:r>
        </a:p>
      </dsp:txBody>
      <dsp:txXfrm>
        <a:off x="0" y="4444481"/>
        <a:ext cx="8128000" cy="525065"/>
      </dsp:txXfrm>
    </dsp:sp>
    <dsp:sp modelId="{17D2B63C-DAE9-FC46-851F-6FD42584350C}">
      <dsp:nvSpPr>
        <dsp:cNvPr id="0" name=""/>
        <dsp:cNvSpPr/>
      </dsp:nvSpPr>
      <dsp:spPr>
        <a:xfrm>
          <a:off x="992" y="4950099"/>
          <a:ext cx="1625203" cy="44727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传感器</a:t>
          </a:r>
        </a:p>
      </dsp:txBody>
      <dsp:txXfrm>
        <a:off x="992" y="4950099"/>
        <a:ext cx="1625203" cy="447278"/>
      </dsp:txXfrm>
    </dsp:sp>
    <dsp:sp modelId="{42B4E42E-D644-D344-8841-BAE3DB3A62EF}">
      <dsp:nvSpPr>
        <dsp:cNvPr id="0" name=""/>
        <dsp:cNvSpPr/>
      </dsp:nvSpPr>
      <dsp:spPr>
        <a:xfrm>
          <a:off x="1626195" y="4950099"/>
          <a:ext cx="1625203" cy="447278"/>
        </a:xfrm>
        <a:prstGeom prst="rect">
          <a:avLst/>
        </a:prstGeom>
        <a:solidFill>
          <a:schemeClr val="accent4">
            <a:tint val="40000"/>
            <a:alpha val="90000"/>
            <a:hueOff val="835533"/>
            <a:satOff val="-3942"/>
            <a:lumOff val="-142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835533"/>
              <a:satOff val="-3942"/>
              <a:lumOff val="-1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执行器</a:t>
          </a:r>
        </a:p>
      </dsp:txBody>
      <dsp:txXfrm>
        <a:off x="1626195" y="4950099"/>
        <a:ext cx="1625203" cy="447278"/>
      </dsp:txXfrm>
    </dsp:sp>
    <dsp:sp modelId="{26407821-410C-1D46-9656-2BB857A38B1C}">
      <dsp:nvSpPr>
        <dsp:cNvPr id="0" name=""/>
        <dsp:cNvSpPr/>
      </dsp:nvSpPr>
      <dsp:spPr>
        <a:xfrm>
          <a:off x="3251398" y="4950099"/>
          <a:ext cx="1625203" cy="447278"/>
        </a:xfrm>
        <a:prstGeom prst="rect">
          <a:avLst/>
        </a:prstGeom>
        <a:solidFill>
          <a:schemeClr val="accent4">
            <a:tint val="40000"/>
            <a:alpha val="90000"/>
            <a:hueOff val="1671065"/>
            <a:satOff val="-7884"/>
            <a:lumOff val="-285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671065"/>
              <a:satOff val="-7884"/>
              <a:lumOff val="-2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RFID</a:t>
          </a:r>
          <a:endParaRPr lang="zh-CN" altLang="en-US" sz="2400" kern="1200" dirty="0"/>
        </a:p>
      </dsp:txBody>
      <dsp:txXfrm>
        <a:off x="3251398" y="4950099"/>
        <a:ext cx="1625203" cy="447278"/>
      </dsp:txXfrm>
    </dsp:sp>
    <dsp:sp modelId="{0C20E705-2120-3D42-92BD-952DAE40D3E4}">
      <dsp:nvSpPr>
        <dsp:cNvPr id="0" name=""/>
        <dsp:cNvSpPr/>
      </dsp:nvSpPr>
      <dsp:spPr>
        <a:xfrm>
          <a:off x="4876601" y="4950099"/>
          <a:ext cx="1625203" cy="447278"/>
        </a:xfrm>
        <a:prstGeom prst="rect">
          <a:avLst/>
        </a:prstGeom>
        <a:solidFill>
          <a:schemeClr val="accent4">
            <a:tint val="40000"/>
            <a:alpha val="90000"/>
            <a:hueOff val="2506598"/>
            <a:satOff val="-11826"/>
            <a:lumOff val="-427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2506598"/>
              <a:satOff val="-11826"/>
              <a:lumOff val="-42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GPS</a:t>
          </a:r>
          <a:endParaRPr lang="zh-CN" altLang="en-US" sz="2400" kern="1200" dirty="0"/>
        </a:p>
      </dsp:txBody>
      <dsp:txXfrm>
        <a:off x="4876601" y="4950099"/>
        <a:ext cx="1625203" cy="447278"/>
      </dsp:txXfrm>
    </dsp:sp>
    <dsp:sp modelId="{27E7FB1E-E203-3D42-9292-454CAEC4A540}">
      <dsp:nvSpPr>
        <dsp:cNvPr id="0" name=""/>
        <dsp:cNvSpPr/>
      </dsp:nvSpPr>
      <dsp:spPr>
        <a:xfrm>
          <a:off x="6501804" y="4950099"/>
          <a:ext cx="1625203" cy="447278"/>
        </a:xfrm>
        <a:prstGeom prst="rect">
          <a:avLst/>
        </a:prstGeom>
        <a:solidFill>
          <a:schemeClr val="accent4">
            <a:tint val="40000"/>
            <a:alpha val="90000"/>
            <a:hueOff val="3342131"/>
            <a:satOff val="-15768"/>
            <a:lumOff val="-57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3342131"/>
              <a:satOff val="-15768"/>
              <a:lumOff val="-5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...</a:t>
          </a:r>
          <a:endParaRPr lang="zh-CN" altLang="en-US" sz="2400" kern="1200" dirty="0"/>
        </a:p>
      </dsp:txBody>
      <dsp:txXfrm>
        <a:off x="6501804" y="4950099"/>
        <a:ext cx="1625203" cy="447278"/>
      </dsp:txXfrm>
    </dsp:sp>
    <dsp:sp modelId="{800F387B-DAF0-FB41-A8FC-ABC46681BBBF}">
      <dsp:nvSpPr>
        <dsp:cNvPr id="0" name=""/>
        <dsp:cNvSpPr/>
      </dsp:nvSpPr>
      <dsp:spPr>
        <a:xfrm rot="10800000">
          <a:off x="0" y="2963601"/>
          <a:ext cx="8128000" cy="1495464"/>
        </a:xfrm>
        <a:prstGeom prst="upArrowCallout">
          <a:avLst/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网络层</a:t>
          </a:r>
        </a:p>
      </dsp:txBody>
      <dsp:txXfrm rot="-10800000">
        <a:off x="0" y="2963601"/>
        <a:ext cx="8128000" cy="524908"/>
      </dsp:txXfrm>
    </dsp:sp>
    <dsp:sp modelId="{FDCCD3C8-1701-CC4F-B817-F0680D0FD710}">
      <dsp:nvSpPr>
        <dsp:cNvPr id="0" name=""/>
        <dsp:cNvSpPr/>
      </dsp:nvSpPr>
      <dsp:spPr>
        <a:xfrm>
          <a:off x="3968" y="3488509"/>
          <a:ext cx="2706687" cy="447143"/>
        </a:xfrm>
        <a:prstGeom prst="rect">
          <a:avLst/>
        </a:prstGeom>
        <a:solidFill>
          <a:schemeClr val="accent4">
            <a:tint val="40000"/>
            <a:alpha val="90000"/>
            <a:hueOff val="4177664"/>
            <a:satOff val="-19710"/>
            <a:lumOff val="-712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4177664"/>
              <a:satOff val="-19710"/>
              <a:lumOff val="-7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互联网</a:t>
          </a:r>
        </a:p>
      </dsp:txBody>
      <dsp:txXfrm>
        <a:off x="3968" y="3488509"/>
        <a:ext cx="2706687" cy="447143"/>
      </dsp:txXfrm>
    </dsp:sp>
    <dsp:sp modelId="{073D856D-9084-4D45-9278-5E32A2DF5E75}">
      <dsp:nvSpPr>
        <dsp:cNvPr id="0" name=""/>
        <dsp:cNvSpPr/>
      </dsp:nvSpPr>
      <dsp:spPr>
        <a:xfrm>
          <a:off x="2710656" y="3488509"/>
          <a:ext cx="2706687" cy="447143"/>
        </a:xfrm>
        <a:prstGeom prst="rect">
          <a:avLst/>
        </a:prstGeom>
        <a:solidFill>
          <a:schemeClr val="accent4">
            <a:tint val="40000"/>
            <a:alpha val="90000"/>
            <a:hueOff val="5013197"/>
            <a:satOff val="-23652"/>
            <a:lumOff val="-854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5013197"/>
              <a:satOff val="-23652"/>
              <a:lumOff val="-8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专用网络</a:t>
          </a:r>
        </a:p>
      </dsp:txBody>
      <dsp:txXfrm>
        <a:off x="2710656" y="3488509"/>
        <a:ext cx="2706687" cy="447143"/>
      </dsp:txXfrm>
    </dsp:sp>
    <dsp:sp modelId="{34829F1C-620C-1B40-9DD3-40D44A3B664E}">
      <dsp:nvSpPr>
        <dsp:cNvPr id="0" name=""/>
        <dsp:cNvSpPr/>
      </dsp:nvSpPr>
      <dsp:spPr>
        <a:xfrm>
          <a:off x="5417343" y="3488509"/>
          <a:ext cx="2706687" cy="447143"/>
        </a:xfrm>
        <a:prstGeom prst="rect">
          <a:avLst/>
        </a:prstGeom>
        <a:solidFill>
          <a:schemeClr val="accent4">
            <a:tint val="40000"/>
            <a:alpha val="90000"/>
            <a:hueOff val="5848729"/>
            <a:satOff val="-27593"/>
            <a:lumOff val="-997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5848729"/>
              <a:satOff val="-27593"/>
              <a:lumOff val="-99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物联网</a:t>
          </a:r>
        </a:p>
      </dsp:txBody>
      <dsp:txXfrm>
        <a:off x="5417343" y="3488509"/>
        <a:ext cx="2706687" cy="447143"/>
      </dsp:txXfrm>
    </dsp:sp>
    <dsp:sp modelId="{7B5FC795-0FE3-DF42-BA98-803CEF1A1676}">
      <dsp:nvSpPr>
        <dsp:cNvPr id="0" name=""/>
        <dsp:cNvSpPr/>
      </dsp:nvSpPr>
      <dsp:spPr>
        <a:xfrm rot="10800000">
          <a:off x="0" y="1482721"/>
          <a:ext cx="8128000" cy="1495464"/>
        </a:xfrm>
        <a:prstGeom prst="upArrowCallout">
          <a:avLst/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应用中间件</a:t>
          </a:r>
        </a:p>
      </dsp:txBody>
      <dsp:txXfrm rot="-10800000">
        <a:off x="0" y="1482721"/>
        <a:ext cx="8128000" cy="524908"/>
      </dsp:txXfrm>
    </dsp:sp>
    <dsp:sp modelId="{01CB39B6-9837-2A47-B3F2-B91805528F23}">
      <dsp:nvSpPr>
        <dsp:cNvPr id="0" name=""/>
        <dsp:cNvSpPr/>
      </dsp:nvSpPr>
      <dsp:spPr>
        <a:xfrm>
          <a:off x="0" y="2007629"/>
          <a:ext cx="2032000" cy="447143"/>
        </a:xfrm>
        <a:prstGeom prst="rect">
          <a:avLst/>
        </a:prstGeom>
        <a:solidFill>
          <a:schemeClr val="accent4">
            <a:tint val="40000"/>
            <a:alpha val="90000"/>
            <a:hueOff val="6684262"/>
            <a:satOff val="-31535"/>
            <a:lumOff val="-1139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6684262"/>
              <a:satOff val="-31535"/>
              <a:lumOff val="-11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信息处理</a:t>
          </a:r>
        </a:p>
      </dsp:txBody>
      <dsp:txXfrm>
        <a:off x="0" y="2007629"/>
        <a:ext cx="2032000" cy="447143"/>
      </dsp:txXfrm>
    </dsp:sp>
    <dsp:sp modelId="{9688C7BA-A62F-BF48-ABA7-9261A4E334D2}">
      <dsp:nvSpPr>
        <dsp:cNvPr id="0" name=""/>
        <dsp:cNvSpPr/>
      </dsp:nvSpPr>
      <dsp:spPr>
        <a:xfrm>
          <a:off x="2032000" y="2007629"/>
          <a:ext cx="2032000" cy="447143"/>
        </a:xfrm>
        <a:prstGeom prst="rect">
          <a:avLst/>
        </a:prstGeom>
        <a:solidFill>
          <a:schemeClr val="accent4">
            <a:tint val="40000"/>
            <a:alpha val="90000"/>
            <a:hueOff val="7519795"/>
            <a:satOff val="-35477"/>
            <a:lumOff val="-1281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7519795"/>
              <a:satOff val="-35477"/>
              <a:lumOff val="-12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云计算</a:t>
          </a:r>
        </a:p>
      </dsp:txBody>
      <dsp:txXfrm>
        <a:off x="2032000" y="2007629"/>
        <a:ext cx="2032000" cy="447143"/>
      </dsp:txXfrm>
    </dsp:sp>
    <dsp:sp modelId="{216765C7-973A-634B-A9D5-EA1CB1CE1E34}">
      <dsp:nvSpPr>
        <dsp:cNvPr id="0" name=""/>
        <dsp:cNvSpPr/>
      </dsp:nvSpPr>
      <dsp:spPr>
        <a:xfrm>
          <a:off x="4064000" y="2007629"/>
          <a:ext cx="2032000" cy="447143"/>
        </a:xfrm>
        <a:prstGeom prst="rect">
          <a:avLst/>
        </a:prstGeom>
        <a:solidFill>
          <a:schemeClr val="accent4">
            <a:tint val="40000"/>
            <a:alpha val="90000"/>
            <a:hueOff val="8355328"/>
            <a:satOff val="-39419"/>
            <a:lumOff val="-1424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8355328"/>
              <a:satOff val="-39419"/>
              <a:lumOff val="-14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解析服务</a:t>
          </a:r>
        </a:p>
      </dsp:txBody>
      <dsp:txXfrm>
        <a:off x="4064000" y="2007629"/>
        <a:ext cx="2032000" cy="447143"/>
      </dsp:txXfrm>
    </dsp:sp>
    <dsp:sp modelId="{D8FF996E-1F66-5241-8A29-EF97B419E3B0}">
      <dsp:nvSpPr>
        <dsp:cNvPr id="0" name=""/>
        <dsp:cNvSpPr/>
      </dsp:nvSpPr>
      <dsp:spPr>
        <a:xfrm>
          <a:off x="6095999" y="2007629"/>
          <a:ext cx="2032000" cy="447143"/>
        </a:xfrm>
        <a:prstGeom prst="rect">
          <a:avLst/>
        </a:prstGeom>
        <a:solidFill>
          <a:schemeClr val="accent4">
            <a:tint val="40000"/>
            <a:alpha val="90000"/>
            <a:hueOff val="9190860"/>
            <a:satOff val="-43361"/>
            <a:lumOff val="-1566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9190860"/>
              <a:satOff val="-43361"/>
              <a:lumOff val="-15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网络管理</a:t>
          </a:r>
        </a:p>
      </dsp:txBody>
      <dsp:txXfrm>
        <a:off x="6095999" y="2007629"/>
        <a:ext cx="2032000" cy="447143"/>
      </dsp:txXfrm>
    </dsp:sp>
    <dsp:sp modelId="{96C9DD6A-58C5-1B4B-8B0D-9323C1CEA60E}">
      <dsp:nvSpPr>
        <dsp:cNvPr id="0" name=""/>
        <dsp:cNvSpPr/>
      </dsp:nvSpPr>
      <dsp:spPr>
        <a:xfrm rot="10800000">
          <a:off x="0" y="1842"/>
          <a:ext cx="8128000" cy="1495464"/>
        </a:xfrm>
        <a:prstGeom prst="upArrowCallout">
          <a:avLst/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700" kern="1200" dirty="0"/>
            <a:t>应用层</a:t>
          </a:r>
        </a:p>
      </dsp:txBody>
      <dsp:txXfrm rot="-10800000">
        <a:off x="0" y="1842"/>
        <a:ext cx="8128000" cy="524908"/>
      </dsp:txXfrm>
    </dsp:sp>
    <dsp:sp modelId="{9A02AE06-1B7B-3E4E-8426-5074ECD8ECEE}">
      <dsp:nvSpPr>
        <dsp:cNvPr id="0" name=""/>
        <dsp:cNvSpPr/>
      </dsp:nvSpPr>
      <dsp:spPr>
        <a:xfrm>
          <a:off x="0" y="526750"/>
          <a:ext cx="4064000" cy="447143"/>
        </a:xfrm>
        <a:prstGeom prst="rect">
          <a:avLst/>
        </a:prstGeom>
        <a:solidFill>
          <a:schemeClr val="accent4">
            <a:tint val="40000"/>
            <a:alpha val="90000"/>
            <a:hueOff val="10026393"/>
            <a:satOff val="-47303"/>
            <a:lumOff val="-1709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0026393"/>
              <a:satOff val="-47303"/>
              <a:lumOff val="-17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各种应用</a:t>
          </a:r>
        </a:p>
      </dsp:txBody>
      <dsp:txXfrm>
        <a:off x="0" y="526750"/>
        <a:ext cx="4064000" cy="447143"/>
      </dsp:txXfrm>
    </dsp:sp>
    <dsp:sp modelId="{A838CD69-C6CF-DA42-B6A0-78048CDD9E65}">
      <dsp:nvSpPr>
        <dsp:cNvPr id="0" name=""/>
        <dsp:cNvSpPr/>
      </dsp:nvSpPr>
      <dsp:spPr>
        <a:xfrm>
          <a:off x="4064000" y="526750"/>
          <a:ext cx="4064000" cy="447143"/>
        </a:xfrm>
        <a:prstGeom prst="rect">
          <a:avLst/>
        </a:prstGeom>
        <a:solidFill>
          <a:schemeClr val="accent4">
            <a:tint val="40000"/>
            <a:alpha val="90000"/>
            <a:hueOff val="10861925"/>
            <a:satOff val="-51245"/>
            <a:lumOff val="-1851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10861925"/>
              <a:satOff val="-51245"/>
              <a:lumOff val="-18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Web</a:t>
          </a:r>
          <a:r>
            <a:rPr lang="zh-CN" altLang="en-US" sz="2400" kern="1200" dirty="0"/>
            <a:t>服务</a:t>
          </a:r>
        </a:p>
      </dsp:txBody>
      <dsp:txXfrm>
        <a:off x="4064000" y="526750"/>
        <a:ext cx="4064000" cy="4471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EAF88E-B878-6F44-98F1-8526F5ECE662}" type="datetimeFigureOut">
              <a:rPr kumimoji="1" lang="zh-CN" altLang="en-US" smtClean="0"/>
              <a:t>2025/11/2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B89C4E-B15A-6340-80B4-57781450C6F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1640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B89C4E-B15A-6340-80B4-57781450C6F1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4444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72FBDC-CA70-C92F-11C9-0D8B1E977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B66DF77-FF7A-D94E-FE99-1A216A0DB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BEC273-85CB-9FA4-F1E1-3446DC0C8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79B3-4EBB-2C42-991A-96E429A5216D}" type="datetimeFigureOut">
              <a:rPr kumimoji="1" lang="zh-CN" altLang="en-US" smtClean="0"/>
              <a:t>2025/11/2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9530DD-85BB-A20B-362A-2FD75064B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44F947-F1BB-890D-B41A-6C47076B4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D6ED-07F4-F74F-B9C6-5B8BA6679B0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0841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D17B1-EF38-369C-1935-B6620504D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648896-C07A-C78D-21CF-8A4D79BBF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E58A8B-B1DF-7931-2455-47B16B509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79B3-4EBB-2C42-991A-96E429A5216D}" type="datetimeFigureOut">
              <a:rPr kumimoji="1" lang="zh-CN" altLang="en-US" smtClean="0"/>
              <a:t>2025/11/2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855BA4-A432-D844-8B4A-A1F23675B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581698-1C8B-8D36-CAEB-C50DD454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D6ED-07F4-F74F-B9C6-5B8BA6679B0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5208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EBCDA-F04A-9AF3-D77E-B3688E8EF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19AF8F-181C-8248-3B30-247883656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8DFC1E-7D07-5985-1BF9-3ED53A25B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79B3-4EBB-2C42-991A-96E429A5216D}" type="datetimeFigureOut">
              <a:rPr kumimoji="1" lang="zh-CN" altLang="en-US" smtClean="0"/>
              <a:t>2025/11/2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91610F-652A-C9FC-0874-D49F1B569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385A94-E99E-FA63-EF18-005586A0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D6ED-07F4-F74F-B9C6-5B8BA6679B0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5399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09254E-4F62-3D80-DF1F-78E7749B1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3F989A-9D50-30D5-F49A-46ED1C0A85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200245-BEC8-B1FE-AFA3-C40DF8BB9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A304CC-E34F-215C-DD03-C53FB2DBF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79B3-4EBB-2C42-991A-96E429A5216D}" type="datetimeFigureOut">
              <a:rPr kumimoji="1" lang="zh-CN" altLang="en-US" smtClean="0"/>
              <a:t>2025/11/2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F470ED-2572-AD00-97C4-EEBA14281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CD4FCE-7B5E-2EC0-9F01-D5714E4A0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D6ED-07F4-F74F-B9C6-5B8BA6679B0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57007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9A5F9A-39B7-4412-FFB2-0F3C9EA88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462D2F-957C-9D13-94CF-117870AD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061056-11AB-8755-81D4-BC30C7BA5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0B91F5-0639-D523-2F6F-35B1DD44C1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82CA5EB-4E0B-5DF4-A4E9-010E81FF20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81B1B3-5D3E-481E-3E1C-68D9F9548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79B3-4EBB-2C42-991A-96E429A5216D}" type="datetimeFigureOut">
              <a:rPr kumimoji="1" lang="zh-CN" altLang="en-US" smtClean="0"/>
              <a:t>2025/11/2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C6EF4E-309B-0EFD-90AF-1C1F0B51F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412589A-AF99-818E-6036-28E71828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D6ED-07F4-F74F-B9C6-5B8BA6679B0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796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863843-AE88-3AD7-9DD5-B4B09DDC1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89B2E6-3FBF-57FB-A8F5-AE716494D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79B3-4EBB-2C42-991A-96E429A5216D}" type="datetimeFigureOut">
              <a:rPr kumimoji="1" lang="zh-CN" altLang="en-US" smtClean="0"/>
              <a:t>2025/11/2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B6C87F-FBED-0A5B-4397-659025EB1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58FB72-AB18-ECD0-C082-A9C038F4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D6ED-07F4-F74F-B9C6-5B8BA6679B0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3425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5D9458-2E79-9759-DFD3-ADED64F37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79B3-4EBB-2C42-991A-96E429A5216D}" type="datetimeFigureOut">
              <a:rPr kumimoji="1" lang="zh-CN" altLang="en-US" smtClean="0"/>
              <a:t>2025/11/2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1AC0702-1B9B-DF21-39F9-16A5A178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4F3DC1-399E-A319-87A5-DA805FE9E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D6ED-07F4-F74F-B9C6-5B8BA6679B0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5078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07EC8-F3DF-2212-AA31-965AEE391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3227D3-6727-FC4A-9963-B0D03B588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5F1F3A6-5B25-E632-20A7-7700E1732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C80F91-510F-9DA3-1CFE-77BE8FB48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79B3-4EBB-2C42-991A-96E429A5216D}" type="datetimeFigureOut">
              <a:rPr kumimoji="1" lang="zh-CN" altLang="en-US" smtClean="0"/>
              <a:t>2025/11/2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343954-1A4D-EA0A-3D47-621DFB7B2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441EBB-A4D1-907C-E344-B537E6DE0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D6ED-07F4-F74F-B9C6-5B8BA6679B0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411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72E6AD-AB00-62EB-0829-891037355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3A2453E-4966-5A0A-10B9-9598CDDE08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84B8591-8DB0-612B-2CC4-7416FE77B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3E75A8-46A0-0BC7-A3F9-72D514E24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79B3-4EBB-2C42-991A-96E429A5216D}" type="datetimeFigureOut">
              <a:rPr kumimoji="1" lang="zh-CN" altLang="en-US" smtClean="0"/>
              <a:t>2025/11/2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53322B-A071-2983-8791-B434889B8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F2CAD8-8F91-5175-8052-D9A78A09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D6ED-07F4-F74F-B9C6-5B8BA6679B0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6894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A25B9-4FBD-3CDE-FCCB-CC14DA4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76A5CA-7440-F433-5E1E-B7AA7C53C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F69509-3628-64FD-4F82-BCDF4FE8A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79B3-4EBB-2C42-991A-96E429A5216D}" type="datetimeFigureOut">
              <a:rPr kumimoji="1" lang="zh-CN" altLang="en-US" smtClean="0"/>
              <a:t>2025/11/2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AFB3AE-8314-84B9-8220-FB353E07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57ED43-121A-CAD1-3D4C-74669A9CA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D6ED-07F4-F74F-B9C6-5B8BA6679B0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4814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293DDE-5332-D898-4946-18422BFEFB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6CDBAA-AE8B-9202-2BBF-9167D4F853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A4372A-36A7-1B48-2DBD-81263490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C79B3-4EBB-2C42-991A-96E429A5216D}" type="datetimeFigureOut">
              <a:rPr kumimoji="1" lang="zh-CN" altLang="en-US" smtClean="0"/>
              <a:t>2025/11/2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8BBEB1-99B8-4F11-16A8-F5472D2A3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A71399-5FAD-A656-8789-9D02A0FAC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D6ED-07F4-F74F-B9C6-5B8BA6679B0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3754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4CAE54-FC08-C50C-EFAA-CD8C43F8F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98AA63-84E5-CCFB-0F10-9B35E256E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940439-95D4-00BF-1531-7D2663FA6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C79B3-4EBB-2C42-991A-96E429A5216D}" type="datetimeFigureOut">
              <a:rPr kumimoji="1" lang="zh-CN" altLang="en-US" smtClean="0"/>
              <a:t>2025/11/2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716A33-ACC8-A1F5-13BE-AB9036132D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0945CE-AF66-E9F1-1CA5-C0E959C57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1D6ED-07F4-F74F-B9C6-5B8BA6679B0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594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C90106D7-9492-FCA5-0D07-42A52C3C78F3}"/>
              </a:ext>
            </a:extLst>
          </p:cNvPr>
          <p:cNvGrpSpPr/>
          <p:nvPr/>
        </p:nvGrpSpPr>
        <p:grpSpPr>
          <a:xfrm>
            <a:off x="-1236951" y="212890"/>
            <a:ext cx="8128000" cy="6306928"/>
            <a:chOff x="-1236951" y="212890"/>
            <a:chExt cx="8128000" cy="6306928"/>
          </a:xfrm>
        </p:grpSpPr>
        <p:graphicFrame>
          <p:nvGraphicFramePr>
            <p:cNvPr id="3" name="图示 2">
              <a:extLst>
                <a:ext uri="{FF2B5EF4-FFF2-40B4-BE49-F238E27FC236}">
                  <a16:creationId xmlns:a16="http://schemas.microsoft.com/office/drawing/2014/main" id="{3C3698D9-5746-E88B-4645-045A43799AB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85833001"/>
                </p:ext>
              </p:extLst>
            </p:nvPr>
          </p:nvGraphicFramePr>
          <p:xfrm>
            <a:off x="-1236951" y="212890"/>
            <a:ext cx="8128000" cy="5418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BF01169E-F1B4-D302-F373-7C584F4DA382}"/>
                </a:ext>
              </a:extLst>
            </p:cNvPr>
            <p:cNvSpPr/>
            <p:nvPr/>
          </p:nvSpPr>
          <p:spPr>
            <a:xfrm>
              <a:off x="859857" y="6068127"/>
              <a:ext cx="1090670" cy="451691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/>
                <a:t>可信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D87E109-7894-8828-7D49-0B2FDB9D88CD}"/>
                </a:ext>
              </a:extLst>
            </p:cNvPr>
            <p:cNvSpPr/>
            <p:nvPr/>
          </p:nvSpPr>
          <p:spPr>
            <a:xfrm>
              <a:off x="2262671" y="6068125"/>
              <a:ext cx="1090670" cy="45169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/>
                <a:t>半可信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C5C825C-B60E-C90E-DC4E-38FF87AA7210}"/>
                </a:ext>
              </a:extLst>
            </p:cNvPr>
            <p:cNvSpPr/>
            <p:nvPr/>
          </p:nvSpPr>
          <p:spPr>
            <a:xfrm>
              <a:off x="3665486" y="6068126"/>
              <a:ext cx="1090670" cy="451691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b="1" dirty="0"/>
                <a:t>不可信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7231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10ED2E8E-F6B5-0350-AB3A-3C924F2C84EC}"/>
              </a:ext>
            </a:extLst>
          </p:cNvPr>
          <p:cNvGrpSpPr/>
          <p:nvPr/>
        </p:nvGrpSpPr>
        <p:grpSpPr>
          <a:xfrm>
            <a:off x="2032000" y="490229"/>
            <a:ext cx="8128000" cy="6211175"/>
            <a:chOff x="2032000" y="490229"/>
            <a:chExt cx="8128000" cy="6211175"/>
          </a:xfrm>
        </p:grpSpPr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6BB957EB-7A53-C0E1-FE00-87750E0F279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472065" y="490229"/>
              <a:ext cx="3247870" cy="663317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kumimoji="1" lang="zh-CN" altLang="en-US" sz="3600" b="1" dirty="0">
                  <a:solidFill>
                    <a:srgbClr val="FF0000"/>
                  </a:solidFill>
                  <a:highlight>
                    <a:srgbClr val="FFFF00"/>
                  </a:highlight>
                </a:rPr>
                <a:t>物联网架构</a:t>
              </a:r>
            </a:p>
          </p:txBody>
        </p:sp>
        <p:graphicFrame>
          <p:nvGraphicFramePr>
            <p:cNvPr id="3" name="图示 2">
              <a:extLst>
                <a:ext uri="{FF2B5EF4-FFF2-40B4-BE49-F238E27FC236}">
                  <a16:creationId xmlns:a16="http://schemas.microsoft.com/office/drawing/2014/main" id="{3C0BD6A8-01F9-3210-481C-97982951BBB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85441685"/>
                </p:ext>
              </p:extLst>
            </p:nvPr>
          </p:nvGraphicFramePr>
          <p:xfrm>
            <a:off x="2032000" y="1282737"/>
            <a:ext cx="8128000" cy="5418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158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2550</TotalTime>
  <Words>65</Words>
  <Application>Microsoft Macintosh PowerPoint</Application>
  <PresentationFormat>宽屏</PresentationFormat>
  <Paragraphs>37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飞 郭</dc:creator>
  <cp:lastModifiedBy>飞 郭</cp:lastModifiedBy>
  <cp:revision>26</cp:revision>
  <dcterms:created xsi:type="dcterms:W3CDTF">2025-10-31T11:52:14Z</dcterms:created>
  <dcterms:modified xsi:type="dcterms:W3CDTF">2025-11-03T06:32:27Z</dcterms:modified>
</cp:coreProperties>
</file>