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640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2025/12/13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11660</TotalTime>
  <Words>116</Words>
  <Application>Microsoft Macintosh PowerPoint</Application>
  <PresentationFormat>宽屏</PresentationFormat>
  <Paragraphs>80</Paragraphs>
  <Slides>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等线 Light</vt:lpstr>
      <vt:lpstr>Microsoft YaHei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36</cp:revision>
  <dcterms:created xsi:type="dcterms:W3CDTF">2025-11-27T12:59:36Z</dcterms:created>
  <dcterms:modified xsi:type="dcterms:W3CDTF">2025-12-20T11:08:47Z</dcterms:modified>
</cp:coreProperties>
</file>