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57"/>
    <p:restoredTop sz="96405"/>
  </p:normalViewPr>
  <p:slideViewPr>
    <p:cSldViewPr snapToGrid="0">
      <p:cViewPr varScale="1">
        <p:scale>
          <a:sx n="119" d="100"/>
          <a:sy n="119" d="100"/>
        </p:scale>
        <p:origin x="216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996501"/>
              </p:ext>
            </p:extLst>
          </p:nvPr>
        </p:nvGraphicFramePr>
        <p:xfrm>
          <a:off x="7579834" y="1825625"/>
          <a:ext cx="2234565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5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150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10" dirty="0">
                          <a:latin typeface="Lantinghei SC Heavy"/>
                          <a:cs typeface="Lantinghei SC Heavy"/>
                        </a:rPr>
                        <a:t>1的教师1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778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3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(系2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5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8的)记录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6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794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9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95378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9245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79CD-6271-6862-9087-9BECBF121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253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13135</TotalTime>
  <Words>317</Words>
  <Application>Microsoft Macintosh PowerPoint</Application>
  <PresentationFormat>宽屏</PresentationFormat>
  <Paragraphs>159</Paragraphs>
  <Slides>12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等线</vt:lpstr>
      <vt:lpstr>等线 Light</vt:lpstr>
      <vt:lpstr>Microsoft YaHei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56</cp:revision>
  <dcterms:created xsi:type="dcterms:W3CDTF">2025-11-27T12:59:36Z</dcterms:created>
  <dcterms:modified xsi:type="dcterms:W3CDTF">2026-07-07T14:15:46Z</dcterms:modified>
</cp:coreProperties>
</file>