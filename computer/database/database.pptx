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405"/>
  </p:normalViewPr>
  <p:slideViewPr>
    <p:cSldViewPr snapToGrid="0">
      <p:cViewPr varScale="1">
        <p:scale>
          <a:sx n="125" d="100"/>
          <a:sy n="125" d="100"/>
        </p:scale>
        <p:origin x="5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59CEF2-8594-157A-4891-4E5FDE195B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15F5273-C842-5EC9-76C9-ADF55C89F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6BB42E-017D-55B1-C129-20F68C529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0E67FC-1136-7CE5-7A65-301CF9B0A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64A7AEA-F1E1-9B0B-C2B3-BA86369BC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73955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814822-D4C4-0F5E-4BEF-2410D97E5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2C8917-D827-A602-2A50-7A08C94F5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DD07D8-C593-6CE3-AB24-09738AACF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19FA51-C03B-BDD9-2197-1511B9881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607D4A-03D4-277D-3DF8-B109BC2DA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54848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A7B40C-4F25-94CD-DA44-B4ED1CC87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9878AA3-5DC0-7555-B55F-58799D9AC2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5A6891-876F-C0B3-D802-DF6E2B019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6A8D1A-8533-F69C-2031-77FE81F43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6CEE8B-8161-F0F7-72B4-EBD9A31F1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7462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8928A0-91BF-F193-3CF1-30B0CDD42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32A69E-2182-78C0-6309-84B0A61F6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28BF097-94C4-7F2F-ED77-61B786CBE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71069D0-6205-F1E1-8760-6529F43F3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08AFBD0-8185-C4DA-74C1-EED46126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07AF4CE-26DD-C063-F219-5D60F18C6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9746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98EB68-4011-68D1-637D-F41774F9D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38A2E3-11E4-CA23-E254-CA26722E5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8BB5453-97A7-44C3-9E97-C389645D8A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60D4324-1092-1501-0747-09B56AF5C0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1CBCB9A-DEE4-8D98-C370-7EFB5FDA88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317BA49-F905-785E-6049-CF9F7BA73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C73B20A-C4F3-4E91-4D3B-0DA6E23E7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5FB1574-A2FB-AD6C-F7CB-7ACDCB8E0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50399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CE6597-9AD3-034B-37F7-5D54A0D38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1F63568-D2C3-75C7-B86B-23D9EE286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398F35B-38CF-091F-A3DE-742F5AAF0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5E2C0B4-5260-285A-229A-9F0B6B4A4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58198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291F840-F332-641A-9C07-886C12494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404D15B-8799-F777-B508-3104956A2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1607E2B-A98E-FDDB-029E-CD3AC9401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77573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695F79-51B6-D56E-A555-8C38021FD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E72915-48AF-C1E1-15C7-6870C765C8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6B726E7-5332-C7D1-4555-257939835E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DE5CA0-9E99-6A40-66A8-C26F272A9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6F2FBD5-DCF2-8D36-06BE-871B25453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B9CB08-3352-8002-482C-19A49285B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32145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A77DC1-03B6-F352-BF7E-3A41AF23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09FA310-61B4-ED21-D181-6288E7B189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278287B-FEA2-75EE-5E43-DEEAC3D0A2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FB5C8A5-6C4D-9DA7-8E88-0153BA4B6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1A3BCB-A2FE-A47E-5ECB-5428CA6BF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B8BC73-0A7A-96AC-F8F4-43F39D32D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763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5F5493-9CCB-0AF0-7F90-10A655465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9EA8714-DA25-B8B6-BD1A-EDD27AB0BB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C2B9AC-671E-033E-391F-BA71881DA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B378B2-D47D-B430-0F6E-8F9A2A25E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4C0D73-AAFE-CC97-DCE6-19737AEB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0959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4EFC85C-73E4-B458-1BD0-87A955F53B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56546BE-DE82-0183-4CF1-47A76E5C59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020F569-B910-2284-7651-620435AB6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A9EA33-D805-BFFA-D0CE-1D484B93F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274A66-9648-B7ED-1CA8-2338C101B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46021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8D5C22-1BC1-AD30-F966-E12C1E507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D548C1-3DB4-EC49-5699-8B5FC883A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2060D3-94AB-E61D-9EF6-27A7A31F0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815592-B1F7-8B46-801D-F591E835BC0C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D4D41A-9DBE-41DA-3525-D76D553FE1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13D4B-1854-79F0-0B44-18FBB35026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91488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7" name="组合 286">
            <a:extLst>
              <a:ext uri="{FF2B5EF4-FFF2-40B4-BE49-F238E27FC236}">
                <a16:creationId xmlns:a16="http://schemas.microsoft.com/office/drawing/2014/main" id="{F55F3AEB-A352-50D5-3794-3D6D706D7E68}"/>
              </a:ext>
            </a:extLst>
          </p:cNvPr>
          <p:cNvGrpSpPr/>
          <p:nvPr/>
        </p:nvGrpSpPr>
        <p:grpSpPr>
          <a:xfrm>
            <a:off x="1543761" y="1609090"/>
            <a:ext cx="8207178" cy="3401885"/>
            <a:chOff x="1228801" y="3752850"/>
            <a:chExt cx="8207178" cy="3401885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956581B3-7AFE-4D45-5670-5EC33DB33EE3}"/>
                </a:ext>
              </a:extLst>
            </p:cNvPr>
            <p:cNvGrpSpPr/>
            <p:nvPr/>
          </p:nvGrpSpPr>
          <p:grpSpPr>
            <a:xfrm>
              <a:off x="3605479" y="4660963"/>
              <a:ext cx="3072130" cy="1152525"/>
              <a:chOff x="3605479" y="4660963"/>
              <a:chExt cx="3072130" cy="115252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02629C5E-04BA-1B2E-247D-B239BFA890D4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3062478" y="571499"/>
                    </a:move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close/>
                  </a:path>
                </a:pathLst>
              </a:custGeom>
              <a:solidFill>
                <a:srgbClr val="DDDDD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29367A48-DEE6-B353-51F6-3F76F23D79DD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765048" y="0"/>
                    </a:move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5ABEDF91-D773-1336-52CA-85FFEC4587D2}"/>
                </a:ext>
              </a:extLst>
            </p:cNvPr>
            <p:cNvSpPr txBox="1"/>
            <p:nvPr/>
          </p:nvSpPr>
          <p:spPr>
            <a:xfrm>
              <a:off x="6988936" y="5007864"/>
              <a:ext cx="683895" cy="453390"/>
            </a:xfrm>
            <a:prstGeom prst="rect">
              <a:avLst/>
            </a:prstGeom>
          </p:spPr>
          <p:txBody>
            <a:bodyPr vert="horz" wrap="square" lIns="0" tIns="3683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90"/>
                </a:spcBef>
                <a:tabLst>
                  <a:tab pos="600075" algn="l"/>
                </a:tabLst>
              </a:pPr>
              <a:r>
                <a:rPr sz="2400" u="dbl" dirty="0">
                  <a:uFill>
                    <a:solidFill>
                      <a:srgbClr val="3E3E3E"/>
                    </a:solidFill>
                  </a:uFill>
                  <a:latin typeface="Times New Roman"/>
                  <a:cs typeface="Times New Roman"/>
                </a:rPr>
                <a:t>	</a:t>
              </a:r>
              <a:endParaRPr sz="2400">
                <a:latin typeface="Times New Roman"/>
                <a:cs typeface="Times New Roman"/>
              </a:endParaRPr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0E5D0622-01A9-CB21-0600-29A9A31D230B}"/>
                </a:ext>
              </a:extLst>
            </p:cNvPr>
            <p:cNvSpPr txBox="1"/>
            <p:nvPr/>
          </p:nvSpPr>
          <p:spPr>
            <a:xfrm>
              <a:off x="4173607" y="4341859"/>
              <a:ext cx="1991360" cy="1374140"/>
            </a:xfrm>
            <a:prstGeom prst="rect">
              <a:avLst/>
            </a:prstGeom>
          </p:spPr>
          <p:txBody>
            <a:bodyPr vert="horz" wrap="square" lIns="0" tIns="8064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635"/>
                </a:spcBef>
              </a:pPr>
              <a:r>
                <a:rPr sz="1400" b="1" spc="-3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数据库管理系统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//DBMS</a:t>
              </a:r>
              <a:endParaRPr sz="1400">
                <a:latin typeface="Lantinghei SC Heavy"/>
                <a:cs typeface="Lantinghei SC Heavy"/>
              </a:endParaRPr>
            </a:p>
            <a:p>
              <a:pPr marL="15240" algn="ctr">
                <a:lnSpc>
                  <a:spcPts val="2590"/>
                </a:lnSpc>
                <a:spcBef>
                  <a:spcPts val="92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管理数据</a:t>
              </a:r>
              <a:endParaRPr sz="2400">
                <a:latin typeface="Lantinghei SC Heavy"/>
                <a:cs typeface="Lantinghei SC Heavy"/>
              </a:endParaRPr>
            </a:p>
            <a:p>
              <a:pPr marL="393700" marR="370205" algn="ctr">
                <a:lnSpc>
                  <a:spcPct val="79800"/>
                </a:lnSpc>
                <a:spcBef>
                  <a:spcPts val="29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库的一种系统软件</a:t>
              </a:r>
              <a:endParaRPr sz="2400">
                <a:latin typeface="Lantinghei SC Heavy"/>
                <a:cs typeface="Lantinghei SC Heavy"/>
              </a:endParaRPr>
            </a:p>
          </p:txBody>
        </p:sp>
        <p:pic>
          <p:nvPicPr>
            <p:cNvPr id="9" name="object 8">
              <a:extLst>
                <a:ext uri="{FF2B5EF4-FFF2-40B4-BE49-F238E27FC236}">
                  <a16:creationId xmlns:a16="http://schemas.microsoft.com/office/drawing/2014/main" id="{D78D93FE-65CA-60AB-F96A-57121959BE98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73462" y="3752850"/>
              <a:ext cx="3096005" cy="682371"/>
            </a:xfrm>
            <a:prstGeom prst="rect">
              <a:avLst/>
            </a:prstGeom>
          </p:spPr>
        </p:pic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8AD00E6-696D-04C9-E952-A938BDA37724}"/>
                </a:ext>
              </a:extLst>
            </p:cNvPr>
            <p:cNvSpPr txBox="1"/>
            <p:nvPr/>
          </p:nvSpPr>
          <p:spPr>
            <a:xfrm>
              <a:off x="4481455" y="3878071"/>
              <a:ext cx="1656714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2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数据库管理员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</a:t>
              </a:r>
              <a:endParaRPr sz="1400">
                <a:latin typeface="Lantinghei SC Heavy"/>
                <a:cs typeface="Lantinghei SC Heavy"/>
              </a:endParaRPr>
            </a:p>
          </p:txBody>
        </p:sp>
        <p:grpSp>
          <p:nvGrpSpPr>
            <p:cNvPr id="11" name="object 10">
              <a:extLst>
                <a:ext uri="{FF2B5EF4-FFF2-40B4-BE49-F238E27FC236}">
                  <a16:creationId xmlns:a16="http://schemas.microsoft.com/office/drawing/2014/main" id="{D95A473B-E41A-39A8-C943-A4811D3311E5}"/>
                </a:ext>
              </a:extLst>
            </p:cNvPr>
            <p:cNvGrpSpPr/>
            <p:nvPr/>
          </p:nvGrpSpPr>
          <p:grpSpPr>
            <a:xfrm>
              <a:off x="6954659" y="4267200"/>
              <a:ext cx="718185" cy="500380"/>
              <a:chOff x="6954659" y="4267200"/>
              <a:chExt cx="718185" cy="500380"/>
            </a:xfrm>
          </p:grpSpPr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64FAC87F-2780-ED55-77CE-CCD398B7BC8B}"/>
                  </a:ext>
                </a:extLst>
              </p:cNvPr>
              <p:cNvSpPr/>
              <p:nvPr/>
            </p:nvSpPr>
            <p:spPr>
              <a:xfrm>
                <a:off x="6954659" y="4267200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3E0C8F15-1133-F59A-15C5-AECA75BD4369}"/>
                  </a:ext>
                </a:extLst>
              </p:cNvPr>
              <p:cNvSpPr/>
              <p:nvPr/>
            </p:nvSpPr>
            <p:spPr>
              <a:xfrm>
                <a:off x="6988937" y="4287011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66B062E7-7A8D-2FF7-5AE8-E9263D5C6620}"/>
                  </a:ext>
                </a:extLst>
              </p:cNvPr>
              <p:cNvSpPr/>
              <p:nvPr/>
            </p:nvSpPr>
            <p:spPr>
              <a:xfrm>
                <a:off x="7387463" y="4517897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33E156DD-8EF3-4F06-8409-A7DF2E60EE9D}"/>
                  </a:ext>
                </a:extLst>
              </p:cNvPr>
              <p:cNvSpPr/>
              <p:nvPr/>
            </p:nvSpPr>
            <p:spPr>
              <a:xfrm>
                <a:off x="7297547" y="4440173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4200E15B-2C55-22EB-5A8C-A4410FE0FFBE}"/>
                  </a:ext>
                </a:extLst>
              </p:cNvPr>
              <p:cNvSpPr/>
              <p:nvPr/>
            </p:nvSpPr>
            <p:spPr>
              <a:xfrm>
                <a:off x="7297547" y="4366260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FE6C7ABF-979F-68E6-76D9-A01CFB668260}"/>
                  </a:ext>
                </a:extLst>
              </p:cNvPr>
              <p:cNvSpPr/>
              <p:nvPr/>
            </p:nvSpPr>
            <p:spPr>
              <a:xfrm>
                <a:off x="7263257" y="4361006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53"/>
                    </a:moveTo>
                    <a:lnTo>
                      <a:pt x="88392" y="4491"/>
                    </a:lnTo>
                    <a:lnTo>
                      <a:pt x="68334" y="1257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81"/>
                    </a:lnTo>
                    <a:lnTo>
                      <a:pt x="0" y="2205"/>
                    </a:lnTo>
                    <a:lnTo>
                      <a:pt x="34290" y="117267"/>
                    </a:lnTo>
                    <a:lnTo>
                      <a:pt x="96774" y="525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7">
                <a:extLst>
                  <a:ext uri="{FF2B5EF4-FFF2-40B4-BE49-F238E27FC236}">
                    <a16:creationId xmlns:a16="http://schemas.microsoft.com/office/drawing/2014/main" id="{3B4C398B-05FF-C450-7066-DD85CB6371B4}"/>
                  </a:ext>
                </a:extLst>
              </p:cNvPr>
              <p:cNvSpPr/>
              <p:nvPr/>
            </p:nvSpPr>
            <p:spPr>
              <a:xfrm>
                <a:off x="7078853" y="4363211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18">
                <a:extLst>
                  <a:ext uri="{FF2B5EF4-FFF2-40B4-BE49-F238E27FC236}">
                    <a16:creationId xmlns:a16="http://schemas.microsoft.com/office/drawing/2014/main" id="{D37FEC03-0F39-1B82-5170-430888ED0AAA}"/>
                  </a:ext>
                </a:extLst>
              </p:cNvPr>
              <p:cNvSpPr/>
              <p:nvPr/>
            </p:nvSpPr>
            <p:spPr>
              <a:xfrm>
                <a:off x="7081901" y="4478274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object 19">
                <a:extLst>
                  <a:ext uri="{FF2B5EF4-FFF2-40B4-BE49-F238E27FC236}">
                    <a16:creationId xmlns:a16="http://schemas.microsoft.com/office/drawing/2014/main" id="{FF967B93-D79C-877B-F8F3-22469CC6E7E2}"/>
                  </a:ext>
                </a:extLst>
              </p:cNvPr>
              <p:cNvSpPr/>
              <p:nvPr/>
            </p:nvSpPr>
            <p:spPr>
              <a:xfrm>
                <a:off x="7214489" y="4478274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0">
                <a:extLst>
                  <a:ext uri="{FF2B5EF4-FFF2-40B4-BE49-F238E27FC236}">
                    <a16:creationId xmlns:a16="http://schemas.microsoft.com/office/drawing/2014/main" id="{4F097602-4284-0D22-A405-487937452587}"/>
                  </a:ext>
                </a:extLst>
              </p:cNvPr>
              <p:cNvSpPr/>
              <p:nvPr/>
            </p:nvSpPr>
            <p:spPr>
              <a:xfrm>
                <a:off x="7297547" y="4478274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F73B3B99-D04B-E3A2-350B-D1DEC3FB8BB0}"/>
                </a:ext>
              </a:extLst>
            </p:cNvPr>
            <p:cNvSpPr txBox="1"/>
            <p:nvPr/>
          </p:nvSpPr>
          <p:spPr>
            <a:xfrm>
              <a:off x="6653155" y="3977894"/>
              <a:ext cx="2230120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数据库应用程序</a:t>
              </a:r>
              <a:r>
                <a:rPr sz="1600" b="1" spc="-5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//DBAP</a:t>
              </a:r>
              <a:endParaRPr sz="1600">
                <a:latin typeface="Lantinghei SC Heavy"/>
                <a:cs typeface="Lantinghei SC Heavy"/>
              </a:endParaRPr>
            </a:p>
          </p:txBody>
        </p:sp>
        <p:grpSp>
          <p:nvGrpSpPr>
            <p:cNvPr id="23" name="object 22">
              <a:extLst>
                <a:ext uri="{FF2B5EF4-FFF2-40B4-BE49-F238E27FC236}">
                  <a16:creationId xmlns:a16="http://schemas.microsoft.com/office/drawing/2014/main" id="{404EC782-8C24-9DA4-C862-D1E85C1D8630}"/>
                </a:ext>
              </a:extLst>
            </p:cNvPr>
            <p:cNvGrpSpPr/>
            <p:nvPr/>
          </p:nvGrpSpPr>
          <p:grpSpPr>
            <a:xfrm>
              <a:off x="6954659" y="4988052"/>
              <a:ext cx="718185" cy="500380"/>
              <a:chOff x="6954659" y="4988052"/>
              <a:chExt cx="718185" cy="500380"/>
            </a:xfrm>
          </p:grpSpPr>
          <p:sp>
            <p:nvSpPr>
              <p:cNvPr id="24" name="object 23">
                <a:extLst>
                  <a:ext uri="{FF2B5EF4-FFF2-40B4-BE49-F238E27FC236}">
                    <a16:creationId xmlns:a16="http://schemas.microsoft.com/office/drawing/2014/main" id="{DBF76445-8FF1-9395-1895-E243DD5A5C7F}"/>
                  </a:ext>
                </a:extLst>
              </p:cNvPr>
              <p:cNvSpPr/>
              <p:nvPr/>
            </p:nvSpPr>
            <p:spPr>
              <a:xfrm>
                <a:off x="6954659" y="4988052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4">
                <a:extLst>
                  <a:ext uri="{FF2B5EF4-FFF2-40B4-BE49-F238E27FC236}">
                    <a16:creationId xmlns:a16="http://schemas.microsoft.com/office/drawing/2014/main" id="{D4B3FC48-9BA1-70F6-6B7A-895BF110E15E}"/>
                  </a:ext>
                </a:extLst>
              </p:cNvPr>
              <p:cNvSpPr/>
              <p:nvPr/>
            </p:nvSpPr>
            <p:spPr>
              <a:xfrm>
                <a:off x="6988937" y="5007864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5">
                <a:extLst>
                  <a:ext uri="{FF2B5EF4-FFF2-40B4-BE49-F238E27FC236}">
                    <a16:creationId xmlns:a16="http://schemas.microsoft.com/office/drawing/2014/main" id="{B67C8286-E360-825A-6CAD-CE7B138C7A01}"/>
                  </a:ext>
                </a:extLst>
              </p:cNvPr>
              <p:cNvSpPr/>
              <p:nvPr/>
            </p:nvSpPr>
            <p:spPr>
              <a:xfrm>
                <a:off x="7387463" y="5238750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" name="object 26">
                <a:extLst>
                  <a:ext uri="{FF2B5EF4-FFF2-40B4-BE49-F238E27FC236}">
                    <a16:creationId xmlns:a16="http://schemas.microsoft.com/office/drawing/2014/main" id="{1F977307-0768-0F38-2170-EDAEB5977DA2}"/>
                  </a:ext>
                </a:extLst>
              </p:cNvPr>
              <p:cNvSpPr/>
              <p:nvPr/>
            </p:nvSpPr>
            <p:spPr>
              <a:xfrm>
                <a:off x="7297547" y="5161026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" name="object 27">
                <a:extLst>
                  <a:ext uri="{FF2B5EF4-FFF2-40B4-BE49-F238E27FC236}">
                    <a16:creationId xmlns:a16="http://schemas.microsoft.com/office/drawing/2014/main" id="{5968A9C6-C543-F9CA-7691-4AAE0D65725E}"/>
                  </a:ext>
                </a:extLst>
              </p:cNvPr>
              <p:cNvSpPr/>
              <p:nvPr/>
            </p:nvSpPr>
            <p:spPr>
              <a:xfrm>
                <a:off x="7297547" y="5087112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9" name="object 28">
                <a:extLst>
                  <a:ext uri="{FF2B5EF4-FFF2-40B4-BE49-F238E27FC236}">
                    <a16:creationId xmlns:a16="http://schemas.microsoft.com/office/drawing/2014/main" id="{1884A581-C2D2-932B-96C7-0B51C2099969}"/>
                  </a:ext>
                </a:extLst>
              </p:cNvPr>
              <p:cNvSpPr/>
              <p:nvPr/>
            </p:nvSpPr>
            <p:spPr>
              <a:xfrm>
                <a:off x="7263257" y="5081863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48"/>
                    </a:moveTo>
                    <a:lnTo>
                      <a:pt x="88392" y="4486"/>
                    </a:lnTo>
                    <a:lnTo>
                      <a:pt x="68334" y="1254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76"/>
                    </a:lnTo>
                    <a:lnTo>
                      <a:pt x="0" y="2200"/>
                    </a:lnTo>
                    <a:lnTo>
                      <a:pt x="34290" y="117262"/>
                    </a:lnTo>
                    <a:lnTo>
                      <a:pt x="96774" y="524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0" name="object 29">
                <a:extLst>
                  <a:ext uri="{FF2B5EF4-FFF2-40B4-BE49-F238E27FC236}">
                    <a16:creationId xmlns:a16="http://schemas.microsoft.com/office/drawing/2014/main" id="{C4CCEFC3-24DA-C510-C68B-BA18EAACF6CE}"/>
                  </a:ext>
                </a:extLst>
              </p:cNvPr>
              <p:cNvSpPr/>
              <p:nvPr/>
            </p:nvSpPr>
            <p:spPr>
              <a:xfrm>
                <a:off x="7078853" y="5084064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30">
                <a:extLst>
                  <a:ext uri="{FF2B5EF4-FFF2-40B4-BE49-F238E27FC236}">
                    <a16:creationId xmlns:a16="http://schemas.microsoft.com/office/drawing/2014/main" id="{057581AE-4D5A-C9B2-5B8B-CA9A84CA433F}"/>
                  </a:ext>
                </a:extLst>
              </p:cNvPr>
              <p:cNvSpPr/>
              <p:nvPr/>
            </p:nvSpPr>
            <p:spPr>
              <a:xfrm>
                <a:off x="7081901" y="5199126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2" name="object 31">
                <a:extLst>
                  <a:ext uri="{FF2B5EF4-FFF2-40B4-BE49-F238E27FC236}">
                    <a16:creationId xmlns:a16="http://schemas.microsoft.com/office/drawing/2014/main" id="{C0EDE601-91F1-C654-C95E-E6D6A1B2F6C3}"/>
                  </a:ext>
                </a:extLst>
              </p:cNvPr>
              <p:cNvSpPr/>
              <p:nvPr/>
            </p:nvSpPr>
            <p:spPr>
              <a:xfrm>
                <a:off x="7214489" y="5199126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2">
                <a:extLst>
                  <a:ext uri="{FF2B5EF4-FFF2-40B4-BE49-F238E27FC236}">
                    <a16:creationId xmlns:a16="http://schemas.microsoft.com/office/drawing/2014/main" id="{E49EA383-2C37-693B-4D4B-7C17BBE729DA}"/>
                  </a:ext>
                </a:extLst>
              </p:cNvPr>
              <p:cNvSpPr/>
              <p:nvPr/>
            </p:nvSpPr>
            <p:spPr>
              <a:xfrm>
                <a:off x="7297547" y="5199126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34" name="object 33">
              <a:extLst>
                <a:ext uri="{FF2B5EF4-FFF2-40B4-BE49-F238E27FC236}">
                  <a16:creationId xmlns:a16="http://schemas.microsoft.com/office/drawing/2014/main" id="{C1E87FAF-A56E-F65B-17C7-21048C022F68}"/>
                </a:ext>
              </a:extLst>
            </p:cNvPr>
            <p:cNvGrpSpPr/>
            <p:nvPr/>
          </p:nvGrpSpPr>
          <p:grpSpPr>
            <a:xfrm>
              <a:off x="6979030" y="5907023"/>
              <a:ext cx="674370" cy="425450"/>
              <a:chOff x="6979030" y="5907023"/>
              <a:chExt cx="674370" cy="425450"/>
            </a:xfrm>
          </p:grpSpPr>
          <p:sp>
            <p:nvSpPr>
              <p:cNvPr id="35" name="object 34">
                <a:extLst>
                  <a:ext uri="{FF2B5EF4-FFF2-40B4-BE49-F238E27FC236}">
                    <a16:creationId xmlns:a16="http://schemas.microsoft.com/office/drawing/2014/main" id="{9B882E7E-63B8-2F25-E301-29A8AD79B22C}"/>
                  </a:ext>
                </a:extLst>
              </p:cNvPr>
              <p:cNvSpPr/>
              <p:nvPr/>
            </p:nvSpPr>
            <p:spPr>
              <a:xfrm>
                <a:off x="6979030" y="5907023"/>
                <a:ext cx="674370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4370" h="425450">
                    <a:moveTo>
                      <a:pt x="674370" y="425196"/>
                    </a:moveTo>
                    <a:lnTo>
                      <a:pt x="674370" y="0"/>
                    </a:lnTo>
                    <a:lnTo>
                      <a:pt x="0" y="0"/>
                    </a:lnTo>
                    <a:lnTo>
                      <a:pt x="0" y="425196"/>
                    </a:lnTo>
                    <a:lnTo>
                      <a:pt x="674370" y="425196"/>
                    </a:lnTo>
                    <a:close/>
                  </a:path>
                </a:pathLst>
              </a:custGeom>
              <a:solidFill>
                <a:srgbClr val="FF004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35">
                <a:extLst>
                  <a:ext uri="{FF2B5EF4-FFF2-40B4-BE49-F238E27FC236}">
                    <a16:creationId xmlns:a16="http://schemas.microsoft.com/office/drawing/2014/main" id="{47185EDD-F380-AC53-71D1-7D72134F1CA8}"/>
                  </a:ext>
                </a:extLst>
              </p:cNvPr>
              <p:cNvSpPr/>
              <p:nvPr/>
            </p:nvSpPr>
            <p:spPr>
              <a:xfrm>
                <a:off x="6979018" y="5907036"/>
                <a:ext cx="675005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5004" h="425450">
                    <a:moveTo>
                      <a:pt x="674382" y="0"/>
                    </a:moveTo>
                    <a:lnTo>
                      <a:pt x="668286" y="0"/>
                    </a:lnTo>
                    <a:lnTo>
                      <a:pt x="668274" y="3048"/>
                    </a:lnTo>
                    <a:lnTo>
                      <a:pt x="668274" y="422148"/>
                    </a:lnTo>
                    <a:lnTo>
                      <a:pt x="6096" y="422148"/>
                    </a:lnTo>
                    <a:lnTo>
                      <a:pt x="6096" y="3048"/>
                    </a:lnTo>
                    <a:lnTo>
                      <a:pt x="668274" y="3048"/>
                    </a:lnTo>
                    <a:lnTo>
                      <a:pt x="668274" y="0"/>
                    </a:lnTo>
                    <a:lnTo>
                      <a:pt x="6096" y="0"/>
                    </a:lnTo>
                    <a:lnTo>
                      <a:pt x="12" y="0"/>
                    </a:lnTo>
                    <a:lnTo>
                      <a:pt x="12" y="3048"/>
                    </a:lnTo>
                    <a:lnTo>
                      <a:pt x="0" y="422148"/>
                    </a:lnTo>
                    <a:lnTo>
                      <a:pt x="0" y="425196"/>
                    </a:lnTo>
                    <a:lnTo>
                      <a:pt x="6096" y="425196"/>
                    </a:lnTo>
                    <a:lnTo>
                      <a:pt x="668274" y="425196"/>
                    </a:lnTo>
                    <a:lnTo>
                      <a:pt x="674370" y="425196"/>
                    </a:lnTo>
                    <a:lnTo>
                      <a:pt x="674370" y="422160"/>
                    </a:lnTo>
                    <a:lnTo>
                      <a:pt x="674382" y="0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6">
                <a:extLst>
                  <a:ext uri="{FF2B5EF4-FFF2-40B4-BE49-F238E27FC236}">
                    <a16:creationId xmlns:a16="http://schemas.microsoft.com/office/drawing/2014/main" id="{71B43FFA-E7EE-36CF-07CF-1F3C546040C7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627126" y="398525"/>
                    </a:moveTo>
                    <a:lnTo>
                      <a:pt x="627126" y="0"/>
                    </a:lnTo>
                    <a:lnTo>
                      <a:pt x="0" y="0"/>
                    </a:lnTo>
                    <a:lnTo>
                      <a:pt x="0" y="398525"/>
                    </a:lnTo>
                    <a:lnTo>
                      <a:pt x="627126" y="398525"/>
                    </a:lnTo>
                    <a:close/>
                  </a:path>
                </a:pathLst>
              </a:custGeom>
              <a:solidFill>
                <a:srgbClr val="FFE5C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7">
                <a:extLst>
                  <a:ext uri="{FF2B5EF4-FFF2-40B4-BE49-F238E27FC236}">
                    <a16:creationId xmlns:a16="http://schemas.microsoft.com/office/drawing/2014/main" id="{79700185-3758-4ECC-F163-1F6A161A34B2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0" y="398525"/>
                    </a:moveTo>
                    <a:lnTo>
                      <a:pt x="0" y="0"/>
                    </a:lnTo>
                    <a:lnTo>
                      <a:pt x="627126" y="0"/>
                    </a:lnTo>
                    <a:lnTo>
                      <a:pt x="627126" y="398525"/>
                    </a:lnTo>
                    <a:lnTo>
                      <a:pt x="0" y="398525"/>
                    </a:lnTo>
                    <a:close/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8">
                <a:extLst>
                  <a:ext uri="{FF2B5EF4-FFF2-40B4-BE49-F238E27FC236}">
                    <a16:creationId xmlns:a16="http://schemas.microsoft.com/office/drawing/2014/main" id="{5C423207-C1B2-4CF5-30F1-4EF1060F234B}"/>
                  </a:ext>
                </a:extLst>
              </p:cNvPr>
              <p:cNvSpPr/>
              <p:nvPr/>
            </p:nvSpPr>
            <p:spPr>
              <a:xfrm>
                <a:off x="7001890" y="593445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39">
                <a:extLst>
                  <a:ext uri="{FF2B5EF4-FFF2-40B4-BE49-F238E27FC236}">
                    <a16:creationId xmlns:a16="http://schemas.microsoft.com/office/drawing/2014/main" id="{ABFF3783-E2CF-2456-D83C-98B97C512DAB}"/>
                  </a:ext>
                </a:extLst>
              </p:cNvPr>
              <p:cNvSpPr/>
              <p:nvPr/>
            </p:nvSpPr>
            <p:spPr>
              <a:xfrm>
                <a:off x="7003414" y="59496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40">
                <a:extLst>
                  <a:ext uri="{FF2B5EF4-FFF2-40B4-BE49-F238E27FC236}">
                    <a16:creationId xmlns:a16="http://schemas.microsoft.com/office/drawing/2014/main" id="{2A332107-6CD1-44F2-EDF4-E346327845EE}"/>
                  </a:ext>
                </a:extLst>
              </p:cNvPr>
              <p:cNvSpPr/>
              <p:nvPr/>
            </p:nvSpPr>
            <p:spPr>
              <a:xfrm>
                <a:off x="7003414" y="59649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1">
                <a:extLst>
                  <a:ext uri="{FF2B5EF4-FFF2-40B4-BE49-F238E27FC236}">
                    <a16:creationId xmlns:a16="http://schemas.microsoft.com/office/drawing/2014/main" id="{A45BA79A-2CAC-ED30-5D79-383D0F88EF2D}"/>
                  </a:ext>
                </a:extLst>
              </p:cNvPr>
              <p:cNvSpPr/>
              <p:nvPr/>
            </p:nvSpPr>
            <p:spPr>
              <a:xfrm>
                <a:off x="7003414" y="59801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3" name="object 42">
                <a:extLst>
                  <a:ext uri="{FF2B5EF4-FFF2-40B4-BE49-F238E27FC236}">
                    <a16:creationId xmlns:a16="http://schemas.microsoft.com/office/drawing/2014/main" id="{0B4AAE13-D490-D653-B1BB-64A9DDE68ECC}"/>
                  </a:ext>
                </a:extLst>
              </p:cNvPr>
              <p:cNvSpPr/>
              <p:nvPr/>
            </p:nvSpPr>
            <p:spPr>
              <a:xfrm>
                <a:off x="7003414" y="599541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4" name="object 43">
                <a:extLst>
                  <a:ext uri="{FF2B5EF4-FFF2-40B4-BE49-F238E27FC236}">
                    <a16:creationId xmlns:a16="http://schemas.microsoft.com/office/drawing/2014/main" id="{514ABBEC-E6A0-F27F-FBF9-2A6A47349B27}"/>
                  </a:ext>
                </a:extLst>
              </p:cNvPr>
              <p:cNvSpPr/>
              <p:nvPr/>
            </p:nvSpPr>
            <p:spPr>
              <a:xfrm>
                <a:off x="7003414" y="601065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44">
                <a:extLst>
                  <a:ext uri="{FF2B5EF4-FFF2-40B4-BE49-F238E27FC236}">
                    <a16:creationId xmlns:a16="http://schemas.microsoft.com/office/drawing/2014/main" id="{2E67520C-46EF-7586-1457-60F3290271CE}"/>
                  </a:ext>
                </a:extLst>
              </p:cNvPr>
              <p:cNvSpPr/>
              <p:nvPr/>
            </p:nvSpPr>
            <p:spPr>
              <a:xfrm>
                <a:off x="7003414" y="60258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6" name="object 45">
                <a:extLst>
                  <a:ext uri="{FF2B5EF4-FFF2-40B4-BE49-F238E27FC236}">
                    <a16:creationId xmlns:a16="http://schemas.microsoft.com/office/drawing/2014/main" id="{679BAE7B-ED40-9548-6E98-BAA2326C7695}"/>
                  </a:ext>
                </a:extLst>
              </p:cNvPr>
              <p:cNvSpPr/>
              <p:nvPr/>
            </p:nvSpPr>
            <p:spPr>
              <a:xfrm>
                <a:off x="7003414" y="60411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6">
                <a:extLst>
                  <a:ext uri="{FF2B5EF4-FFF2-40B4-BE49-F238E27FC236}">
                    <a16:creationId xmlns:a16="http://schemas.microsoft.com/office/drawing/2014/main" id="{DCB68DA2-5170-B863-8216-755F18D1E966}"/>
                  </a:ext>
                </a:extLst>
              </p:cNvPr>
              <p:cNvSpPr/>
              <p:nvPr/>
            </p:nvSpPr>
            <p:spPr>
              <a:xfrm>
                <a:off x="7003414" y="60563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7">
                <a:extLst>
                  <a:ext uri="{FF2B5EF4-FFF2-40B4-BE49-F238E27FC236}">
                    <a16:creationId xmlns:a16="http://schemas.microsoft.com/office/drawing/2014/main" id="{7E35A4E6-1756-0572-454B-E4FADD15F997}"/>
                  </a:ext>
                </a:extLst>
              </p:cNvPr>
              <p:cNvSpPr/>
              <p:nvPr/>
            </p:nvSpPr>
            <p:spPr>
              <a:xfrm>
                <a:off x="7001890" y="607161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9" name="object 48">
                <a:extLst>
                  <a:ext uri="{FF2B5EF4-FFF2-40B4-BE49-F238E27FC236}">
                    <a16:creationId xmlns:a16="http://schemas.microsoft.com/office/drawing/2014/main" id="{4017B28A-0FEA-A0BA-1004-2623B2B0914C}"/>
                  </a:ext>
                </a:extLst>
              </p:cNvPr>
              <p:cNvSpPr/>
              <p:nvPr/>
            </p:nvSpPr>
            <p:spPr>
              <a:xfrm>
                <a:off x="7001890" y="608761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49">
                <a:extLst>
                  <a:ext uri="{FF2B5EF4-FFF2-40B4-BE49-F238E27FC236}">
                    <a16:creationId xmlns:a16="http://schemas.microsoft.com/office/drawing/2014/main" id="{8D767F13-43AC-0F8B-DE3D-B35D54DA33B7}"/>
                  </a:ext>
                </a:extLst>
              </p:cNvPr>
              <p:cNvSpPr/>
              <p:nvPr/>
            </p:nvSpPr>
            <p:spPr>
              <a:xfrm>
                <a:off x="7003414" y="6102857"/>
                <a:ext cx="6229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2934">
                    <a:moveTo>
                      <a:pt x="622553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50">
                <a:extLst>
                  <a:ext uri="{FF2B5EF4-FFF2-40B4-BE49-F238E27FC236}">
                    <a16:creationId xmlns:a16="http://schemas.microsoft.com/office/drawing/2014/main" id="{9548C537-7709-7C78-9A48-4EF3A6EFEA3E}"/>
                  </a:ext>
                </a:extLst>
              </p:cNvPr>
              <p:cNvSpPr/>
              <p:nvPr/>
            </p:nvSpPr>
            <p:spPr>
              <a:xfrm>
                <a:off x="7001890" y="611809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51">
                <a:extLst>
                  <a:ext uri="{FF2B5EF4-FFF2-40B4-BE49-F238E27FC236}">
                    <a16:creationId xmlns:a16="http://schemas.microsoft.com/office/drawing/2014/main" id="{B3B707A7-325D-F194-3535-14C53CF58FB6}"/>
                  </a:ext>
                </a:extLst>
              </p:cNvPr>
              <p:cNvSpPr/>
              <p:nvPr/>
            </p:nvSpPr>
            <p:spPr>
              <a:xfrm>
                <a:off x="7003414" y="61333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2">
                <a:extLst>
                  <a:ext uri="{FF2B5EF4-FFF2-40B4-BE49-F238E27FC236}">
                    <a16:creationId xmlns:a16="http://schemas.microsoft.com/office/drawing/2014/main" id="{F41A7AE8-06CB-E5BD-4071-FA783E29111A}"/>
                  </a:ext>
                </a:extLst>
              </p:cNvPr>
              <p:cNvSpPr/>
              <p:nvPr/>
            </p:nvSpPr>
            <p:spPr>
              <a:xfrm>
                <a:off x="7002652" y="61485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3">
                <a:extLst>
                  <a:ext uri="{FF2B5EF4-FFF2-40B4-BE49-F238E27FC236}">
                    <a16:creationId xmlns:a16="http://schemas.microsoft.com/office/drawing/2014/main" id="{346EEBCF-F13B-B7A0-231F-6EEE9DB77A0F}"/>
                  </a:ext>
                </a:extLst>
              </p:cNvPr>
              <p:cNvSpPr/>
              <p:nvPr/>
            </p:nvSpPr>
            <p:spPr>
              <a:xfrm>
                <a:off x="7002652" y="6163817"/>
                <a:ext cx="62357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3570">
                    <a:moveTo>
                      <a:pt x="623316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54">
                <a:extLst>
                  <a:ext uri="{FF2B5EF4-FFF2-40B4-BE49-F238E27FC236}">
                    <a16:creationId xmlns:a16="http://schemas.microsoft.com/office/drawing/2014/main" id="{46514E87-4A70-E8ED-A229-2EAD4124F5E1}"/>
                  </a:ext>
                </a:extLst>
              </p:cNvPr>
              <p:cNvSpPr/>
              <p:nvPr/>
            </p:nvSpPr>
            <p:spPr>
              <a:xfrm>
                <a:off x="7002652" y="61790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55">
                <a:extLst>
                  <a:ext uri="{FF2B5EF4-FFF2-40B4-BE49-F238E27FC236}">
                    <a16:creationId xmlns:a16="http://schemas.microsoft.com/office/drawing/2014/main" id="{9F384481-9AE7-4A83-9290-3055D38A3FD1}"/>
                  </a:ext>
                </a:extLst>
              </p:cNvPr>
              <p:cNvSpPr/>
              <p:nvPr/>
            </p:nvSpPr>
            <p:spPr>
              <a:xfrm>
                <a:off x="7002652" y="619429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56">
                <a:extLst>
                  <a:ext uri="{FF2B5EF4-FFF2-40B4-BE49-F238E27FC236}">
                    <a16:creationId xmlns:a16="http://schemas.microsoft.com/office/drawing/2014/main" id="{10CF9269-38F9-671E-8E92-B61531D617E8}"/>
                  </a:ext>
                </a:extLst>
              </p:cNvPr>
              <p:cNvSpPr/>
              <p:nvPr/>
            </p:nvSpPr>
            <p:spPr>
              <a:xfrm>
                <a:off x="7003414" y="62095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8" name="object 57">
                <a:extLst>
                  <a:ext uri="{FF2B5EF4-FFF2-40B4-BE49-F238E27FC236}">
                    <a16:creationId xmlns:a16="http://schemas.microsoft.com/office/drawing/2014/main" id="{E9620059-B9E2-ED8D-B173-FB03900A5D04}"/>
                  </a:ext>
                </a:extLst>
              </p:cNvPr>
              <p:cNvSpPr/>
              <p:nvPr/>
            </p:nvSpPr>
            <p:spPr>
              <a:xfrm>
                <a:off x="7002652" y="62247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8">
                <a:extLst>
                  <a:ext uri="{FF2B5EF4-FFF2-40B4-BE49-F238E27FC236}">
                    <a16:creationId xmlns:a16="http://schemas.microsoft.com/office/drawing/2014/main" id="{5C2EA26D-053F-FC4E-EA97-B16BEE999D8E}"/>
                  </a:ext>
                </a:extLst>
              </p:cNvPr>
              <p:cNvSpPr/>
              <p:nvPr/>
            </p:nvSpPr>
            <p:spPr>
              <a:xfrm>
                <a:off x="7002652" y="624001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59">
                <a:extLst>
                  <a:ext uri="{FF2B5EF4-FFF2-40B4-BE49-F238E27FC236}">
                    <a16:creationId xmlns:a16="http://schemas.microsoft.com/office/drawing/2014/main" id="{4E7944C5-48E8-94E3-CAC5-71A0F08C8312}"/>
                  </a:ext>
                </a:extLst>
              </p:cNvPr>
              <p:cNvSpPr/>
              <p:nvPr/>
            </p:nvSpPr>
            <p:spPr>
              <a:xfrm>
                <a:off x="7002652" y="62552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60">
                <a:extLst>
                  <a:ext uri="{FF2B5EF4-FFF2-40B4-BE49-F238E27FC236}">
                    <a16:creationId xmlns:a16="http://schemas.microsoft.com/office/drawing/2014/main" id="{102795E3-9EA5-4E1D-E43D-26ED42C724D7}"/>
                  </a:ext>
                </a:extLst>
              </p:cNvPr>
              <p:cNvSpPr/>
              <p:nvPr/>
            </p:nvSpPr>
            <p:spPr>
              <a:xfrm>
                <a:off x="7002652" y="627125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61">
                <a:extLst>
                  <a:ext uri="{FF2B5EF4-FFF2-40B4-BE49-F238E27FC236}">
                    <a16:creationId xmlns:a16="http://schemas.microsoft.com/office/drawing/2014/main" id="{0017969C-2CA5-CAD5-3F92-7467C9A8E8C0}"/>
                  </a:ext>
                </a:extLst>
              </p:cNvPr>
              <p:cNvSpPr/>
              <p:nvPr/>
            </p:nvSpPr>
            <p:spPr>
              <a:xfrm>
                <a:off x="7002652" y="628649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62">
                <a:extLst>
                  <a:ext uri="{FF2B5EF4-FFF2-40B4-BE49-F238E27FC236}">
                    <a16:creationId xmlns:a16="http://schemas.microsoft.com/office/drawing/2014/main" id="{6474A20A-B26B-A66C-9A9E-86A70B9A9DA8}"/>
                  </a:ext>
                </a:extLst>
              </p:cNvPr>
              <p:cNvSpPr/>
              <p:nvPr/>
            </p:nvSpPr>
            <p:spPr>
              <a:xfrm>
                <a:off x="7002652" y="630173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63">
                <a:extLst>
                  <a:ext uri="{FF2B5EF4-FFF2-40B4-BE49-F238E27FC236}">
                    <a16:creationId xmlns:a16="http://schemas.microsoft.com/office/drawing/2014/main" id="{B0F56878-224E-F480-CBC1-493224611409}"/>
                  </a:ext>
                </a:extLst>
              </p:cNvPr>
              <p:cNvSpPr/>
              <p:nvPr/>
            </p:nvSpPr>
            <p:spPr>
              <a:xfrm>
                <a:off x="76000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BBC184C3-84D2-EA31-EC19-A41BF71A4641}"/>
                  </a:ext>
                </a:extLst>
              </p:cNvPr>
              <p:cNvSpPr/>
              <p:nvPr/>
            </p:nvSpPr>
            <p:spPr>
              <a:xfrm>
                <a:off x="757110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5">
                <a:extLst>
                  <a:ext uri="{FF2B5EF4-FFF2-40B4-BE49-F238E27FC236}">
                    <a16:creationId xmlns:a16="http://schemas.microsoft.com/office/drawing/2014/main" id="{8A8A3316-3533-6227-959E-B86AA2B7AA3B}"/>
                  </a:ext>
                </a:extLst>
              </p:cNvPr>
              <p:cNvSpPr/>
              <p:nvPr/>
            </p:nvSpPr>
            <p:spPr>
              <a:xfrm>
                <a:off x="7232776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66">
                <a:extLst>
                  <a:ext uri="{FF2B5EF4-FFF2-40B4-BE49-F238E27FC236}">
                    <a16:creationId xmlns:a16="http://schemas.microsoft.com/office/drawing/2014/main" id="{959AE4B9-4478-3A5C-F0E0-F94ACA806745}"/>
                  </a:ext>
                </a:extLst>
              </p:cNvPr>
              <p:cNvSpPr/>
              <p:nvPr/>
            </p:nvSpPr>
            <p:spPr>
              <a:xfrm>
                <a:off x="745756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8" name="object 67">
                <a:extLst>
                  <a:ext uri="{FF2B5EF4-FFF2-40B4-BE49-F238E27FC236}">
                    <a16:creationId xmlns:a16="http://schemas.microsoft.com/office/drawing/2014/main" id="{B3A74070-6FF4-E8A0-EB38-A592F456E05F}"/>
                  </a:ext>
                </a:extLst>
              </p:cNvPr>
              <p:cNvSpPr/>
              <p:nvPr/>
            </p:nvSpPr>
            <p:spPr>
              <a:xfrm>
                <a:off x="7033132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9" name="object 68">
                <a:extLst>
                  <a:ext uri="{FF2B5EF4-FFF2-40B4-BE49-F238E27FC236}">
                    <a16:creationId xmlns:a16="http://schemas.microsoft.com/office/drawing/2014/main" id="{AB88F74A-0604-B51F-EAD4-E7C9F7BBD1FE}"/>
                  </a:ext>
                </a:extLst>
              </p:cNvPr>
              <p:cNvSpPr/>
              <p:nvPr/>
            </p:nvSpPr>
            <p:spPr>
              <a:xfrm>
                <a:off x="706208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0" name="object 69">
                <a:extLst>
                  <a:ext uri="{FF2B5EF4-FFF2-40B4-BE49-F238E27FC236}">
                    <a16:creationId xmlns:a16="http://schemas.microsoft.com/office/drawing/2014/main" id="{20332304-4AEF-A9F3-BA37-A8D56A7215DB}"/>
                  </a:ext>
                </a:extLst>
              </p:cNvPr>
              <p:cNvSpPr/>
              <p:nvPr/>
            </p:nvSpPr>
            <p:spPr>
              <a:xfrm>
                <a:off x="70879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70">
                <a:extLst>
                  <a:ext uri="{FF2B5EF4-FFF2-40B4-BE49-F238E27FC236}">
                    <a16:creationId xmlns:a16="http://schemas.microsoft.com/office/drawing/2014/main" id="{80978992-6DC9-9371-3829-C13D9E747314}"/>
                  </a:ext>
                </a:extLst>
              </p:cNvPr>
              <p:cNvSpPr/>
              <p:nvPr/>
            </p:nvSpPr>
            <p:spPr>
              <a:xfrm>
                <a:off x="711847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1">
                <a:extLst>
                  <a:ext uri="{FF2B5EF4-FFF2-40B4-BE49-F238E27FC236}">
                    <a16:creationId xmlns:a16="http://schemas.microsoft.com/office/drawing/2014/main" id="{9F78F28C-FD1D-A178-3BCA-E76EBE83CF46}"/>
                  </a:ext>
                </a:extLst>
              </p:cNvPr>
              <p:cNvSpPr/>
              <p:nvPr/>
            </p:nvSpPr>
            <p:spPr>
              <a:xfrm>
                <a:off x="714438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72">
                <a:extLst>
                  <a:ext uri="{FF2B5EF4-FFF2-40B4-BE49-F238E27FC236}">
                    <a16:creationId xmlns:a16="http://schemas.microsoft.com/office/drawing/2014/main" id="{9F7CBB17-6F52-2C27-F092-FDEC732493A0}"/>
                  </a:ext>
                </a:extLst>
              </p:cNvPr>
              <p:cNvSpPr/>
              <p:nvPr/>
            </p:nvSpPr>
            <p:spPr>
              <a:xfrm>
                <a:off x="75451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4" name="object 73">
                <a:extLst>
                  <a:ext uri="{FF2B5EF4-FFF2-40B4-BE49-F238E27FC236}">
                    <a16:creationId xmlns:a16="http://schemas.microsoft.com/office/drawing/2014/main" id="{EF9ABB16-4148-D765-C060-BDDE37837D66}"/>
                  </a:ext>
                </a:extLst>
              </p:cNvPr>
              <p:cNvSpPr/>
              <p:nvPr/>
            </p:nvSpPr>
            <p:spPr>
              <a:xfrm>
                <a:off x="7175626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5" name="object 74">
                <a:extLst>
                  <a:ext uri="{FF2B5EF4-FFF2-40B4-BE49-F238E27FC236}">
                    <a16:creationId xmlns:a16="http://schemas.microsoft.com/office/drawing/2014/main" id="{47E61EAC-0537-9103-89BD-9DAE2CD84E68}"/>
                  </a:ext>
                </a:extLst>
              </p:cNvPr>
              <p:cNvSpPr/>
              <p:nvPr/>
            </p:nvSpPr>
            <p:spPr>
              <a:xfrm>
                <a:off x="74857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75">
                <a:extLst>
                  <a:ext uri="{FF2B5EF4-FFF2-40B4-BE49-F238E27FC236}">
                    <a16:creationId xmlns:a16="http://schemas.microsoft.com/office/drawing/2014/main" id="{0425AED1-EE87-1846-D7DF-350028024704}"/>
                  </a:ext>
                </a:extLst>
              </p:cNvPr>
              <p:cNvSpPr/>
              <p:nvPr/>
            </p:nvSpPr>
            <p:spPr>
              <a:xfrm>
                <a:off x="7517002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6">
                <a:extLst>
                  <a:ext uri="{FF2B5EF4-FFF2-40B4-BE49-F238E27FC236}">
                    <a16:creationId xmlns:a16="http://schemas.microsoft.com/office/drawing/2014/main" id="{8C12A14C-5C34-2C87-74D9-BFE133520232}"/>
                  </a:ext>
                </a:extLst>
              </p:cNvPr>
              <p:cNvSpPr/>
              <p:nvPr/>
            </p:nvSpPr>
            <p:spPr>
              <a:xfrm>
                <a:off x="743165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7">
                <a:extLst>
                  <a:ext uri="{FF2B5EF4-FFF2-40B4-BE49-F238E27FC236}">
                    <a16:creationId xmlns:a16="http://schemas.microsoft.com/office/drawing/2014/main" id="{7335B915-51BC-3E04-8F69-01D941DA2380}"/>
                  </a:ext>
                </a:extLst>
              </p:cNvPr>
              <p:cNvSpPr/>
              <p:nvPr/>
            </p:nvSpPr>
            <p:spPr>
              <a:xfrm>
                <a:off x="740041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9" name="object 78">
                <a:extLst>
                  <a:ext uri="{FF2B5EF4-FFF2-40B4-BE49-F238E27FC236}">
                    <a16:creationId xmlns:a16="http://schemas.microsoft.com/office/drawing/2014/main" id="{69D6EDF3-B254-DB5E-10B2-CF30F0CBB0CE}"/>
                  </a:ext>
                </a:extLst>
              </p:cNvPr>
              <p:cNvSpPr/>
              <p:nvPr/>
            </p:nvSpPr>
            <p:spPr>
              <a:xfrm>
                <a:off x="737222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0" name="object 79">
                <a:extLst>
                  <a:ext uri="{FF2B5EF4-FFF2-40B4-BE49-F238E27FC236}">
                    <a16:creationId xmlns:a16="http://schemas.microsoft.com/office/drawing/2014/main" id="{B3075161-DA58-F23D-8E6C-D8461D3D8C0C}"/>
                  </a:ext>
                </a:extLst>
              </p:cNvPr>
              <p:cNvSpPr/>
              <p:nvPr/>
            </p:nvSpPr>
            <p:spPr>
              <a:xfrm>
                <a:off x="734555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80">
                <a:extLst>
                  <a:ext uri="{FF2B5EF4-FFF2-40B4-BE49-F238E27FC236}">
                    <a16:creationId xmlns:a16="http://schemas.microsoft.com/office/drawing/2014/main" id="{7E5D2568-43CD-894B-900F-7D7D8B61E174}"/>
                  </a:ext>
                </a:extLst>
              </p:cNvPr>
              <p:cNvSpPr/>
              <p:nvPr/>
            </p:nvSpPr>
            <p:spPr>
              <a:xfrm>
                <a:off x="731507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81">
                <a:extLst>
                  <a:ext uri="{FF2B5EF4-FFF2-40B4-BE49-F238E27FC236}">
                    <a16:creationId xmlns:a16="http://schemas.microsoft.com/office/drawing/2014/main" id="{DA617F28-B3D3-AF4F-83F4-D5010A8164DF}"/>
                  </a:ext>
                </a:extLst>
              </p:cNvPr>
              <p:cNvSpPr/>
              <p:nvPr/>
            </p:nvSpPr>
            <p:spPr>
              <a:xfrm>
                <a:off x="728687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2">
                <a:extLst>
                  <a:ext uri="{FF2B5EF4-FFF2-40B4-BE49-F238E27FC236}">
                    <a16:creationId xmlns:a16="http://schemas.microsoft.com/office/drawing/2014/main" id="{E898B7DB-7F26-AEBF-7093-C515A4469E68}"/>
                  </a:ext>
                </a:extLst>
              </p:cNvPr>
              <p:cNvSpPr/>
              <p:nvPr/>
            </p:nvSpPr>
            <p:spPr>
              <a:xfrm>
                <a:off x="726097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3">
                <a:extLst>
                  <a:ext uri="{FF2B5EF4-FFF2-40B4-BE49-F238E27FC236}">
                    <a16:creationId xmlns:a16="http://schemas.microsoft.com/office/drawing/2014/main" id="{82D5D2C3-10F8-9043-2237-3AD8FB5194C1}"/>
                  </a:ext>
                </a:extLst>
              </p:cNvPr>
              <p:cNvSpPr/>
              <p:nvPr/>
            </p:nvSpPr>
            <p:spPr>
              <a:xfrm>
                <a:off x="7203820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4">
                <a:extLst>
                  <a:ext uri="{FF2B5EF4-FFF2-40B4-BE49-F238E27FC236}">
                    <a16:creationId xmlns:a16="http://schemas.microsoft.com/office/drawing/2014/main" id="{2798F352-51A0-C545-4450-7888F0F7D123}"/>
                  </a:ext>
                </a:extLst>
              </p:cNvPr>
              <p:cNvSpPr/>
              <p:nvPr/>
            </p:nvSpPr>
            <p:spPr>
              <a:xfrm>
                <a:off x="7054468" y="5979413"/>
                <a:ext cx="573405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217170">
                    <a:moveTo>
                      <a:pt x="573023" y="217169"/>
                    </a:moveTo>
                    <a:lnTo>
                      <a:pt x="573023" y="197357"/>
                    </a:lnTo>
                    <a:lnTo>
                      <a:pt x="436625" y="83057"/>
                    </a:lnTo>
                    <a:lnTo>
                      <a:pt x="384809" y="101345"/>
                    </a:lnTo>
                    <a:lnTo>
                      <a:pt x="321563" y="76961"/>
                    </a:lnTo>
                    <a:lnTo>
                      <a:pt x="246125" y="110489"/>
                    </a:lnTo>
                    <a:lnTo>
                      <a:pt x="166115" y="59435"/>
                    </a:lnTo>
                    <a:lnTo>
                      <a:pt x="93725" y="84581"/>
                    </a:lnTo>
                    <a:lnTo>
                      <a:pt x="38861" y="32003"/>
                    </a:lnTo>
                    <a:lnTo>
                      <a:pt x="61721" y="26669"/>
                    </a:lnTo>
                    <a:lnTo>
                      <a:pt x="4571" y="0"/>
                    </a:lnTo>
                    <a:lnTo>
                      <a:pt x="0" y="41909"/>
                    </a:lnTo>
                    <a:lnTo>
                      <a:pt x="21335" y="36575"/>
                    </a:lnTo>
                    <a:lnTo>
                      <a:pt x="93725" y="104393"/>
                    </a:lnTo>
                    <a:lnTo>
                      <a:pt x="166115" y="78485"/>
                    </a:lnTo>
                    <a:lnTo>
                      <a:pt x="246125" y="129539"/>
                    </a:lnTo>
                    <a:lnTo>
                      <a:pt x="321563" y="96011"/>
                    </a:lnTo>
                    <a:lnTo>
                      <a:pt x="384809" y="121157"/>
                    </a:lnTo>
                    <a:lnTo>
                      <a:pt x="436625" y="102869"/>
                    </a:lnTo>
                    <a:lnTo>
                      <a:pt x="573023" y="217169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6" name="object 85">
              <a:extLst>
                <a:ext uri="{FF2B5EF4-FFF2-40B4-BE49-F238E27FC236}">
                  <a16:creationId xmlns:a16="http://schemas.microsoft.com/office/drawing/2014/main" id="{59B91EE0-E40E-28F1-8C39-6F6D0CD635C3}"/>
                </a:ext>
              </a:extLst>
            </p:cNvPr>
            <p:cNvSpPr txBox="1"/>
            <p:nvPr/>
          </p:nvSpPr>
          <p:spPr>
            <a:xfrm>
              <a:off x="6624961" y="4777994"/>
              <a:ext cx="279019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2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sp>
          <p:nvSpPr>
            <p:cNvPr id="87" name="object 86">
              <a:extLst>
                <a:ext uri="{FF2B5EF4-FFF2-40B4-BE49-F238E27FC236}">
                  <a16:creationId xmlns:a16="http://schemas.microsoft.com/office/drawing/2014/main" id="{2F7E8E9A-4DB0-3F41-6CA8-D5017DB71ABE}"/>
                </a:ext>
              </a:extLst>
            </p:cNvPr>
            <p:cNvSpPr txBox="1"/>
            <p:nvPr/>
          </p:nvSpPr>
          <p:spPr>
            <a:xfrm>
              <a:off x="6988936" y="4287011"/>
              <a:ext cx="683895" cy="453390"/>
            </a:xfrm>
            <a:prstGeom prst="rect">
              <a:avLst/>
            </a:prstGeom>
          </p:spPr>
          <p:txBody>
            <a:bodyPr vert="horz" wrap="square" lIns="0" tIns="3556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80"/>
                </a:spcBef>
                <a:tabLst>
                  <a:tab pos="600075" algn="l"/>
                </a:tabLst>
              </a:pPr>
              <a:r>
                <a:rPr sz="2000" b="1" u="dbl" dirty="0">
                  <a:solidFill>
                    <a:srgbClr val="CC0000"/>
                  </a:solidFill>
                  <a:uFill>
                    <a:solidFill>
                      <a:srgbClr val="3E3E3E"/>
                    </a:solidFill>
                  </a:uFill>
                  <a:latin typeface="Arial"/>
                  <a:cs typeface="Arial"/>
                </a:rPr>
                <a:t>	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88" name="object 87">
              <a:extLst>
                <a:ext uri="{FF2B5EF4-FFF2-40B4-BE49-F238E27FC236}">
                  <a16:creationId xmlns:a16="http://schemas.microsoft.com/office/drawing/2014/main" id="{6F0BD695-60B3-3323-78D4-269C3D0C7345}"/>
                </a:ext>
              </a:extLst>
            </p:cNvPr>
            <p:cNvSpPr txBox="1"/>
            <p:nvPr/>
          </p:nvSpPr>
          <p:spPr>
            <a:xfrm>
              <a:off x="7684903" y="4310126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1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89" name="object 88">
              <a:extLst>
                <a:ext uri="{FF2B5EF4-FFF2-40B4-BE49-F238E27FC236}">
                  <a16:creationId xmlns:a16="http://schemas.microsoft.com/office/drawing/2014/main" id="{63D06F9D-3A79-98C9-8C36-5FAC5F3391BD}"/>
                </a:ext>
              </a:extLst>
            </p:cNvPr>
            <p:cNvSpPr txBox="1"/>
            <p:nvPr/>
          </p:nvSpPr>
          <p:spPr>
            <a:xfrm>
              <a:off x="7684903" y="5053068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2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90" name="object 89">
              <a:extLst>
                <a:ext uri="{FF2B5EF4-FFF2-40B4-BE49-F238E27FC236}">
                  <a16:creationId xmlns:a16="http://schemas.microsoft.com/office/drawing/2014/main" id="{77E3871D-7D10-8906-8065-5A0FF9B7CC48}"/>
                </a:ext>
              </a:extLst>
            </p:cNvPr>
            <p:cNvSpPr txBox="1"/>
            <p:nvPr/>
          </p:nvSpPr>
          <p:spPr>
            <a:xfrm>
              <a:off x="7684903" y="5921742"/>
              <a:ext cx="97345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n</a:t>
              </a:r>
              <a:endParaRPr sz="2000">
                <a:latin typeface="Arial"/>
                <a:cs typeface="Arial"/>
              </a:endParaRPr>
            </a:p>
          </p:txBody>
        </p:sp>
        <p:pic>
          <p:nvPicPr>
            <p:cNvPr id="91" name="object 90">
              <a:extLst>
                <a:ext uri="{FF2B5EF4-FFF2-40B4-BE49-F238E27FC236}">
                  <a16:creationId xmlns:a16="http://schemas.microsoft.com/office/drawing/2014/main" id="{C8D002BA-8BAC-E2DD-1A7F-416BD8D8E58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9303" y="4043934"/>
              <a:ext cx="633436" cy="1466898"/>
            </a:xfrm>
            <a:prstGeom prst="rect">
              <a:avLst/>
            </a:prstGeom>
          </p:spPr>
        </p:pic>
        <p:pic>
          <p:nvPicPr>
            <p:cNvPr id="92" name="object 91">
              <a:extLst>
                <a:ext uri="{FF2B5EF4-FFF2-40B4-BE49-F238E27FC236}">
                  <a16:creationId xmlns:a16="http://schemas.microsoft.com/office/drawing/2014/main" id="{B34020B2-89A3-B3C7-641B-A0F77657F0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558309" y="5617083"/>
              <a:ext cx="818367" cy="941451"/>
            </a:xfrm>
            <a:prstGeom prst="rect">
              <a:avLst/>
            </a:prstGeom>
          </p:spPr>
        </p:pic>
        <p:grpSp>
          <p:nvGrpSpPr>
            <p:cNvPr id="93" name="object 93">
              <a:extLst>
                <a:ext uri="{FF2B5EF4-FFF2-40B4-BE49-F238E27FC236}">
                  <a16:creationId xmlns:a16="http://schemas.microsoft.com/office/drawing/2014/main" id="{8BB2FBD8-4D92-EC35-EAF7-EF8D286CB6C3}"/>
                </a:ext>
              </a:extLst>
            </p:cNvPr>
            <p:cNvGrpSpPr/>
            <p:nvPr/>
          </p:nvGrpSpPr>
          <p:grpSpPr>
            <a:xfrm>
              <a:off x="1228801" y="4417885"/>
              <a:ext cx="8045450" cy="2736850"/>
              <a:chOff x="1228801" y="4417885"/>
              <a:chExt cx="8045450" cy="2736850"/>
            </a:xfrm>
          </p:grpSpPr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3AE78528-2AB4-D851-1303-8A1DAD60583D}"/>
                  </a:ext>
                </a:extLst>
              </p:cNvPr>
              <p:cNvSpPr/>
              <p:nvPr/>
            </p:nvSpPr>
            <p:spPr>
              <a:xfrm>
                <a:off x="3739019" y="6862571"/>
                <a:ext cx="24765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5400">
                    <a:moveTo>
                      <a:pt x="0" y="25146"/>
                    </a:moveTo>
                    <a:lnTo>
                      <a:pt x="247650" y="25146"/>
                    </a:lnTo>
                    <a:lnTo>
                      <a:pt x="247650" y="0"/>
                    </a:lnTo>
                    <a:lnTo>
                      <a:pt x="0" y="0"/>
                    </a:lnTo>
                    <a:lnTo>
                      <a:pt x="0" y="251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72A3844E-BF2B-2653-8DB0-55239A2AF655}"/>
                  </a:ext>
                </a:extLst>
              </p:cNvPr>
              <p:cNvSpPr/>
              <p:nvPr/>
            </p:nvSpPr>
            <p:spPr>
              <a:xfrm>
                <a:off x="3687965" y="6862571"/>
                <a:ext cx="34163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41629" h="25400">
                    <a:moveTo>
                      <a:pt x="0" y="0"/>
                    </a:moveTo>
                    <a:lnTo>
                      <a:pt x="0" y="25146"/>
                    </a:lnTo>
                    <a:lnTo>
                      <a:pt x="341375" y="25146"/>
                    </a:lnTo>
                    <a:lnTo>
                      <a:pt x="34137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4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6">
                <a:extLst>
                  <a:ext uri="{FF2B5EF4-FFF2-40B4-BE49-F238E27FC236}">
                    <a16:creationId xmlns:a16="http://schemas.microsoft.com/office/drawing/2014/main" id="{BC58349F-01BE-0FEF-2D61-44187C6ABDF4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332993" y="86105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32993" y="86105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7">
                <a:extLst>
                  <a:ext uri="{FF2B5EF4-FFF2-40B4-BE49-F238E27FC236}">
                    <a16:creationId xmlns:a16="http://schemas.microsoft.com/office/drawing/2014/main" id="{7F0DAAD6-A234-FE80-68A4-7D0922EE44AB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0" y="0"/>
                    </a:moveTo>
                    <a:lnTo>
                      <a:pt x="0" y="86105"/>
                    </a:lnTo>
                    <a:lnTo>
                      <a:pt x="332993" y="86105"/>
                    </a:lnTo>
                    <a:lnTo>
                      <a:pt x="332993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>
                <a:extLst>
                  <a:ext uri="{FF2B5EF4-FFF2-40B4-BE49-F238E27FC236}">
                    <a16:creationId xmlns:a16="http://schemas.microsoft.com/office/drawing/2014/main" id="{8919F556-70A4-55A4-C4A5-F4594A30B264}"/>
                  </a:ext>
                </a:extLst>
              </p:cNvPr>
              <p:cNvSpPr/>
              <p:nvPr/>
            </p:nvSpPr>
            <p:spPr>
              <a:xfrm>
                <a:off x="3988193" y="6843534"/>
                <a:ext cx="330200" cy="89535"/>
              </a:xfrm>
              <a:custGeom>
                <a:avLst/>
                <a:gdLst/>
                <a:ahLst/>
                <a:cxnLst/>
                <a:rect l="l" t="t" r="r" b="b"/>
                <a:pathLst>
                  <a:path w="330200" h="89534">
                    <a:moveTo>
                      <a:pt x="48768" y="0"/>
                    </a:moveTo>
                    <a:lnTo>
                      <a:pt x="41148" y="0"/>
                    </a:lnTo>
                    <a:lnTo>
                      <a:pt x="41148" y="22098"/>
                    </a:lnTo>
                    <a:lnTo>
                      <a:pt x="48768" y="22098"/>
                    </a:lnTo>
                    <a:lnTo>
                      <a:pt x="48768" y="0"/>
                    </a:lnTo>
                    <a:close/>
                  </a:path>
                  <a:path w="330200" h="89534">
                    <a:moveTo>
                      <a:pt x="329946" y="61722"/>
                    </a:moveTo>
                    <a:lnTo>
                      <a:pt x="0" y="61722"/>
                    </a:lnTo>
                    <a:lnTo>
                      <a:pt x="0" y="70091"/>
                    </a:lnTo>
                    <a:lnTo>
                      <a:pt x="195072" y="70091"/>
                    </a:lnTo>
                    <a:lnTo>
                      <a:pt x="195072" y="89154"/>
                    </a:lnTo>
                    <a:lnTo>
                      <a:pt x="204216" y="89154"/>
                    </a:lnTo>
                    <a:lnTo>
                      <a:pt x="204216" y="70091"/>
                    </a:lnTo>
                    <a:lnTo>
                      <a:pt x="221742" y="70091"/>
                    </a:lnTo>
                    <a:lnTo>
                      <a:pt x="221742" y="89154"/>
                    </a:lnTo>
                    <a:lnTo>
                      <a:pt x="230111" y="89154"/>
                    </a:lnTo>
                    <a:lnTo>
                      <a:pt x="230111" y="70091"/>
                    </a:lnTo>
                    <a:lnTo>
                      <a:pt x="246126" y="70091"/>
                    </a:lnTo>
                    <a:lnTo>
                      <a:pt x="246126" y="89154"/>
                    </a:lnTo>
                    <a:lnTo>
                      <a:pt x="255270" y="89154"/>
                    </a:lnTo>
                    <a:lnTo>
                      <a:pt x="255270" y="70091"/>
                    </a:lnTo>
                    <a:lnTo>
                      <a:pt x="269748" y="70091"/>
                    </a:lnTo>
                    <a:lnTo>
                      <a:pt x="269748" y="89154"/>
                    </a:lnTo>
                    <a:lnTo>
                      <a:pt x="278892" y="89154"/>
                    </a:lnTo>
                    <a:lnTo>
                      <a:pt x="278892" y="70091"/>
                    </a:lnTo>
                    <a:lnTo>
                      <a:pt x="329946" y="70091"/>
                    </a:lnTo>
                    <a:lnTo>
                      <a:pt x="329946" y="6172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>
                <a:extLst>
                  <a:ext uri="{FF2B5EF4-FFF2-40B4-BE49-F238E27FC236}">
                    <a16:creationId xmlns:a16="http://schemas.microsoft.com/office/drawing/2014/main" id="{C505C2D5-D2F0-0B70-867B-186BD276B1F2}"/>
                  </a:ext>
                </a:extLst>
              </p:cNvPr>
              <p:cNvSpPr/>
              <p:nvPr/>
            </p:nvSpPr>
            <p:spPr>
              <a:xfrm>
                <a:off x="3356495" y="6816851"/>
                <a:ext cx="382905" cy="8699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995">
                    <a:moveTo>
                      <a:pt x="382524" y="86868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868"/>
                    </a:lnTo>
                    <a:lnTo>
                      <a:pt x="382524" y="8686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>
                <a:extLst>
                  <a:ext uri="{FF2B5EF4-FFF2-40B4-BE49-F238E27FC236}">
                    <a16:creationId xmlns:a16="http://schemas.microsoft.com/office/drawing/2014/main" id="{B84F7019-AF53-1FA6-9F75-968A8B65A2B8}"/>
                  </a:ext>
                </a:extLst>
              </p:cNvPr>
              <p:cNvSpPr/>
              <p:nvPr/>
            </p:nvSpPr>
            <p:spPr>
              <a:xfrm>
                <a:off x="3355733" y="6816089"/>
                <a:ext cx="38354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383539" h="87629">
                    <a:moveTo>
                      <a:pt x="0" y="0"/>
                    </a:moveTo>
                    <a:lnTo>
                      <a:pt x="0" y="87629"/>
                    </a:lnTo>
                    <a:lnTo>
                      <a:pt x="383286" y="87629"/>
                    </a:lnTo>
                    <a:lnTo>
                      <a:pt x="383286" y="0"/>
                    </a:lnTo>
                    <a:lnTo>
                      <a:pt x="0" y="0"/>
                    </a:lnTo>
                    <a:close/>
                  </a:path>
                  <a:path w="383539" h="87629">
                    <a:moveTo>
                      <a:pt x="36575" y="55625"/>
                    </a:moveTo>
                    <a:lnTo>
                      <a:pt x="36575" y="87629"/>
                    </a:lnTo>
                    <a:lnTo>
                      <a:pt x="345186" y="87629"/>
                    </a:lnTo>
                    <a:lnTo>
                      <a:pt x="345186" y="55625"/>
                    </a:lnTo>
                    <a:lnTo>
                      <a:pt x="36575" y="556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>
                <a:extLst>
                  <a:ext uri="{FF2B5EF4-FFF2-40B4-BE49-F238E27FC236}">
                    <a16:creationId xmlns:a16="http://schemas.microsoft.com/office/drawing/2014/main" id="{0A55D3D7-9CDD-7ACF-B9A5-21D484348481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420623" y="71627"/>
                    </a:move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2">
                <a:extLst>
                  <a:ext uri="{FF2B5EF4-FFF2-40B4-BE49-F238E27FC236}">
                    <a16:creationId xmlns:a16="http://schemas.microsoft.com/office/drawing/2014/main" id="{4FB94F4B-AD41-7E8E-0829-557FA7EE5A90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0" y="71627"/>
                    </a:move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3">
                <a:extLst>
                  <a:ext uri="{FF2B5EF4-FFF2-40B4-BE49-F238E27FC236}">
                    <a16:creationId xmlns:a16="http://schemas.microsoft.com/office/drawing/2014/main" id="{3C88187E-31F9-6689-ACA4-D2F6EC3ADAC2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25908" y="16001"/>
                    </a:moveTo>
                    <a:lnTo>
                      <a:pt x="25908" y="0"/>
                    </a:lnTo>
                    <a:lnTo>
                      <a:pt x="0" y="0"/>
                    </a:lnTo>
                    <a:lnTo>
                      <a:pt x="0" y="16001"/>
                    </a:lnTo>
                    <a:lnTo>
                      <a:pt x="25908" y="160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4">
                <a:extLst>
                  <a:ext uri="{FF2B5EF4-FFF2-40B4-BE49-F238E27FC236}">
                    <a16:creationId xmlns:a16="http://schemas.microsoft.com/office/drawing/2014/main" id="{32F1BCE5-A976-4946-4907-EB75A7AA02B4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0" y="0"/>
                    </a:moveTo>
                    <a:lnTo>
                      <a:pt x="0" y="16001"/>
                    </a:lnTo>
                    <a:lnTo>
                      <a:pt x="25908" y="16001"/>
                    </a:lnTo>
                    <a:lnTo>
                      <a:pt x="259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5">
                <a:extLst>
                  <a:ext uri="{FF2B5EF4-FFF2-40B4-BE49-F238E27FC236}">
                    <a16:creationId xmlns:a16="http://schemas.microsoft.com/office/drawing/2014/main" id="{68E9B916-3CFC-6060-FD75-5CD94D342DE3}"/>
                  </a:ext>
                </a:extLst>
              </p:cNvPr>
              <p:cNvSpPr/>
              <p:nvPr/>
            </p:nvSpPr>
            <p:spPr>
              <a:xfrm>
                <a:off x="3340493" y="6742175"/>
                <a:ext cx="42418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1904">
                    <a:moveTo>
                      <a:pt x="0" y="0"/>
                    </a:moveTo>
                    <a:lnTo>
                      <a:pt x="423672" y="1523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6">
                <a:extLst>
                  <a:ext uri="{FF2B5EF4-FFF2-40B4-BE49-F238E27FC236}">
                    <a16:creationId xmlns:a16="http://schemas.microsoft.com/office/drawing/2014/main" id="{749FE750-309A-87DE-8796-F2D5D7DCD387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304800" y="9906"/>
                    </a:moveTo>
                    <a:lnTo>
                      <a:pt x="304800" y="0"/>
                    </a:lnTo>
                    <a:lnTo>
                      <a:pt x="0" y="0"/>
                    </a:lnTo>
                    <a:lnTo>
                      <a:pt x="0" y="9906"/>
                    </a:lnTo>
                    <a:lnTo>
                      <a:pt x="304800" y="990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7">
                <a:extLst>
                  <a:ext uri="{FF2B5EF4-FFF2-40B4-BE49-F238E27FC236}">
                    <a16:creationId xmlns:a16="http://schemas.microsoft.com/office/drawing/2014/main" id="{F97C609E-66E4-BD94-4C21-06BA388C10E0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0" y="0"/>
                    </a:moveTo>
                    <a:lnTo>
                      <a:pt x="0" y="9906"/>
                    </a:lnTo>
                    <a:lnTo>
                      <a:pt x="304800" y="9906"/>
                    </a:lnTo>
                    <a:lnTo>
                      <a:pt x="3048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8">
                <a:extLst>
                  <a:ext uri="{FF2B5EF4-FFF2-40B4-BE49-F238E27FC236}">
                    <a16:creationId xmlns:a16="http://schemas.microsoft.com/office/drawing/2014/main" id="{B5827A1C-552C-C067-177B-C381EA9D4287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83058" y="10667"/>
                    </a:moveTo>
                    <a:lnTo>
                      <a:pt x="83058" y="0"/>
                    </a:lnTo>
                    <a:lnTo>
                      <a:pt x="0" y="17525"/>
                    </a:lnTo>
                    <a:lnTo>
                      <a:pt x="0" y="28955"/>
                    </a:lnTo>
                    <a:lnTo>
                      <a:pt x="83058" y="1066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9">
                <a:extLst>
                  <a:ext uri="{FF2B5EF4-FFF2-40B4-BE49-F238E27FC236}">
                    <a16:creationId xmlns:a16="http://schemas.microsoft.com/office/drawing/2014/main" id="{AD9A9C14-A158-374C-D782-DAB48F52F4A0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0" y="17525"/>
                    </a:moveTo>
                    <a:lnTo>
                      <a:pt x="83058" y="0"/>
                    </a:lnTo>
                    <a:lnTo>
                      <a:pt x="83058" y="10667"/>
                    </a:lnTo>
                    <a:lnTo>
                      <a:pt x="0" y="28955"/>
                    </a:lnTo>
                    <a:lnTo>
                      <a:pt x="0" y="175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10">
                <a:extLst>
                  <a:ext uri="{FF2B5EF4-FFF2-40B4-BE49-F238E27FC236}">
                    <a16:creationId xmlns:a16="http://schemas.microsoft.com/office/drawing/2014/main" id="{A7584111-BF7F-D7AD-63F8-45C8A8D298B8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23622" y="19050"/>
                    </a:moveTo>
                    <a:lnTo>
                      <a:pt x="23622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23622" y="1905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1">
                <a:extLst>
                  <a:ext uri="{FF2B5EF4-FFF2-40B4-BE49-F238E27FC236}">
                    <a16:creationId xmlns:a16="http://schemas.microsoft.com/office/drawing/2014/main" id="{DDB5DD59-E837-6FA4-B180-743F7AAD6A15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0" y="0"/>
                    </a:moveTo>
                    <a:lnTo>
                      <a:pt x="0" y="19050"/>
                    </a:lnTo>
                    <a:lnTo>
                      <a:pt x="23622" y="19050"/>
                    </a:lnTo>
                    <a:lnTo>
                      <a:pt x="236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2">
                <a:extLst>
                  <a:ext uri="{FF2B5EF4-FFF2-40B4-BE49-F238E27FC236}">
                    <a16:creationId xmlns:a16="http://schemas.microsoft.com/office/drawing/2014/main" id="{FAF7E370-AD52-910B-7561-B3D545E35249}"/>
                  </a:ext>
                </a:extLst>
              </p:cNvPr>
              <p:cNvSpPr/>
              <p:nvPr/>
            </p:nvSpPr>
            <p:spPr>
              <a:xfrm>
                <a:off x="3377069" y="6754367"/>
                <a:ext cx="254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9050">
                    <a:moveTo>
                      <a:pt x="25146" y="0"/>
                    </a:moveTo>
                    <a:lnTo>
                      <a:pt x="0" y="0"/>
                    </a:lnTo>
                    <a:lnTo>
                      <a:pt x="0" y="19049"/>
                    </a:lnTo>
                    <a:lnTo>
                      <a:pt x="3048" y="19049"/>
                    </a:lnTo>
                    <a:lnTo>
                      <a:pt x="3048" y="3809"/>
                    </a:lnTo>
                    <a:lnTo>
                      <a:pt x="24384" y="3809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3" name="object 113">
                <a:extLst>
                  <a:ext uri="{FF2B5EF4-FFF2-40B4-BE49-F238E27FC236}">
                    <a16:creationId xmlns:a16="http://schemas.microsoft.com/office/drawing/2014/main" id="{2A0948BA-6F16-942C-93A3-230FED00E28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093697" y="6719157"/>
                <a:ext cx="236537" cy="100901"/>
              </a:xfrm>
              <a:prstGeom prst="rect">
                <a:avLst/>
              </a:prstGeom>
            </p:spPr>
          </p:pic>
          <p:sp>
            <p:nvSpPr>
              <p:cNvPr id="114" name="object 114">
                <a:extLst>
                  <a:ext uri="{FF2B5EF4-FFF2-40B4-BE49-F238E27FC236}">
                    <a16:creationId xmlns:a16="http://schemas.microsoft.com/office/drawing/2014/main" id="{9589026B-0E0B-43A3-62DF-268FFED378E0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830580" y="125729"/>
                    </a:moveTo>
                    <a:lnTo>
                      <a:pt x="829818" y="119633"/>
                    </a:lnTo>
                    <a:lnTo>
                      <a:pt x="729996" y="0"/>
                    </a:lnTo>
                    <a:lnTo>
                      <a:pt x="102870" y="0"/>
                    </a:lnTo>
                    <a:lnTo>
                      <a:pt x="1524" y="117348"/>
                    </a:lnTo>
                    <a:lnTo>
                      <a:pt x="0" y="124205"/>
                    </a:lnTo>
                    <a:lnTo>
                      <a:pt x="3048" y="129539"/>
                    </a:lnTo>
                    <a:lnTo>
                      <a:pt x="12192" y="131826"/>
                    </a:lnTo>
                    <a:lnTo>
                      <a:pt x="820674" y="131825"/>
                    </a:lnTo>
                    <a:lnTo>
                      <a:pt x="826770" y="130301"/>
                    </a:lnTo>
                    <a:lnTo>
                      <a:pt x="830580" y="12572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5">
                <a:extLst>
                  <a:ext uri="{FF2B5EF4-FFF2-40B4-BE49-F238E27FC236}">
                    <a16:creationId xmlns:a16="http://schemas.microsoft.com/office/drawing/2014/main" id="{76F6CB80-E838-29C3-8F59-3BE307C9769C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102870" y="0"/>
                    </a:moveTo>
                    <a:lnTo>
                      <a:pt x="729996" y="0"/>
                    </a:lnTo>
                    <a:lnTo>
                      <a:pt x="829818" y="119633"/>
                    </a:lnTo>
                    <a:lnTo>
                      <a:pt x="830580" y="125729"/>
                    </a:lnTo>
                    <a:lnTo>
                      <a:pt x="826770" y="130301"/>
                    </a:lnTo>
                    <a:lnTo>
                      <a:pt x="820674" y="131825"/>
                    </a:lnTo>
                    <a:lnTo>
                      <a:pt x="12192" y="131826"/>
                    </a:lnTo>
                    <a:lnTo>
                      <a:pt x="3048" y="129539"/>
                    </a:lnTo>
                    <a:lnTo>
                      <a:pt x="0" y="124205"/>
                    </a:lnTo>
                    <a:lnTo>
                      <a:pt x="1524" y="117348"/>
                    </a:lnTo>
                    <a:lnTo>
                      <a:pt x="10287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6" name="object 116">
                <a:extLst>
                  <a:ext uri="{FF2B5EF4-FFF2-40B4-BE49-F238E27FC236}">
                    <a16:creationId xmlns:a16="http://schemas.microsoft.com/office/drawing/2014/main" id="{8AF4FA25-E6B5-6F89-20E6-03F680032247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550926" y="82295"/>
                    </a:moveTo>
                    <a:lnTo>
                      <a:pt x="525780" y="0"/>
                    </a:lnTo>
                    <a:lnTo>
                      <a:pt x="74675" y="0"/>
                    </a:lnTo>
                    <a:lnTo>
                      <a:pt x="0" y="82296"/>
                    </a:lnTo>
                    <a:lnTo>
                      <a:pt x="550926" y="8229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7" name="object 117">
                <a:extLst>
                  <a:ext uri="{FF2B5EF4-FFF2-40B4-BE49-F238E27FC236}">
                    <a16:creationId xmlns:a16="http://schemas.microsoft.com/office/drawing/2014/main" id="{FCA5F003-FFE6-402E-1977-24BF1F3BE7CB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74675" y="0"/>
                    </a:moveTo>
                    <a:lnTo>
                      <a:pt x="525780" y="0"/>
                    </a:lnTo>
                    <a:lnTo>
                      <a:pt x="550926" y="82295"/>
                    </a:lnTo>
                    <a:lnTo>
                      <a:pt x="0" y="82296"/>
                    </a:lnTo>
                    <a:lnTo>
                      <a:pt x="746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8" name="object 118">
                <a:extLst>
                  <a:ext uri="{FF2B5EF4-FFF2-40B4-BE49-F238E27FC236}">
                    <a16:creationId xmlns:a16="http://schemas.microsoft.com/office/drawing/2014/main" id="{49677836-E14D-17D9-7A6A-33A3BDEC0CA1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5083124" y="6856412"/>
                <a:ext cx="171576" cy="85471"/>
              </a:xfrm>
              <a:prstGeom prst="rect">
                <a:avLst/>
              </a:prstGeom>
            </p:spPr>
          </p:pic>
          <p:sp>
            <p:nvSpPr>
              <p:cNvPr id="119" name="object 119">
                <a:extLst>
                  <a:ext uri="{FF2B5EF4-FFF2-40B4-BE49-F238E27FC236}">
                    <a16:creationId xmlns:a16="http://schemas.microsoft.com/office/drawing/2014/main" id="{B469DEDB-16F6-C819-A471-5A93B23B173A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449579" y="317753"/>
                    </a:moveTo>
                    <a:lnTo>
                      <a:pt x="449579" y="0"/>
                    </a:lnTo>
                    <a:lnTo>
                      <a:pt x="0" y="0"/>
                    </a:lnTo>
                    <a:lnTo>
                      <a:pt x="0" y="317753"/>
                    </a:lnTo>
                    <a:lnTo>
                      <a:pt x="449579" y="31775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>
                <a:extLst>
                  <a:ext uri="{FF2B5EF4-FFF2-40B4-BE49-F238E27FC236}">
                    <a16:creationId xmlns:a16="http://schemas.microsoft.com/office/drawing/2014/main" id="{15E7AB8F-B240-9999-6874-80AB25C40EF3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0" y="0"/>
                    </a:moveTo>
                    <a:lnTo>
                      <a:pt x="0" y="317753"/>
                    </a:lnTo>
                    <a:lnTo>
                      <a:pt x="449579" y="317753"/>
                    </a:lnTo>
                    <a:lnTo>
                      <a:pt x="44957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1">
                <a:extLst>
                  <a:ext uri="{FF2B5EF4-FFF2-40B4-BE49-F238E27FC236}">
                    <a16:creationId xmlns:a16="http://schemas.microsoft.com/office/drawing/2014/main" id="{70D70E22-6D93-A6CA-87E8-1F4F1B901D73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328422" y="214122"/>
                    </a:moveTo>
                    <a:lnTo>
                      <a:pt x="328422" y="0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328422" y="214122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2">
                <a:extLst>
                  <a:ext uri="{FF2B5EF4-FFF2-40B4-BE49-F238E27FC236}">
                    <a16:creationId xmlns:a16="http://schemas.microsoft.com/office/drawing/2014/main" id="{8DA759C7-ED57-A532-6980-B0F5FAFC420B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0" y="0"/>
                    </a:moveTo>
                    <a:lnTo>
                      <a:pt x="0" y="214122"/>
                    </a:lnTo>
                    <a:lnTo>
                      <a:pt x="328422" y="214122"/>
                    </a:lnTo>
                    <a:lnTo>
                      <a:pt x="3284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3">
                <a:extLst>
                  <a:ext uri="{FF2B5EF4-FFF2-40B4-BE49-F238E27FC236}">
                    <a16:creationId xmlns:a16="http://schemas.microsoft.com/office/drawing/2014/main" id="{7E30D10F-BA12-3C72-F25E-26EFC5F0AE8C}"/>
                  </a:ext>
                </a:extLst>
              </p:cNvPr>
              <p:cNvSpPr/>
              <p:nvPr/>
            </p:nvSpPr>
            <p:spPr>
              <a:xfrm>
                <a:off x="5008511" y="6789419"/>
                <a:ext cx="4127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19050">
                    <a:moveTo>
                      <a:pt x="41148" y="1905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41148" y="190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4">
                <a:extLst>
                  <a:ext uri="{FF2B5EF4-FFF2-40B4-BE49-F238E27FC236}">
                    <a16:creationId xmlns:a16="http://schemas.microsoft.com/office/drawing/2014/main" id="{0668E826-DB28-5852-6C32-218B38A8891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231648" y="628649"/>
                    </a:moveTo>
                    <a:lnTo>
                      <a:pt x="231648" y="0"/>
                    </a:lnTo>
                    <a:lnTo>
                      <a:pt x="0" y="0"/>
                    </a:lnTo>
                    <a:lnTo>
                      <a:pt x="0" y="628649"/>
                    </a:lnTo>
                    <a:lnTo>
                      <a:pt x="231648" y="62864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5">
                <a:extLst>
                  <a:ext uri="{FF2B5EF4-FFF2-40B4-BE49-F238E27FC236}">
                    <a16:creationId xmlns:a16="http://schemas.microsoft.com/office/drawing/2014/main" id="{AC97EE3F-9227-1BFE-241E-731D0436B6B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0" y="0"/>
                    </a:moveTo>
                    <a:lnTo>
                      <a:pt x="0" y="628649"/>
                    </a:lnTo>
                    <a:lnTo>
                      <a:pt x="231648" y="628649"/>
                    </a:lnTo>
                    <a:lnTo>
                      <a:pt x="231648" y="0"/>
                    </a:lnTo>
                    <a:lnTo>
                      <a:pt x="0" y="0"/>
                    </a:lnTo>
                    <a:close/>
                  </a:path>
                  <a:path w="231775" h="628650">
                    <a:moveTo>
                      <a:pt x="60197" y="57150"/>
                    </a:moveTo>
                    <a:lnTo>
                      <a:pt x="60197" y="233934"/>
                    </a:lnTo>
                    <a:lnTo>
                      <a:pt x="199643" y="233934"/>
                    </a:lnTo>
                    <a:lnTo>
                      <a:pt x="199643" y="57150"/>
                    </a:lnTo>
                    <a:lnTo>
                      <a:pt x="60197" y="5715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6">
                <a:extLst>
                  <a:ext uri="{FF2B5EF4-FFF2-40B4-BE49-F238E27FC236}">
                    <a16:creationId xmlns:a16="http://schemas.microsoft.com/office/drawing/2014/main" id="{18A512FF-2039-8297-4431-73F892D4EA15}"/>
                  </a:ext>
                </a:extLst>
              </p:cNvPr>
              <p:cNvSpPr/>
              <p:nvPr/>
            </p:nvSpPr>
            <p:spPr>
              <a:xfrm>
                <a:off x="5503811" y="6534149"/>
                <a:ext cx="6985" cy="394970"/>
              </a:xfrm>
              <a:custGeom>
                <a:avLst/>
                <a:gdLst/>
                <a:ahLst/>
                <a:cxnLst/>
                <a:rect l="l" t="t" r="r" b="b"/>
                <a:pathLst>
                  <a:path w="6985" h="394970">
                    <a:moveTo>
                      <a:pt x="6858" y="394716"/>
                    </a:moveTo>
                    <a:lnTo>
                      <a:pt x="6858" y="0"/>
                    </a:lnTo>
                    <a:lnTo>
                      <a:pt x="0" y="0"/>
                    </a:lnTo>
                    <a:lnTo>
                      <a:pt x="0" y="394716"/>
                    </a:lnTo>
                    <a:lnTo>
                      <a:pt x="6858" y="39471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7">
                <a:extLst>
                  <a:ext uri="{FF2B5EF4-FFF2-40B4-BE49-F238E27FC236}">
                    <a16:creationId xmlns:a16="http://schemas.microsoft.com/office/drawing/2014/main" id="{E4AF338B-F819-0E69-EB32-FADAA8692C39}"/>
                  </a:ext>
                </a:extLst>
              </p:cNvPr>
              <p:cNvSpPr/>
              <p:nvPr/>
            </p:nvSpPr>
            <p:spPr>
              <a:xfrm>
                <a:off x="5383415" y="6405371"/>
                <a:ext cx="41275" cy="8382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83820">
                    <a:moveTo>
                      <a:pt x="41148" y="8382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83820"/>
                    </a:lnTo>
                    <a:lnTo>
                      <a:pt x="41148" y="8382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8">
                <a:extLst>
                  <a:ext uri="{FF2B5EF4-FFF2-40B4-BE49-F238E27FC236}">
                    <a16:creationId xmlns:a16="http://schemas.microsoft.com/office/drawing/2014/main" id="{6BA56251-6092-3AEB-4408-66458DF98BC8}"/>
                  </a:ext>
                </a:extLst>
              </p:cNvPr>
              <p:cNvSpPr/>
              <p:nvPr/>
            </p:nvSpPr>
            <p:spPr>
              <a:xfrm>
                <a:off x="5399417" y="6357365"/>
                <a:ext cx="9525" cy="18034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0340">
                    <a:moveTo>
                      <a:pt x="9144" y="179832"/>
                    </a:moveTo>
                    <a:lnTo>
                      <a:pt x="9144" y="0"/>
                    </a:lnTo>
                    <a:lnTo>
                      <a:pt x="0" y="0"/>
                    </a:lnTo>
                    <a:lnTo>
                      <a:pt x="0" y="179832"/>
                    </a:lnTo>
                    <a:lnTo>
                      <a:pt x="9144" y="17983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9">
                <a:extLst>
                  <a:ext uri="{FF2B5EF4-FFF2-40B4-BE49-F238E27FC236}">
                    <a16:creationId xmlns:a16="http://schemas.microsoft.com/office/drawing/2014/main" id="{29FABB42-7DBF-E91A-097B-795690D33CC1}"/>
                  </a:ext>
                </a:extLst>
              </p:cNvPr>
              <p:cNvSpPr/>
              <p:nvPr/>
            </p:nvSpPr>
            <p:spPr>
              <a:xfrm>
                <a:off x="5478665" y="6390906"/>
                <a:ext cx="25400" cy="11303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13029">
                    <a:moveTo>
                      <a:pt x="25146" y="71628"/>
                    </a:moveTo>
                    <a:lnTo>
                      <a:pt x="0" y="71628"/>
                    </a:lnTo>
                    <a:lnTo>
                      <a:pt x="0" y="112776"/>
                    </a:lnTo>
                    <a:lnTo>
                      <a:pt x="25146" y="112776"/>
                    </a:lnTo>
                    <a:lnTo>
                      <a:pt x="25146" y="71628"/>
                    </a:lnTo>
                    <a:close/>
                  </a:path>
                  <a:path w="25400" h="113029">
                    <a:moveTo>
                      <a:pt x="25146" y="0"/>
                    </a:moveTo>
                    <a:lnTo>
                      <a:pt x="0" y="0"/>
                    </a:lnTo>
                    <a:lnTo>
                      <a:pt x="0" y="41148"/>
                    </a:lnTo>
                    <a:lnTo>
                      <a:pt x="25146" y="41148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30">
                <a:extLst>
                  <a:ext uri="{FF2B5EF4-FFF2-40B4-BE49-F238E27FC236}">
                    <a16:creationId xmlns:a16="http://schemas.microsoft.com/office/drawing/2014/main" id="{51559768-529F-A923-D6B2-A76194B4936A}"/>
                  </a:ext>
                </a:extLst>
              </p:cNvPr>
              <p:cNvSpPr/>
              <p:nvPr/>
            </p:nvSpPr>
            <p:spPr>
              <a:xfrm>
                <a:off x="9102725" y="6934199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1">
                <a:extLst>
                  <a:ext uri="{FF2B5EF4-FFF2-40B4-BE49-F238E27FC236}">
                    <a16:creationId xmlns:a16="http://schemas.microsoft.com/office/drawing/2014/main" id="{ADD99186-85EA-96F7-A67E-9BE1959F208E}"/>
                  </a:ext>
                </a:extLst>
              </p:cNvPr>
              <p:cNvSpPr/>
              <p:nvPr/>
            </p:nvSpPr>
            <p:spPr>
              <a:xfrm>
                <a:off x="9097962" y="6929437"/>
                <a:ext cx="2730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6050">
                    <a:moveTo>
                      <a:pt x="0" y="145732"/>
                    </a:moveTo>
                    <a:lnTo>
                      <a:pt x="27051" y="14573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573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2">
                <a:extLst>
                  <a:ext uri="{FF2B5EF4-FFF2-40B4-BE49-F238E27FC236}">
                    <a16:creationId xmlns:a16="http://schemas.microsoft.com/office/drawing/2014/main" id="{331CAF49-34F4-862C-E56F-545F90B5EC0B}"/>
                  </a:ext>
                </a:extLst>
              </p:cNvPr>
              <p:cNvSpPr/>
              <p:nvPr/>
            </p:nvSpPr>
            <p:spPr>
              <a:xfrm>
                <a:off x="8645525" y="6931151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3">
                <a:extLst>
                  <a:ext uri="{FF2B5EF4-FFF2-40B4-BE49-F238E27FC236}">
                    <a16:creationId xmlns:a16="http://schemas.microsoft.com/office/drawing/2014/main" id="{088C04FD-16BA-BF95-9C0D-E2DBC5FB89CE}"/>
                  </a:ext>
                </a:extLst>
              </p:cNvPr>
              <p:cNvSpPr/>
              <p:nvPr/>
            </p:nvSpPr>
            <p:spPr>
              <a:xfrm>
                <a:off x="8645525" y="6930389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0" y="0"/>
                    </a:moveTo>
                    <a:lnTo>
                      <a:pt x="0" y="140207"/>
                    </a:lnTo>
                    <a:lnTo>
                      <a:pt x="17525" y="140207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4">
                <a:extLst>
                  <a:ext uri="{FF2B5EF4-FFF2-40B4-BE49-F238E27FC236}">
                    <a16:creationId xmlns:a16="http://schemas.microsoft.com/office/drawing/2014/main" id="{73D26088-A20D-50C0-656A-0758B5136A2A}"/>
                  </a:ext>
                </a:extLst>
              </p:cNvPr>
              <p:cNvSpPr/>
              <p:nvPr/>
            </p:nvSpPr>
            <p:spPr>
              <a:xfrm>
                <a:off x="8188325" y="6931151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5">
                <a:extLst>
                  <a:ext uri="{FF2B5EF4-FFF2-40B4-BE49-F238E27FC236}">
                    <a16:creationId xmlns:a16="http://schemas.microsoft.com/office/drawing/2014/main" id="{3BB3385A-5659-5F41-B563-2F616E688F0E}"/>
                  </a:ext>
                </a:extLst>
              </p:cNvPr>
              <p:cNvSpPr/>
              <p:nvPr/>
            </p:nvSpPr>
            <p:spPr>
              <a:xfrm>
                <a:off x="8183562" y="6925627"/>
                <a:ext cx="27305" cy="14986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9859">
                    <a:moveTo>
                      <a:pt x="0" y="149542"/>
                    </a:moveTo>
                    <a:lnTo>
                      <a:pt x="27051" y="14954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95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6">
                <a:extLst>
                  <a:ext uri="{FF2B5EF4-FFF2-40B4-BE49-F238E27FC236}">
                    <a16:creationId xmlns:a16="http://schemas.microsoft.com/office/drawing/2014/main" id="{42E07602-396B-9281-95DD-D12341B91985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6553200" y="74675"/>
                    </a:moveTo>
                    <a:lnTo>
                      <a:pt x="6553200" y="0"/>
                    </a:lnTo>
                    <a:lnTo>
                      <a:pt x="0" y="0"/>
                    </a:lnTo>
                    <a:lnTo>
                      <a:pt x="0" y="74675"/>
                    </a:lnTo>
                    <a:lnTo>
                      <a:pt x="6553200" y="74675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7">
                <a:extLst>
                  <a:ext uri="{FF2B5EF4-FFF2-40B4-BE49-F238E27FC236}">
                    <a16:creationId xmlns:a16="http://schemas.microsoft.com/office/drawing/2014/main" id="{9C27DCD7-65CF-6DD2-1763-D6D4AC9B71A0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0" y="74675"/>
                    </a:moveTo>
                    <a:lnTo>
                      <a:pt x="0" y="0"/>
                    </a:lnTo>
                    <a:lnTo>
                      <a:pt x="6553200" y="0"/>
                    </a:lnTo>
                    <a:lnTo>
                      <a:pt x="6553200" y="74675"/>
                    </a:lnTo>
                    <a:lnTo>
                      <a:pt x="0" y="74675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8">
                <a:extLst>
                  <a:ext uri="{FF2B5EF4-FFF2-40B4-BE49-F238E27FC236}">
                    <a16:creationId xmlns:a16="http://schemas.microsoft.com/office/drawing/2014/main" id="{A65B6FB3-AF93-3026-154C-C7F7543FAACE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9">
                <a:extLst>
                  <a:ext uri="{FF2B5EF4-FFF2-40B4-BE49-F238E27FC236}">
                    <a16:creationId xmlns:a16="http://schemas.microsoft.com/office/drawing/2014/main" id="{22B5CBA7-29EA-F6A0-2910-B255438679ED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40">
                <a:extLst>
                  <a:ext uri="{FF2B5EF4-FFF2-40B4-BE49-F238E27FC236}">
                    <a16:creationId xmlns:a16="http://schemas.microsoft.com/office/drawing/2014/main" id="{936E193B-5E50-61E5-6E79-DBFE816749D5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1">
                <a:extLst>
                  <a:ext uri="{FF2B5EF4-FFF2-40B4-BE49-F238E27FC236}">
                    <a16:creationId xmlns:a16="http://schemas.microsoft.com/office/drawing/2014/main" id="{8433F38B-CCD3-40EB-DE1E-CD64F6A9A5F7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2">
                <a:extLst>
                  <a:ext uri="{FF2B5EF4-FFF2-40B4-BE49-F238E27FC236}">
                    <a16:creationId xmlns:a16="http://schemas.microsoft.com/office/drawing/2014/main" id="{0136442B-72AC-17C2-A4ED-7B6B6F867DBC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2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6096" y="55626"/>
                    </a:lnTo>
                    <a:lnTo>
                      <a:pt x="410718" y="55625"/>
                    </a:lnTo>
                    <a:lnTo>
                      <a:pt x="413766" y="54863"/>
                    </a:lnTo>
                    <a:lnTo>
                      <a:pt x="416052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3">
                <a:extLst>
                  <a:ext uri="{FF2B5EF4-FFF2-40B4-BE49-F238E27FC236}">
                    <a16:creationId xmlns:a16="http://schemas.microsoft.com/office/drawing/2014/main" id="{790DA78A-632F-F20B-A6EB-A0819CC850C3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6052" y="53339"/>
                    </a:lnTo>
                    <a:lnTo>
                      <a:pt x="413766" y="54863"/>
                    </a:lnTo>
                    <a:lnTo>
                      <a:pt x="410718" y="55625"/>
                    </a:lnTo>
                    <a:lnTo>
                      <a:pt x="6096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4">
                <a:extLst>
                  <a:ext uri="{FF2B5EF4-FFF2-40B4-BE49-F238E27FC236}">
                    <a16:creationId xmlns:a16="http://schemas.microsoft.com/office/drawing/2014/main" id="{DDC29CA0-190E-A864-8B53-2B80C2D3A2CD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5">
                <a:extLst>
                  <a:ext uri="{FF2B5EF4-FFF2-40B4-BE49-F238E27FC236}">
                    <a16:creationId xmlns:a16="http://schemas.microsoft.com/office/drawing/2014/main" id="{0547534E-245E-4C84-E2CA-E9E82D8BBB52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6">
                <a:extLst>
                  <a:ext uri="{FF2B5EF4-FFF2-40B4-BE49-F238E27FC236}">
                    <a16:creationId xmlns:a16="http://schemas.microsoft.com/office/drawing/2014/main" id="{0F6ACBCC-20D5-FEA2-4082-20A8A5B7010A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7">
                <a:extLst>
                  <a:ext uri="{FF2B5EF4-FFF2-40B4-BE49-F238E27FC236}">
                    <a16:creationId xmlns:a16="http://schemas.microsoft.com/office/drawing/2014/main" id="{59CC395F-5338-08A3-8E76-4601D8E1EBE9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8">
                <a:extLst>
                  <a:ext uri="{FF2B5EF4-FFF2-40B4-BE49-F238E27FC236}">
                    <a16:creationId xmlns:a16="http://schemas.microsoft.com/office/drawing/2014/main" id="{BB82794F-DDAA-0D2E-7102-CC5F8989796F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9">
                <a:extLst>
                  <a:ext uri="{FF2B5EF4-FFF2-40B4-BE49-F238E27FC236}">
                    <a16:creationId xmlns:a16="http://schemas.microsoft.com/office/drawing/2014/main" id="{B9456EEB-D674-1F19-D3E3-B164BF2437E0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0" name="object 150">
                <a:extLst>
                  <a:ext uri="{FF2B5EF4-FFF2-40B4-BE49-F238E27FC236}">
                    <a16:creationId xmlns:a16="http://schemas.microsoft.com/office/drawing/2014/main" id="{99926BC8-80FA-E90D-AA9C-EC5B3A308D8E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8044256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51" name="object 151">
                <a:extLst>
                  <a:ext uri="{FF2B5EF4-FFF2-40B4-BE49-F238E27FC236}">
                    <a16:creationId xmlns:a16="http://schemas.microsoft.com/office/drawing/2014/main" id="{E00E8FB9-0409-78B2-F5D4-565458B10170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2">
                <a:extLst>
                  <a:ext uri="{FF2B5EF4-FFF2-40B4-BE49-F238E27FC236}">
                    <a16:creationId xmlns:a16="http://schemas.microsoft.com/office/drawing/2014/main" id="{AC4E3293-D63D-F5C7-BAE3-92A776B50164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3">
                <a:extLst>
                  <a:ext uri="{FF2B5EF4-FFF2-40B4-BE49-F238E27FC236}">
                    <a16:creationId xmlns:a16="http://schemas.microsoft.com/office/drawing/2014/main" id="{4A3AF971-5882-F75C-8775-26B9E3AF39B5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4">
                <a:extLst>
                  <a:ext uri="{FF2B5EF4-FFF2-40B4-BE49-F238E27FC236}">
                    <a16:creationId xmlns:a16="http://schemas.microsoft.com/office/drawing/2014/main" id="{E356BEF0-4A78-453C-93D4-108C7B0E7ABA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5">
                <a:extLst>
                  <a:ext uri="{FF2B5EF4-FFF2-40B4-BE49-F238E27FC236}">
                    <a16:creationId xmlns:a16="http://schemas.microsoft.com/office/drawing/2014/main" id="{99C79BDF-ABFB-9EEF-EFC7-86FE4B8DC042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998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6">
                <a:extLst>
                  <a:ext uri="{FF2B5EF4-FFF2-40B4-BE49-F238E27FC236}">
                    <a16:creationId xmlns:a16="http://schemas.microsoft.com/office/drawing/2014/main" id="{B3CB0064-4D6C-48B6-9018-F1B0EC9CE827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998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7">
                <a:extLst>
                  <a:ext uri="{FF2B5EF4-FFF2-40B4-BE49-F238E27FC236}">
                    <a16:creationId xmlns:a16="http://schemas.microsoft.com/office/drawing/2014/main" id="{11346269-1A55-D713-2728-B223831F1A4E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>
                <a:extLst>
                  <a:ext uri="{FF2B5EF4-FFF2-40B4-BE49-F238E27FC236}">
                    <a16:creationId xmlns:a16="http://schemas.microsoft.com/office/drawing/2014/main" id="{529FAC10-4369-5997-961E-810E3B7C5744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9">
                <a:extLst>
                  <a:ext uri="{FF2B5EF4-FFF2-40B4-BE49-F238E27FC236}">
                    <a16:creationId xmlns:a16="http://schemas.microsoft.com/office/drawing/2014/main" id="{3382BED1-41FD-E9F4-A92E-67AF45A816D1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60">
                <a:extLst>
                  <a:ext uri="{FF2B5EF4-FFF2-40B4-BE49-F238E27FC236}">
                    <a16:creationId xmlns:a16="http://schemas.microsoft.com/office/drawing/2014/main" id="{CD206FC6-2416-92EC-0869-0260E9F784C0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1">
                <a:extLst>
                  <a:ext uri="{FF2B5EF4-FFF2-40B4-BE49-F238E27FC236}">
                    <a16:creationId xmlns:a16="http://schemas.microsoft.com/office/drawing/2014/main" id="{69BBDFFC-5A6E-A645-DF9A-4C2E934B7298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2">
                <a:extLst>
                  <a:ext uri="{FF2B5EF4-FFF2-40B4-BE49-F238E27FC236}">
                    <a16:creationId xmlns:a16="http://schemas.microsoft.com/office/drawing/2014/main" id="{A6686918-7570-7BE8-74BC-4FE86D6EA369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3">
                <a:extLst>
                  <a:ext uri="{FF2B5EF4-FFF2-40B4-BE49-F238E27FC236}">
                    <a16:creationId xmlns:a16="http://schemas.microsoft.com/office/drawing/2014/main" id="{F8FAE8F1-A346-7870-31D1-8A33B48A87CD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84854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64" name="object 164">
                <a:extLst>
                  <a:ext uri="{FF2B5EF4-FFF2-40B4-BE49-F238E27FC236}">
                    <a16:creationId xmlns:a16="http://schemas.microsoft.com/office/drawing/2014/main" id="{5DB0CAB7-3992-F0B1-257E-8BF32B23A1B5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5">
                <a:extLst>
                  <a:ext uri="{FF2B5EF4-FFF2-40B4-BE49-F238E27FC236}">
                    <a16:creationId xmlns:a16="http://schemas.microsoft.com/office/drawing/2014/main" id="{3CD19B62-B082-BB9B-B5E0-D510096449F9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6">
                <a:extLst>
                  <a:ext uri="{FF2B5EF4-FFF2-40B4-BE49-F238E27FC236}">
                    <a16:creationId xmlns:a16="http://schemas.microsoft.com/office/drawing/2014/main" id="{D1F98D29-6232-FC32-3473-452522479D4A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7">
                <a:extLst>
                  <a:ext uri="{FF2B5EF4-FFF2-40B4-BE49-F238E27FC236}">
                    <a16:creationId xmlns:a16="http://schemas.microsoft.com/office/drawing/2014/main" id="{D3E9FA79-5826-F58D-FC6E-8757288F6C7E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8">
                <a:extLst>
                  <a:ext uri="{FF2B5EF4-FFF2-40B4-BE49-F238E27FC236}">
                    <a16:creationId xmlns:a16="http://schemas.microsoft.com/office/drawing/2014/main" id="{89C0A68E-19CE-6D92-B8CB-4218E5AAB615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6051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2285" y="54864"/>
                    </a:lnTo>
                    <a:lnTo>
                      <a:pt x="6095" y="55626"/>
                    </a:lnTo>
                    <a:lnTo>
                      <a:pt x="411479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9">
                <a:extLst>
                  <a:ext uri="{FF2B5EF4-FFF2-40B4-BE49-F238E27FC236}">
                    <a16:creationId xmlns:a16="http://schemas.microsoft.com/office/drawing/2014/main" id="{5FC349FE-91BD-4498-5286-6AC385CD4DB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6051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1479" y="55625"/>
                    </a:lnTo>
                    <a:lnTo>
                      <a:pt x="6095" y="55626"/>
                    </a:lnTo>
                    <a:lnTo>
                      <a:pt x="2285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70">
                <a:extLst>
                  <a:ext uri="{FF2B5EF4-FFF2-40B4-BE49-F238E27FC236}">
                    <a16:creationId xmlns:a16="http://schemas.microsoft.com/office/drawing/2014/main" id="{7A2734C1-BC77-A834-E0D8-96784E1C4BD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278130" y="35051"/>
                    </a:moveTo>
                    <a:lnTo>
                      <a:pt x="265176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813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1">
                <a:extLst>
                  <a:ext uri="{FF2B5EF4-FFF2-40B4-BE49-F238E27FC236}">
                    <a16:creationId xmlns:a16="http://schemas.microsoft.com/office/drawing/2014/main" id="{F9EF3202-D9C4-E70E-500A-99133DFE283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37338" y="0"/>
                    </a:moveTo>
                    <a:lnTo>
                      <a:pt x="265176" y="0"/>
                    </a:lnTo>
                    <a:lnTo>
                      <a:pt x="278130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2">
                <a:extLst>
                  <a:ext uri="{FF2B5EF4-FFF2-40B4-BE49-F238E27FC236}">
                    <a16:creationId xmlns:a16="http://schemas.microsoft.com/office/drawing/2014/main" id="{907C7973-CB3E-287E-22C4-5F32389DF68F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3">
                <a:extLst>
                  <a:ext uri="{FF2B5EF4-FFF2-40B4-BE49-F238E27FC236}">
                    <a16:creationId xmlns:a16="http://schemas.microsoft.com/office/drawing/2014/main" id="{DF5993E1-7543-8AF3-9624-A858FB5DF1F9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4">
                <a:extLst>
                  <a:ext uri="{FF2B5EF4-FFF2-40B4-BE49-F238E27FC236}">
                    <a16:creationId xmlns:a16="http://schemas.microsoft.com/office/drawing/2014/main" id="{760814EB-96E8-DE41-B690-A4D11CCC655E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5">
                <a:extLst>
                  <a:ext uri="{FF2B5EF4-FFF2-40B4-BE49-F238E27FC236}">
                    <a16:creationId xmlns:a16="http://schemas.microsoft.com/office/drawing/2014/main" id="{1D3C498D-CDC6-A846-AC53-166032E2B7AD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6" name="object 176">
                <a:extLst>
                  <a:ext uri="{FF2B5EF4-FFF2-40B4-BE49-F238E27FC236}">
                    <a16:creationId xmlns:a16="http://schemas.microsoft.com/office/drawing/2014/main" id="{A8F86142-713B-C685-0525-AC1FE34C7E6D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89426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77" name="object 177">
                <a:extLst>
                  <a:ext uri="{FF2B5EF4-FFF2-40B4-BE49-F238E27FC236}">
                    <a16:creationId xmlns:a16="http://schemas.microsoft.com/office/drawing/2014/main" id="{B8B67C86-50E6-CFFC-5D27-E4786B5B51FF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8">
                <a:extLst>
                  <a:ext uri="{FF2B5EF4-FFF2-40B4-BE49-F238E27FC236}">
                    <a16:creationId xmlns:a16="http://schemas.microsoft.com/office/drawing/2014/main" id="{BB75AD86-1FCB-F473-8937-902B34F08FF4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9">
                <a:extLst>
                  <a:ext uri="{FF2B5EF4-FFF2-40B4-BE49-F238E27FC236}">
                    <a16:creationId xmlns:a16="http://schemas.microsoft.com/office/drawing/2014/main" id="{22D4DE7F-1855-F9BF-F97D-6AB77BCF4EA7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80">
                <a:extLst>
                  <a:ext uri="{FF2B5EF4-FFF2-40B4-BE49-F238E27FC236}">
                    <a16:creationId xmlns:a16="http://schemas.microsoft.com/office/drawing/2014/main" id="{95429566-7ED4-BE7A-D072-40A3E3D0EF9E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1">
                <a:extLst>
                  <a:ext uri="{FF2B5EF4-FFF2-40B4-BE49-F238E27FC236}">
                    <a16:creationId xmlns:a16="http://schemas.microsoft.com/office/drawing/2014/main" id="{BD63AC39-16E8-BB4F-F2C0-A33DBFA2CF91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5289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3047" y="54864"/>
                    </a:lnTo>
                    <a:lnTo>
                      <a:pt x="6095" y="55626"/>
                    </a:lnTo>
                    <a:lnTo>
                      <a:pt x="410717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2">
                <a:extLst>
                  <a:ext uri="{FF2B5EF4-FFF2-40B4-BE49-F238E27FC236}">
                    <a16:creationId xmlns:a16="http://schemas.microsoft.com/office/drawing/2014/main" id="{6AED6087-D8F9-2365-D668-DDA61A43449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5289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0717" y="55625"/>
                    </a:lnTo>
                    <a:lnTo>
                      <a:pt x="6095" y="55626"/>
                    </a:lnTo>
                    <a:lnTo>
                      <a:pt x="3047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3">
                <a:extLst>
                  <a:ext uri="{FF2B5EF4-FFF2-40B4-BE49-F238E27FC236}">
                    <a16:creationId xmlns:a16="http://schemas.microsoft.com/office/drawing/2014/main" id="{643918DE-1550-A8F8-C845-6DDC05C039BC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275844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5844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4">
                <a:extLst>
                  <a:ext uri="{FF2B5EF4-FFF2-40B4-BE49-F238E27FC236}">
                    <a16:creationId xmlns:a16="http://schemas.microsoft.com/office/drawing/2014/main" id="{957CCD6B-067B-D6CA-E263-CCD89C8EAF38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5844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5">
                <a:extLst>
                  <a:ext uri="{FF2B5EF4-FFF2-40B4-BE49-F238E27FC236}">
                    <a16:creationId xmlns:a16="http://schemas.microsoft.com/office/drawing/2014/main" id="{FB368DCA-3B07-B6D0-71C5-A36DF3109301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8768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6">
                <a:extLst>
                  <a:ext uri="{FF2B5EF4-FFF2-40B4-BE49-F238E27FC236}">
                    <a16:creationId xmlns:a16="http://schemas.microsoft.com/office/drawing/2014/main" id="{AE647198-5238-6830-E2F3-18A52482B05D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8768" y="0"/>
                    </a:lnTo>
                    <a:lnTo>
                      <a:pt x="83820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7">
                <a:extLst>
                  <a:ext uri="{FF2B5EF4-FFF2-40B4-BE49-F238E27FC236}">
                    <a16:creationId xmlns:a16="http://schemas.microsoft.com/office/drawing/2014/main" id="{0D1F0F88-3C80-ABB6-DFC3-0606B8F472A4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8">
                <a:extLst>
                  <a:ext uri="{FF2B5EF4-FFF2-40B4-BE49-F238E27FC236}">
                    <a16:creationId xmlns:a16="http://schemas.microsoft.com/office/drawing/2014/main" id="{8930FBB7-FA56-15D9-3D76-324E56DCECF9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9" name="object 189">
                <a:extLst>
                  <a:ext uri="{FF2B5EF4-FFF2-40B4-BE49-F238E27FC236}">
                    <a16:creationId xmlns:a16="http://schemas.microsoft.com/office/drawing/2014/main" id="{0D388683-62AC-718D-850A-5846931F53C5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6697789" y="6665912"/>
                <a:ext cx="244741" cy="145669"/>
              </a:xfrm>
              <a:prstGeom prst="rect">
                <a:avLst/>
              </a:prstGeom>
            </p:spPr>
          </p:pic>
          <p:sp>
            <p:nvSpPr>
              <p:cNvPr id="190" name="object 190">
                <a:extLst>
                  <a:ext uri="{FF2B5EF4-FFF2-40B4-BE49-F238E27FC236}">
                    <a16:creationId xmlns:a16="http://schemas.microsoft.com/office/drawing/2014/main" id="{80AE20D1-9838-DDF2-BC90-6D44FE601753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1">
                <a:extLst>
                  <a:ext uri="{FF2B5EF4-FFF2-40B4-BE49-F238E27FC236}">
                    <a16:creationId xmlns:a16="http://schemas.microsoft.com/office/drawing/2014/main" id="{4C4B6BE6-FA5E-0063-B0EC-0A7DA2D60255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2">
                <a:extLst>
                  <a:ext uri="{FF2B5EF4-FFF2-40B4-BE49-F238E27FC236}">
                    <a16:creationId xmlns:a16="http://schemas.microsoft.com/office/drawing/2014/main" id="{4EFC7F3F-D64F-3A35-FFEB-FB06F1A8145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3">
                <a:extLst>
                  <a:ext uri="{FF2B5EF4-FFF2-40B4-BE49-F238E27FC236}">
                    <a16:creationId xmlns:a16="http://schemas.microsoft.com/office/drawing/2014/main" id="{BD002F91-3970-7099-96DA-632B5A51140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4">
                <a:extLst>
                  <a:ext uri="{FF2B5EF4-FFF2-40B4-BE49-F238E27FC236}">
                    <a16:creationId xmlns:a16="http://schemas.microsoft.com/office/drawing/2014/main" id="{EADF67C9-769A-5AE8-127B-F8AFE0FD5213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236" y="0"/>
                    </a:lnTo>
                    <a:lnTo>
                      <a:pt x="51816" y="0"/>
                    </a:lnTo>
                    <a:lnTo>
                      <a:pt x="0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5">
                <a:extLst>
                  <a:ext uri="{FF2B5EF4-FFF2-40B4-BE49-F238E27FC236}">
                    <a16:creationId xmlns:a16="http://schemas.microsoft.com/office/drawing/2014/main" id="{9F6DDC83-01E5-938B-D013-52CBD3329E75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236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0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6">
                <a:extLst>
                  <a:ext uri="{FF2B5EF4-FFF2-40B4-BE49-F238E27FC236}">
                    <a16:creationId xmlns:a16="http://schemas.microsoft.com/office/drawing/2014/main" id="{461BC0F7-423E-3A3A-14CB-DF1537423644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7">
                <a:extLst>
                  <a:ext uri="{FF2B5EF4-FFF2-40B4-BE49-F238E27FC236}">
                    <a16:creationId xmlns:a16="http://schemas.microsoft.com/office/drawing/2014/main" id="{53141E22-F499-B4C9-7566-6899B2FDD591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8">
                <a:extLst>
                  <a:ext uri="{FF2B5EF4-FFF2-40B4-BE49-F238E27FC236}">
                    <a16:creationId xmlns:a16="http://schemas.microsoft.com/office/drawing/2014/main" id="{5D6BD82D-628B-D6FA-69B4-D7461D36696F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9">
                <a:extLst>
                  <a:ext uri="{FF2B5EF4-FFF2-40B4-BE49-F238E27FC236}">
                    <a16:creationId xmlns:a16="http://schemas.microsoft.com/office/drawing/2014/main" id="{36316A7D-55CA-0950-F7DD-73F0AF92CF94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200">
                <a:extLst>
                  <a:ext uri="{FF2B5EF4-FFF2-40B4-BE49-F238E27FC236}">
                    <a16:creationId xmlns:a16="http://schemas.microsoft.com/office/drawing/2014/main" id="{9AC5FC2D-B596-4496-6938-8B6392BD6712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1">
                <a:extLst>
                  <a:ext uri="{FF2B5EF4-FFF2-40B4-BE49-F238E27FC236}">
                    <a16:creationId xmlns:a16="http://schemas.microsoft.com/office/drawing/2014/main" id="{01C432C5-53D2-0448-B635-04D1E36BF47C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02" name="object 202">
                <a:extLst>
                  <a:ext uri="{FF2B5EF4-FFF2-40B4-BE49-F238E27FC236}">
                    <a16:creationId xmlns:a16="http://schemas.microsoft.com/office/drawing/2014/main" id="{E58278BB-E84C-298E-EEEC-E20E93B41C3D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7147382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203" name="object 203">
                <a:extLst>
                  <a:ext uri="{FF2B5EF4-FFF2-40B4-BE49-F238E27FC236}">
                    <a16:creationId xmlns:a16="http://schemas.microsoft.com/office/drawing/2014/main" id="{D4574EB4-4B2F-43CE-BA79-1D7C9EB18AC7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354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3540" h="86359">
                    <a:moveTo>
                      <a:pt x="383285" y="86105"/>
                    </a:moveTo>
                    <a:lnTo>
                      <a:pt x="383285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3285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4">
                <a:extLst>
                  <a:ext uri="{FF2B5EF4-FFF2-40B4-BE49-F238E27FC236}">
                    <a16:creationId xmlns:a16="http://schemas.microsoft.com/office/drawing/2014/main" id="{DE0690AE-BF47-9A75-051D-DACC18485282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5">
                <a:extLst>
                  <a:ext uri="{FF2B5EF4-FFF2-40B4-BE49-F238E27FC236}">
                    <a16:creationId xmlns:a16="http://schemas.microsoft.com/office/drawing/2014/main" id="{89EC0BA1-C44E-C485-5F2C-837C777C76A3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6">
                <a:extLst>
                  <a:ext uri="{FF2B5EF4-FFF2-40B4-BE49-F238E27FC236}">
                    <a16:creationId xmlns:a16="http://schemas.microsoft.com/office/drawing/2014/main" id="{6A38E08B-8043-EDDB-854C-7222B92229CB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7">
                <a:extLst>
                  <a:ext uri="{FF2B5EF4-FFF2-40B4-BE49-F238E27FC236}">
                    <a16:creationId xmlns:a16="http://schemas.microsoft.com/office/drawing/2014/main" id="{3D972EBF-175B-BF7C-1C03-1B0F1B78744A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415290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1524" y="54864"/>
                    </a:lnTo>
                    <a:lnTo>
                      <a:pt x="5334" y="55626"/>
                    </a:lnTo>
                    <a:lnTo>
                      <a:pt x="411480" y="55625"/>
                    </a:lnTo>
                    <a:lnTo>
                      <a:pt x="414528" y="54863"/>
                    </a:lnTo>
                    <a:lnTo>
                      <a:pt x="415290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8">
                <a:extLst>
                  <a:ext uri="{FF2B5EF4-FFF2-40B4-BE49-F238E27FC236}">
                    <a16:creationId xmlns:a16="http://schemas.microsoft.com/office/drawing/2014/main" id="{DD14529B-E0B8-8DBE-4110-B91127E75E21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5290" y="53339"/>
                    </a:lnTo>
                    <a:lnTo>
                      <a:pt x="414528" y="54863"/>
                    </a:lnTo>
                    <a:lnTo>
                      <a:pt x="411480" y="55625"/>
                    </a:lnTo>
                    <a:lnTo>
                      <a:pt x="5334" y="55626"/>
                    </a:lnTo>
                    <a:lnTo>
                      <a:pt x="1524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9">
                <a:extLst>
                  <a:ext uri="{FF2B5EF4-FFF2-40B4-BE49-F238E27FC236}">
                    <a16:creationId xmlns:a16="http://schemas.microsoft.com/office/drawing/2014/main" id="{F7332B38-749D-2D8A-D913-F8F71FFACCD5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277367" y="35051"/>
                    </a:moveTo>
                    <a:lnTo>
                      <a:pt x="264413" y="0"/>
                    </a:lnTo>
                    <a:lnTo>
                      <a:pt x="36575" y="0"/>
                    </a:lnTo>
                    <a:lnTo>
                      <a:pt x="0" y="35052"/>
                    </a:lnTo>
                    <a:lnTo>
                      <a:pt x="277367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10">
                <a:extLst>
                  <a:ext uri="{FF2B5EF4-FFF2-40B4-BE49-F238E27FC236}">
                    <a16:creationId xmlns:a16="http://schemas.microsoft.com/office/drawing/2014/main" id="{4F22AAF0-7E71-04BD-6182-ECE894C36DCA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36575" y="0"/>
                    </a:moveTo>
                    <a:lnTo>
                      <a:pt x="264413" y="0"/>
                    </a:lnTo>
                    <a:lnTo>
                      <a:pt x="277367" y="35051"/>
                    </a:lnTo>
                    <a:lnTo>
                      <a:pt x="0" y="35052"/>
                    </a:lnTo>
                    <a:lnTo>
                      <a:pt x="365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1">
                <a:extLst>
                  <a:ext uri="{FF2B5EF4-FFF2-40B4-BE49-F238E27FC236}">
                    <a16:creationId xmlns:a16="http://schemas.microsoft.com/office/drawing/2014/main" id="{D8DBD330-680B-2298-AEC9-1B0133C9B218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2">
                <a:extLst>
                  <a:ext uri="{FF2B5EF4-FFF2-40B4-BE49-F238E27FC236}">
                    <a16:creationId xmlns:a16="http://schemas.microsoft.com/office/drawing/2014/main" id="{2AACB29B-8616-AEE8-9639-66839714C062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3820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3">
                <a:extLst>
                  <a:ext uri="{FF2B5EF4-FFF2-40B4-BE49-F238E27FC236}">
                    <a16:creationId xmlns:a16="http://schemas.microsoft.com/office/drawing/2014/main" id="{40043995-5873-2908-ECF4-0D980DC756E8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4">
                <a:extLst>
                  <a:ext uri="{FF2B5EF4-FFF2-40B4-BE49-F238E27FC236}">
                    <a16:creationId xmlns:a16="http://schemas.microsoft.com/office/drawing/2014/main" id="{D786F145-08F5-72C6-03C5-1901C8AEEDA2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15" name="object 215">
                <a:extLst>
                  <a:ext uri="{FF2B5EF4-FFF2-40B4-BE49-F238E27FC236}">
                    <a16:creationId xmlns:a16="http://schemas.microsoft.com/office/drawing/2014/main" id="{5E6398D2-9685-84EB-59E5-52C684D154CD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7596187" y="6665912"/>
                <a:ext cx="244728" cy="145669"/>
              </a:xfrm>
              <a:prstGeom prst="rect">
                <a:avLst/>
              </a:prstGeom>
            </p:spPr>
          </p:pic>
          <p:sp>
            <p:nvSpPr>
              <p:cNvPr id="216" name="object 216">
                <a:extLst>
                  <a:ext uri="{FF2B5EF4-FFF2-40B4-BE49-F238E27FC236}">
                    <a16:creationId xmlns:a16="http://schemas.microsoft.com/office/drawing/2014/main" id="{934665C8-F35C-70F1-E463-BB536D1551BD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17525" y="140207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207"/>
                    </a:lnTo>
                    <a:lnTo>
                      <a:pt x="17525" y="140207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7">
                <a:extLst>
                  <a:ext uri="{FF2B5EF4-FFF2-40B4-BE49-F238E27FC236}">
                    <a16:creationId xmlns:a16="http://schemas.microsoft.com/office/drawing/2014/main" id="{C1721D55-CCF3-CBFD-0955-E786247AF56F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8">
                <a:extLst>
                  <a:ext uri="{FF2B5EF4-FFF2-40B4-BE49-F238E27FC236}">
                    <a16:creationId xmlns:a16="http://schemas.microsoft.com/office/drawing/2014/main" id="{81459F3F-5D45-555F-53BA-01BCA7037B17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9">
                <a:extLst>
                  <a:ext uri="{FF2B5EF4-FFF2-40B4-BE49-F238E27FC236}">
                    <a16:creationId xmlns:a16="http://schemas.microsoft.com/office/drawing/2014/main" id="{F4285260-AC6E-7F5A-D2E7-04F961C645D9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0" name="object 220">
                <a:extLst>
                  <a:ext uri="{FF2B5EF4-FFF2-40B4-BE49-F238E27FC236}">
                    <a16:creationId xmlns:a16="http://schemas.microsoft.com/office/drawing/2014/main" id="{C5431ED2-DD99-4A10-77C1-9B21CF475B3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1" name="object 221">
                <a:extLst>
                  <a:ext uri="{FF2B5EF4-FFF2-40B4-BE49-F238E27FC236}">
                    <a16:creationId xmlns:a16="http://schemas.microsoft.com/office/drawing/2014/main" id="{55C3A706-CF4B-1A2C-8908-E7158C33EC2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2">
                <a:extLst>
                  <a:ext uri="{FF2B5EF4-FFF2-40B4-BE49-F238E27FC236}">
                    <a16:creationId xmlns:a16="http://schemas.microsoft.com/office/drawing/2014/main" id="{69E6DB68-1F59-0E2D-8E17-7A18EC65453E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3">
                <a:extLst>
                  <a:ext uri="{FF2B5EF4-FFF2-40B4-BE49-F238E27FC236}">
                    <a16:creationId xmlns:a16="http://schemas.microsoft.com/office/drawing/2014/main" id="{99E581E8-8CF6-A262-E5D3-9FD4008307D9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4">
                <a:extLst>
                  <a:ext uri="{FF2B5EF4-FFF2-40B4-BE49-F238E27FC236}">
                    <a16:creationId xmlns:a16="http://schemas.microsoft.com/office/drawing/2014/main" id="{F7354B52-08C8-873B-FD8C-8825423013A1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5">
                <a:extLst>
                  <a:ext uri="{FF2B5EF4-FFF2-40B4-BE49-F238E27FC236}">
                    <a16:creationId xmlns:a16="http://schemas.microsoft.com/office/drawing/2014/main" id="{66570F44-655B-63EE-0421-15BECF51065E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6">
                <a:extLst>
                  <a:ext uri="{FF2B5EF4-FFF2-40B4-BE49-F238E27FC236}">
                    <a16:creationId xmlns:a16="http://schemas.microsoft.com/office/drawing/2014/main" id="{E03DDEF3-2A88-C76F-FA0F-EF873225D5A7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8382" y="0"/>
                    </a:lnTo>
                    <a:lnTo>
                      <a:pt x="0" y="9906"/>
                    </a:lnTo>
                    <a:lnTo>
                      <a:pt x="260604" y="9906"/>
                    </a:lnTo>
                    <a:lnTo>
                      <a:pt x="276606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7">
                <a:extLst>
                  <a:ext uri="{FF2B5EF4-FFF2-40B4-BE49-F238E27FC236}">
                    <a16:creationId xmlns:a16="http://schemas.microsoft.com/office/drawing/2014/main" id="{A388A662-8EAE-5A1A-2945-88BC06D53ECB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260604" y="9906"/>
                    </a:lnTo>
                    <a:lnTo>
                      <a:pt x="0" y="9906"/>
                    </a:lnTo>
                    <a:lnTo>
                      <a:pt x="8382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8">
                <a:extLst>
                  <a:ext uri="{FF2B5EF4-FFF2-40B4-BE49-F238E27FC236}">
                    <a16:creationId xmlns:a16="http://schemas.microsoft.com/office/drawing/2014/main" id="{39EAB9E9-D595-5012-06E9-DDD3865DE451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70104" y="197357"/>
                    </a:lnTo>
                    <a:lnTo>
                      <a:pt x="69342" y="0"/>
                    </a:lnTo>
                    <a:lnTo>
                      <a:pt x="51816" y="10667"/>
                    </a:lnTo>
                    <a:lnTo>
                      <a:pt x="0" y="179069"/>
                    </a:lnTo>
                    <a:lnTo>
                      <a:pt x="55626" y="539495"/>
                    </a:lnTo>
                    <a:lnTo>
                      <a:pt x="70104" y="52120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9">
                <a:extLst>
                  <a:ext uri="{FF2B5EF4-FFF2-40B4-BE49-F238E27FC236}">
                    <a16:creationId xmlns:a16="http://schemas.microsoft.com/office/drawing/2014/main" id="{1F97A7AE-8CB1-8A9A-99B4-6558510A1E36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55626" y="539495"/>
                    </a:lnTo>
                    <a:lnTo>
                      <a:pt x="0" y="179069"/>
                    </a:lnTo>
                    <a:lnTo>
                      <a:pt x="51816" y="10667"/>
                    </a:lnTo>
                    <a:lnTo>
                      <a:pt x="69342" y="0"/>
                    </a:lnTo>
                    <a:lnTo>
                      <a:pt x="70104" y="197357"/>
                    </a:lnTo>
                    <a:lnTo>
                      <a:pt x="70104" y="52120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30">
                <a:extLst>
                  <a:ext uri="{FF2B5EF4-FFF2-40B4-BE49-F238E27FC236}">
                    <a16:creationId xmlns:a16="http://schemas.microsoft.com/office/drawing/2014/main" id="{ACE86F7F-F2E1-00B0-9D19-EE4D35BA000B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424434"/>
                    </a:moveTo>
                    <a:lnTo>
                      <a:pt x="121157" y="0"/>
                    </a:ln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1">
                <a:extLst>
                  <a:ext uri="{FF2B5EF4-FFF2-40B4-BE49-F238E27FC236}">
                    <a16:creationId xmlns:a16="http://schemas.microsoft.com/office/drawing/2014/main" id="{72A05180-EE2D-6559-D4AE-3303A11B8040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0"/>
                    </a:move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lnTo>
                      <a:pt x="121157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2">
                <a:extLst>
                  <a:ext uri="{FF2B5EF4-FFF2-40B4-BE49-F238E27FC236}">
                    <a16:creationId xmlns:a16="http://schemas.microsoft.com/office/drawing/2014/main" id="{BA36160C-CB55-0516-5B20-0BE40DD16CE0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390144" y="0"/>
                    </a:moveTo>
                    <a:lnTo>
                      <a:pt x="188214" y="0"/>
                    </a:lnTo>
                    <a:lnTo>
                      <a:pt x="0" y="38862"/>
                    </a:lnTo>
                    <a:lnTo>
                      <a:pt x="268224" y="38862"/>
                    </a:lnTo>
                    <a:lnTo>
                      <a:pt x="390144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3">
                <a:extLst>
                  <a:ext uri="{FF2B5EF4-FFF2-40B4-BE49-F238E27FC236}">
                    <a16:creationId xmlns:a16="http://schemas.microsoft.com/office/drawing/2014/main" id="{54368AA7-DD88-FBFC-CF1C-20770786A108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268224" y="38862"/>
                    </a:moveTo>
                    <a:lnTo>
                      <a:pt x="0" y="38862"/>
                    </a:lnTo>
                    <a:lnTo>
                      <a:pt x="188214" y="0"/>
                    </a:lnTo>
                    <a:lnTo>
                      <a:pt x="390144" y="0"/>
                    </a:lnTo>
                    <a:lnTo>
                      <a:pt x="268224" y="3886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4">
                <a:extLst>
                  <a:ext uri="{FF2B5EF4-FFF2-40B4-BE49-F238E27FC236}">
                    <a16:creationId xmlns:a16="http://schemas.microsoft.com/office/drawing/2014/main" id="{B22169F3-473F-B47A-2B3A-1246C3B4DF0A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339851"/>
                    </a:moveTo>
                    <a:lnTo>
                      <a:pt x="256031" y="0"/>
                    </a:lnTo>
                    <a:lnTo>
                      <a:pt x="0" y="0"/>
                    </a:lnTo>
                    <a:lnTo>
                      <a:pt x="0" y="339851"/>
                    </a:lnTo>
                    <a:lnTo>
                      <a:pt x="256031" y="339851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5">
                <a:extLst>
                  <a:ext uri="{FF2B5EF4-FFF2-40B4-BE49-F238E27FC236}">
                    <a16:creationId xmlns:a16="http://schemas.microsoft.com/office/drawing/2014/main" id="{4E1EAB52-ABE3-81BF-875E-DAE13FCE0E62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0"/>
                    </a:moveTo>
                    <a:lnTo>
                      <a:pt x="256031" y="339851"/>
                    </a:lnTo>
                    <a:lnTo>
                      <a:pt x="0" y="339851"/>
                    </a:lnTo>
                    <a:lnTo>
                      <a:pt x="0" y="0"/>
                    </a:lnTo>
                    <a:lnTo>
                      <a:pt x="256031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6">
                <a:extLst>
                  <a:ext uri="{FF2B5EF4-FFF2-40B4-BE49-F238E27FC236}">
                    <a16:creationId xmlns:a16="http://schemas.microsoft.com/office/drawing/2014/main" id="{C921B8EF-A71D-CBB0-7E81-5CA7E5DCBE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7">
                <a:extLst>
                  <a:ext uri="{FF2B5EF4-FFF2-40B4-BE49-F238E27FC236}">
                    <a16:creationId xmlns:a16="http://schemas.microsoft.com/office/drawing/2014/main" id="{11A94F25-BEA7-09C6-7849-9784C32BA9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8">
                <a:extLst>
                  <a:ext uri="{FF2B5EF4-FFF2-40B4-BE49-F238E27FC236}">
                    <a16:creationId xmlns:a16="http://schemas.microsoft.com/office/drawing/2014/main" id="{89A2C0D4-7935-C2FF-A5DC-BA52E9215455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61365" y="0"/>
                    </a:lnTo>
                    <a:lnTo>
                      <a:pt x="0" y="0"/>
                    </a:lnTo>
                    <a:lnTo>
                      <a:pt x="21335" y="19811"/>
                    </a:lnTo>
                    <a:lnTo>
                      <a:pt x="275844" y="19811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9">
                <a:extLst>
                  <a:ext uri="{FF2B5EF4-FFF2-40B4-BE49-F238E27FC236}">
                    <a16:creationId xmlns:a16="http://schemas.microsoft.com/office/drawing/2014/main" id="{BEFFF1E0-6011-C0BC-A659-B8D4F171FC49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1335" y="19811"/>
                    </a:lnTo>
                    <a:lnTo>
                      <a:pt x="0" y="0"/>
                    </a:lnTo>
                    <a:lnTo>
                      <a:pt x="261365" y="0"/>
                    </a:lnTo>
                    <a:lnTo>
                      <a:pt x="275844" y="1981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40">
                <a:extLst>
                  <a:ext uri="{FF2B5EF4-FFF2-40B4-BE49-F238E27FC236}">
                    <a16:creationId xmlns:a16="http://schemas.microsoft.com/office/drawing/2014/main" id="{B822092D-5ABF-328E-CC23-4DE48ABD8CBB}"/>
                  </a:ext>
                </a:extLst>
              </p:cNvPr>
              <p:cNvSpPr/>
              <p:nvPr/>
            </p:nvSpPr>
            <p:spPr>
              <a:xfrm>
                <a:off x="2902343" y="6414515"/>
                <a:ext cx="2286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8479">
                    <a:moveTo>
                      <a:pt x="22860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1">
                <a:extLst>
                  <a:ext uri="{FF2B5EF4-FFF2-40B4-BE49-F238E27FC236}">
                    <a16:creationId xmlns:a16="http://schemas.microsoft.com/office/drawing/2014/main" id="{EDDE7BC3-DB5F-6F31-3629-C3A04DBE2645}"/>
                  </a:ext>
                </a:extLst>
              </p:cNvPr>
              <p:cNvSpPr/>
              <p:nvPr/>
            </p:nvSpPr>
            <p:spPr>
              <a:xfrm>
                <a:off x="2894723" y="6415277"/>
                <a:ext cx="2159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8479">
                    <a:moveTo>
                      <a:pt x="21336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2">
                <a:extLst>
                  <a:ext uri="{FF2B5EF4-FFF2-40B4-BE49-F238E27FC236}">
                    <a16:creationId xmlns:a16="http://schemas.microsoft.com/office/drawing/2014/main" id="{EE5FDC0F-84C6-BE4C-9A0B-B3568751C85E}"/>
                  </a:ext>
                </a:extLst>
              </p:cNvPr>
              <p:cNvSpPr/>
              <p:nvPr/>
            </p:nvSpPr>
            <p:spPr>
              <a:xfrm>
                <a:off x="2886341" y="6414515"/>
                <a:ext cx="22860" cy="539115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9115">
                    <a:moveTo>
                      <a:pt x="22860" y="0"/>
                    </a:moveTo>
                    <a:lnTo>
                      <a:pt x="12192" y="9144"/>
                    </a:lnTo>
                    <a:lnTo>
                      <a:pt x="0" y="179070"/>
                    </a:lnTo>
                    <a:lnTo>
                      <a:pt x="12954" y="198882"/>
                    </a:lnTo>
                    <a:lnTo>
                      <a:pt x="12954" y="53873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3">
                <a:extLst>
                  <a:ext uri="{FF2B5EF4-FFF2-40B4-BE49-F238E27FC236}">
                    <a16:creationId xmlns:a16="http://schemas.microsoft.com/office/drawing/2014/main" id="{27A3EFB6-FCD7-0778-B9B8-12BED7A79D38}"/>
                  </a:ext>
                </a:extLst>
              </p:cNvPr>
              <p:cNvSpPr/>
              <p:nvPr/>
            </p:nvSpPr>
            <p:spPr>
              <a:xfrm>
                <a:off x="2879483" y="6415277"/>
                <a:ext cx="21590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6575">
                    <a:moveTo>
                      <a:pt x="21336" y="0"/>
                    </a:moveTo>
                    <a:lnTo>
                      <a:pt x="10668" y="7620"/>
                    </a:lnTo>
                    <a:lnTo>
                      <a:pt x="0" y="179070"/>
                    </a:lnTo>
                    <a:lnTo>
                      <a:pt x="11430" y="198882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4">
                <a:extLst>
                  <a:ext uri="{FF2B5EF4-FFF2-40B4-BE49-F238E27FC236}">
                    <a16:creationId xmlns:a16="http://schemas.microsoft.com/office/drawing/2014/main" id="{01CCC3DD-8C89-AAFD-BD0A-AEED5D3C3B18}"/>
                  </a:ext>
                </a:extLst>
              </p:cNvPr>
              <p:cNvSpPr/>
              <p:nvPr/>
            </p:nvSpPr>
            <p:spPr>
              <a:xfrm>
                <a:off x="2871101" y="6414515"/>
                <a:ext cx="2222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536575">
                    <a:moveTo>
                      <a:pt x="22098" y="0"/>
                    </a:moveTo>
                    <a:lnTo>
                      <a:pt x="11430" y="9906"/>
                    </a:lnTo>
                    <a:lnTo>
                      <a:pt x="0" y="179070"/>
                    </a:lnTo>
                    <a:lnTo>
                      <a:pt x="12192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5">
                <a:extLst>
                  <a:ext uri="{FF2B5EF4-FFF2-40B4-BE49-F238E27FC236}">
                    <a16:creationId xmlns:a16="http://schemas.microsoft.com/office/drawing/2014/main" id="{11EF8868-FB5E-BF02-8AD3-E005126B7A98}"/>
                  </a:ext>
                </a:extLst>
              </p:cNvPr>
              <p:cNvSpPr/>
              <p:nvPr/>
            </p:nvSpPr>
            <p:spPr>
              <a:xfrm>
                <a:off x="2863481" y="6415277"/>
                <a:ext cx="2095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6575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8308"/>
                    </a:lnTo>
                    <a:lnTo>
                      <a:pt x="11430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6">
                <a:extLst>
                  <a:ext uri="{FF2B5EF4-FFF2-40B4-BE49-F238E27FC236}">
                    <a16:creationId xmlns:a16="http://schemas.microsoft.com/office/drawing/2014/main" id="{53562CBE-E48A-5CDC-45D8-3A96173158A8}"/>
                  </a:ext>
                </a:extLst>
              </p:cNvPr>
              <p:cNvSpPr/>
              <p:nvPr/>
            </p:nvSpPr>
            <p:spPr>
              <a:xfrm>
                <a:off x="2855861" y="6415277"/>
                <a:ext cx="20955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8479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6784"/>
                    </a:lnTo>
                    <a:lnTo>
                      <a:pt x="12192" y="198120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7">
                <a:extLst>
                  <a:ext uri="{FF2B5EF4-FFF2-40B4-BE49-F238E27FC236}">
                    <a16:creationId xmlns:a16="http://schemas.microsoft.com/office/drawing/2014/main" id="{2A4A5E99-605B-2969-A888-F328C79CB24B}"/>
                  </a:ext>
                </a:extLst>
              </p:cNvPr>
              <p:cNvSpPr/>
              <p:nvPr/>
            </p:nvSpPr>
            <p:spPr>
              <a:xfrm>
                <a:off x="2848241" y="6415277"/>
                <a:ext cx="20955" cy="53530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5304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7546"/>
                    </a:lnTo>
                    <a:lnTo>
                      <a:pt x="11430" y="196596"/>
                    </a:lnTo>
                    <a:lnTo>
                      <a:pt x="12192" y="53492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8">
                <a:extLst>
                  <a:ext uri="{FF2B5EF4-FFF2-40B4-BE49-F238E27FC236}">
                    <a16:creationId xmlns:a16="http://schemas.microsoft.com/office/drawing/2014/main" id="{25AC2B95-86FE-79FF-35D2-7867EAC610F2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26606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266065">
                    <a:moveTo>
                      <a:pt x="0" y="265938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265938"/>
                    </a:lnTo>
                    <a:lnTo>
                      <a:pt x="0" y="265938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9">
                <a:extLst>
                  <a:ext uri="{FF2B5EF4-FFF2-40B4-BE49-F238E27FC236}">
                    <a16:creationId xmlns:a16="http://schemas.microsoft.com/office/drawing/2014/main" id="{271DA782-14B6-A5E5-C204-6432CFD74CEC}"/>
                  </a:ext>
                </a:extLst>
              </p:cNvPr>
              <p:cNvSpPr/>
              <p:nvPr/>
            </p:nvSpPr>
            <p:spPr>
              <a:xfrm>
                <a:off x="2685173" y="6710933"/>
                <a:ext cx="165100" cy="520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070">
                    <a:moveTo>
                      <a:pt x="0" y="51816"/>
                    </a:moveTo>
                    <a:lnTo>
                      <a:pt x="164592" y="51816"/>
                    </a:lnTo>
                    <a:lnTo>
                      <a:pt x="164592" y="0"/>
                    </a:lnTo>
                    <a:lnTo>
                      <a:pt x="0" y="0"/>
                    </a:lnTo>
                    <a:lnTo>
                      <a:pt x="0" y="51816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50">
                <a:extLst>
                  <a:ext uri="{FF2B5EF4-FFF2-40B4-BE49-F238E27FC236}">
                    <a16:creationId xmlns:a16="http://schemas.microsoft.com/office/drawing/2014/main" id="{D6B5699C-7181-66DD-19D0-64A52F121784}"/>
                  </a:ext>
                </a:extLst>
              </p:cNvPr>
              <p:cNvSpPr/>
              <p:nvPr/>
            </p:nvSpPr>
            <p:spPr>
              <a:xfrm>
                <a:off x="2685173" y="671017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1">
                <a:extLst>
                  <a:ext uri="{FF2B5EF4-FFF2-40B4-BE49-F238E27FC236}">
                    <a16:creationId xmlns:a16="http://schemas.microsoft.com/office/drawing/2014/main" id="{04ECD69E-7E1E-9242-5B7D-F751483F00DE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2">
                <a:extLst>
                  <a:ext uri="{FF2B5EF4-FFF2-40B4-BE49-F238E27FC236}">
                    <a16:creationId xmlns:a16="http://schemas.microsoft.com/office/drawing/2014/main" id="{39685364-15EB-23D3-0624-ECF59A7B8C40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3">
                <a:extLst>
                  <a:ext uri="{FF2B5EF4-FFF2-40B4-BE49-F238E27FC236}">
                    <a16:creationId xmlns:a16="http://schemas.microsoft.com/office/drawing/2014/main" id="{BE7C1E70-0B37-B984-D404-C14E4996D52F}"/>
                  </a:ext>
                </a:extLst>
              </p:cNvPr>
              <p:cNvSpPr/>
              <p:nvPr/>
            </p:nvSpPr>
            <p:spPr>
              <a:xfrm>
                <a:off x="2685173" y="6815327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4">
                <a:extLst>
                  <a:ext uri="{FF2B5EF4-FFF2-40B4-BE49-F238E27FC236}">
                    <a16:creationId xmlns:a16="http://schemas.microsoft.com/office/drawing/2014/main" id="{40AB1C70-8C03-94CF-7567-D389B3152A4D}"/>
                  </a:ext>
                </a:extLst>
              </p:cNvPr>
              <p:cNvSpPr/>
              <p:nvPr/>
            </p:nvSpPr>
            <p:spPr>
              <a:xfrm>
                <a:off x="2685173" y="6720077"/>
                <a:ext cx="165100" cy="14795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47954">
                    <a:moveTo>
                      <a:pt x="0" y="147827"/>
                    </a:moveTo>
                    <a:lnTo>
                      <a:pt x="0" y="95250"/>
                    </a:lnTo>
                    <a:lnTo>
                      <a:pt x="164592" y="95250"/>
                    </a:lnTo>
                    <a:lnTo>
                      <a:pt x="164592" y="147827"/>
                    </a:lnTo>
                    <a:lnTo>
                      <a:pt x="0" y="147827"/>
                    </a:lnTo>
                    <a:close/>
                  </a:path>
                  <a:path w="165100" h="147954">
                    <a:moveTo>
                      <a:pt x="28956" y="31242"/>
                    </a:moveTo>
                    <a:lnTo>
                      <a:pt x="28956" y="0"/>
                    </a:lnTo>
                    <a:lnTo>
                      <a:pt x="136398" y="0"/>
                    </a:lnTo>
                    <a:lnTo>
                      <a:pt x="136398" y="31242"/>
                    </a:lnTo>
                    <a:lnTo>
                      <a:pt x="28956" y="31242"/>
                    </a:lnTo>
                    <a:close/>
                  </a:path>
                  <a:path w="165100" h="147954">
                    <a:moveTo>
                      <a:pt x="28956" y="84581"/>
                    </a:moveTo>
                    <a:lnTo>
                      <a:pt x="28956" y="53339"/>
                    </a:lnTo>
                    <a:lnTo>
                      <a:pt x="136398" y="53339"/>
                    </a:lnTo>
                    <a:lnTo>
                      <a:pt x="136398" y="84581"/>
                    </a:lnTo>
                    <a:lnTo>
                      <a:pt x="28956" y="8458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5">
                <a:extLst>
                  <a:ext uri="{FF2B5EF4-FFF2-40B4-BE49-F238E27FC236}">
                    <a16:creationId xmlns:a16="http://schemas.microsoft.com/office/drawing/2014/main" id="{F705CC46-AB58-80AB-AC1B-2ED078BC64C0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6">
                <a:extLst>
                  <a:ext uri="{FF2B5EF4-FFF2-40B4-BE49-F238E27FC236}">
                    <a16:creationId xmlns:a16="http://schemas.microsoft.com/office/drawing/2014/main" id="{36E6D859-8276-570B-9298-FC4977A6D63F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7" name="object 257">
                <a:extLst>
                  <a:ext uri="{FF2B5EF4-FFF2-40B4-BE49-F238E27FC236}">
                    <a16:creationId xmlns:a16="http://schemas.microsoft.com/office/drawing/2014/main" id="{72786DD3-AB13-3602-5010-27925F3E35B3}"/>
                  </a:ext>
                </a:extLst>
              </p:cNvPr>
              <p:cNvSpPr/>
              <p:nvPr/>
            </p:nvSpPr>
            <p:spPr>
              <a:xfrm>
                <a:off x="2822333" y="6665213"/>
                <a:ext cx="12700" cy="5715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5715">
                    <a:moveTo>
                      <a:pt x="12192" y="5334"/>
                    </a:moveTo>
                    <a:lnTo>
                      <a:pt x="12192" y="0"/>
                    </a:lnTo>
                    <a:lnTo>
                      <a:pt x="0" y="0"/>
                    </a:lnTo>
                    <a:lnTo>
                      <a:pt x="0" y="5334"/>
                    </a:lnTo>
                    <a:lnTo>
                      <a:pt x="12192" y="533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8" name="object 258">
                <a:extLst>
                  <a:ext uri="{FF2B5EF4-FFF2-40B4-BE49-F238E27FC236}">
                    <a16:creationId xmlns:a16="http://schemas.microsoft.com/office/drawing/2014/main" id="{3C8759D7-D604-F7A1-A428-EAF20E2BCC75}"/>
                  </a:ext>
                </a:extLst>
              </p:cNvPr>
              <p:cNvSpPr/>
              <p:nvPr/>
            </p:nvSpPr>
            <p:spPr>
              <a:xfrm>
                <a:off x="2740037" y="6663689"/>
                <a:ext cx="3429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15240">
                    <a:moveTo>
                      <a:pt x="34290" y="15239"/>
                    </a:moveTo>
                    <a:lnTo>
                      <a:pt x="32004" y="0"/>
                    </a:lnTo>
                    <a:lnTo>
                      <a:pt x="0" y="0"/>
                    </a:lnTo>
                    <a:lnTo>
                      <a:pt x="3810" y="14478"/>
                    </a:lnTo>
                    <a:lnTo>
                      <a:pt x="34290" y="1523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9" name="object 259">
                <a:extLst>
                  <a:ext uri="{FF2B5EF4-FFF2-40B4-BE49-F238E27FC236}">
                    <a16:creationId xmlns:a16="http://schemas.microsoft.com/office/drawing/2014/main" id="{556A5042-82E1-5BA8-A17C-795F6F8988B8}"/>
                  </a:ext>
                </a:extLst>
              </p:cNvPr>
              <p:cNvSpPr/>
              <p:nvPr/>
            </p:nvSpPr>
            <p:spPr>
              <a:xfrm>
                <a:off x="2697365" y="6683501"/>
                <a:ext cx="7747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77469" h="15240">
                    <a:moveTo>
                      <a:pt x="76962" y="0"/>
                    </a:moveTo>
                    <a:lnTo>
                      <a:pt x="3809" y="0"/>
                    </a:lnTo>
                    <a:lnTo>
                      <a:pt x="0" y="15240"/>
                    </a:lnTo>
                    <a:lnTo>
                      <a:pt x="74676" y="15240"/>
                    </a:lnTo>
                    <a:lnTo>
                      <a:pt x="7696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0" name="object 260">
                <a:extLst>
                  <a:ext uri="{FF2B5EF4-FFF2-40B4-BE49-F238E27FC236}">
                    <a16:creationId xmlns:a16="http://schemas.microsoft.com/office/drawing/2014/main" id="{7BB55A27-5F1B-140D-7B97-AF93483E350F}"/>
                  </a:ext>
                </a:extLst>
              </p:cNvPr>
              <p:cNvSpPr/>
              <p:nvPr/>
            </p:nvSpPr>
            <p:spPr>
              <a:xfrm>
                <a:off x="2697365" y="6670547"/>
                <a:ext cx="45085" cy="7620"/>
              </a:xfrm>
              <a:custGeom>
                <a:avLst/>
                <a:gdLst/>
                <a:ahLst/>
                <a:cxnLst/>
                <a:rect l="l" t="t" r="r" b="b"/>
                <a:pathLst>
                  <a:path w="45085" h="7620">
                    <a:moveTo>
                      <a:pt x="44958" y="7619"/>
                    </a:moveTo>
                    <a:lnTo>
                      <a:pt x="42672" y="0"/>
                    </a:lnTo>
                    <a:lnTo>
                      <a:pt x="0" y="0"/>
                    </a:lnTo>
                    <a:lnTo>
                      <a:pt x="3810" y="7620"/>
                    </a:lnTo>
                    <a:lnTo>
                      <a:pt x="44958" y="761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1" name="object 261">
                <a:extLst>
                  <a:ext uri="{FF2B5EF4-FFF2-40B4-BE49-F238E27FC236}">
                    <a16:creationId xmlns:a16="http://schemas.microsoft.com/office/drawing/2014/main" id="{709BAC4A-4DB6-80E1-72B6-0A2AC2F533C2}"/>
                  </a:ext>
                </a:extLst>
              </p:cNvPr>
              <p:cNvSpPr/>
              <p:nvPr/>
            </p:nvSpPr>
            <p:spPr>
              <a:xfrm>
                <a:off x="2697365" y="6669785"/>
                <a:ext cx="508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5080" h="28575">
                    <a:moveTo>
                      <a:pt x="4572" y="9144"/>
                    </a:moveTo>
                    <a:lnTo>
                      <a:pt x="0" y="0"/>
                    </a:lnTo>
                    <a:lnTo>
                      <a:pt x="0" y="28194"/>
                    </a:lnTo>
                    <a:lnTo>
                      <a:pt x="4572" y="914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2" name="object 262">
                <a:extLst>
                  <a:ext uri="{FF2B5EF4-FFF2-40B4-BE49-F238E27FC236}">
                    <a16:creationId xmlns:a16="http://schemas.microsoft.com/office/drawing/2014/main" id="{2CBF07E1-6912-D598-7CF2-EE39BB7BFC89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12954" y="7619"/>
                    </a:moveTo>
                    <a:lnTo>
                      <a:pt x="12954" y="2285"/>
                    </a:lnTo>
                    <a:lnTo>
                      <a:pt x="9906" y="0"/>
                    </a:lnTo>
                    <a:lnTo>
                      <a:pt x="3047" y="0"/>
                    </a:lnTo>
                    <a:lnTo>
                      <a:pt x="0" y="2285"/>
                    </a:lnTo>
                    <a:lnTo>
                      <a:pt x="0" y="5333"/>
                    </a:lnTo>
                    <a:lnTo>
                      <a:pt x="0" y="7619"/>
                    </a:lnTo>
                    <a:lnTo>
                      <a:pt x="3048" y="9905"/>
                    </a:lnTo>
                    <a:lnTo>
                      <a:pt x="9906" y="9905"/>
                    </a:lnTo>
                    <a:lnTo>
                      <a:pt x="12954" y="7619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3" name="object 263">
                <a:extLst>
                  <a:ext uri="{FF2B5EF4-FFF2-40B4-BE49-F238E27FC236}">
                    <a16:creationId xmlns:a16="http://schemas.microsoft.com/office/drawing/2014/main" id="{C77644D8-4D06-3CAD-5B26-F7AFB02D9CE7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0" y="5333"/>
                    </a:moveTo>
                    <a:lnTo>
                      <a:pt x="0" y="2285"/>
                    </a:lnTo>
                    <a:lnTo>
                      <a:pt x="3047" y="0"/>
                    </a:lnTo>
                    <a:lnTo>
                      <a:pt x="6096" y="0"/>
                    </a:lnTo>
                    <a:lnTo>
                      <a:pt x="9906" y="0"/>
                    </a:lnTo>
                    <a:lnTo>
                      <a:pt x="12954" y="2285"/>
                    </a:lnTo>
                    <a:lnTo>
                      <a:pt x="12954" y="5333"/>
                    </a:lnTo>
                    <a:lnTo>
                      <a:pt x="12954" y="7619"/>
                    </a:lnTo>
                    <a:lnTo>
                      <a:pt x="9906" y="9905"/>
                    </a:lnTo>
                    <a:lnTo>
                      <a:pt x="6096" y="9905"/>
                    </a:lnTo>
                    <a:lnTo>
                      <a:pt x="3048" y="9905"/>
                    </a:lnTo>
                    <a:lnTo>
                      <a:pt x="0" y="7619"/>
                    </a:lnTo>
                    <a:lnTo>
                      <a:pt x="0" y="5333"/>
                    </a:lnTo>
                    <a:close/>
                  </a:path>
                </a:pathLst>
              </a:custGeom>
              <a:ln w="3175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4" name="object 264">
                <a:extLst>
                  <a:ext uri="{FF2B5EF4-FFF2-40B4-BE49-F238E27FC236}">
                    <a16:creationId xmlns:a16="http://schemas.microsoft.com/office/drawing/2014/main" id="{924BF084-F4BF-0CEE-9825-12E53C2EF012}"/>
                  </a:ext>
                </a:extLst>
              </p:cNvPr>
              <p:cNvSpPr/>
              <p:nvPr/>
            </p:nvSpPr>
            <p:spPr>
              <a:xfrm>
                <a:off x="2692793" y="6678167"/>
                <a:ext cx="146685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146685" h="5079">
                    <a:moveTo>
                      <a:pt x="146304" y="4571"/>
                    </a:moveTo>
                    <a:lnTo>
                      <a:pt x="146304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146304" y="4571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5" name="object 265">
                <a:extLst>
                  <a:ext uri="{FF2B5EF4-FFF2-40B4-BE49-F238E27FC236}">
                    <a16:creationId xmlns:a16="http://schemas.microsoft.com/office/drawing/2014/main" id="{2CCFD741-A61C-D96C-83BD-3BA4301C03E3}"/>
                  </a:ext>
                </a:extLst>
              </p:cNvPr>
              <p:cNvSpPr/>
              <p:nvPr/>
            </p:nvSpPr>
            <p:spPr>
              <a:xfrm>
                <a:off x="2728607" y="6661403"/>
                <a:ext cx="14604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41275">
                    <a:moveTo>
                      <a:pt x="14478" y="16764"/>
                    </a:moveTo>
                    <a:lnTo>
                      <a:pt x="12954" y="7620"/>
                    </a:lnTo>
                    <a:lnTo>
                      <a:pt x="11430" y="2286"/>
                    </a:lnTo>
                    <a:lnTo>
                      <a:pt x="8382" y="0"/>
                    </a:lnTo>
                    <a:lnTo>
                      <a:pt x="2286" y="762"/>
                    </a:lnTo>
                    <a:lnTo>
                      <a:pt x="0" y="3048"/>
                    </a:lnTo>
                    <a:lnTo>
                      <a:pt x="0" y="6858"/>
                    </a:lnTo>
                    <a:lnTo>
                      <a:pt x="1524" y="11430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1148"/>
                    </a:lnTo>
                    <a:lnTo>
                      <a:pt x="14478" y="16764"/>
                    </a:lnTo>
                    <a:close/>
                  </a:path>
                </a:pathLst>
              </a:custGeom>
              <a:solidFill>
                <a:srgbClr val="3F3F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6" name="object 266">
                <a:extLst>
                  <a:ext uri="{FF2B5EF4-FFF2-40B4-BE49-F238E27FC236}">
                    <a16:creationId xmlns:a16="http://schemas.microsoft.com/office/drawing/2014/main" id="{84CE8C58-A463-8568-6F2D-52999C9AAA15}"/>
                  </a:ext>
                </a:extLst>
              </p:cNvPr>
              <p:cNvSpPr/>
              <p:nvPr/>
            </p:nvSpPr>
            <p:spPr>
              <a:xfrm>
                <a:off x="2727083" y="6661403"/>
                <a:ext cx="1524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5239" h="41275">
                    <a:moveTo>
                      <a:pt x="15240" y="16002"/>
                    </a:moveTo>
                    <a:lnTo>
                      <a:pt x="12954" y="6858"/>
                    </a:lnTo>
                    <a:lnTo>
                      <a:pt x="11430" y="2285"/>
                    </a:lnTo>
                    <a:lnTo>
                      <a:pt x="8382" y="0"/>
                    </a:lnTo>
                    <a:lnTo>
                      <a:pt x="3048" y="0"/>
                    </a:lnTo>
                    <a:lnTo>
                      <a:pt x="0" y="2286"/>
                    </a:lnTo>
                    <a:lnTo>
                      <a:pt x="0" y="6096"/>
                    </a:lnTo>
                    <a:lnTo>
                      <a:pt x="1524" y="10668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0386"/>
                    </a:lnTo>
                    <a:lnTo>
                      <a:pt x="15240" y="16002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7" name="object 267">
                <a:extLst>
                  <a:ext uri="{FF2B5EF4-FFF2-40B4-BE49-F238E27FC236}">
                    <a16:creationId xmlns:a16="http://schemas.microsoft.com/office/drawing/2014/main" id="{B1373047-FCAA-ACB6-E487-D3BD81586F53}"/>
                  </a:ext>
                </a:extLst>
              </p:cNvPr>
              <p:cNvSpPr/>
              <p:nvPr/>
            </p:nvSpPr>
            <p:spPr>
              <a:xfrm>
                <a:off x="2719463" y="6729221"/>
                <a:ext cx="96520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96519" h="5079">
                    <a:moveTo>
                      <a:pt x="96012" y="4571"/>
                    </a:moveTo>
                    <a:lnTo>
                      <a:pt x="96012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96012" y="4571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8" name="object 268">
                <a:extLst>
                  <a:ext uri="{FF2B5EF4-FFF2-40B4-BE49-F238E27FC236}">
                    <a16:creationId xmlns:a16="http://schemas.microsoft.com/office/drawing/2014/main" id="{72D3B0DE-06D0-001C-DFCE-EC25B8A05C40}"/>
                  </a:ext>
                </a:extLst>
              </p:cNvPr>
              <p:cNvSpPr/>
              <p:nvPr/>
            </p:nvSpPr>
            <p:spPr>
              <a:xfrm>
                <a:off x="2743847" y="6739889"/>
                <a:ext cx="43180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43180" h="8890">
                    <a:moveTo>
                      <a:pt x="41910" y="8381"/>
                    </a:moveTo>
                    <a:lnTo>
                      <a:pt x="42672" y="0"/>
                    </a:lnTo>
                    <a:lnTo>
                      <a:pt x="762" y="0"/>
                    </a:lnTo>
                    <a:lnTo>
                      <a:pt x="0" y="7619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9" name="object 269">
                <a:extLst>
                  <a:ext uri="{FF2B5EF4-FFF2-40B4-BE49-F238E27FC236}">
                    <a16:creationId xmlns:a16="http://schemas.microsoft.com/office/drawing/2014/main" id="{10080160-05F6-732F-7E0F-1175E712CABD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8100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5814" y="41148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0" name="object 270">
                <a:extLst>
                  <a:ext uri="{FF2B5EF4-FFF2-40B4-BE49-F238E27FC236}">
                    <a16:creationId xmlns:a16="http://schemas.microsoft.com/office/drawing/2014/main" id="{DF69E3A3-CE53-6BBA-1956-3904B5B1BC50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048" y="0"/>
                    </a:moveTo>
                    <a:lnTo>
                      <a:pt x="38100" y="0"/>
                    </a:lnTo>
                    <a:lnTo>
                      <a:pt x="35814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1" name="object 271">
                <a:extLst>
                  <a:ext uri="{FF2B5EF4-FFF2-40B4-BE49-F238E27FC236}">
                    <a16:creationId xmlns:a16="http://schemas.microsoft.com/office/drawing/2014/main" id="{5305A67B-3DAF-534E-62D6-03122CDD1B96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9624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6576" y="41148"/>
                    </a:lnTo>
                    <a:lnTo>
                      <a:pt x="39624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2" name="object 272">
                <a:extLst>
                  <a:ext uri="{FF2B5EF4-FFF2-40B4-BE49-F238E27FC236}">
                    <a16:creationId xmlns:a16="http://schemas.microsoft.com/office/drawing/2014/main" id="{99A5A357-4016-2B43-27F2-251472A77E6C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048" y="0"/>
                    </a:moveTo>
                    <a:lnTo>
                      <a:pt x="39624" y="0"/>
                    </a:lnTo>
                    <a:lnTo>
                      <a:pt x="36576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3" name="object 273">
                <a:extLst>
                  <a:ext uri="{FF2B5EF4-FFF2-40B4-BE49-F238E27FC236}">
                    <a16:creationId xmlns:a16="http://schemas.microsoft.com/office/drawing/2014/main" id="{D5E1F12A-6FEF-1887-2216-5DEAF8DA21A8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4" name="object 274">
                <a:extLst>
                  <a:ext uri="{FF2B5EF4-FFF2-40B4-BE49-F238E27FC236}">
                    <a16:creationId xmlns:a16="http://schemas.microsoft.com/office/drawing/2014/main" id="{5EE59482-2692-822E-BB17-9B18A1C9339D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5" name="object 275">
                <a:extLst>
                  <a:ext uri="{FF2B5EF4-FFF2-40B4-BE49-F238E27FC236}">
                    <a16:creationId xmlns:a16="http://schemas.microsoft.com/office/drawing/2014/main" id="{CD20D0A3-5EDD-0910-DBEF-9207758938D7}"/>
                  </a:ext>
                </a:extLst>
              </p:cNvPr>
              <p:cNvSpPr/>
              <p:nvPr/>
            </p:nvSpPr>
            <p:spPr>
              <a:xfrm>
                <a:off x="2791091" y="6521208"/>
                <a:ext cx="20320" cy="32384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32384">
                    <a:moveTo>
                      <a:pt x="19812" y="18288"/>
                    </a:moveTo>
                    <a:lnTo>
                      <a:pt x="0" y="18288"/>
                    </a:lnTo>
                    <a:lnTo>
                      <a:pt x="0" y="32004"/>
                    </a:lnTo>
                    <a:lnTo>
                      <a:pt x="19812" y="32004"/>
                    </a:lnTo>
                    <a:lnTo>
                      <a:pt x="19812" y="18288"/>
                    </a:lnTo>
                    <a:close/>
                  </a:path>
                  <a:path w="20319" h="32384">
                    <a:moveTo>
                      <a:pt x="19812" y="0"/>
                    </a:moveTo>
                    <a:lnTo>
                      <a:pt x="0" y="0"/>
                    </a:lnTo>
                    <a:lnTo>
                      <a:pt x="0" y="13716"/>
                    </a:lnTo>
                    <a:lnTo>
                      <a:pt x="19812" y="13716"/>
                    </a:lnTo>
                    <a:lnTo>
                      <a:pt x="1981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6" name="object 276">
                <a:extLst>
                  <a:ext uri="{FF2B5EF4-FFF2-40B4-BE49-F238E27FC236}">
                    <a16:creationId xmlns:a16="http://schemas.microsoft.com/office/drawing/2014/main" id="{4C00E03B-598F-C38B-5F41-3F17CBB3A510}"/>
                  </a:ext>
                </a:extLst>
              </p:cNvPr>
              <p:cNvSpPr/>
              <p:nvPr/>
            </p:nvSpPr>
            <p:spPr>
              <a:xfrm>
                <a:off x="2750705" y="6530339"/>
                <a:ext cx="20320" cy="13335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13334">
                    <a:moveTo>
                      <a:pt x="19812" y="12953"/>
                    </a:moveTo>
                    <a:lnTo>
                      <a:pt x="19812" y="0"/>
                    </a:lnTo>
                    <a:lnTo>
                      <a:pt x="0" y="0"/>
                    </a:lnTo>
                    <a:lnTo>
                      <a:pt x="0" y="12953"/>
                    </a:lnTo>
                    <a:lnTo>
                      <a:pt x="19812" y="12953"/>
                    </a:lnTo>
                    <a:close/>
                  </a:path>
                </a:pathLst>
              </a:custGeom>
              <a:solidFill>
                <a:srgbClr val="008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7" name="object 277">
                <a:extLst>
                  <a:ext uri="{FF2B5EF4-FFF2-40B4-BE49-F238E27FC236}">
                    <a16:creationId xmlns:a16="http://schemas.microsoft.com/office/drawing/2014/main" id="{3BC95447-642B-173C-4413-A3150BB9B695}"/>
                  </a:ext>
                </a:extLst>
              </p:cNvPr>
              <p:cNvSpPr/>
              <p:nvPr/>
            </p:nvSpPr>
            <p:spPr>
              <a:xfrm>
                <a:off x="2818523" y="6529577"/>
                <a:ext cx="1460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16509">
                    <a:moveTo>
                      <a:pt x="14478" y="12191"/>
                    </a:moveTo>
                    <a:lnTo>
                      <a:pt x="14478" y="3809"/>
                    </a:lnTo>
                    <a:lnTo>
                      <a:pt x="11430" y="0"/>
                    </a:lnTo>
                    <a:lnTo>
                      <a:pt x="3047" y="0"/>
                    </a:lnTo>
                    <a:lnTo>
                      <a:pt x="0" y="3809"/>
                    </a:lnTo>
                    <a:lnTo>
                      <a:pt x="0" y="8381"/>
                    </a:lnTo>
                    <a:lnTo>
                      <a:pt x="0" y="12191"/>
                    </a:lnTo>
                    <a:lnTo>
                      <a:pt x="3048" y="16001"/>
                    </a:lnTo>
                    <a:lnTo>
                      <a:pt x="11430" y="16001"/>
                    </a:lnTo>
                    <a:lnTo>
                      <a:pt x="14478" y="12191"/>
                    </a:lnTo>
                    <a:close/>
                  </a:path>
                </a:pathLst>
              </a:custGeom>
              <a:solidFill>
                <a:srgbClr val="1F1F1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8" name="object 278">
                <a:extLst>
                  <a:ext uri="{FF2B5EF4-FFF2-40B4-BE49-F238E27FC236}">
                    <a16:creationId xmlns:a16="http://schemas.microsoft.com/office/drawing/2014/main" id="{DAD36797-61CE-8282-BE08-00D29C2AA896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224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2240">
                    <a:moveTo>
                      <a:pt x="17525" y="141731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1731"/>
                    </a:lnTo>
                    <a:lnTo>
                      <a:pt x="17525" y="141731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9" name="object 279">
                <a:extLst>
                  <a:ext uri="{FF2B5EF4-FFF2-40B4-BE49-F238E27FC236}">
                    <a16:creationId xmlns:a16="http://schemas.microsoft.com/office/drawing/2014/main" id="{31A919A1-EE88-CD65-1790-76C295EDD673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0" name="object 280">
                <a:extLst>
                  <a:ext uri="{FF2B5EF4-FFF2-40B4-BE49-F238E27FC236}">
                    <a16:creationId xmlns:a16="http://schemas.microsoft.com/office/drawing/2014/main" id="{884C0CCA-5375-AE92-CC6F-68D58390EA5C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2362200" y="1637538"/>
                    </a:moveTo>
                    <a:lnTo>
                      <a:pt x="2362200" y="233933"/>
                    </a:lnTo>
                    <a:lnTo>
                      <a:pt x="2359876" y="219103"/>
                    </a:lnTo>
                    <a:lnTo>
                      <a:pt x="2326126" y="176220"/>
                    </a:lnTo>
                    <a:lnTo>
                      <a:pt x="2282694" y="149243"/>
                    </a:lnTo>
                    <a:lnTo>
                      <a:pt x="2223809" y="123809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close/>
                  </a:path>
                </a:pathLst>
              </a:custGeom>
              <a:solidFill>
                <a:srgbClr val="CC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1" name="object 281">
                <a:extLst>
                  <a:ext uri="{FF2B5EF4-FFF2-40B4-BE49-F238E27FC236}">
                    <a16:creationId xmlns:a16="http://schemas.microsoft.com/office/drawing/2014/main" id="{94435FA7-D016-36F8-497C-895C45EC7D4D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46799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467995">
                    <a:moveTo>
                      <a:pt x="2362200" y="233934"/>
                    </a:move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1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2323" y="248683"/>
                    </a:lnTo>
                    <a:lnTo>
                      <a:pt x="36073" y="291395"/>
                    </a:lnTo>
                    <a:lnTo>
                      <a:pt x="79505" y="318312"/>
                    </a:lnTo>
                    <a:lnTo>
                      <a:pt x="138390" y="343721"/>
                    </a:lnTo>
                    <a:lnTo>
                      <a:pt x="211622" y="367401"/>
                    </a:lnTo>
                    <a:lnTo>
                      <a:pt x="253272" y="378523"/>
                    </a:lnTo>
                    <a:lnTo>
                      <a:pt x="298093" y="389130"/>
                    </a:lnTo>
                    <a:lnTo>
                      <a:pt x="345947" y="399192"/>
                    </a:lnTo>
                    <a:lnTo>
                      <a:pt x="396697" y="408683"/>
                    </a:lnTo>
                    <a:lnTo>
                      <a:pt x="450202" y="417575"/>
                    </a:lnTo>
                    <a:lnTo>
                      <a:pt x="506325" y="425840"/>
                    </a:lnTo>
                    <a:lnTo>
                      <a:pt x="564928" y="433449"/>
                    </a:lnTo>
                    <a:lnTo>
                      <a:pt x="625872" y="440376"/>
                    </a:lnTo>
                    <a:lnTo>
                      <a:pt x="689019" y="446592"/>
                    </a:lnTo>
                    <a:lnTo>
                      <a:pt x="754230" y="452069"/>
                    </a:lnTo>
                    <a:lnTo>
                      <a:pt x="821368" y="456781"/>
                    </a:lnTo>
                    <a:lnTo>
                      <a:pt x="890292" y="460698"/>
                    </a:lnTo>
                    <a:lnTo>
                      <a:pt x="960866" y="463793"/>
                    </a:lnTo>
                    <a:lnTo>
                      <a:pt x="1032951" y="466038"/>
                    </a:lnTo>
                    <a:lnTo>
                      <a:pt x="1106408" y="467405"/>
                    </a:lnTo>
                    <a:lnTo>
                      <a:pt x="1181100" y="467868"/>
                    </a:lnTo>
                    <a:lnTo>
                      <a:pt x="1255791" y="467405"/>
                    </a:lnTo>
                    <a:lnTo>
                      <a:pt x="1329248" y="466038"/>
                    </a:lnTo>
                    <a:lnTo>
                      <a:pt x="1401333" y="463793"/>
                    </a:lnTo>
                    <a:lnTo>
                      <a:pt x="1471907" y="460698"/>
                    </a:lnTo>
                    <a:lnTo>
                      <a:pt x="1540831" y="456781"/>
                    </a:lnTo>
                    <a:lnTo>
                      <a:pt x="1607969" y="452069"/>
                    </a:lnTo>
                    <a:lnTo>
                      <a:pt x="1673180" y="446592"/>
                    </a:lnTo>
                    <a:lnTo>
                      <a:pt x="1736327" y="440376"/>
                    </a:lnTo>
                    <a:lnTo>
                      <a:pt x="1797271" y="433449"/>
                    </a:lnTo>
                    <a:lnTo>
                      <a:pt x="1855874" y="425840"/>
                    </a:lnTo>
                    <a:lnTo>
                      <a:pt x="1911997" y="417575"/>
                    </a:lnTo>
                    <a:lnTo>
                      <a:pt x="1965502" y="408683"/>
                    </a:lnTo>
                    <a:lnTo>
                      <a:pt x="2016251" y="399192"/>
                    </a:lnTo>
                    <a:lnTo>
                      <a:pt x="2064106" y="389130"/>
                    </a:lnTo>
                    <a:lnTo>
                      <a:pt x="2108927" y="378523"/>
                    </a:lnTo>
                    <a:lnTo>
                      <a:pt x="2150577" y="367401"/>
                    </a:lnTo>
                    <a:lnTo>
                      <a:pt x="2188917" y="355791"/>
                    </a:lnTo>
                    <a:lnTo>
                      <a:pt x="2255114" y="331219"/>
                    </a:lnTo>
                    <a:lnTo>
                      <a:pt x="2306411" y="305028"/>
                    </a:lnTo>
                    <a:lnTo>
                      <a:pt x="2341700" y="277442"/>
                    </a:lnTo>
                    <a:lnTo>
                      <a:pt x="2362200" y="233934"/>
                    </a:lnTo>
                    <a:close/>
                  </a:path>
                </a:pathLst>
              </a:custGeom>
              <a:solidFill>
                <a:srgbClr val="D6D6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2" name="object 282">
                <a:extLst>
                  <a:ext uri="{FF2B5EF4-FFF2-40B4-BE49-F238E27FC236}">
                    <a16:creationId xmlns:a16="http://schemas.microsoft.com/office/drawing/2014/main" id="{9A0E2EA2-4A85-9FC7-00DE-EB6E90D7356D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1181100" y="0"/>
                    </a:move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lnTo>
                      <a:pt x="2362200" y="233933"/>
                    </a:ln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3" name="object 283">
                <a:extLst>
                  <a:ext uri="{FF2B5EF4-FFF2-40B4-BE49-F238E27FC236}">
                    <a16:creationId xmlns:a16="http://schemas.microsoft.com/office/drawing/2014/main" id="{5D0DFA02-2B0C-EAF9-4705-3A5E891FAEDA}"/>
                  </a:ext>
                </a:extLst>
              </p:cNvPr>
              <p:cNvSpPr/>
              <p:nvPr/>
            </p:nvSpPr>
            <p:spPr>
              <a:xfrm>
                <a:off x="1233563" y="4656581"/>
                <a:ext cx="2362200" cy="23431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234314">
                    <a:moveTo>
                      <a:pt x="0" y="0"/>
                    </a:moveTo>
                    <a:lnTo>
                      <a:pt x="20499" y="43508"/>
                    </a:lnTo>
                    <a:lnTo>
                      <a:pt x="55788" y="71094"/>
                    </a:lnTo>
                    <a:lnTo>
                      <a:pt x="107085" y="97285"/>
                    </a:lnTo>
                    <a:lnTo>
                      <a:pt x="173282" y="121857"/>
                    </a:lnTo>
                    <a:lnTo>
                      <a:pt x="211622" y="133467"/>
                    </a:lnTo>
                    <a:lnTo>
                      <a:pt x="253272" y="144589"/>
                    </a:lnTo>
                    <a:lnTo>
                      <a:pt x="298093" y="155196"/>
                    </a:lnTo>
                    <a:lnTo>
                      <a:pt x="345947" y="165258"/>
                    </a:lnTo>
                    <a:lnTo>
                      <a:pt x="396697" y="174749"/>
                    </a:lnTo>
                    <a:lnTo>
                      <a:pt x="450202" y="183641"/>
                    </a:lnTo>
                    <a:lnTo>
                      <a:pt x="506325" y="191906"/>
                    </a:lnTo>
                    <a:lnTo>
                      <a:pt x="564928" y="199515"/>
                    </a:lnTo>
                    <a:lnTo>
                      <a:pt x="625872" y="206442"/>
                    </a:lnTo>
                    <a:lnTo>
                      <a:pt x="689019" y="212658"/>
                    </a:lnTo>
                    <a:lnTo>
                      <a:pt x="754230" y="218135"/>
                    </a:lnTo>
                    <a:lnTo>
                      <a:pt x="821368" y="222847"/>
                    </a:lnTo>
                    <a:lnTo>
                      <a:pt x="890292" y="226764"/>
                    </a:lnTo>
                    <a:lnTo>
                      <a:pt x="960866" y="229859"/>
                    </a:lnTo>
                    <a:lnTo>
                      <a:pt x="1032951" y="232104"/>
                    </a:lnTo>
                    <a:lnTo>
                      <a:pt x="1106408" y="233471"/>
                    </a:lnTo>
                    <a:lnTo>
                      <a:pt x="1181100" y="233933"/>
                    </a:lnTo>
                    <a:lnTo>
                      <a:pt x="1255791" y="233471"/>
                    </a:lnTo>
                    <a:lnTo>
                      <a:pt x="1329248" y="232104"/>
                    </a:lnTo>
                    <a:lnTo>
                      <a:pt x="1401333" y="229859"/>
                    </a:lnTo>
                    <a:lnTo>
                      <a:pt x="1471907" y="226764"/>
                    </a:lnTo>
                    <a:lnTo>
                      <a:pt x="1540831" y="222847"/>
                    </a:lnTo>
                    <a:lnTo>
                      <a:pt x="1607969" y="218135"/>
                    </a:lnTo>
                    <a:lnTo>
                      <a:pt x="1673180" y="212658"/>
                    </a:lnTo>
                    <a:lnTo>
                      <a:pt x="1736327" y="206442"/>
                    </a:lnTo>
                    <a:lnTo>
                      <a:pt x="1797271" y="199515"/>
                    </a:lnTo>
                    <a:lnTo>
                      <a:pt x="1855874" y="191906"/>
                    </a:lnTo>
                    <a:lnTo>
                      <a:pt x="1911997" y="183641"/>
                    </a:lnTo>
                    <a:lnTo>
                      <a:pt x="1965502" y="174749"/>
                    </a:lnTo>
                    <a:lnTo>
                      <a:pt x="2016251" y="165258"/>
                    </a:lnTo>
                    <a:lnTo>
                      <a:pt x="2064106" y="155196"/>
                    </a:lnTo>
                    <a:lnTo>
                      <a:pt x="2108927" y="144589"/>
                    </a:lnTo>
                    <a:lnTo>
                      <a:pt x="2150577" y="133467"/>
                    </a:lnTo>
                    <a:lnTo>
                      <a:pt x="2188917" y="121857"/>
                    </a:lnTo>
                    <a:lnTo>
                      <a:pt x="2255114" y="97285"/>
                    </a:lnTo>
                    <a:lnTo>
                      <a:pt x="2306411" y="71094"/>
                    </a:lnTo>
                    <a:lnTo>
                      <a:pt x="2341700" y="43508"/>
                    </a:lnTo>
                    <a:lnTo>
                      <a:pt x="2359876" y="14749"/>
                    </a:lnTo>
                    <a:lnTo>
                      <a:pt x="2362200" y="0"/>
                    </a:lnTo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84" name="object 284">
              <a:extLst>
                <a:ext uri="{FF2B5EF4-FFF2-40B4-BE49-F238E27FC236}">
                  <a16:creationId xmlns:a16="http://schemas.microsoft.com/office/drawing/2014/main" id="{12FB8753-AD10-23A8-805C-414BBA6123DB}"/>
                </a:ext>
              </a:extLst>
            </p:cNvPr>
            <p:cNvSpPr txBox="1"/>
            <p:nvPr/>
          </p:nvSpPr>
          <p:spPr>
            <a:xfrm>
              <a:off x="1527943" y="5242052"/>
              <a:ext cx="1803400" cy="6350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39065" marR="5080" indent="-1270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25" dirty="0">
                  <a:latin typeface="Lantinghei SC Heavy"/>
                  <a:cs typeface="Lantinghei SC Heavy"/>
                </a:rPr>
                <a:t>相互有关联关系的数据的集合</a:t>
              </a:r>
              <a:endParaRPr sz="2000">
                <a:latin typeface="Lantinghei SC Heavy"/>
                <a:cs typeface="Lantinghei SC Heavy"/>
              </a:endParaRPr>
            </a:p>
          </p:txBody>
        </p:sp>
        <p:sp>
          <p:nvSpPr>
            <p:cNvPr id="285" name="object 285">
              <a:extLst>
                <a:ext uri="{FF2B5EF4-FFF2-40B4-BE49-F238E27FC236}">
                  <a16:creationId xmlns:a16="http://schemas.microsoft.com/office/drawing/2014/main" id="{9BFC29FE-F132-725F-2EAC-08741FD3AF27}"/>
                </a:ext>
              </a:extLst>
            </p:cNvPr>
            <p:cNvSpPr txBox="1"/>
            <p:nvPr/>
          </p:nvSpPr>
          <p:spPr>
            <a:xfrm>
              <a:off x="1405261" y="4489195"/>
              <a:ext cx="19977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spc="-17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</a:t>
              </a:r>
              <a:r>
                <a:rPr sz="1800" b="1" spc="-9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//Database</a:t>
              </a:r>
              <a:endParaRPr sz="1800">
                <a:latin typeface="Lantinghei SC Heavy"/>
                <a:cs typeface="Lantinghei SC Heavy"/>
              </a:endParaRPr>
            </a:p>
          </p:txBody>
        </p:sp>
        <p:sp>
          <p:nvSpPr>
            <p:cNvPr id="286" name="object 288">
              <a:extLst>
                <a:ext uri="{FF2B5EF4-FFF2-40B4-BE49-F238E27FC236}">
                  <a16:creationId xmlns:a16="http://schemas.microsoft.com/office/drawing/2014/main" id="{FEF40EA4-2AA5-FF71-B375-1B25C2207A6D}"/>
                </a:ext>
              </a:extLst>
            </p:cNvPr>
            <p:cNvSpPr txBox="1"/>
            <p:nvPr/>
          </p:nvSpPr>
          <p:spPr>
            <a:xfrm>
              <a:off x="6635629" y="5607050"/>
              <a:ext cx="280035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n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7137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29</Words>
  <Application>Microsoft Macintosh PowerPoint</Application>
  <PresentationFormat>宽屏</PresentationFormat>
  <Paragraphs>14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等线</vt:lpstr>
      <vt:lpstr>等线 Light</vt:lpstr>
      <vt:lpstr>Kaiti SC Black</vt:lpstr>
      <vt:lpstr>Lantinghei SC Heavy</vt:lpstr>
      <vt:lpstr>Arial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2</cp:revision>
  <dcterms:created xsi:type="dcterms:W3CDTF">2025-11-27T12:59:36Z</dcterms:created>
  <dcterms:modified xsi:type="dcterms:W3CDTF">2025-11-27T13:01:05Z</dcterms:modified>
</cp:coreProperties>
</file>