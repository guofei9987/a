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3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6" r:id="rId12"/>
    <p:sldId id="267" r:id="rId13"/>
    <p:sldId id="269" r:id="rId14"/>
    <p:sldId id="270" r:id="rId15"/>
    <p:sldId id="278" r:id="rId16"/>
    <p:sldId id="367" r:id="rId17"/>
    <p:sldId id="368" r:id="rId18"/>
    <p:sldId id="369" r:id="rId19"/>
    <p:sldId id="370" r:id="rId20"/>
    <p:sldId id="371" r:id="rId21"/>
    <p:sldId id="372" r:id="rId22"/>
    <p:sldId id="373" r:id="rId23"/>
    <p:sldId id="374" r:id="rId24"/>
    <p:sldId id="287" r:id="rId25"/>
    <p:sldId id="375" r:id="rId26"/>
    <p:sldId id="271" r:id="rId27"/>
    <p:sldId id="272" r:id="rId28"/>
    <p:sldId id="377" r:id="rId29"/>
    <p:sldId id="273" r:id="rId30"/>
    <p:sldId id="274" r:id="rId31"/>
    <p:sldId id="275" r:id="rId32"/>
    <p:sldId id="276" r:id="rId33"/>
    <p:sldId id="277" r:id="rId34"/>
    <p:sldId id="378" r:id="rId35"/>
    <p:sldId id="379" r:id="rId36"/>
    <p:sldId id="380" r:id="rId37"/>
    <p:sldId id="381" r:id="rId38"/>
    <p:sldId id="382" r:id="rId39"/>
    <p:sldId id="383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2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51"/>
    <p:restoredTop sz="96405"/>
  </p:normalViewPr>
  <p:slideViewPr>
    <p:cSldViewPr snapToGrid="0">
      <p:cViewPr varScale="1">
        <p:scale>
          <a:sx n="121" d="100"/>
          <a:sy n="121" d="100"/>
        </p:scale>
        <p:origin x="17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79460F-3993-8A4A-A4A9-1E384CF1F0D6}" type="doc">
      <dgm:prSet loTypeId="urn:microsoft.com/office/officeart/2005/8/layout/default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6458006-A873-4E4D-9117-37DE8AFB6578}">
      <dgm:prSet phldrT="[文本]"/>
      <dgm:spPr/>
      <dgm:t>
        <a:bodyPr/>
        <a:lstStyle/>
        <a:p>
          <a:r>
            <a:rPr lang="en-US" altLang="zh-CN" dirty="0"/>
            <a:t>Sorted</a:t>
          </a:r>
          <a:r>
            <a:rPr lang="zh-CN" altLang="en-US" dirty="0"/>
            <a:t> </a:t>
          </a:r>
          <a:r>
            <a:rPr lang="en-US" altLang="zh-CN" dirty="0"/>
            <a:t>Array</a:t>
          </a:r>
          <a:endParaRPr lang="zh-CN" altLang="en-US" dirty="0"/>
        </a:p>
      </dgm:t>
    </dgm:pt>
    <dgm:pt modelId="{D7F7B10A-676D-AC44-994E-97C9A3EF6528}" type="parTrans" cxnId="{81110A3B-54B5-F243-A2D4-0ADEEC5F601D}">
      <dgm:prSet/>
      <dgm:spPr/>
      <dgm:t>
        <a:bodyPr/>
        <a:lstStyle/>
        <a:p>
          <a:endParaRPr lang="zh-CN" altLang="en-US"/>
        </a:p>
      </dgm:t>
    </dgm:pt>
    <dgm:pt modelId="{150F4163-6D47-6940-8935-0C3F4AB9C8AF}" type="sibTrans" cxnId="{81110A3B-54B5-F243-A2D4-0ADEEC5F601D}">
      <dgm:prSet/>
      <dgm:spPr/>
      <dgm:t>
        <a:bodyPr/>
        <a:lstStyle/>
        <a:p>
          <a:endParaRPr lang="zh-CN" altLang="en-US"/>
        </a:p>
      </dgm:t>
    </dgm:pt>
    <dgm:pt modelId="{35FC0CD2-DAFC-6D42-ACF3-27204CC68E01}">
      <dgm:prSet phldrT="[文本]"/>
      <dgm:spPr/>
      <dgm:t>
        <a:bodyPr/>
        <a:lstStyle/>
        <a:p>
          <a:r>
            <a:rPr lang="en-US" altLang="zh-CN" dirty="0"/>
            <a:t>B+</a:t>
          </a:r>
          <a:r>
            <a:rPr lang="zh-CN" altLang="en-US" dirty="0"/>
            <a:t> 树</a:t>
          </a:r>
        </a:p>
      </dgm:t>
    </dgm:pt>
    <dgm:pt modelId="{BCBAFAC8-B4B3-8947-A36C-24A78C5ABF46}" type="parTrans" cxnId="{E158C777-ED70-414B-B85C-B113D79AC139}">
      <dgm:prSet/>
      <dgm:spPr/>
      <dgm:t>
        <a:bodyPr/>
        <a:lstStyle/>
        <a:p>
          <a:endParaRPr lang="zh-CN" altLang="en-US"/>
        </a:p>
      </dgm:t>
    </dgm:pt>
    <dgm:pt modelId="{06F0FCF1-A811-0E47-B7BA-4CD17429EDCF}" type="sibTrans" cxnId="{E158C777-ED70-414B-B85C-B113D79AC139}">
      <dgm:prSet/>
      <dgm:spPr/>
      <dgm:t>
        <a:bodyPr/>
        <a:lstStyle/>
        <a:p>
          <a:endParaRPr lang="zh-CN" altLang="en-US"/>
        </a:p>
      </dgm:t>
    </dgm:pt>
    <dgm:pt modelId="{7D8FA937-F229-754B-A028-46C7AB18ED50}">
      <dgm:prSet phldrT="[文本]"/>
      <dgm:spPr/>
      <dgm:t>
        <a:bodyPr/>
        <a:lstStyle/>
        <a:p>
          <a:r>
            <a:rPr lang="en-US" altLang="zh-CN" dirty="0"/>
            <a:t>Hash</a:t>
          </a:r>
          <a:r>
            <a:rPr lang="zh-CN" altLang="en-US" dirty="0"/>
            <a:t> 结构</a:t>
          </a:r>
        </a:p>
      </dgm:t>
    </dgm:pt>
    <dgm:pt modelId="{382A12FC-CEEE-9647-A166-6455217E6ED3}" type="parTrans" cxnId="{B5CD103E-3890-664B-9A59-81F3EF303FC5}">
      <dgm:prSet/>
      <dgm:spPr/>
      <dgm:t>
        <a:bodyPr/>
        <a:lstStyle/>
        <a:p>
          <a:endParaRPr lang="zh-CN" altLang="en-US"/>
        </a:p>
      </dgm:t>
    </dgm:pt>
    <dgm:pt modelId="{6362934F-D768-8E4C-A352-E2C4A512B7B3}" type="sibTrans" cxnId="{B5CD103E-3890-664B-9A59-81F3EF303FC5}">
      <dgm:prSet/>
      <dgm:spPr/>
      <dgm:t>
        <a:bodyPr/>
        <a:lstStyle/>
        <a:p>
          <a:endParaRPr lang="zh-CN" altLang="en-US"/>
        </a:p>
      </dgm:t>
    </dgm:pt>
    <dgm:pt modelId="{19F654B3-14A8-2549-A924-1CEBB1389780}" type="pres">
      <dgm:prSet presAssocID="{F679460F-3993-8A4A-A4A9-1E384CF1F0D6}" presName="diagram" presStyleCnt="0">
        <dgm:presLayoutVars>
          <dgm:dir/>
          <dgm:resizeHandles val="exact"/>
        </dgm:presLayoutVars>
      </dgm:prSet>
      <dgm:spPr/>
    </dgm:pt>
    <dgm:pt modelId="{ED562457-009C-2B41-BDF6-4FE444262C54}" type="pres">
      <dgm:prSet presAssocID="{B6458006-A873-4E4D-9117-37DE8AFB6578}" presName="node" presStyleLbl="node1" presStyleIdx="0" presStyleCnt="3">
        <dgm:presLayoutVars>
          <dgm:bulletEnabled val="1"/>
        </dgm:presLayoutVars>
      </dgm:prSet>
      <dgm:spPr/>
    </dgm:pt>
    <dgm:pt modelId="{2E619C4F-8B8D-114D-8C3A-CB9B0ABB2F29}" type="pres">
      <dgm:prSet presAssocID="{150F4163-6D47-6940-8935-0C3F4AB9C8AF}" presName="sibTrans" presStyleCnt="0"/>
      <dgm:spPr/>
    </dgm:pt>
    <dgm:pt modelId="{5BC7A0CA-55E3-3C46-8F03-C8F10F8A27FF}" type="pres">
      <dgm:prSet presAssocID="{35FC0CD2-DAFC-6D42-ACF3-27204CC68E01}" presName="node" presStyleLbl="node1" presStyleIdx="1" presStyleCnt="3">
        <dgm:presLayoutVars>
          <dgm:bulletEnabled val="1"/>
        </dgm:presLayoutVars>
      </dgm:prSet>
      <dgm:spPr/>
    </dgm:pt>
    <dgm:pt modelId="{2FD58B47-1DD2-7F43-AACD-1575693D100F}" type="pres">
      <dgm:prSet presAssocID="{06F0FCF1-A811-0E47-B7BA-4CD17429EDCF}" presName="sibTrans" presStyleCnt="0"/>
      <dgm:spPr/>
    </dgm:pt>
    <dgm:pt modelId="{8DCCF3D2-A46C-714B-82FD-BBCF03E3A612}" type="pres">
      <dgm:prSet presAssocID="{7D8FA937-F229-754B-A028-46C7AB18ED50}" presName="node" presStyleLbl="node1" presStyleIdx="2" presStyleCnt="3">
        <dgm:presLayoutVars>
          <dgm:bulletEnabled val="1"/>
        </dgm:presLayoutVars>
      </dgm:prSet>
      <dgm:spPr/>
    </dgm:pt>
  </dgm:ptLst>
  <dgm:cxnLst>
    <dgm:cxn modelId="{89890C01-82B1-2B40-84A1-BD439ABDA6BE}" type="presOf" srcId="{F679460F-3993-8A4A-A4A9-1E384CF1F0D6}" destId="{19F654B3-14A8-2549-A924-1CEBB1389780}" srcOrd="0" destOrd="0" presId="urn:microsoft.com/office/officeart/2005/8/layout/default"/>
    <dgm:cxn modelId="{08882325-4142-1A4C-A1BF-15B88B5ED135}" type="presOf" srcId="{35FC0CD2-DAFC-6D42-ACF3-27204CC68E01}" destId="{5BC7A0CA-55E3-3C46-8F03-C8F10F8A27FF}" srcOrd="0" destOrd="0" presId="urn:microsoft.com/office/officeart/2005/8/layout/default"/>
    <dgm:cxn modelId="{81110A3B-54B5-F243-A2D4-0ADEEC5F601D}" srcId="{F679460F-3993-8A4A-A4A9-1E384CF1F0D6}" destId="{B6458006-A873-4E4D-9117-37DE8AFB6578}" srcOrd="0" destOrd="0" parTransId="{D7F7B10A-676D-AC44-994E-97C9A3EF6528}" sibTransId="{150F4163-6D47-6940-8935-0C3F4AB9C8AF}"/>
    <dgm:cxn modelId="{B5CD103E-3890-664B-9A59-81F3EF303FC5}" srcId="{F679460F-3993-8A4A-A4A9-1E384CF1F0D6}" destId="{7D8FA937-F229-754B-A028-46C7AB18ED50}" srcOrd="2" destOrd="0" parTransId="{382A12FC-CEEE-9647-A166-6455217E6ED3}" sibTransId="{6362934F-D768-8E4C-A352-E2C4A512B7B3}"/>
    <dgm:cxn modelId="{380A4B46-7E03-7F47-B098-82B2355EAAED}" type="presOf" srcId="{7D8FA937-F229-754B-A028-46C7AB18ED50}" destId="{8DCCF3D2-A46C-714B-82FD-BBCF03E3A612}" srcOrd="0" destOrd="0" presId="urn:microsoft.com/office/officeart/2005/8/layout/default"/>
    <dgm:cxn modelId="{E158C777-ED70-414B-B85C-B113D79AC139}" srcId="{F679460F-3993-8A4A-A4A9-1E384CF1F0D6}" destId="{35FC0CD2-DAFC-6D42-ACF3-27204CC68E01}" srcOrd="1" destOrd="0" parTransId="{BCBAFAC8-B4B3-8947-A36C-24A78C5ABF46}" sibTransId="{06F0FCF1-A811-0E47-B7BA-4CD17429EDCF}"/>
    <dgm:cxn modelId="{4309CC9F-0B40-DF42-9337-9B4927CF4C37}" type="presOf" srcId="{B6458006-A873-4E4D-9117-37DE8AFB6578}" destId="{ED562457-009C-2B41-BDF6-4FE444262C54}" srcOrd="0" destOrd="0" presId="urn:microsoft.com/office/officeart/2005/8/layout/default"/>
    <dgm:cxn modelId="{E22EA452-E186-5548-BCD2-D9E1CE985BA9}" type="presParOf" srcId="{19F654B3-14A8-2549-A924-1CEBB1389780}" destId="{ED562457-009C-2B41-BDF6-4FE444262C54}" srcOrd="0" destOrd="0" presId="urn:microsoft.com/office/officeart/2005/8/layout/default"/>
    <dgm:cxn modelId="{FCFCD814-D48A-824E-AA48-19B7DA6B2EEA}" type="presParOf" srcId="{19F654B3-14A8-2549-A924-1CEBB1389780}" destId="{2E619C4F-8B8D-114D-8C3A-CB9B0ABB2F29}" srcOrd="1" destOrd="0" presId="urn:microsoft.com/office/officeart/2005/8/layout/default"/>
    <dgm:cxn modelId="{DDF8F181-E658-484D-BE29-A2E4A3ECE1C7}" type="presParOf" srcId="{19F654B3-14A8-2549-A924-1CEBB1389780}" destId="{5BC7A0CA-55E3-3C46-8F03-C8F10F8A27FF}" srcOrd="2" destOrd="0" presId="urn:microsoft.com/office/officeart/2005/8/layout/default"/>
    <dgm:cxn modelId="{F576CFE0-9606-6C47-95DE-939EF6394B9E}" type="presParOf" srcId="{19F654B3-14A8-2549-A924-1CEBB1389780}" destId="{2FD58B47-1DD2-7F43-AACD-1575693D100F}" srcOrd="3" destOrd="0" presId="urn:microsoft.com/office/officeart/2005/8/layout/default"/>
    <dgm:cxn modelId="{25811BF8-71E3-0541-B8E2-B335846A2EDF}" type="presParOf" srcId="{19F654B3-14A8-2549-A924-1CEBB1389780}" destId="{8DCCF3D2-A46C-714B-82FD-BBCF03E3A61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79460F-3993-8A4A-A4A9-1E384CF1F0D6}" type="doc">
      <dgm:prSet loTypeId="urn:microsoft.com/office/officeart/2005/8/layout/default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6458006-A873-4E4D-9117-37DE8AFB6578}">
      <dgm:prSet phldrT="[文本]"/>
      <dgm:spPr/>
      <dgm:t>
        <a:bodyPr/>
        <a:lstStyle/>
        <a:p>
          <a:r>
            <a:rPr lang="en-US" altLang="zh-CN" dirty="0"/>
            <a:t>Sorted</a:t>
          </a:r>
          <a:r>
            <a:rPr lang="zh-CN" altLang="en-US" dirty="0"/>
            <a:t> </a:t>
          </a:r>
          <a:r>
            <a:rPr lang="en-US" altLang="zh-CN" dirty="0"/>
            <a:t>Array</a:t>
          </a:r>
          <a:endParaRPr lang="zh-CN" altLang="en-US" dirty="0"/>
        </a:p>
      </dgm:t>
    </dgm:pt>
    <dgm:pt modelId="{D7F7B10A-676D-AC44-994E-97C9A3EF6528}" type="parTrans" cxnId="{81110A3B-54B5-F243-A2D4-0ADEEC5F601D}">
      <dgm:prSet/>
      <dgm:spPr/>
      <dgm:t>
        <a:bodyPr/>
        <a:lstStyle/>
        <a:p>
          <a:endParaRPr lang="zh-CN" altLang="en-US"/>
        </a:p>
      </dgm:t>
    </dgm:pt>
    <dgm:pt modelId="{150F4163-6D47-6940-8935-0C3F4AB9C8AF}" type="sibTrans" cxnId="{81110A3B-54B5-F243-A2D4-0ADEEC5F601D}">
      <dgm:prSet/>
      <dgm:spPr/>
      <dgm:t>
        <a:bodyPr/>
        <a:lstStyle/>
        <a:p>
          <a:endParaRPr lang="zh-CN" altLang="en-US"/>
        </a:p>
      </dgm:t>
    </dgm:pt>
    <dgm:pt modelId="{35FC0CD2-DAFC-6D42-ACF3-27204CC68E01}">
      <dgm:prSet phldrT="[文本]"/>
      <dgm:spPr/>
      <dgm:t>
        <a:bodyPr/>
        <a:lstStyle/>
        <a:p>
          <a:r>
            <a:rPr lang="en-US" altLang="zh-CN" dirty="0"/>
            <a:t>B+</a:t>
          </a:r>
          <a:r>
            <a:rPr lang="zh-CN" altLang="en-US" dirty="0"/>
            <a:t> 树</a:t>
          </a:r>
        </a:p>
      </dgm:t>
    </dgm:pt>
    <dgm:pt modelId="{BCBAFAC8-B4B3-8947-A36C-24A78C5ABF46}" type="parTrans" cxnId="{E158C777-ED70-414B-B85C-B113D79AC139}">
      <dgm:prSet/>
      <dgm:spPr/>
      <dgm:t>
        <a:bodyPr/>
        <a:lstStyle/>
        <a:p>
          <a:endParaRPr lang="zh-CN" altLang="en-US"/>
        </a:p>
      </dgm:t>
    </dgm:pt>
    <dgm:pt modelId="{06F0FCF1-A811-0E47-B7BA-4CD17429EDCF}" type="sibTrans" cxnId="{E158C777-ED70-414B-B85C-B113D79AC139}">
      <dgm:prSet/>
      <dgm:spPr/>
      <dgm:t>
        <a:bodyPr/>
        <a:lstStyle/>
        <a:p>
          <a:endParaRPr lang="zh-CN" altLang="en-US"/>
        </a:p>
      </dgm:t>
    </dgm:pt>
    <dgm:pt modelId="{7D8FA937-F229-754B-A028-46C7AB18ED50}">
      <dgm:prSet phldrT="[文本]"/>
      <dgm:spPr/>
      <dgm:t>
        <a:bodyPr/>
        <a:lstStyle/>
        <a:p>
          <a:r>
            <a:rPr lang="en-US" altLang="zh-CN" dirty="0"/>
            <a:t>Hash</a:t>
          </a:r>
          <a:r>
            <a:rPr lang="zh-CN" altLang="en-US" dirty="0"/>
            <a:t> 结构</a:t>
          </a:r>
        </a:p>
      </dgm:t>
    </dgm:pt>
    <dgm:pt modelId="{382A12FC-CEEE-9647-A166-6455217E6ED3}" type="parTrans" cxnId="{B5CD103E-3890-664B-9A59-81F3EF303FC5}">
      <dgm:prSet/>
      <dgm:spPr/>
      <dgm:t>
        <a:bodyPr/>
        <a:lstStyle/>
        <a:p>
          <a:endParaRPr lang="zh-CN" altLang="en-US"/>
        </a:p>
      </dgm:t>
    </dgm:pt>
    <dgm:pt modelId="{6362934F-D768-8E4C-A352-E2C4A512B7B3}" type="sibTrans" cxnId="{B5CD103E-3890-664B-9A59-81F3EF303FC5}">
      <dgm:prSet/>
      <dgm:spPr/>
      <dgm:t>
        <a:bodyPr/>
        <a:lstStyle/>
        <a:p>
          <a:endParaRPr lang="zh-CN" altLang="en-US"/>
        </a:p>
      </dgm:t>
    </dgm:pt>
    <dgm:pt modelId="{19F654B3-14A8-2549-A924-1CEBB1389780}" type="pres">
      <dgm:prSet presAssocID="{F679460F-3993-8A4A-A4A9-1E384CF1F0D6}" presName="diagram" presStyleCnt="0">
        <dgm:presLayoutVars>
          <dgm:dir/>
          <dgm:resizeHandles val="exact"/>
        </dgm:presLayoutVars>
      </dgm:prSet>
      <dgm:spPr/>
    </dgm:pt>
    <dgm:pt modelId="{ED562457-009C-2B41-BDF6-4FE444262C54}" type="pres">
      <dgm:prSet presAssocID="{B6458006-A873-4E4D-9117-37DE8AFB6578}" presName="node" presStyleLbl="node1" presStyleIdx="0" presStyleCnt="3">
        <dgm:presLayoutVars>
          <dgm:bulletEnabled val="1"/>
        </dgm:presLayoutVars>
      </dgm:prSet>
      <dgm:spPr/>
    </dgm:pt>
    <dgm:pt modelId="{2E619C4F-8B8D-114D-8C3A-CB9B0ABB2F29}" type="pres">
      <dgm:prSet presAssocID="{150F4163-6D47-6940-8935-0C3F4AB9C8AF}" presName="sibTrans" presStyleCnt="0"/>
      <dgm:spPr/>
    </dgm:pt>
    <dgm:pt modelId="{5BC7A0CA-55E3-3C46-8F03-C8F10F8A27FF}" type="pres">
      <dgm:prSet presAssocID="{35FC0CD2-DAFC-6D42-ACF3-27204CC68E01}" presName="node" presStyleLbl="node1" presStyleIdx="1" presStyleCnt="3">
        <dgm:presLayoutVars>
          <dgm:bulletEnabled val="1"/>
        </dgm:presLayoutVars>
      </dgm:prSet>
      <dgm:spPr/>
    </dgm:pt>
    <dgm:pt modelId="{2FD58B47-1DD2-7F43-AACD-1575693D100F}" type="pres">
      <dgm:prSet presAssocID="{06F0FCF1-A811-0E47-B7BA-4CD17429EDCF}" presName="sibTrans" presStyleCnt="0"/>
      <dgm:spPr/>
    </dgm:pt>
    <dgm:pt modelId="{8DCCF3D2-A46C-714B-82FD-BBCF03E3A612}" type="pres">
      <dgm:prSet presAssocID="{7D8FA937-F229-754B-A028-46C7AB18ED50}" presName="node" presStyleLbl="node1" presStyleIdx="2" presStyleCnt="3">
        <dgm:presLayoutVars>
          <dgm:bulletEnabled val="1"/>
        </dgm:presLayoutVars>
      </dgm:prSet>
      <dgm:spPr/>
    </dgm:pt>
  </dgm:ptLst>
  <dgm:cxnLst>
    <dgm:cxn modelId="{89890C01-82B1-2B40-84A1-BD439ABDA6BE}" type="presOf" srcId="{F679460F-3993-8A4A-A4A9-1E384CF1F0D6}" destId="{19F654B3-14A8-2549-A924-1CEBB1389780}" srcOrd="0" destOrd="0" presId="urn:microsoft.com/office/officeart/2005/8/layout/default"/>
    <dgm:cxn modelId="{08882325-4142-1A4C-A1BF-15B88B5ED135}" type="presOf" srcId="{35FC0CD2-DAFC-6D42-ACF3-27204CC68E01}" destId="{5BC7A0CA-55E3-3C46-8F03-C8F10F8A27FF}" srcOrd="0" destOrd="0" presId="urn:microsoft.com/office/officeart/2005/8/layout/default"/>
    <dgm:cxn modelId="{81110A3B-54B5-F243-A2D4-0ADEEC5F601D}" srcId="{F679460F-3993-8A4A-A4A9-1E384CF1F0D6}" destId="{B6458006-A873-4E4D-9117-37DE8AFB6578}" srcOrd="0" destOrd="0" parTransId="{D7F7B10A-676D-AC44-994E-97C9A3EF6528}" sibTransId="{150F4163-6D47-6940-8935-0C3F4AB9C8AF}"/>
    <dgm:cxn modelId="{B5CD103E-3890-664B-9A59-81F3EF303FC5}" srcId="{F679460F-3993-8A4A-A4A9-1E384CF1F0D6}" destId="{7D8FA937-F229-754B-A028-46C7AB18ED50}" srcOrd="2" destOrd="0" parTransId="{382A12FC-CEEE-9647-A166-6455217E6ED3}" sibTransId="{6362934F-D768-8E4C-A352-E2C4A512B7B3}"/>
    <dgm:cxn modelId="{380A4B46-7E03-7F47-B098-82B2355EAAED}" type="presOf" srcId="{7D8FA937-F229-754B-A028-46C7AB18ED50}" destId="{8DCCF3D2-A46C-714B-82FD-BBCF03E3A612}" srcOrd="0" destOrd="0" presId="urn:microsoft.com/office/officeart/2005/8/layout/default"/>
    <dgm:cxn modelId="{E158C777-ED70-414B-B85C-B113D79AC139}" srcId="{F679460F-3993-8A4A-A4A9-1E384CF1F0D6}" destId="{35FC0CD2-DAFC-6D42-ACF3-27204CC68E01}" srcOrd="1" destOrd="0" parTransId="{BCBAFAC8-B4B3-8947-A36C-24A78C5ABF46}" sibTransId="{06F0FCF1-A811-0E47-B7BA-4CD17429EDCF}"/>
    <dgm:cxn modelId="{4309CC9F-0B40-DF42-9337-9B4927CF4C37}" type="presOf" srcId="{B6458006-A873-4E4D-9117-37DE8AFB6578}" destId="{ED562457-009C-2B41-BDF6-4FE444262C54}" srcOrd="0" destOrd="0" presId="urn:microsoft.com/office/officeart/2005/8/layout/default"/>
    <dgm:cxn modelId="{E22EA452-E186-5548-BCD2-D9E1CE985BA9}" type="presParOf" srcId="{19F654B3-14A8-2549-A924-1CEBB1389780}" destId="{ED562457-009C-2B41-BDF6-4FE444262C54}" srcOrd="0" destOrd="0" presId="urn:microsoft.com/office/officeart/2005/8/layout/default"/>
    <dgm:cxn modelId="{FCFCD814-D48A-824E-AA48-19B7DA6B2EEA}" type="presParOf" srcId="{19F654B3-14A8-2549-A924-1CEBB1389780}" destId="{2E619C4F-8B8D-114D-8C3A-CB9B0ABB2F29}" srcOrd="1" destOrd="0" presId="urn:microsoft.com/office/officeart/2005/8/layout/default"/>
    <dgm:cxn modelId="{DDF8F181-E658-484D-BE29-A2E4A3ECE1C7}" type="presParOf" srcId="{19F654B3-14A8-2549-A924-1CEBB1389780}" destId="{5BC7A0CA-55E3-3C46-8F03-C8F10F8A27FF}" srcOrd="2" destOrd="0" presId="urn:microsoft.com/office/officeart/2005/8/layout/default"/>
    <dgm:cxn modelId="{F576CFE0-9606-6C47-95DE-939EF6394B9E}" type="presParOf" srcId="{19F654B3-14A8-2549-A924-1CEBB1389780}" destId="{2FD58B47-1DD2-7F43-AACD-1575693D100F}" srcOrd="3" destOrd="0" presId="urn:microsoft.com/office/officeart/2005/8/layout/default"/>
    <dgm:cxn modelId="{25811BF8-71E3-0541-B8E2-B335846A2EDF}" type="presParOf" srcId="{19F654B3-14A8-2549-A924-1CEBB1389780}" destId="{8DCCF3D2-A46C-714B-82FD-BBCF03E3A61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79460F-3993-8A4A-A4A9-1E384CF1F0D6}" type="doc">
      <dgm:prSet loTypeId="urn:microsoft.com/office/officeart/2005/8/layout/default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6458006-A873-4E4D-9117-37DE8AFB6578}">
      <dgm:prSet phldrT="[文本]"/>
      <dgm:spPr/>
      <dgm:t>
        <a:bodyPr/>
        <a:lstStyle/>
        <a:p>
          <a:r>
            <a:rPr lang="en-US" altLang="zh-CN" dirty="0"/>
            <a:t>Sorted</a:t>
          </a:r>
          <a:r>
            <a:rPr lang="zh-CN" altLang="en-US" dirty="0"/>
            <a:t> </a:t>
          </a:r>
          <a:r>
            <a:rPr lang="en-US" altLang="zh-CN" dirty="0"/>
            <a:t>Array</a:t>
          </a:r>
          <a:endParaRPr lang="zh-CN" altLang="en-US" dirty="0"/>
        </a:p>
      </dgm:t>
    </dgm:pt>
    <dgm:pt modelId="{D7F7B10A-676D-AC44-994E-97C9A3EF6528}" type="parTrans" cxnId="{81110A3B-54B5-F243-A2D4-0ADEEC5F601D}">
      <dgm:prSet/>
      <dgm:spPr/>
      <dgm:t>
        <a:bodyPr/>
        <a:lstStyle/>
        <a:p>
          <a:endParaRPr lang="zh-CN" altLang="en-US"/>
        </a:p>
      </dgm:t>
    </dgm:pt>
    <dgm:pt modelId="{150F4163-6D47-6940-8935-0C3F4AB9C8AF}" type="sibTrans" cxnId="{81110A3B-54B5-F243-A2D4-0ADEEC5F601D}">
      <dgm:prSet/>
      <dgm:spPr/>
      <dgm:t>
        <a:bodyPr/>
        <a:lstStyle/>
        <a:p>
          <a:endParaRPr lang="zh-CN" altLang="en-US"/>
        </a:p>
      </dgm:t>
    </dgm:pt>
    <dgm:pt modelId="{35FC0CD2-DAFC-6D42-ACF3-27204CC68E01}">
      <dgm:prSet phldrT="[文本]"/>
      <dgm:spPr/>
      <dgm:t>
        <a:bodyPr/>
        <a:lstStyle/>
        <a:p>
          <a:r>
            <a:rPr lang="en-US" altLang="zh-CN" dirty="0"/>
            <a:t>B+</a:t>
          </a:r>
          <a:r>
            <a:rPr lang="zh-CN" altLang="en-US" dirty="0"/>
            <a:t> 树</a:t>
          </a:r>
        </a:p>
      </dgm:t>
    </dgm:pt>
    <dgm:pt modelId="{BCBAFAC8-B4B3-8947-A36C-24A78C5ABF46}" type="parTrans" cxnId="{E158C777-ED70-414B-B85C-B113D79AC139}">
      <dgm:prSet/>
      <dgm:spPr/>
      <dgm:t>
        <a:bodyPr/>
        <a:lstStyle/>
        <a:p>
          <a:endParaRPr lang="zh-CN" altLang="en-US"/>
        </a:p>
      </dgm:t>
    </dgm:pt>
    <dgm:pt modelId="{06F0FCF1-A811-0E47-B7BA-4CD17429EDCF}" type="sibTrans" cxnId="{E158C777-ED70-414B-B85C-B113D79AC139}">
      <dgm:prSet/>
      <dgm:spPr/>
      <dgm:t>
        <a:bodyPr/>
        <a:lstStyle/>
        <a:p>
          <a:endParaRPr lang="zh-CN" altLang="en-US"/>
        </a:p>
      </dgm:t>
    </dgm:pt>
    <dgm:pt modelId="{7D8FA937-F229-754B-A028-46C7AB18ED50}">
      <dgm:prSet phldrT="[文本]"/>
      <dgm:spPr/>
      <dgm:t>
        <a:bodyPr/>
        <a:lstStyle/>
        <a:p>
          <a:r>
            <a:rPr lang="en-US" altLang="zh-CN" dirty="0"/>
            <a:t>Hash</a:t>
          </a:r>
          <a:r>
            <a:rPr lang="zh-CN" altLang="en-US" dirty="0"/>
            <a:t> 结构</a:t>
          </a:r>
        </a:p>
      </dgm:t>
    </dgm:pt>
    <dgm:pt modelId="{382A12FC-CEEE-9647-A166-6455217E6ED3}" type="parTrans" cxnId="{B5CD103E-3890-664B-9A59-81F3EF303FC5}">
      <dgm:prSet/>
      <dgm:spPr/>
      <dgm:t>
        <a:bodyPr/>
        <a:lstStyle/>
        <a:p>
          <a:endParaRPr lang="zh-CN" altLang="en-US"/>
        </a:p>
      </dgm:t>
    </dgm:pt>
    <dgm:pt modelId="{6362934F-D768-8E4C-A352-E2C4A512B7B3}" type="sibTrans" cxnId="{B5CD103E-3890-664B-9A59-81F3EF303FC5}">
      <dgm:prSet/>
      <dgm:spPr/>
      <dgm:t>
        <a:bodyPr/>
        <a:lstStyle/>
        <a:p>
          <a:endParaRPr lang="zh-CN" altLang="en-US"/>
        </a:p>
      </dgm:t>
    </dgm:pt>
    <dgm:pt modelId="{19F654B3-14A8-2549-A924-1CEBB1389780}" type="pres">
      <dgm:prSet presAssocID="{F679460F-3993-8A4A-A4A9-1E384CF1F0D6}" presName="diagram" presStyleCnt="0">
        <dgm:presLayoutVars>
          <dgm:dir/>
          <dgm:resizeHandles val="exact"/>
        </dgm:presLayoutVars>
      </dgm:prSet>
      <dgm:spPr/>
    </dgm:pt>
    <dgm:pt modelId="{ED562457-009C-2B41-BDF6-4FE444262C54}" type="pres">
      <dgm:prSet presAssocID="{B6458006-A873-4E4D-9117-37DE8AFB6578}" presName="node" presStyleLbl="node1" presStyleIdx="0" presStyleCnt="3">
        <dgm:presLayoutVars>
          <dgm:bulletEnabled val="1"/>
        </dgm:presLayoutVars>
      </dgm:prSet>
      <dgm:spPr/>
    </dgm:pt>
    <dgm:pt modelId="{2E619C4F-8B8D-114D-8C3A-CB9B0ABB2F29}" type="pres">
      <dgm:prSet presAssocID="{150F4163-6D47-6940-8935-0C3F4AB9C8AF}" presName="sibTrans" presStyleCnt="0"/>
      <dgm:spPr/>
    </dgm:pt>
    <dgm:pt modelId="{5BC7A0CA-55E3-3C46-8F03-C8F10F8A27FF}" type="pres">
      <dgm:prSet presAssocID="{35FC0CD2-DAFC-6D42-ACF3-27204CC68E01}" presName="node" presStyleLbl="node1" presStyleIdx="1" presStyleCnt="3">
        <dgm:presLayoutVars>
          <dgm:bulletEnabled val="1"/>
        </dgm:presLayoutVars>
      </dgm:prSet>
      <dgm:spPr/>
    </dgm:pt>
    <dgm:pt modelId="{2FD58B47-1DD2-7F43-AACD-1575693D100F}" type="pres">
      <dgm:prSet presAssocID="{06F0FCF1-A811-0E47-B7BA-4CD17429EDCF}" presName="sibTrans" presStyleCnt="0"/>
      <dgm:spPr/>
    </dgm:pt>
    <dgm:pt modelId="{8DCCF3D2-A46C-714B-82FD-BBCF03E3A612}" type="pres">
      <dgm:prSet presAssocID="{7D8FA937-F229-754B-A028-46C7AB18ED50}" presName="node" presStyleLbl="node1" presStyleIdx="2" presStyleCnt="3">
        <dgm:presLayoutVars>
          <dgm:bulletEnabled val="1"/>
        </dgm:presLayoutVars>
      </dgm:prSet>
      <dgm:spPr/>
    </dgm:pt>
  </dgm:ptLst>
  <dgm:cxnLst>
    <dgm:cxn modelId="{89890C01-82B1-2B40-84A1-BD439ABDA6BE}" type="presOf" srcId="{F679460F-3993-8A4A-A4A9-1E384CF1F0D6}" destId="{19F654B3-14A8-2549-A924-1CEBB1389780}" srcOrd="0" destOrd="0" presId="urn:microsoft.com/office/officeart/2005/8/layout/default"/>
    <dgm:cxn modelId="{08882325-4142-1A4C-A1BF-15B88B5ED135}" type="presOf" srcId="{35FC0CD2-DAFC-6D42-ACF3-27204CC68E01}" destId="{5BC7A0CA-55E3-3C46-8F03-C8F10F8A27FF}" srcOrd="0" destOrd="0" presId="urn:microsoft.com/office/officeart/2005/8/layout/default"/>
    <dgm:cxn modelId="{81110A3B-54B5-F243-A2D4-0ADEEC5F601D}" srcId="{F679460F-3993-8A4A-A4A9-1E384CF1F0D6}" destId="{B6458006-A873-4E4D-9117-37DE8AFB6578}" srcOrd="0" destOrd="0" parTransId="{D7F7B10A-676D-AC44-994E-97C9A3EF6528}" sibTransId="{150F4163-6D47-6940-8935-0C3F4AB9C8AF}"/>
    <dgm:cxn modelId="{B5CD103E-3890-664B-9A59-81F3EF303FC5}" srcId="{F679460F-3993-8A4A-A4A9-1E384CF1F0D6}" destId="{7D8FA937-F229-754B-A028-46C7AB18ED50}" srcOrd="2" destOrd="0" parTransId="{382A12FC-CEEE-9647-A166-6455217E6ED3}" sibTransId="{6362934F-D768-8E4C-A352-E2C4A512B7B3}"/>
    <dgm:cxn modelId="{380A4B46-7E03-7F47-B098-82B2355EAAED}" type="presOf" srcId="{7D8FA937-F229-754B-A028-46C7AB18ED50}" destId="{8DCCF3D2-A46C-714B-82FD-BBCF03E3A612}" srcOrd="0" destOrd="0" presId="urn:microsoft.com/office/officeart/2005/8/layout/default"/>
    <dgm:cxn modelId="{E158C777-ED70-414B-B85C-B113D79AC139}" srcId="{F679460F-3993-8A4A-A4A9-1E384CF1F0D6}" destId="{35FC0CD2-DAFC-6D42-ACF3-27204CC68E01}" srcOrd="1" destOrd="0" parTransId="{BCBAFAC8-B4B3-8947-A36C-24A78C5ABF46}" sibTransId="{06F0FCF1-A811-0E47-B7BA-4CD17429EDCF}"/>
    <dgm:cxn modelId="{4309CC9F-0B40-DF42-9337-9B4927CF4C37}" type="presOf" srcId="{B6458006-A873-4E4D-9117-37DE8AFB6578}" destId="{ED562457-009C-2B41-BDF6-4FE444262C54}" srcOrd="0" destOrd="0" presId="urn:microsoft.com/office/officeart/2005/8/layout/default"/>
    <dgm:cxn modelId="{E22EA452-E186-5548-BCD2-D9E1CE985BA9}" type="presParOf" srcId="{19F654B3-14A8-2549-A924-1CEBB1389780}" destId="{ED562457-009C-2B41-BDF6-4FE444262C54}" srcOrd="0" destOrd="0" presId="urn:microsoft.com/office/officeart/2005/8/layout/default"/>
    <dgm:cxn modelId="{FCFCD814-D48A-824E-AA48-19B7DA6B2EEA}" type="presParOf" srcId="{19F654B3-14A8-2549-A924-1CEBB1389780}" destId="{2E619C4F-8B8D-114D-8C3A-CB9B0ABB2F29}" srcOrd="1" destOrd="0" presId="urn:microsoft.com/office/officeart/2005/8/layout/default"/>
    <dgm:cxn modelId="{DDF8F181-E658-484D-BE29-A2E4A3ECE1C7}" type="presParOf" srcId="{19F654B3-14A8-2549-A924-1CEBB1389780}" destId="{5BC7A0CA-55E3-3C46-8F03-C8F10F8A27FF}" srcOrd="2" destOrd="0" presId="urn:microsoft.com/office/officeart/2005/8/layout/default"/>
    <dgm:cxn modelId="{F576CFE0-9606-6C47-95DE-939EF6394B9E}" type="presParOf" srcId="{19F654B3-14A8-2549-A924-1CEBB1389780}" destId="{2FD58B47-1DD2-7F43-AACD-1575693D100F}" srcOrd="3" destOrd="0" presId="urn:microsoft.com/office/officeart/2005/8/layout/default"/>
    <dgm:cxn modelId="{25811BF8-71E3-0541-B8E2-B335846A2EDF}" type="presParOf" srcId="{19F654B3-14A8-2549-A924-1CEBB1389780}" destId="{8DCCF3D2-A46C-714B-82FD-BBCF03E3A61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79460F-3993-8A4A-A4A9-1E384CF1F0D6}" type="doc">
      <dgm:prSet loTypeId="urn:microsoft.com/office/officeart/2005/8/layout/default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6458006-A873-4E4D-9117-37DE8AFB6578}">
      <dgm:prSet phldrT="[文本]"/>
      <dgm:spPr/>
      <dgm:t>
        <a:bodyPr/>
        <a:lstStyle/>
        <a:p>
          <a:r>
            <a:rPr lang="en-US" altLang="zh-CN" dirty="0"/>
            <a:t>Sorted</a:t>
          </a:r>
          <a:r>
            <a:rPr lang="zh-CN" altLang="en-US" dirty="0"/>
            <a:t> </a:t>
          </a:r>
          <a:r>
            <a:rPr lang="en-US" altLang="zh-CN" dirty="0"/>
            <a:t>Array</a:t>
          </a:r>
          <a:endParaRPr lang="zh-CN" altLang="en-US" dirty="0"/>
        </a:p>
      </dgm:t>
    </dgm:pt>
    <dgm:pt modelId="{D7F7B10A-676D-AC44-994E-97C9A3EF6528}" type="parTrans" cxnId="{81110A3B-54B5-F243-A2D4-0ADEEC5F601D}">
      <dgm:prSet/>
      <dgm:spPr/>
      <dgm:t>
        <a:bodyPr/>
        <a:lstStyle/>
        <a:p>
          <a:endParaRPr lang="zh-CN" altLang="en-US"/>
        </a:p>
      </dgm:t>
    </dgm:pt>
    <dgm:pt modelId="{150F4163-6D47-6940-8935-0C3F4AB9C8AF}" type="sibTrans" cxnId="{81110A3B-54B5-F243-A2D4-0ADEEC5F601D}">
      <dgm:prSet/>
      <dgm:spPr/>
      <dgm:t>
        <a:bodyPr/>
        <a:lstStyle/>
        <a:p>
          <a:endParaRPr lang="zh-CN" altLang="en-US"/>
        </a:p>
      </dgm:t>
    </dgm:pt>
    <dgm:pt modelId="{35FC0CD2-DAFC-6D42-ACF3-27204CC68E01}">
      <dgm:prSet phldrT="[文本]"/>
      <dgm:spPr/>
      <dgm:t>
        <a:bodyPr/>
        <a:lstStyle/>
        <a:p>
          <a:r>
            <a:rPr lang="en-US" altLang="zh-CN" dirty="0"/>
            <a:t>B+</a:t>
          </a:r>
          <a:r>
            <a:rPr lang="zh-CN" altLang="en-US" dirty="0"/>
            <a:t> 树</a:t>
          </a:r>
        </a:p>
      </dgm:t>
    </dgm:pt>
    <dgm:pt modelId="{BCBAFAC8-B4B3-8947-A36C-24A78C5ABF46}" type="parTrans" cxnId="{E158C777-ED70-414B-B85C-B113D79AC139}">
      <dgm:prSet/>
      <dgm:spPr/>
      <dgm:t>
        <a:bodyPr/>
        <a:lstStyle/>
        <a:p>
          <a:endParaRPr lang="zh-CN" altLang="en-US"/>
        </a:p>
      </dgm:t>
    </dgm:pt>
    <dgm:pt modelId="{06F0FCF1-A811-0E47-B7BA-4CD17429EDCF}" type="sibTrans" cxnId="{E158C777-ED70-414B-B85C-B113D79AC139}">
      <dgm:prSet/>
      <dgm:spPr/>
      <dgm:t>
        <a:bodyPr/>
        <a:lstStyle/>
        <a:p>
          <a:endParaRPr lang="zh-CN" altLang="en-US"/>
        </a:p>
      </dgm:t>
    </dgm:pt>
    <dgm:pt modelId="{7D8FA937-F229-754B-A028-46C7AB18ED50}">
      <dgm:prSet phldrT="[文本]"/>
      <dgm:spPr/>
      <dgm:t>
        <a:bodyPr/>
        <a:lstStyle/>
        <a:p>
          <a:r>
            <a:rPr lang="en-US" altLang="zh-CN" dirty="0"/>
            <a:t>Hash</a:t>
          </a:r>
          <a:r>
            <a:rPr lang="zh-CN" altLang="en-US" dirty="0"/>
            <a:t> 结构</a:t>
          </a:r>
        </a:p>
      </dgm:t>
    </dgm:pt>
    <dgm:pt modelId="{382A12FC-CEEE-9647-A166-6455217E6ED3}" type="parTrans" cxnId="{B5CD103E-3890-664B-9A59-81F3EF303FC5}">
      <dgm:prSet/>
      <dgm:spPr/>
      <dgm:t>
        <a:bodyPr/>
        <a:lstStyle/>
        <a:p>
          <a:endParaRPr lang="zh-CN" altLang="en-US"/>
        </a:p>
      </dgm:t>
    </dgm:pt>
    <dgm:pt modelId="{6362934F-D768-8E4C-A352-E2C4A512B7B3}" type="sibTrans" cxnId="{B5CD103E-3890-664B-9A59-81F3EF303FC5}">
      <dgm:prSet/>
      <dgm:spPr/>
      <dgm:t>
        <a:bodyPr/>
        <a:lstStyle/>
        <a:p>
          <a:endParaRPr lang="zh-CN" altLang="en-US"/>
        </a:p>
      </dgm:t>
    </dgm:pt>
    <dgm:pt modelId="{19F654B3-14A8-2549-A924-1CEBB1389780}" type="pres">
      <dgm:prSet presAssocID="{F679460F-3993-8A4A-A4A9-1E384CF1F0D6}" presName="diagram" presStyleCnt="0">
        <dgm:presLayoutVars>
          <dgm:dir/>
          <dgm:resizeHandles val="exact"/>
        </dgm:presLayoutVars>
      </dgm:prSet>
      <dgm:spPr/>
    </dgm:pt>
    <dgm:pt modelId="{ED562457-009C-2B41-BDF6-4FE444262C54}" type="pres">
      <dgm:prSet presAssocID="{B6458006-A873-4E4D-9117-37DE8AFB6578}" presName="node" presStyleLbl="node1" presStyleIdx="0" presStyleCnt="3">
        <dgm:presLayoutVars>
          <dgm:bulletEnabled val="1"/>
        </dgm:presLayoutVars>
      </dgm:prSet>
      <dgm:spPr/>
    </dgm:pt>
    <dgm:pt modelId="{2E619C4F-8B8D-114D-8C3A-CB9B0ABB2F29}" type="pres">
      <dgm:prSet presAssocID="{150F4163-6D47-6940-8935-0C3F4AB9C8AF}" presName="sibTrans" presStyleCnt="0"/>
      <dgm:spPr/>
    </dgm:pt>
    <dgm:pt modelId="{5BC7A0CA-55E3-3C46-8F03-C8F10F8A27FF}" type="pres">
      <dgm:prSet presAssocID="{35FC0CD2-DAFC-6D42-ACF3-27204CC68E01}" presName="node" presStyleLbl="node1" presStyleIdx="1" presStyleCnt="3">
        <dgm:presLayoutVars>
          <dgm:bulletEnabled val="1"/>
        </dgm:presLayoutVars>
      </dgm:prSet>
      <dgm:spPr/>
    </dgm:pt>
    <dgm:pt modelId="{2FD58B47-1DD2-7F43-AACD-1575693D100F}" type="pres">
      <dgm:prSet presAssocID="{06F0FCF1-A811-0E47-B7BA-4CD17429EDCF}" presName="sibTrans" presStyleCnt="0"/>
      <dgm:spPr/>
    </dgm:pt>
    <dgm:pt modelId="{8DCCF3D2-A46C-714B-82FD-BBCF03E3A612}" type="pres">
      <dgm:prSet presAssocID="{7D8FA937-F229-754B-A028-46C7AB18ED50}" presName="node" presStyleLbl="node1" presStyleIdx="2" presStyleCnt="3">
        <dgm:presLayoutVars>
          <dgm:bulletEnabled val="1"/>
        </dgm:presLayoutVars>
      </dgm:prSet>
      <dgm:spPr/>
    </dgm:pt>
  </dgm:ptLst>
  <dgm:cxnLst>
    <dgm:cxn modelId="{89890C01-82B1-2B40-84A1-BD439ABDA6BE}" type="presOf" srcId="{F679460F-3993-8A4A-A4A9-1E384CF1F0D6}" destId="{19F654B3-14A8-2549-A924-1CEBB1389780}" srcOrd="0" destOrd="0" presId="urn:microsoft.com/office/officeart/2005/8/layout/default"/>
    <dgm:cxn modelId="{08882325-4142-1A4C-A1BF-15B88B5ED135}" type="presOf" srcId="{35FC0CD2-DAFC-6D42-ACF3-27204CC68E01}" destId="{5BC7A0CA-55E3-3C46-8F03-C8F10F8A27FF}" srcOrd="0" destOrd="0" presId="urn:microsoft.com/office/officeart/2005/8/layout/default"/>
    <dgm:cxn modelId="{81110A3B-54B5-F243-A2D4-0ADEEC5F601D}" srcId="{F679460F-3993-8A4A-A4A9-1E384CF1F0D6}" destId="{B6458006-A873-4E4D-9117-37DE8AFB6578}" srcOrd="0" destOrd="0" parTransId="{D7F7B10A-676D-AC44-994E-97C9A3EF6528}" sibTransId="{150F4163-6D47-6940-8935-0C3F4AB9C8AF}"/>
    <dgm:cxn modelId="{B5CD103E-3890-664B-9A59-81F3EF303FC5}" srcId="{F679460F-3993-8A4A-A4A9-1E384CF1F0D6}" destId="{7D8FA937-F229-754B-A028-46C7AB18ED50}" srcOrd="2" destOrd="0" parTransId="{382A12FC-CEEE-9647-A166-6455217E6ED3}" sibTransId="{6362934F-D768-8E4C-A352-E2C4A512B7B3}"/>
    <dgm:cxn modelId="{380A4B46-7E03-7F47-B098-82B2355EAAED}" type="presOf" srcId="{7D8FA937-F229-754B-A028-46C7AB18ED50}" destId="{8DCCF3D2-A46C-714B-82FD-BBCF03E3A612}" srcOrd="0" destOrd="0" presId="urn:microsoft.com/office/officeart/2005/8/layout/default"/>
    <dgm:cxn modelId="{E158C777-ED70-414B-B85C-B113D79AC139}" srcId="{F679460F-3993-8A4A-A4A9-1E384CF1F0D6}" destId="{35FC0CD2-DAFC-6D42-ACF3-27204CC68E01}" srcOrd="1" destOrd="0" parTransId="{BCBAFAC8-B4B3-8947-A36C-24A78C5ABF46}" sibTransId="{06F0FCF1-A811-0E47-B7BA-4CD17429EDCF}"/>
    <dgm:cxn modelId="{4309CC9F-0B40-DF42-9337-9B4927CF4C37}" type="presOf" srcId="{B6458006-A873-4E4D-9117-37DE8AFB6578}" destId="{ED562457-009C-2B41-BDF6-4FE444262C54}" srcOrd="0" destOrd="0" presId="urn:microsoft.com/office/officeart/2005/8/layout/default"/>
    <dgm:cxn modelId="{E22EA452-E186-5548-BCD2-D9E1CE985BA9}" type="presParOf" srcId="{19F654B3-14A8-2549-A924-1CEBB1389780}" destId="{ED562457-009C-2B41-BDF6-4FE444262C54}" srcOrd="0" destOrd="0" presId="urn:microsoft.com/office/officeart/2005/8/layout/default"/>
    <dgm:cxn modelId="{FCFCD814-D48A-824E-AA48-19B7DA6B2EEA}" type="presParOf" srcId="{19F654B3-14A8-2549-A924-1CEBB1389780}" destId="{2E619C4F-8B8D-114D-8C3A-CB9B0ABB2F29}" srcOrd="1" destOrd="0" presId="urn:microsoft.com/office/officeart/2005/8/layout/default"/>
    <dgm:cxn modelId="{DDF8F181-E658-484D-BE29-A2E4A3ECE1C7}" type="presParOf" srcId="{19F654B3-14A8-2549-A924-1CEBB1389780}" destId="{5BC7A0CA-55E3-3C46-8F03-C8F10F8A27FF}" srcOrd="2" destOrd="0" presId="urn:microsoft.com/office/officeart/2005/8/layout/default"/>
    <dgm:cxn modelId="{F576CFE0-9606-6C47-95DE-939EF6394B9E}" type="presParOf" srcId="{19F654B3-14A8-2549-A924-1CEBB1389780}" destId="{2FD58B47-1DD2-7F43-AACD-1575693D100F}" srcOrd="3" destOrd="0" presId="urn:microsoft.com/office/officeart/2005/8/layout/default"/>
    <dgm:cxn modelId="{25811BF8-71E3-0541-B8E2-B335846A2EDF}" type="presParOf" srcId="{19F654B3-14A8-2549-A924-1CEBB1389780}" destId="{8DCCF3D2-A46C-714B-82FD-BBCF03E3A61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679460F-3993-8A4A-A4A9-1E384CF1F0D6}" type="doc">
      <dgm:prSet loTypeId="urn:microsoft.com/office/officeart/2005/8/layout/default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6458006-A873-4E4D-9117-37DE8AFB6578}">
      <dgm:prSet phldrT="[文本]"/>
      <dgm:spPr/>
      <dgm:t>
        <a:bodyPr/>
        <a:lstStyle/>
        <a:p>
          <a:r>
            <a:rPr lang="en-US" altLang="zh-CN" dirty="0"/>
            <a:t>Sorted</a:t>
          </a:r>
          <a:r>
            <a:rPr lang="zh-CN" altLang="en-US" dirty="0"/>
            <a:t> </a:t>
          </a:r>
          <a:r>
            <a:rPr lang="en-US" altLang="zh-CN" dirty="0"/>
            <a:t>Array</a:t>
          </a:r>
          <a:endParaRPr lang="zh-CN" altLang="en-US" dirty="0"/>
        </a:p>
      </dgm:t>
    </dgm:pt>
    <dgm:pt modelId="{D7F7B10A-676D-AC44-994E-97C9A3EF6528}" type="parTrans" cxnId="{81110A3B-54B5-F243-A2D4-0ADEEC5F601D}">
      <dgm:prSet/>
      <dgm:spPr/>
      <dgm:t>
        <a:bodyPr/>
        <a:lstStyle/>
        <a:p>
          <a:endParaRPr lang="zh-CN" altLang="en-US"/>
        </a:p>
      </dgm:t>
    </dgm:pt>
    <dgm:pt modelId="{150F4163-6D47-6940-8935-0C3F4AB9C8AF}" type="sibTrans" cxnId="{81110A3B-54B5-F243-A2D4-0ADEEC5F601D}">
      <dgm:prSet/>
      <dgm:spPr/>
      <dgm:t>
        <a:bodyPr/>
        <a:lstStyle/>
        <a:p>
          <a:endParaRPr lang="zh-CN" altLang="en-US"/>
        </a:p>
      </dgm:t>
    </dgm:pt>
    <dgm:pt modelId="{35FC0CD2-DAFC-6D42-ACF3-27204CC68E01}">
      <dgm:prSet phldrT="[文本]"/>
      <dgm:spPr/>
      <dgm:t>
        <a:bodyPr/>
        <a:lstStyle/>
        <a:p>
          <a:r>
            <a:rPr lang="en-US" altLang="zh-CN" dirty="0"/>
            <a:t>B+</a:t>
          </a:r>
          <a:r>
            <a:rPr lang="zh-CN" altLang="en-US" dirty="0"/>
            <a:t> 树</a:t>
          </a:r>
        </a:p>
      </dgm:t>
    </dgm:pt>
    <dgm:pt modelId="{BCBAFAC8-B4B3-8947-A36C-24A78C5ABF46}" type="parTrans" cxnId="{E158C777-ED70-414B-B85C-B113D79AC139}">
      <dgm:prSet/>
      <dgm:spPr/>
      <dgm:t>
        <a:bodyPr/>
        <a:lstStyle/>
        <a:p>
          <a:endParaRPr lang="zh-CN" altLang="en-US"/>
        </a:p>
      </dgm:t>
    </dgm:pt>
    <dgm:pt modelId="{06F0FCF1-A811-0E47-B7BA-4CD17429EDCF}" type="sibTrans" cxnId="{E158C777-ED70-414B-B85C-B113D79AC139}">
      <dgm:prSet/>
      <dgm:spPr/>
      <dgm:t>
        <a:bodyPr/>
        <a:lstStyle/>
        <a:p>
          <a:endParaRPr lang="zh-CN" altLang="en-US"/>
        </a:p>
      </dgm:t>
    </dgm:pt>
    <dgm:pt modelId="{7D8FA937-F229-754B-A028-46C7AB18ED50}">
      <dgm:prSet phldrT="[文本]"/>
      <dgm:spPr/>
      <dgm:t>
        <a:bodyPr/>
        <a:lstStyle/>
        <a:p>
          <a:r>
            <a:rPr lang="en-US" altLang="zh-CN" dirty="0"/>
            <a:t>Hash</a:t>
          </a:r>
          <a:r>
            <a:rPr lang="zh-CN" altLang="en-US" dirty="0"/>
            <a:t> 结构</a:t>
          </a:r>
        </a:p>
      </dgm:t>
    </dgm:pt>
    <dgm:pt modelId="{382A12FC-CEEE-9647-A166-6455217E6ED3}" type="parTrans" cxnId="{B5CD103E-3890-664B-9A59-81F3EF303FC5}">
      <dgm:prSet/>
      <dgm:spPr/>
      <dgm:t>
        <a:bodyPr/>
        <a:lstStyle/>
        <a:p>
          <a:endParaRPr lang="zh-CN" altLang="en-US"/>
        </a:p>
      </dgm:t>
    </dgm:pt>
    <dgm:pt modelId="{6362934F-D768-8E4C-A352-E2C4A512B7B3}" type="sibTrans" cxnId="{B5CD103E-3890-664B-9A59-81F3EF303FC5}">
      <dgm:prSet/>
      <dgm:spPr/>
      <dgm:t>
        <a:bodyPr/>
        <a:lstStyle/>
        <a:p>
          <a:endParaRPr lang="zh-CN" altLang="en-US"/>
        </a:p>
      </dgm:t>
    </dgm:pt>
    <dgm:pt modelId="{19F654B3-14A8-2549-A924-1CEBB1389780}" type="pres">
      <dgm:prSet presAssocID="{F679460F-3993-8A4A-A4A9-1E384CF1F0D6}" presName="diagram" presStyleCnt="0">
        <dgm:presLayoutVars>
          <dgm:dir/>
          <dgm:resizeHandles val="exact"/>
        </dgm:presLayoutVars>
      </dgm:prSet>
      <dgm:spPr/>
    </dgm:pt>
    <dgm:pt modelId="{ED562457-009C-2B41-BDF6-4FE444262C54}" type="pres">
      <dgm:prSet presAssocID="{B6458006-A873-4E4D-9117-37DE8AFB6578}" presName="node" presStyleLbl="node1" presStyleIdx="0" presStyleCnt="3">
        <dgm:presLayoutVars>
          <dgm:bulletEnabled val="1"/>
        </dgm:presLayoutVars>
      </dgm:prSet>
      <dgm:spPr/>
    </dgm:pt>
    <dgm:pt modelId="{2E619C4F-8B8D-114D-8C3A-CB9B0ABB2F29}" type="pres">
      <dgm:prSet presAssocID="{150F4163-6D47-6940-8935-0C3F4AB9C8AF}" presName="sibTrans" presStyleCnt="0"/>
      <dgm:spPr/>
    </dgm:pt>
    <dgm:pt modelId="{5BC7A0CA-55E3-3C46-8F03-C8F10F8A27FF}" type="pres">
      <dgm:prSet presAssocID="{35FC0CD2-DAFC-6D42-ACF3-27204CC68E01}" presName="node" presStyleLbl="node1" presStyleIdx="1" presStyleCnt="3">
        <dgm:presLayoutVars>
          <dgm:bulletEnabled val="1"/>
        </dgm:presLayoutVars>
      </dgm:prSet>
      <dgm:spPr/>
    </dgm:pt>
    <dgm:pt modelId="{2FD58B47-1DD2-7F43-AACD-1575693D100F}" type="pres">
      <dgm:prSet presAssocID="{06F0FCF1-A811-0E47-B7BA-4CD17429EDCF}" presName="sibTrans" presStyleCnt="0"/>
      <dgm:spPr/>
    </dgm:pt>
    <dgm:pt modelId="{8DCCF3D2-A46C-714B-82FD-BBCF03E3A612}" type="pres">
      <dgm:prSet presAssocID="{7D8FA937-F229-754B-A028-46C7AB18ED50}" presName="node" presStyleLbl="node1" presStyleIdx="2" presStyleCnt="3">
        <dgm:presLayoutVars>
          <dgm:bulletEnabled val="1"/>
        </dgm:presLayoutVars>
      </dgm:prSet>
      <dgm:spPr/>
    </dgm:pt>
  </dgm:ptLst>
  <dgm:cxnLst>
    <dgm:cxn modelId="{89890C01-82B1-2B40-84A1-BD439ABDA6BE}" type="presOf" srcId="{F679460F-3993-8A4A-A4A9-1E384CF1F0D6}" destId="{19F654B3-14A8-2549-A924-1CEBB1389780}" srcOrd="0" destOrd="0" presId="urn:microsoft.com/office/officeart/2005/8/layout/default"/>
    <dgm:cxn modelId="{08882325-4142-1A4C-A1BF-15B88B5ED135}" type="presOf" srcId="{35FC0CD2-DAFC-6D42-ACF3-27204CC68E01}" destId="{5BC7A0CA-55E3-3C46-8F03-C8F10F8A27FF}" srcOrd="0" destOrd="0" presId="urn:microsoft.com/office/officeart/2005/8/layout/default"/>
    <dgm:cxn modelId="{81110A3B-54B5-F243-A2D4-0ADEEC5F601D}" srcId="{F679460F-3993-8A4A-A4A9-1E384CF1F0D6}" destId="{B6458006-A873-4E4D-9117-37DE8AFB6578}" srcOrd="0" destOrd="0" parTransId="{D7F7B10A-676D-AC44-994E-97C9A3EF6528}" sibTransId="{150F4163-6D47-6940-8935-0C3F4AB9C8AF}"/>
    <dgm:cxn modelId="{B5CD103E-3890-664B-9A59-81F3EF303FC5}" srcId="{F679460F-3993-8A4A-A4A9-1E384CF1F0D6}" destId="{7D8FA937-F229-754B-A028-46C7AB18ED50}" srcOrd="2" destOrd="0" parTransId="{382A12FC-CEEE-9647-A166-6455217E6ED3}" sibTransId="{6362934F-D768-8E4C-A352-E2C4A512B7B3}"/>
    <dgm:cxn modelId="{380A4B46-7E03-7F47-B098-82B2355EAAED}" type="presOf" srcId="{7D8FA937-F229-754B-A028-46C7AB18ED50}" destId="{8DCCF3D2-A46C-714B-82FD-BBCF03E3A612}" srcOrd="0" destOrd="0" presId="urn:microsoft.com/office/officeart/2005/8/layout/default"/>
    <dgm:cxn modelId="{E158C777-ED70-414B-B85C-B113D79AC139}" srcId="{F679460F-3993-8A4A-A4A9-1E384CF1F0D6}" destId="{35FC0CD2-DAFC-6D42-ACF3-27204CC68E01}" srcOrd="1" destOrd="0" parTransId="{BCBAFAC8-B4B3-8947-A36C-24A78C5ABF46}" sibTransId="{06F0FCF1-A811-0E47-B7BA-4CD17429EDCF}"/>
    <dgm:cxn modelId="{4309CC9F-0B40-DF42-9337-9B4927CF4C37}" type="presOf" srcId="{B6458006-A873-4E4D-9117-37DE8AFB6578}" destId="{ED562457-009C-2B41-BDF6-4FE444262C54}" srcOrd="0" destOrd="0" presId="urn:microsoft.com/office/officeart/2005/8/layout/default"/>
    <dgm:cxn modelId="{E22EA452-E186-5548-BCD2-D9E1CE985BA9}" type="presParOf" srcId="{19F654B3-14A8-2549-A924-1CEBB1389780}" destId="{ED562457-009C-2B41-BDF6-4FE444262C54}" srcOrd="0" destOrd="0" presId="urn:microsoft.com/office/officeart/2005/8/layout/default"/>
    <dgm:cxn modelId="{FCFCD814-D48A-824E-AA48-19B7DA6B2EEA}" type="presParOf" srcId="{19F654B3-14A8-2549-A924-1CEBB1389780}" destId="{2E619C4F-8B8D-114D-8C3A-CB9B0ABB2F29}" srcOrd="1" destOrd="0" presId="urn:microsoft.com/office/officeart/2005/8/layout/default"/>
    <dgm:cxn modelId="{DDF8F181-E658-484D-BE29-A2E4A3ECE1C7}" type="presParOf" srcId="{19F654B3-14A8-2549-A924-1CEBB1389780}" destId="{5BC7A0CA-55E3-3C46-8F03-C8F10F8A27FF}" srcOrd="2" destOrd="0" presId="urn:microsoft.com/office/officeart/2005/8/layout/default"/>
    <dgm:cxn modelId="{F576CFE0-9606-6C47-95DE-939EF6394B9E}" type="presParOf" srcId="{19F654B3-14A8-2549-A924-1CEBB1389780}" destId="{2FD58B47-1DD2-7F43-AACD-1575693D100F}" srcOrd="3" destOrd="0" presId="urn:microsoft.com/office/officeart/2005/8/layout/default"/>
    <dgm:cxn modelId="{25811BF8-71E3-0541-B8E2-B335846A2EDF}" type="presParOf" srcId="{19F654B3-14A8-2549-A924-1CEBB1389780}" destId="{8DCCF3D2-A46C-714B-82FD-BBCF03E3A61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CFF4753-2DD3-3648-B145-807AD4DE454B}" type="doc">
      <dgm:prSet loTypeId="urn:microsoft.com/office/officeart/2005/8/layout/process2" loCatId="" qsTypeId="urn:microsoft.com/office/officeart/2005/8/quickstyle/simple1" qsCatId="simple" csTypeId="urn:microsoft.com/office/officeart/2005/8/colors/colorful2" csCatId="colorful" phldr="1"/>
      <dgm:spPr/>
    </dgm:pt>
    <dgm:pt modelId="{C701F3E3-E2EB-5B46-BF9D-F61F7DBFDA4E}">
      <dgm:prSet phldrT="[文本]"/>
      <dgm:spPr/>
      <dgm:t>
        <a:bodyPr/>
        <a:lstStyle/>
        <a:p>
          <a:r>
            <a:rPr lang="zh-CN" altLang="en-US" b="1" spc="-9" dirty="0">
              <a:latin typeface="Lantinghei SC Heavy"/>
              <a:cs typeface="Lantinghei SC Heavy"/>
            </a:rPr>
            <a:t>基本思想</a:t>
          </a:r>
          <a:r>
            <a:rPr lang="zh-CN" altLang="en-US" spc="-18" dirty="0">
              <a:latin typeface="Hiragino Sans GB W3"/>
              <a:cs typeface="Hiragino Sans GB W3"/>
            </a:rPr>
            <a:t>：改变关系代</a:t>
          </a:r>
          <a:r>
            <a:rPr lang="zh-CN" altLang="en-US" spc="-14" dirty="0">
              <a:latin typeface="Hiragino Sans GB W3"/>
              <a:cs typeface="Hiragino Sans GB W3"/>
            </a:rPr>
            <a:t>数的操作次序：尽可能早做选择和投影运算</a:t>
          </a:r>
          <a:endParaRPr lang="zh-CN" altLang="en-US" dirty="0"/>
        </a:p>
      </dgm:t>
    </dgm:pt>
    <dgm:pt modelId="{0AD80136-86A5-534B-B980-71805B551811}" type="parTrans" cxnId="{141BBB50-1AB9-944C-92BD-54A56F59433C}">
      <dgm:prSet/>
      <dgm:spPr/>
      <dgm:t>
        <a:bodyPr/>
        <a:lstStyle/>
        <a:p>
          <a:endParaRPr lang="zh-CN" altLang="en-US"/>
        </a:p>
      </dgm:t>
    </dgm:pt>
    <dgm:pt modelId="{1B5BD405-B038-5B4D-B639-6560980AFA33}" type="sibTrans" cxnId="{141BBB50-1AB9-944C-92BD-54A56F59433C}">
      <dgm:prSet/>
      <dgm:spPr/>
      <dgm:t>
        <a:bodyPr/>
        <a:lstStyle/>
        <a:p>
          <a:endParaRPr lang="zh-CN" altLang="en-US"/>
        </a:p>
      </dgm:t>
    </dgm:pt>
    <dgm:pt modelId="{E8C2E481-3088-B240-B74F-23C96066AC93}">
      <dgm:prSet phldrT="[文本]"/>
      <dgm:spPr/>
      <dgm:t>
        <a:bodyPr/>
        <a:lstStyle/>
        <a:p>
          <a:r>
            <a:rPr lang="zh-CN" altLang="en-US" spc="-14" dirty="0">
              <a:latin typeface="Hiragino Sans GB W3"/>
              <a:cs typeface="Hiragino Sans GB W3"/>
            </a:rPr>
            <a:t>关系代数的五种基本操作</a:t>
          </a:r>
          <a:r>
            <a:rPr lang="zh-CN" altLang="en-US" spc="-32" dirty="0">
              <a:latin typeface="Hiragino Sans GB W3"/>
              <a:cs typeface="Hiragino Sans GB W3"/>
            </a:rPr>
            <a:t>中哪两个能够交换次序</a:t>
          </a:r>
          <a:endParaRPr lang="zh-CN" altLang="en-US" dirty="0"/>
        </a:p>
      </dgm:t>
    </dgm:pt>
    <dgm:pt modelId="{5FDA2DA9-27E0-0540-B4C7-9D8EF67C01BC}" type="parTrans" cxnId="{145BE5C8-753B-014A-864D-81484A9EB371}">
      <dgm:prSet/>
      <dgm:spPr/>
      <dgm:t>
        <a:bodyPr/>
        <a:lstStyle/>
        <a:p>
          <a:endParaRPr lang="zh-CN" altLang="en-US"/>
        </a:p>
      </dgm:t>
    </dgm:pt>
    <dgm:pt modelId="{21950539-4473-624E-9C95-0033A61DA803}" type="sibTrans" cxnId="{145BE5C8-753B-014A-864D-81484A9EB371}">
      <dgm:prSet/>
      <dgm:spPr/>
      <dgm:t>
        <a:bodyPr/>
        <a:lstStyle/>
        <a:p>
          <a:endParaRPr lang="zh-CN" altLang="en-US"/>
        </a:p>
      </dgm:t>
    </dgm:pt>
    <dgm:pt modelId="{BC3B62FC-447A-2D44-8154-8A90F774FED0}">
      <dgm:prSet phldrT="[文本]"/>
      <dgm:spPr/>
      <dgm:t>
        <a:bodyPr/>
        <a:lstStyle/>
        <a:p>
          <a:r>
            <a:rPr lang="zh-CN" altLang="en-US" spc="-14" dirty="0">
              <a:latin typeface="Hiragino Sans GB W3"/>
              <a:cs typeface="Hiragino Sans GB W3"/>
            </a:rPr>
            <a:t>次序改变前后</a:t>
          </a:r>
          <a:r>
            <a:rPr lang="zh-CN" altLang="en-US" spc="-18" dirty="0">
              <a:latin typeface="Hiragino Sans GB W3"/>
              <a:cs typeface="Hiragino Sans GB W3"/>
            </a:rPr>
            <a:t>的等价性问题</a:t>
          </a:r>
          <a:endParaRPr lang="zh-CN" altLang="en-US" dirty="0"/>
        </a:p>
      </dgm:t>
    </dgm:pt>
    <dgm:pt modelId="{EF59A4BA-5F66-D041-935C-7ED8AAF2BF92}" type="parTrans" cxnId="{8C757C49-33F0-EE4D-8B9F-F9E043619795}">
      <dgm:prSet/>
      <dgm:spPr/>
      <dgm:t>
        <a:bodyPr/>
        <a:lstStyle/>
        <a:p>
          <a:endParaRPr lang="zh-CN" altLang="en-US"/>
        </a:p>
      </dgm:t>
    </dgm:pt>
    <dgm:pt modelId="{097480A8-5BBF-8D4E-B493-F0BF379B223F}" type="sibTrans" cxnId="{8C757C49-33F0-EE4D-8B9F-F9E043619795}">
      <dgm:prSet/>
      <dgm:spPr/>
      <dgm:t>
        <a:bodyPr/>
        <a:lstStyle/>
        <a:p>
          <a:endParaRPr lang="zh-CN" altLang="en-US"/>
        </a:p>
      </dgm:t>
    </dgm:pt>
    <dgm:pt modelId="{43234D95-97A8-0C45-996B-663CE6BE3FC3}">
      <dgm:prSet phldrT="[文本]"/>
      <dgm:spPr/>
      <dgm:t>
        <a:bodyPr/>
        <a:lstStyle/>
        <a:p>
          <a:r>
            <a:rPr lang="zh-CN" altLang="en-US" spc="-14" dirty="0">
              <a:latin typeface="Hiragino Sans GB W3"/>
              <a:cs typeface="Hiragino Sans GB W3"/>
            </a:rPr>
            <a:t>关系代数表达式的等价</a:t>
          </a:r>
          <a:r>
            <a:rPr lang="zh-CN" altLang="en-US" spc="-9" dirty="0">
              <a:latin typeface="Hiragino Sans GB W3"/>
              <a:cs typeface="Hiragino Sans GB W3"/>
            </a:rPr>
            <a:t>变换定理及其证明</a:t>
          </a:r>
          <a:endParaRPr lang="zh-CN" altLang="en-US" dirty="0"/>
        </a:p>
      </dgm:t>
    </dgm:pt>
    <dgm:pt modelId="{AB454764-24ED-0D4D-8C83-0974A17DCD6E}" type="parTrans" cxnId="{741D34CC-95DE-904C-8CB0-EA5B2724128A}">
      <dgm:prSet/>
      <dgm:spPr/>
      <dgm:t>
        <a:bodyPr/>
        <a:lstStyle/>
        <a:p>
          <a:endParaRPr lang="zh-CN" altLang="en-US"/>
        </a:p>
      </dgm:t>
    </dgm:pt>
    <dgm:pt modelId="{6B7FA49C-FA91-3543-80E4-F25AD7E1D7B4}" type="sibTrans" cxnId="{741D34CC-95DE-904C-8CB0-EA5B2724128A}">
      <dgm:prSet/>
      <dgm:spPr/>
      <dgm:t>
        <a:bodyPr/>
        <a:lstStyle/>
        <a:p>
          <a:endParaRPr lang="zh-CN" altLang="en-US"/>
        </a:p>
      </dgm:t>
    </dgm:pt>
    <dgm:pt modelId="{8F68E4E7-345C-9943-9291-A9FE35F802B3}">
      <dgm:prSet/>
      <dgm:spPr/>
      <dgm:t>
        <a:bodyPr/>
        <a:lstStyle/>
        <a:p>
          <a:r>
            <a:rPr lang="zh-CN" altLang="en-US" spc="-14" dirty="0">
              <a:latin typeface="Hiragino Sans GB W3"/>
              <a:cs typeface="Hiragino Sans GB W3"/>
            </a:rPr>
            <a:t>关系代数表达式的优化算</a:t>
          </a:r>
          <a:r>
            <a:rPr lang="zh-CN" altLang="en-US" spc="-77" dirty="0">
              <a:latin typeface="Hiragino Sans GB W3"/>
              <a:cs typeface="Hiragino Sans GB W3"/>
            </a:rPr>
            <a:t>法</a:t>
          </a:r>
          <a:r>
            <a:rPr lang="en-US" altLang="zh-CN" spc="-77" dirty="0">
              <a:latin typeface="Hiragino Sans GB W3"/>
              <a:cs typeface="Hiragino Sans GB W3"/>
            </a:rPr>
            <a:t>? –</a:t>
          </a:r>
          <a:r>
            <a:rPr lang="zh-CN" altLang="en-US" spc="-77" dirty="0">
              <a:latin typeface="Hiragino Sans GB W3"/>
              <a:cs typeface="Hiragino Sans GB W3"/>
            </a:rPr>
            <a:t>逻辑查询计划形成</a:t>
          </a:r>
          <a:endParaRPr lang="zh-CN" altLang="en-US" dirty="0"/>
        </a:p>
      </dgm:t>
    </dgm:pt>
    <dgm:pt modelId="{7631D6CA-3420-AB40-9909-8DC516F85CC3}" type="parTrans" cxnId="{4422D77E-9186-404A-90F3-DBBEA0222429}">
      <dgm:prSet/>
      <dgm:spPr/>
      <dgm:t>
        <a:bodyPr/>
        <a:lstStyle/>
        <a:p>
          <a:endParaRPr lang="zh-CN" altLang="en-US"/>
        </a:p>
      </dgm:t>
    </dgm:pt>
    <dgm:pt modelId="{B2796384-1314-5144-8BE2-0CE90AA40D49}" type="sibTrans" cxnId="{4422D77E-9186-404A-90F3-DBBEA0222429}">
      <dgm:prSet/>
      <dgm:spPr/>
      <dgm:t>
        <a:bodyPr/>
        <a:lstStyle/>
        <a:p>
          <a:endParaRPr lang="zh-CN" altLang="en-US"/>
        </a:p>
      </dgm:t>
    </dgm:pt>
    <dgm:pt modelId="{C8E7D86B-EC5C-8B45-8EAD-BE7ACE3CBC6D}" type="pres">
      <dgm:prSet presAssocID="{7CFF4753-2DD3-3648-B145-807AD4DE454B}" presName="linearFlow" presStyleCnt="0">
        <dgm:presLayoutVars>
          <dgm:resizeHandles val="exact"/>
        </dgm:presLayoutVars>
      </dgm:prSet>
      <dgm:spPr/>
    </dgm:pt>
    <dgm:pt modelId="{4B082F9C-657C-5947-8299-39AE95F2B5C8}" type="pres">
      <dgm:prSet presAssocID="{C701F3E3-E2EB-5B46-BF9D-F61F7DBFDA4E}" presName="node" presStyleLbl="node1" presStyleIdx="0" presStyleCnt="5">
        <dgm:presLayoutVars>
          <dgm:bulletEnabled val="1"/>
        </dgm:presLayoutVars>
      </dgm:prSet>
      <dgm:spPr/>
    </dgm:pt>
    <dgm:pt modelId="{263B8E68-AA8C-F141-808D-4B4B91EAB680}" type="pres">
      <dgm:prSet presAssocID="{1B5BD405-B038-5B4D-B639-6560980AFA33}" presName="sibTrans" presStyleLbl="sibTrans2D1" presStyleIdx="0" presStyleCnt="4"/>
      <dgm:spPr/>
    </dgm:pt>
    <dgm:pt modelId="{F8F791AC-6C6D-4644-A7FC-76F1A7E5C963}" type="pres">
      <dgm:prSet presAssocID="{1B5BD405-B038-5B4D-B639-6560980AFA33}" presName="connectorText" presStyleLbl="sibTrans2D1" presStyleIdx="0" presStyleCnt="4"/>
      <dgm:spPr/>
    </dgm:pt>
    <dgm:pt modelId="{68EF3498-DF71-CD44-AC00-6122EE91736B}" type="pres">
      <dgm:prSet presAssocID="{E8C2E481-3088-B240-B74F-23C96066AC93}" presName="node" presStyleLbl="node1" presStyleIdx="1" presStyleCnt="5">
        <dgm:presLayoutVars>
          <dgm:bulletEnabled val="1"/>
        </dgm:presLayoutVars>
      </dgm:prSet>
      <dgm:spPr/>
    </dgm:pt>
    <dgm:pt modelId="{AD88FBD6-7E66-8E47-BBE3-0D82EF711CC7}" type="pres">
      <dgm:prSet presAssocID="{21950539-4473-624E-9C95-0033A61DA803}" presName="sibTrans" presStyleLbl="sibTrans2D1" presStyleIdx="1" presStyleCnt="4"/>
      <dgm:spPr/>
    </dgm:pt>
    <dgm:pt modelId="{34EAA496-F5FE-2A47-BFCD-11EEE03DC685}" type="pres">
      <dgm:prSet presAssocID="{21950539-4473-624E-9C95-0033A61DA803}" presName="connectorText" presStyleLbl="sibTrans2D1" presStyleIdx="1" presStyleCnt="4"/>
      <dgm:spPr/>
    </dgm:pt>
    <dgm:pt modelId="{ADD8D17A-2317-C14D-8F77-9FF4D0173494}" type="pres">
      <dgm:prSet presAssocID="{BC3B62FC-447A-2D44-8154-8A90F774FED0}" presName="node" presStyleLbl="node1" presStyleIdx="2" presStyleCnt="5">
        <dgm:presLayoutVars>
          <dgm:bulletEnabled val="1"/>
        </dgm:presLayoutVars>
      </dgm:prSet>
      <dgm:spPr/>
    </dgm:pt>
    <dgm:pt modelId="{9FB75E39-FC9B-2F46-9767-D67F8720EDFC}" type="pres">
      <dgm:prSet presAssocID="{097480A8-5BBF-8D4E-B493-F0BF379B223F}" presName="sibTrans" presStyleLbl="sibTrans2D1" presStyleIdx="2" presStyleCnt="4"/>
      <dgm:spPr/>
    </dgm:pt>
    <dgm:pt modelId="{36ABA1A0-06B7-4A4B-8F53-C4A648D3D43A}" type="pres">
      <dgm:prSet presAssocID="{097480A8-5BBF-8D4E-B493-F0BF379B223F}" presName="connectorText" presStyleLbl="sibTrans2D1" presStyleIdx="2" presStyleCnt="4"/>
      <dgm:spPr/>
    </dgm:pt>
    <dgm:pt modelId="{1D5995B5-CF3E-1946-BFDF-980EA4EA1D67}" type="pres">
      <dgm:prSet presAssocID="{43234D95-97A8-0C45-996B-663CE6BE3FC3}" presName="node" presStyleLbl="node1" presStyleIdx="3" presStyleCnt="5">
        <dgm:presLayoutVars>
          <dgm:bulletEnabled val="1"/>
        </dgm:presLayoutVars>
      </dgm:prSet>
      <dgm:spPr/>
    </dgm:pt>
    <dgm:pt modelId="{080C704E-3FED-5B41-B9C6-4EA686D3567F}" type="pres">
      <dgm:prSet presAssocID="{6B7FA49C-FA91-3543-80E4-F25AD7E1D7B4}" presName="sibTrans" presStyleLbl="sibTrans2D1" presStyleIdx="3" presStyleCnt="4"/>
      <dgm:spPr/>
    </dgm:pt>
    <dgm:pt modelId="{744A4D28-FED6-DA44-B946-F778359B315F}" type="pres">
      <dgm:prSet presAssocID="{6B7FA49C-FA91-3543-80E4-F25AD7E1D7B4}" presName="connectorText" presStyleLbl="sibTrans2D1" presStyleIdx="3" presStyleCnt="4"/>
      <dgm:spPr/>
    </dgm:pt>
    <dgm:pt modelId="{E43D72DE-DB10-AA42-A8F3-5DB5CB9DB23C}" type="pres">
      <dgm:prSet presAssocID="{8F68E4E7-345C-9943-9291-A9FE35F802B3}" presName="node" presStyleLbl="node1" presStyleIdx="4" presStyleCnt="5">
        <dgm:presLayoutVars>
          <dgm:bulletEnabled val="1"/>
        </dgm:presLayoutVars>
      </dgm:prSet>
      <dgm:spPr/>
    </dgm:pt>
  </dgm:ptLst>
  <dgm:cxnLst>
    <dgm:cxn modelId="{CF19CC1D-C53E-104E-846A-79A4C087DA50}" type="presOf" srcId="{097480A8-5BBF-8D4E-B493-F0BF379B223F}" destId="{36ABA1A0-06B7-4A4B-8F53-C4A648D3D43A}" srcOrd="1" destOrd="0" presId="urn:microsoft.com/office/officeart/2005/8/layout/process2"/>
    <dgm:cxn modelId="{7F395333-17F3-5A4A-BF65-C8BA0492BCDD}" type="presOf" srcId="{6B7FA49C-FA91-3543-80E4-F25AD7E1D7B4}" destId="{744A4D28-FED6-DA44-B946-F778359B315F}" srcOrd="1" destOrd="0" presId="urn:microsoft.com/office/officeart/2005/8/layout/process2"/>
    <dgm:cxn modelId="{8C757C49-33F0-EE4D-8B9F-F9E043619795}" srcId="{7CFF4753-2DD3-3648-B145-807AD4DE454B}" destId="{BC3B62FC-447A-2D44-8154-8A90F774FED0}" srcOrd="2" destOrd="0" parTransId="{EF59A4BA-5F66-D041-935C-7ED8AAF2BF92}" sibTransId="{097480A8-5BBF-8D4E-B493-F0BF379B223F}"/>
    <dgm:cxn modelId="{8A1A074A-EEE1-694B-838F-DD814145B15B}" type="presOf" srcId="{1B5BD405-B038-5B4D-B639-6560980AFA33}" destId="{F8F791AC-6C6D-4644-A7FC-76F1A7E5C963}" srcOrd="1" destOrd="0" presId="urn:microsoft.com/office/officeart/2005/8/layout/process2"/>
    <dgm:cxn modelId="{141BBB50-1AB9-944C-92BD-54A56F59433C}" srcId="{7CFF4753-2DD3-3648-B145-807AD4DE454B}" destId="{C701F3E3-E2EB-5B46-BF9D-F61F7DBFDA4E}" srcOrd="0" destOrd="0" parTransId="{0AD80136-86A5-534B-B980-71805B551811}" sibTransId="{1B5BD405-B038-5B4D-B639-6560980AFA33}"/>
    <dgm:cxn modelId="{AF9CA861-C09F-2D4A-A1FD-E8AB615C7E8A}" type="presOf" srcId="{1B5BD405-B038-5B4D-B639-6560980AFA33}" destId="{263B8E68-AA8C-F141-808D-4B4B91EAB680}" srcOrd="0" destOrd="0" presId="urn:microsoft.com/office/officeart/2005/8/layout/process2"/>
    <dgm:cxn modelId="{D1C33270-2D57-C84D-92B5-902AA3FD4749}" type="presOf" srcId="{8F68E4E7-345C-9943-9291-A9FE35F802B3}" destId="{E43D72DE-DB10-AA42-A8F3-5DB5CB9DB23C}" srcOrd="0" destOrd="0" presId="urn:microsoft.com/office/officeart/2005/8/layout/process2"/>
    <dgm:cxn modelId="{4422D77E-9186-404A-90F3-DBBEA0222429}" srcId="{7CFF4753-2DD3-3648-B145-807AD4DE454B}" destId="{8F68E4E7-345C-9943-9291-A9FE35F802B3}" srcOrd="4" destOrd="0" parTransId="{7631D6CA-3420-AB40-9909-8DC516F85CC3}" sibTransId="{B2796384-1314-5144-8BE2-0CE90AA40D49}"/>
    <dgm:cxn modelId="{B2132982-EEDE-4F40-8B8D-A351110A947C}" type="presOf" srcId="{BC3B62FC-447A-2D44-8154-8A90F774FED0}" destId="{ADD8D17A-2317-C14D-8F77-9FF4D0173494}" srcOrd="0" destOrd="0" presId="urn:microsoft.com/office/officeart/2005/8/layout/process2"/>
    <dgm:cxn modelId="{FB72C085-09D3-CB40-9017-4F022F574319}" type="presOf" srcId="{7CFF4753-2DD3-3648-B145-807AD4DE454B}" destId="{C8E7D86B-EC5C-8B45-8EAD-BE7ACE3CBC6D}" srcOrd="0" destOrd="0" presId="urn:microsoft.com/office/officeart/2005/8/layout/process2"/>
    <dgm:cxn modelId="{67BE8B88-77F2-8145-8E9E-D77FC36A7DAE}" type="presOf" srcId="{21950539-4473-624E-9C95-0033A61DA803}" destId="{AD88FBD6-7E66-8E47-BBE3-0D82EF711CC7}" srcOrd="0" destOrd="0" presId="urn:microsoft.com/office/officeart/2005/8/layout/process2"/>
    <dgm:cxn modelId="{737F04A6-6C07-A24F-BE65-EB11EF3BA1F8}" type="presOf" srcId="{43234D95-97A8-0C45-996B-663CE6BE3FC3}" destId="{1D5995B5-CF3E-1946-BFDF-980EA4EA1D67}" srcOrd="0" destOrd="0" presId="urn:microsoft.com/office/officeart/2005/8/layout/process2"/>
    <dgm:cxn modelId="{32A38BA9-239C-DC4E-97B7-F53F33B53DE5}" type="presOf" srcId="{C701F3E3-E2EB-5B46-BF9D-F61F7DBFDA4E}" destId="{4B082F9C-657C-5947-8299-39AE95F2B5C8}" srcOrd="0" destOrd="0" presId="urn:microsoft.com/office/officeart/2005/8/layout/process2"/>
    <dgm:cxn modelId="{FA405BBB-AE8D-1A4A-B2DE-005A95A3046E}" type="presOf" srcId="{097480A8-5BBF-8D4E-B493-F0BF379B223F}" destId="{9FB75E39-FC9B-2F46-9767-D67F8720EDFC}" srcOrd="0" destOrd="0" presId="urn:microsoft.com/office/officeart/2005/8/layout/process2"/>
    <dgm:cxn modelId="{145BE5C8-753B-014A-864D-81484A9EB371}" srcId="{7CFF4753-2DD3-3648-B145-807AD4DE454B}" destId="{E8C2E481-3088-B240-B74F-23C96066AC93}" srcOrd="1" destOrd="0" parTransId="{5FDA2DA9-27E0-0540-B4C7-9D8EF67C01BC}" sibTransId="{21950539-4473-624E-9C95-0033A61DA803}"/>
    <dgm:cxn modelId="{741D34CC-95DE-904C-8CB0-EA5B2724128A}" srcId="{7CFF4753-2DD3-3648-B145-807AD4DE454B}" destId="{43234D95-97A8-0C45-996B-663CE6BE3FC3}" srcOrd="3" destOrd="0" parTransId="{AB454764-24ED-0D4D-8C83-0974A17DCD6E}" sibTransId="{6B7FA49C-FA91-3543-80E4-F25AD7E1D7B4}"/>
    <dgm:cxn modelId="{BD7CC8DD-F313-D842-B5ED-33687E880D84}" type="presOf" srcId="{21950539-4473-624E-9C95-0033A61DA803}" destId="{34EAA496-F5FE-2A47-BFCD-11EEE03DC685}" srcOrd="1" destOrd="0" presId="urn:microsoft.com/office/officeart/2005/8/layout/process2"/>
    <dgm:cxn modelId="{368A77DE-0387-D547-B230-8559CDF96951}" type="presOf" srcId="{6B7FA49C-FA91-3543-80E4-F25AD7E1D7B4}" destId="{080C704E-3FED-5B41-B9C6-4EA686D3567F}" srcOrd="0" destOrd="0" presId="urn:microsoft.com/office/officeart/2005/8/layout/process2"/>
    <dgm:cxn modelId="{8EA2F2E3-96AF-8842-8798-BB9D4E6AAF61}" type="presOf" srcId="{E8C2E481-3088-B240-B74F-23C96066AC93}" destId="{68EF3498-DF71-CD44-AC00-6122EE91736B}" srcOrd="0" destOrd="0" presId="urn:microsoft.com/office/officeart/2005/8/layout/process2"/>
    <dgm:cxn modelId="{07B73068-D206-CC4C-83CD-BA49C4714402}" type="presParOf" srcId="{C8E7D86B-EC5C-8B45-8EAD-BE7ACE3CBC6D}" destId="{4B082F9C-657C-5947-8299-39AE95F2B5C8}" srcOrd="0" destOrd="0" presId="urn:microsoft.com/office/officeart/2005/8/layout/process2"/>
    <dgm:cxn modelId="{5C6B6A0B-7DC2-3542-8BEA-E5BA9D752A7B}" type="presParOf" srcId="{C8E7D86B-EC5C-8B45-8EAD-BE7ACE3CBC6D}" destId="{263B8E68-AA8C-F141-808D-4B4B91EAB680}" srcOrd="1" destOrd="0" presId="urn:microsoft.com/office/officeart/2005/8/layout/process2"/>
    <dgm:cxn modelId="{A7564525-A9D3-9944-B205-6A8A3E8FE9CE}" type="presParOf" srcId="{263B8E68-AA8C-F141-808D-4B4B91EAB680}" destId="{F8F791AC-6C6D-4644-A7FC-76F1A7E5C963}" srcOrd="0" destOrd="0" presId="urn:microsoft.com/office/officeart/2005/8/layout/process2"/>
    <dgm:cxn modelId="{92CE6FFA-9DE0-9444-B095-3C8BEC5BB18C}" type="presParOf" srcId="{C8E7D86B-EC5C-8B45-8EAD-BE7ACE3CBC6D}" destId="{68EF3498-DF71-CD44-AC00-6122EE91736B}" srcOrd="2" destOrd="0" presId="urn:microsoft.com/office/officeart/2005/8/layout/process2"/>
    <dgm:cxn modelId="{2D929E36-BC89-974C-91B0-866D6A7355F4}" type="presParOf" srcId="{C8E7D86B-EC5C-8B45-8EAD-BE7ACE3CBC6D}" destId="{AD88FBD6-7E66-8E47-BBE3-0D82EF711CC7}" srcOrd="3" destOrd="0" presId="urn:microsoft.com/office/officeart/2005/8/layout/process2"/>
    <dgm:cxn modelId="{819431FC-E9C0-004F-8FC0-2621A28F01ED}" type="presParOf" srcId="{AD88FBD6-7E66-8E47-BBE3-0D82EF711CC7}" destId="{34EAA496-F5FE-2A47-BFCD-11EEE03DC685}" srcOrd="0" destOrd="0" presId="urn:microsoft.com/office/officeart/2005/8/layout/process2"/>
    <dgm:cxn modelId="{9A1F3374-1887-8D40-91F4-C0E23DDAEAE3}" type="presParOf" srcId="{C8E7D86B-EC5C-8B45-8EAD-BE7ACE3CBC6D}" destId="{ADD8D17A-2317-C14D-8F77-9FF4D0173494}" srcOrd="4" destOrd="0" presId="urn:microsoft.com/office/officeart/2005/8/layout/process2"/>
    <dgm:cxn modelId="{65396ED3-6189-624A-96FA-31A7B6477E40}" type="presParOf" srcId="{C8E7D86B-EC5C-8B45-8EAD-BE7ACE3CBC6D}" destId="{9FB75E39-FC9B-2F46-9767-D67F8720EDFC}" srcOrd="5" destOrd="0" presId="urn:microsoft.com/office/officeart/2005/8/layout/process2"/>
    <dgm:cxn modelId="{57DD7D18-2D6B-A04A-8E50-A2F355046096}" type="presParOf" srcId="{9FB75E39-FC9B-2F46-9767-D67F8720EDFC}" destId="{36ABA1A0-06B7-4A4B-8F53-C4A648D3D43A}" srcOrd="0" destOrd="0" presId="urn:microsoft.com/office/officeart/2005/8/layout/process2"/>
    <dgm:cxn modelId="{807005F2-E4BE-5D46-8710-D5C68CC63638}" type="presParOf" srcId="{C8E7D86B-EC5C-8B45-8EAD-BE7ACE3CBC6D}" destId="{1D5995B5-CF3E-1946-BFDF-980EA4EA1D67}" srcOrd="6" destOrd="0" presId="urn:microsoft.com/office/officeart/2005/8/layout/process2"/>
    <dgm:cxn modelId="{AB869BE7-63B2-024A-989C-2C1D883F0549}" type="presParOf" srcId="{C8E7D86B-EC5C-8B45-8EAD-BE7ACE3CBC6D}" destId="{080C704E-3FED-5B41-B9C6-4EA686D3567F}" srcOrd="7" destOrd="0" presId="urn:microsoft.com/office/officeart/2005/8/layout/process2"/>
    <dgm:cxn modelId="{2FC85112-645F-4C41-A8A4-87F980F1D12A}" type="presParOf" srcId="{080C704E-3FED-5B41-B9C6-4EA686D3567F}" destId="{744A4D28-FED6-DA44-B946-F778359B315F}" srcOrd="0" destOrd="0" presId="urn:microsoft.com/office/officeart/2005/8/layout/process2"/>
    <dgm:cxn modelId="{F033679C-6B3C-0D46-AC69-E50B69D7B9DC}" type="presParOf" srcId="{C8E7D86B-EC5C-8B45-8EAD-BE7ACE3CBC6D}" destId="{E43D72DE-DB10-AA42-A8F3-5DB5CB9DB23C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CFF4753-2DD3-3648-B145-807AD4DE454B}" type="doc">
      <dgm:prSet loTypeId="urn:microsoft.com/office/officeart/2005/8/layout/process2" loCatId="" qsTypeId="urn:microsoft.com/office/officeart/2005/8/quickstyle/simple1" qsCatId="simple" csTypeId="urn:microsoft.com/office/officeart/2005/8/colors/colorful2" csCatId="colorful" phldr="1"/>
      <dgm:spPr/>
    </dgm:pt>
    <dgm:pt modelId="{C701F3E3-E2EB-5B46-BF9D-F61F7DBFDA4E}">
      <dgm:prSet phldrT="[文本]"/>
      <dgm:spPr/>
      <dgm:t>
        <a:bodyPr/>
        <a:lstStyle/>
        <a:p>
          <a:r>
            <a:rPr lang="zh-CN" altLang="en-US" spc="-15" dirty="0">
              <a:latin typeface="Hiragino Sans GB W3"/>
              <a:cs typeface="Hiragino Sans GB W3"/>
            </a:rPr>
            <a:t>获取数据库的相关信息</a:t>
          </a:r>
          <a:r>
            <a:rPr lang="zh-CN" altLang="en-US" spc="-50" dirty="0">
              <a:latin typeface="Hiragino Sans GB W3"/>
              <a:cs typeface="Hiragino Sans GB W3"/>
            </a:rPr>
            <a:t> </a:t>
          </a:r>
          <a:r>
            <a:rPr lang="en-US" altLang="zh-CN" spc="-35" dirty="0">
              <a:latin typeface="Hiragino Sans GB W3"/>
              <a:cs typeface="Hiragino Sans GB W3"/>
            </a:rPr>
            <a:t>(</a:t>
          </a:r>
          <a:r>
            <a:rPr lang="zh-CN" altLang="en-US" spc="-35" dirty="0">
              <a:latin typeface="Hiragino Sans GB W3"/>
              <a:cs typeface="Hiragino Sans GB W3"/>
            </a:rPr>
            <a:t>定期统计</a:t>
          </a:r>
          <a:r>
            <a:rPr lang="en-US" altLang="zh-CN" spc="-35" dirty="0">
              <a:latin typeface="Hiragino Sans GB W3"/>
              <a:cs typeface="Hiragino Sans GB W3"/>
            </a:rPr>
            <a:t>)</a:t>
          </a:r>
          <a:endParaRPr lang="zh-CN" altLang="en-US" dirty="0"/>
        </a:p>
      </dgm:t>
    </dgm:pt>
    <dgm:pt modelId="{0AD80136-86A5-534B-B980-71805B551811}" type="parTrans" cxnId="{141BBB50-1AB9-944C-92BD-54A56F59433C}">
      <dgm:prSet/>
      <dgm:spPr/>
      <dgm:t>
        <a:bodyPr/>
        <a:lstStyle/>
        <a:p>
          <a:endParaRPr lang="zh-CN" altLang="en-US"/>
        </a:p>
      </dgm:t>
    </dgm:pt>
    <dgm:pt modelId="{1B5BD405-B038-5B4D-B639-6560980AFA33}" type="sibTrans" cxnId="{141BBB50-1AB9-944C-92BD-54A56F59433C}">
      <dgm:prSet/>
      <dgm:spPr/>
      <dgm:t>
        <a:bodyPr/>
        <a:lstStyle/>
        <a:p>
          <a:endParaRPr lang="zh-CN" altLang="en-US"/>
        </a:p>
      </dgm:t>
    </dgm:pt>
    <dgm:pt modelId="{E8C2E481-3088-B240-B74F-23C96066AC93}">
      <dgm:prSet phldrT="[文本]"/>
      <dgm:spPr/>
      <dgm:t>
        <a:bodyPr/>
        <a:lstStyle/>
        <a:p>
          <a:r>
            <a:rPr lang="zh-CN" altLang="en-US" spc="-20" dirty="0">
              <a:latin typeface="Hiragino Sans GB W3"/>
              <a:cs typeface="Hiragino Sans GB W3"/>
            </a:rPr>
            <a:t>选取相应的执行程序</a:t>
          </a:r>
          <a:endParaRPr lang="zh-CN" altLang="en-US" dirty="0"/>
        </a:p>
      </dgm:t>
    </dgm:pt>
    <dgm:pt modelId="{5FDA2DA9-27E0-0540-B4C7-9D8EF67C01BC}" type="parTrans" cxnId="{145BE5C8-753B-014A-864D-81484A9EB371}">
      <dgm:prSet/>
      <dgm:spPr/>
      <dgm:t>
        <a:bodyPr/>
        <a:lstStyle/>
        <a:p>
          <a:endParaRPr lang="zh-CN" altLang="en-US"/>
        </a:p>
      </dgm:t>
    </dgm:pt>
    <dgm:pt modelId="{21950539-4473-624E-9C95-0033A61DA803}" type="sibTrans" cxnId="{145BE5C8-753B-014A-864D-81484A9EB371}">
      <dgm:prSet/>
      <dgm:spPr/>
      <dgm:t>
        <a:bodyPr/>
        <a:lstStyle/>
        <a:p>
          <a:endParaRPr lang="zh-CN" altLang="en-US"/>
        </a:p>
      </dgm:t>
    </dgm:pt>
    <dgm:pt modelId="{BC3B62FC-447A-2D44-8154-8A90F774FED0}">
      <dgm:prSet phldrT="[文本]"/>
      <dgm:spPr/>
      <dgm:t>
        <a:bodyPr/>
        <a:lstStyle/>
        <a:p>
          <a:r>
            <a:rPr lang="zh-CN" altLang="en-US" b="0" dirty="0"/>
            <a:t>代价估算</a:t>
          </a:r>
          <a:r>
            <a:rPr lang="en-US" altLang="zh-CN" b="0" dirty="0"/>
            <a:t>,</a:t>
          </a:r>
          <a:r>
            <a:rPr lang="zh-CN" altLang="en-US" b="0" dirty="0"/>
            <a:t>并选择代价最少的例行程序及确定相应的参数</a:t>
          </a:r>
          <a:endParaRPr lang="zh-CN" altLang="en-US" dirty="0"/>
        </a:p>
      </dgm:t>
    </dgm:pt>
    <dgm:pt modelId="{EF59A4BA-5F66-D041-935C-7ED8AAF2BF92}" type="parTrans" cxnId="{8C757C49-33F0-EE4D-8B9F-F9E043619795}">
      <dgm:prSet/>
      <dgm:spPr/>
      <dgm:t>
        <a:bodyPr/>
        <a:lstStyle/>
        <a:p>
          <a:endParaRPr lang="zh-CN" altLang="en-US"/>
        </a:p>
      </dgm:t>
    </dgm:pt>
    <dgm:pt modelId="{097480A8-5BBF-8D4E-B493-F0BF379B223F}" type="sibTrans" cxnId="{8C757C49-33F0-EE4D-8B9F-F9E043619795}">
      <dgm:prSet/>
      <dgm:spPr/>
      <dgm:t>
        <a:bodyPr/>
        <a:lstStyle/>
        <a:p>
          <a:endParaRPr lang="zh-CN" altLang="en-US"/>
        </a:p>
      </dgm:t>
    </dgm:pt>
    <dgm:pt modelId="{52261921-C6F8-5D40-8B23-38C3755F6967}">
      <dgm:prSet phldrT="[文本]"/>
      <dgm:spPr/>
      <dgm:t>
        <a:bodyPr/>
        <a:lstStyle/>
        <a:p>
          <a:r>
            <a:rPr lang="zh-CN" altLang="en-US" spc="-15" dirty="0">
              <a:latin typeface="Hiragino Sans GB W3"/>
              <a:cs typeface="Hiragino Sans GB W3"/>
            </a:rPr>
            <a:t>形成查询计划：以基本的例行程序为基本，确定这些例行程序的执行</a:t>
          </a:r>
          <a:r>
            <a:rPr lang="zh-CN" altLang="en-US" spc="-25" dirty="0">
              <a:latin typeface="Hiragino Sans GB W3"/>
              <a:cs typeface="Hiragino Sans GB W3"/>
            </a:rPr>
            <a:t>顺序</a:t>
          </a:r>
          <a:endParaRPr lang="zh-CN" altLang="en-US" dirty="0"/>
        </a:p>
      </dgm:t>
    </dgm:pt>
    <dgm:pt modelId="{37CD62BA-916A-D94D-A2DC-C2287540E9FB}" type="parTrans" cxnId="{27715B66-A42D-CF45-96FB-E474342FF19F}">
      <dgm:prSet/>
      <dgm:spPr/>
      <dgm:t>
        <a:bodyPr/>
        <a:lstStyle/>
        <a:p>
          <a:endParaRPr lang="zh-CN" altLang="en-US"/>
        </a:p>
      </dgm:t>
    </dgm:pt>
    <dgm:pt modelId="{4FF5E7CD-7BB3-9543-AC03-8D9FF1B657AE}" type="sibTrans" cxnId="{27715B66-A42D-CF45-96FB-E474342FF19F}">
      <dgm:prSet/>
      <dgm:spPr/>
      <dgm:t>
        <a:bodyPr/>
        <a:lstStyle/>
        <a:p>
          <a:endParaRPr lang="zh-CN" altLang="en-US"/>
        </a:p>
      </dgm:t>
    </dgm:pt>
    <dgm:pt modelId="{C8E7D86B-EC5C-8B45-8EAD-BE7ACE3CBC6D}" type="pres">
      <dgm:prSet presAssocID="{7CFF4753-2DD3-3648-B145-807AD4DE454B}" presName="linearFlow" presStyleCnt="0">
        <dgm:presLayoutVars>
          <dgm:resizeHandles val="exact"/>
        </dgm:presLayoutVars>
      </dgm:prSet>
      <dgm:spPr/>
    </dgm:pt>
    <dgm:pt modelId="{4B082F9C-657C-5947-8299-39AE95F2B5C8}" type="pres">
      <dgm:prSet presAssocID="{C701F3E3-E2EB-5B46-BF9D-F61F7DBFDA4E}" presName="node" presStyleLbl="node1" presStyleIdx="0" presStyleCnt="4">
        <dgm:presLayoutVars>
          <dgm:bulletEnabled val="1"/>
        </dgm:presLayoutVars>
      </dgm:prSet>
      <dgm:spPr/>
    </dgm:pt>
    <dgm:pt modelId="{263B8E68-AA8C-F141-808D-4B4B91EAB680}" type="pres">
      <dgm:prSet presAssocID="{1B5BD405-B038-5B4D-B639-6560980AFA33}" presName="sibTrans" presStyleLbl="sibTrans2D1" presStyleIdx="0" presStyleCnt="3"/>
      <dgm:spPr/>
    </dgm:pt>
    <dgm:pt modelId="{F8F791AC-6C6D-4644-A7FC-76F1A7E5C963}" type="pres">
      <dgm:prSet presAssocID="{1B5BD405-B038-5B4D-B639-6560980AFA33}" presName="connectorText" presStyleLbl="sibTrans2D1" presStyleIdx="0" presStyleCnt="3"/>
      <dgm:spPr/>
    </dgm:pt>
    <dgm:pt modelId="{68EF3498-DF71-CD44-AC00-6122EE91736B}" type="pres">
      <dgm:prSet presAssocID="{E8C2E481-3088-B240-B74F-23C96066AC93}" presName="node" presStyleLbl="node1" presStyleIdx="1" presStyleCnt="4">
        <dgm:presLayoutVars>
          <dgm:bulletEnabled val="1"/>
        </dgm:presLayoutVars>
      </dgm:prSet>
      <dgm:spPr/>
    </dgm:pt>
    <dgm:pt modelId="{AD88FBD6-7E66-8E47-BBE3-0D82EF711CC7}" type="pres">
      <dgm:prSet presAssocID="{21950539-4473-624E-9C95-0033A61DA803}" presName="sibTrans" presStyleLbl="sibTrans2D1" presStyleIdx="1" presStyleCnt="3"/>
      <dgm:spPr/>
    </dgm:pt>
    <dgm:pt modelId="{34EAA496-F5FE-2A47-BFCD-11EEE03DC685}" type="pres">
      <dgm:prSet presAssocID="{21950539-4473-624E-9C95-0033A61DA803}" presName="connectorText" presStyleLbl="sibTrans2D1" presStyleIdx="1" presStyleCnt="3"/>
      <dgm:spPr/>
    </dgm:pt>
    <dgm:pt modelId="{ADD8D17A-2317-C14D-8F77-9FF4D0173494}" type="pres">
      <dgm:prSet presAssocID="{BC3B62FC-447A-2D44-8154-8A90F774FED0}" presName="node" presStyleLbl="node1" presStyleIdx="2" presStyleCnt="4">
        <dgm:presLayoutVars>
          <dgm:bulletEnabled val="1"/>
        </dgm:presLayoutVars>
      </dgm:prSet>
      <dgm:spPr/>
    </dgm:pt>
    <dgm:pt modelId="{4919E8AC-4BD5-8148-8485-B49A712335C9}" type="pres">
      <dgm:prSet presAssocID="{097480A8-5BBF-8D4E-B493-F0BF379B223F}" presName="sibTrans" presStyleLbl="sibTrans2D1" presStyleIdx="2" presStyleCnt="3"/>
      <dgm:spPr/>
    </dgm:pt>
    <dgm:pt modelId="{09DBCED0-9895-E542-AC3C-E8AD7D5CA910}" type="pres">
      <dgm:prSet presAssocID="{097480A8-5BBF-8D4E-B493-F0BF379B223F}" presName="connectorText" presStyleLbl="sibTrans2D1" presStyleIdx="2" presStyleCnt="3"/>
      <dgm:spPr/>
    </dgm:pt>
    <dgm:pt modelId="{1018625E-BCBA-7B40-B66D-701273CA6E6A}" type="pres">
      <dgm:prSet presAssocID="{52261921-C6F8-5D40-8B23-38C3755F6967}" presName="node" presStyleLbl="node1" presStyleIdx="3" presStyleCnt="4">
        <dgm:presLayoutVars>
          <dgm:bulletEnabled val="1"/>
        </dgm:presLayoutVars>
      </dgm:prSet>
      <dgm:spPr/>
    </dgm:pt>
  </dgm:ptLst>
  <dgm:cxnLst>
    <dgm:cxn modelId="{1D3CAD01-EA1D-4841-8039-8BDF69DBF8A0}" type="presOf" srcId="{097480A8-5BBF-8D4E-B493-F0BF379B223F}" destId="{4919E8AC-4BD5-8148-8485-B49A712335C9}" srcOrd="0" destOrd="0" presId="urn:microsoft.com/office/officeart/2005/8/layout/process2"/>
    <dgm:cxn modelId="{2154AD1E-D5A6-8449-970D-85C4AA1A815F}" type="presOf" srcId="{52261921-C6F8-5D40-8B23-38C3755F6967}" destId="{1018625E-BCBA-7B40-B66D-701273CA6E6A}" srcOrd="0" destOrd="0" presId="urn:microsoft.com/office/officeart/2005/8/layout/process2"/>
    <dgm:cxn modelId="{8C757C49-33F0-EE4D-8B9F-F9E043619795}" srcId="{7CFF4753-2DD3-3648-B145-807AD4DE454B}" destId="{BC3B62FC-447A-2D44-8154-8A90F774FED0}" srcOrd="2" destOrd="0" parTransId="{EF59A4BA-5F66-D041-935C-7ED8AAF2BF92}" sibTransId="{097480A8-5BBF-8D4E-B493-F0BF379B223F}"/>
    <dgm:cxn modelId="{8A1A074A-EEE1-694B-838F-DD814145B15B}" type="presOf" srcId="{1B5BD405-B038-5B4D-B639-6560980AFA33}" destId="{F8F791AC-6C6D-4644-A7FC-76F1A7E5C963}" srcOrd="1" destOrd="0" presId="urn:microsoft.com/office/officeart/2005/8/layout/process2"/>
    <dgm:cxn modelId="{141BBB50-1AB9-944C-92BD-54A56F59433C}" srcId="{7CFF4753-2DD3-3648-B145-807AD4DE454B}" destId="{C701F3E3-E2EB-5B46-BF9D-F61F7DBFDA4E}" srcOrd="0" destOrd="0" parTransId="{0AD80136-86A5-534B-B980-71805B551811}" sibTransId="{1B5BD405-B038-5B4D-B639-6560980AFA33}"/>
    <dgm:cxn modelId="{AF9CA861-C09F-2D4A-A1FD-E8AB615C7E8A}" type="presOf" srcId="{1B5BD405-B038-5B4D-B639-6560980AFA33}" destId="{263B8E68-AA8C-F141-808D-4B4B91EAB680}" srcOrd="0" destOrd="0" presId="urn:microsoft.com/office/officeart/2005/8/layout/process2"/>
    <dgm:cxn modelId="{27715B66-A42D-CF45-96FB-E474342FF19F}" srcId="{7CFF4753-2DD3-3648-B145-807AD4DE454B}" destId="{52261921-C6F8-5D40-8B23-38C3755F6967}" srcOrd="3" destOrd="0" parTransId="{37CD62BA-916A-D94D-A2DC-C2287540E9FB}" sibTransId="{4FF5E7CD-7BB3-9543-AC03-8D9FF1B657AE}"/>
    <dgm:cxn modelId="{BFE49481-B571-D147-B140-432E2243A9BA}" type="presOf" srcId="{097480A8-5BBF-8D4E-B493-F0BF379B223F}" destId="{09DBCED0-9895-E542-AC3C-E8AD7D5CA910}" srcOrd="1" destOrd="0" presId="urn:microsoft.com/office/officeart/2005/8/layout/process2"/>
    <dgm:cxn modelId="{B2132982-EEDE-4F40-8B8D-A351110A947C}" type="presOf" srcId="{BC3B62FC-447A-2D44-8154-8A90F774FED0}" destId="{ADD8D17A-2317-C14D-8F77-9FF4D0173494}" srcOrd="0" destOrd="0" presId="urn:microsoft.com/office/officeart/2005/8/layout/process2"/>
    <dgm:cxn modelId="{FB72C085-09D3-CB40-9017-4F022F574319}" type="presOf" srcId="{7CFF4753-2DD3-3648-B145-807AD4DE454B}" destId="{C8E7D86B-EC5C-8B45-8EAD-BE7ACE3CBC6D}" srcOrd="0" destOrd="0" presId="urn:microsoft.com/office/officeart/2005/8/layout/process2"/>
    <dgm:cxn modelId="{67BE8B88-77F2-8145-8E9E-D77FC36A7DAE}" type="presOf" srcId="{21950539-4473-624E-9C95-0033A61DA803}" destId="{AD88FBD6-7E66-8E47-BBE3-0D82EF711CC7}" srcOrd="0" destOrd="0" presId="urn:microsoft.com/office/officeart/2005/8/layout/process2"/>
    <dgm:cxn modelId="{32A38BA9-239C-DC4E-97B7-F53F33B53DE5}" type="presOf" srcId="{C701F3E3-E2EB-5B46-BF9D-F61F7DBFDA4E}" destId="{4B082F9C-657C-5947-8299-39AE95F2B5C8}" srcOrd="0" destOrd="0" presId="urn:microsoft.com/office/officeart/2005/8/layout/process2"/>
    <dgm:cxn modelId="{145BE5C8-753B-014A-864D-81484A9EB371}" srcId="{7CFF4753-2DD3-3648-B145-807AD4DE454B}" destId="{E8C2E481-3088-B240-B74F-23C96066AC93}" srcOrd="1" destOrd="0" parTransId="{5FDA2DA9-27E0-0540-B4C7-9D8EF67C01BC}" sibTransId="{21950539-4473-624E-9C95-0033A61DA803}"/>
    <dgm:cxn modelId="{BD7CC8DD-F313-D842-B5ED-33687E880D84}" type="presOf" srcId="{21950539-4473-624E-9C95-0033A61DA803}" destId="{34EAA496-F5FE-2A47-BFCD-11EEE03DC685}" srcOrd="1" destOrd="0" presId="urn:microsoft.com/office/officeart/2005/8/layout/process2"/>
    <dgm:cxn modelId="{8EA2F2E3-96AF-8842-8798-BB9D4E6AAF61}" type="presOf" srcId="{E8C2E481-3088-B240-B74F-23C96066AC93}" destId="{68EF3498-DF71-CD44-AC00-6122EE91736B}" srcOrd="0" destOrd="0" presId="urn:microsoft.com/office/officeart/2005/8/layout/process2"/>
    <dgm:cxn modelId="{07B73068-D206-CC4C-83CD-BA49C4714402}" type="presParOf" srcId="{C8E7D86B-EC5C-8B45-8EAD-BE7ACE3CBC6D}" destId="{4B082F9C-657C-5947-8299-39AE95F2B5C8}" srcOrd="0" destOrd="0" presId="urn:microsoft.com/office/officeart/2005/8/layout/process2"/>
    <dgm:cxn modelId="{5C6B6A0B-7DC2-3542-8BEA-E5BA9D752A7B}" type="presParOf" srcId="{C8E7D86B-EC5C-8B45-8EAD-BE7ACE3CBC6D}" destId="{263B8E68-AA8C-F141-808D-4B4B91EAB680}" srcOrd="1" destOrd="0" presId="urn:microsoft.com/office/officeart/2005/8/layout/process2"/>
    <dgm:cxn modelId="{A7564525-A9D3-9944-B205-6A8A3E8FE9CE}" type="presParOf" srcId="{263B8E68-AA8C-F141-808D-4B4B91EAB680}" destId="{F8F791AC-6C6D-4644-A7FC-76F1A7E5C963}" srcOrd="0" destOrd="0" presId="urn:microsoft.com/office/officeart/2005/8/layout/process2"/>
    <dgm:cxn modelId="{92CE6FFA-9DE0-9444-B095-3C8BEC5BB18C}" type="presParOf" srcId="{C8E7D86B-EC5C-8B45-8EAD-BE7ACE3CBC6D}" destId="{68EF3498-DF71-CD44-AC00-6122EE91736B}" srcOrd="2" destOrd="0" presId="urn:microsoft.com/office/officeart/2005/8/layout/process2"/>
    <dgm:cxn modelId="{2D929E36-BC89-974C-91B0-866D6A7355F4}" type="presParOf" srcId="{C8E7D86B-EC5C-8B45-8EAD-BE7ACE3CBC6D}" destId="{AD88FBD6-7E66-8E47-BBE3-0D82EF711CC7}" srcOrd="3" destOrd="0" presId="urn:microsoft.com/office/officeart/2005/8/layout/process2"/>
    <dgm:cxn modelId="{819431FC-E9C0-004F-8FC0-2621A28F01ED}" type="presParOf" srcId="{AD88FBD6-7E66-8E47-BBE3-0D82EF711CC7}" destId="{34EAA496-F5FE-2A47-BFCD-11EEE03DC685}" srcOrd="0" destOrd="0" presId="urn:microsoft.com/office/officeart/2005/8/layout/process2"/>
    <dgm:cxn modelId="{9A1F3374-1887-8D40-91F4-C0E23DDAEAE3}" type="presParOf" srcId="{C8E7D86B-EC5C-8B45-8EAD-BE7ACE3CBC6D}" destId="{ADD8D17A-2317-C14D-8F77-9FF4D0173494}" srcOrd="4" destOrd="0" presId="urn:microsoft.com/office/officeart/2005/8/layout/process2"/>
    <dgm:cxn modelId="{5877AE84-78B2-5F43-BC03-F4FF1B7831F6}" type="presParOf" srcId="{C8E7D86B-EC5C-8B45-8EAD-BE7ACE3CBC6D}" destId="{4919E8AC-4BD5-8148-8485-B49A712335C9}" srcOrd="5" destOrd="0" presId="urn:microsoft.com/office/officeart/2005/8/layout/process2"/>
    <dgm:cxn modelId="{26F16DC9-4838-7744-9B2F-9ABA20521CEC}" type="presParOf" srcId="{4919E8AC-4BD5-8148-8485-B49A712335C9}" destId="{09DBCED0-9895-E542-AC3C-E8AD7D5CA910}" srcOrd="0" destOrd="0" presId="urn:microsoft.com/office/officeart/2005/8/layout/process2"/>
    <dgm:cxn modelId="{12D319FD-1756-354F-9F0A-D08BB92ADF7C}" type="presParOf" srcId="{C8E7D86B-EC5C-8B45-8EAD-BE7ACE3CBC6D}" destId="{1018625E-BCBA-7B40-B66D-701273CA6E6A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62457-009C-2B41-BDF6-4FE444262C54}">
      <dsp:nvSpPr>
        <dsp:cNvPr id="0" name=""/>
        <dsp:cNvSpPr/>
      </dsp:nvSpPr>
      <dsp:spPr>
        <a:xfrm>
          <a:off x="0" y="489348"/>
          <a:ext cx="900455" cy="5402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Sorted</a:t>
          </a:r>
          <a:r>
            <a:rPr lang="zh-CN" altLang="en-US" sz="1300" kern="1200" dirty="0"/>
            <a:t> </a:t>
          </a:r>
          <a:r>
            <a:rPr lang="en-US" altLang="zh-CN" sz="1300" kern="1200" dirty="0"/>
            <a:t>Array</a:t>
          </a:r>
          <a:endParaRPr lang="zh-CN" altLang="en-US" sz="1300" kern="1200" dirty="0"/>
        </a:p>
      </dsp:txBody>
      <dsp:txXfrm>
        <a:off x="0" y="489348"/>
        <a:ext cx="900455" cy="540273"/>
      </dsp:txXfrm>
    </dsp:sp>
    <dsp:sp modelId="{5BC7A0CA-55E3-3C46-8F03-C8F10F8A27FF}">
      <dsp:nvSpPr>
        <dsp:cNvPr id="0" name=""/>
        <dsp:cNvSpPr/>
      </dsp:nvSpPr>
      <dsp:spPr>
        <a:xfrm>
          <a:off x="0" y="1119667"/>
          <a:ext cx="900455" cy="5402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B+</a:t>
          </a:r>
          <a:r>
            <a:rPr lang="zh-CN" altLang="en-US" sz="1300" kern="1200" dirty="0"/>
            <a:t> 树</a:t>
          </a:r>
        </a:p>
      </dsp:txBody>
      <dsp:txXfrm>
        <a:off x="0" y="1119667"/>
        <a:ext cx="900455" cy="540273"/>
      </dsp:txXfrm>
    </dsp:sp>
    <dsp:sp modelId="{8DCCF3D2-A46C-714B-82FD-BBCF03E3A612}">
      <dsp:nvSpPr>
        <dsp:cNvPr id="0" name=""/>
        <dsp:cNvSpPr/>
      </dsp:nvSpPr>
      <dsp:spPr>
        <a:xfrm>
          <a:off x="0" y="1749985"/>
          <a:ext cx="900455" cy="540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Hash</a:t>
          </a:r>
          <a:r>
            <a:rPr lang="zh-CN" altLang="en-US" sz="1300" kern="1200" dirty="0"/>
            <a:t> 结构</a:t>
          </a:r>
        </a:p>
      </dsp:txBody>
      <dsp:txXfrm>
        <a:off x="0" y="1749985"/>
        <a:ext cx="900455" cy="5402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62457-009C-2B41-BDF6-4FE444262C54}">
      <dsp:nvSpPr>
        <dsp:cNvPr id="0" name=""/>
        <dsp:cNvSpPr/>
      </dsp:nvSpPr>
      <dsp:spPr>
        <a:xfrm>
          <a:off x="0" y="489348"/>
          <a:ext cx="900455" cy="5402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Sorted</a:t>
          </a:r>
          <a:r>
            <a:rPr lang="zh-CN" altLang="en-US" sz="1300" kern="1200" dirty="0"/>
            <a:t> </a:t>
          </a:r>
          <a:r>
            <a:rPr lang="en-US" altLang="zh-CN" sz="1300" kern="1200" dirty="0"/>
            <a:t>Array</a:t>
          </a:r>
          <a:endParaRPr lang="zh-CN" altLang="en-US" sz="1300" kern="1200" dirty="0"/>
        </a:p>
      </dsp:txBody>
      <dsp:txXfrm>
        <a:off x="0" y="489348"/>
        <a:ext cx="900455" cy="540273"/>
      </dsp:txXfrm>
    </dsp:sp>
    <dsp:sp modelId="{5BC7A0CA-55E3-3C46-8F03-C8F10F8A27FF}">
      <dsp:nvSpPr>
        <dsp:cNvPr id="0" name=""/>
        <dsp:cNvSpPr/>
      </dsp:nvSpPr>
      <dsp:spPr>
        <a:xfrm>
          <a:off x="0" y="1119667"/>
          <a:ext cx="900455" cy="5402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B+</a:t>
          </a:r>
          <a:r>
            <a:rPr lang="zh-CN" altLang="en-US" sz="1300" kern="1200" dirty="0"/>
            <a:t> 树</a:t>
          </a:r>
        </a:p>
      </dsp:txBody>
      <dsp:txXfrm>
        <a:off x="0" y="1119667"/>
        <a:ext cx="900455" cy="540273"/>
      </dsp:txXfrm>
    </dsp:sp>
    <dsp:sp modelId="{8DCCF3D2-A46C-714B-82FD-BBCF03E3A612}">
      <dsp:nvSpPr>
        <dsp:cNvPr id="0" name=""/>
        <dsp:cNvSpPr/>
      </dsp:nvSpPr>
      <dsp:spPr>
        <a:xfrm>
          <a:off x="0" y="1749985"/>
          <a:ext cx="900455" cy="540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Hash</a:t>
          </a:r>
          <a:r>
            <a:rPr lang="zh-CN" altLang="en-US" sz="1300" kern="1200" dirty="0"/>
            <a:t> 结构</a:t>
          </a:r>
        </a:p>
      </dsp:txBody>
      <dsp:txXfrm>
        <a:off x="0" y="1749985"/>
        <a:ext cx="900455" cy="5402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62457-009C-2B41-BDF6-4FE444262C54}">
      <dsp:nvSpPr>
        <dsp:cNvPr id="0" name=""/>
        <dsp:cNvSpPr/>
      </dsp:nvSpPr>
      <dsp:spPr>
        <a:xfrm>
          <a:off x="0" y="489348"/>
          <a:ext cx="900455" cy="5402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Sorted</a:t>
          </a:r>
          <a:r>
            <a:rPr lang="zh-CN" altLang="en-US" sz="1300" kern="1200" dirty="0"/>
            <a:t> </a:t>
          </a:r>
          <a:r>
            <a:rPr lang="en-US" altLang="zh-CN" sz="1300" kern="1200" dirty="0"/>
            <a:t>Array</a:t>
          </a:r>
          <a:endParaRPr lang="zh-CN" altLang="en-US" sz="1300" kern="1200" dirty="0"/>
        </a:p>
      </dsp:txBody>
      <dsp:txXfrm>
        <a:off x="0" y="489348"/>
        <a:ext cx="900455" cy="540273"/>
      </dsp:txXfrm>
    </dsp:sp>
    <dsp:sp modelId="{5BC7A0CA-55E3-3C46-8F03-C8F10F8A27FF}">
      <dsp:nvSpPr>
        <dsp:cNvPr id="0" name=""/>
        <dsp:cNvSpPr/>
      </dsp:nvSpPr>
      <dsp:spPr>
        <a:xfrm>
          <a:off x="0" y="1119667"/>
          <a:ext cx="900455" cy="5402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B+</a:t>
          </a:r>
          <a:r>
            <a:rPr lang="zh-CN" altLang="en-US" sz="1300" kern="1200" dirty="0"/>
            <a:t> 树</a:t>
          </a:r>
        </a:p>
      </dsp:txBody>
      <dsp:txXfrm>
        <a:off x="0" y="1119667"/>
        <a:ext cx="900455" cy="540273"/>
      </dsp:txXfrm>
    </dsp:sp>
    <dsp:sp modelId="{8DCCF3D2-A46C-714B-82FD-BBCF03E3A612}">
      <dsp:nvSpPr>
        <dsp:cNvPr id="0" name=""/>
        <dsp:cNvSpPr/>
      </dsp:nvSpPr>
      <dsp:spPr>
        <a:xfrm>
          <a:off x="0" y="1749985"/>
          <a:ext cx="900455" cy="540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Hash</a:t>
          </a:r>
          <a:r>
            <a:rPr lang="zh-CN" altLang="en-US" sz="1300" kern="1200" dirty="0"/>
            <a:t> 结构</a:t>
          </a:r>
        </a:p>
      </dsp:txBody>
      <dsp:txXfrm>
        <a:off x="0" y="1749985"/>
        <a:ext cx="900455" cy="5402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62457-009C-2B41-BDF6-4FE444262C54}">
      <dsp:nvSpPr>
        <dsp:cNvPr id="0" name=""/>
        <dsp:cNvSpPr/>
      </dsp:nvSpPr>
      <dsp:spPr>
        <a:xfrm>
          <a:off x="0" y="489348"/>
          <a:ext cx="900455" cy="5402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Sorted</a:t>
          </a:r>
          <a:r>
            <a:rPr lang="zh-CN" altLang="en-US" sz="1300" kern="1200" dirty="0"/>
            <a:t> </a:t>
          </a:r>
          <a:r>
            <a:rPr lang="en-US" altLang="zh-CN" sz="1300" kern="1200" dirty="0"/>
            <a:t>Array</a:t>
          </a:r>
          <a:endParaRPr lang="zh-CN" altLang="en-US" sz="1300" kern="1200" dirty="0"/>
        </a:p>
      </dsp:txBody>
      <dsp:txXfrm>
        <a:off x="0" y="489348"/>
        <a:ext cx="900455" cy="540273"/>
      </dsp:txXfrm>
    </dsp:sp>
    <dsp:sp modelId="{5BC7A0CA-55E3-3C46-8F03-C8F10F8A27FF}">
      <dsp:nvSpPr>
        <dsp:cNvPr id="0" name=""/>
        <dsp:cNvSpPr/>
      </dsp:nvSpPr>
      <dsp:spPr>
        <a:xfrm>
          <a:off x="0" y="1119667"/>
          <a:ext cx="900455" cy="5402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B+</a:t>
          </a:r>
          <a:r>
            <a:rPr lang="zh-CN" altLang="en-US" sz="1300" kern="1200" dirty="0"/>
            <a:t> 树</a:t>
          </a:r>
        </a:p>
      </dsp:txBody>
      <dsp:txXfrm>
        <a:off x="0" y="1119667"/>
        <a:ext cx="900455" cy="540273"/>
      </dsp:txXfrm>
    </dsp:sp>
    <dsp:sp modelId="{8DCCF3D2-A46C-714B-82FD-BBCF03E3A612}">
      <dsp:nvSpPr>
        <dsp:cNvPr id="0" name=""/>
        <dsp:cNvSpPr/>
      </dsp:nvSpPr>
      <dsp:spPr>
        <a:xfrm>
          <a:off x="0" y="1749985"/>
          <a:ext cx="900455" cy="540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Hash</a:t>
          </a:r>
          <a:r>
            <a:rPr lang="zh-CN" altLang="en-US" sz="1300" kern="1200" dirty="0"/>
            <a:t> 结构</a:t>
          </a:r>
        </a:p>
      </dsp:txBody>
      <dsp:txXfrm>
        <a:off x="0" y="1749985"/>
        <a:ext cx="900455" cy="5402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62457-009C-2B41-BDF6-4FE444262C54}">
      <dsp:nvSpPr>
        <dsp:cNvPr id="0" name=""/>
        <dsp:cNvSpPr/>
      </dsp:nvSpPr>
      <dsp:spPr>
        <a:xfrm>
          <a:off x="0" y="489348"/>
          <a:ext cx="900455" cy="5402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Sorted</a:t>
          </a:r>
          <a:r>
            <a:rPr lang="zh-CN" altLang="en-US" sz="1300" kern="1200" dirty="0"/>
            <a:t> </a:t>
          </a:r>
          <a:r>
            <a:rPr lang="en-US" altLang="zh-CN" sz="1300" kern="1200" dirty="0"/>
            <a:t>Array</a:t>
          </a:r>
          <a:endParaRPr lang="zh-CN" altLang="en-US" sz="1300" kern="1200" dirty="0"/>
        </a:p>
      </dsp:txBody>
      <dsp:txXfrm>
        <a:off x="0" y="489348"/>
        <a:ext cx="900455" cy="540273"/>
      </dsp:txXfrm>
    </dsp:sp>
    <dsp:sp modelId="{5BC7A0CA-55E3-3C46-8F03-C8F10F8A27FF}">
      <dsp:nvSpPr>
        <dsp:cNvPr id="0" name=""/>
        <dsp:cNvSpPr/>
      </dsp:nvSpPr>
      <dsp:spPr>
        <a:xfrm>
          <a:off x="0" y="1119667"/>
          <a:ext cx="900455" cy="5402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B+</a:t>
          </a:r>
          <a:r>
            <a:rPr lang="zh-CN" altLang="en-US" sz="1300" kern="1200" dirty="0"/>
            <a:t> 树</a:t>
          </a:r>
        </a:p>
      </dsp:txBody>
      <dsp:txXfrm>
        <a:off x="0" y="1119667"/>
        <a:ext cx="900455" cy="540273"/>
      </dsp:txXfrm>
    </dsp:sp>
    <dsp:sp modelId="{8DCCF3D2-A46C-714B-82FD-BBCF03E3A612}">
      <dsp:nvSpPr>
        <dsp:cNvPr id="0" name=""/>
        <dsp:cNvSpPr/>
      </dsp:nvSpPr>
      <dsp:spPr>
        <a:xfrm>
          <a:off x="0" y="1749985"/>
          <a:ext cx="900455" cy="540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Hash</a:t>
          </a:r>
          <a:r>
            <a:rPr lang="zh-CN" altLang="en-US" sz="1300" kern="1200" dirty="0"/>
            <a:t> 结构</a:t>
          </a:r>
        </a:p>
      </dsp:txBody>
      <dsp:txXfrm>
        <a:off x="0" y="1749985"/>
        <a:ext cx="900455" cy="5402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082F9C-657C-5947-8299-39AE95F2B5C8}">
      <dsp:nvSpPr>
        <dsp:cNvPr id="0" name=""/>
        <dsp:cNvSpPr/>
      </dsp:nvSpPr>
      <dsp:spPr>
        <a:xfrm>
          <a:off x="522679" y="698"/>
          <a:ext cx="3211930" cy="8170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spc="-9" dirty="0">
              <a:latin typeface="Lantinghei SC Heavy"/>
              <a:cs typeface="Lantinghei SC Heavy"/>
            </a:rPr>
            <a:t>基本思想</a:t>
          </a:r>
          <a:r>
            <a:rPr lang="zh-CN" altLang="en-US" sz="1600" kern="1200" spc="-18" dirty="0">
              <a:latin typeface="Hiragino Sans GB W3"/>
              <a:cs typeface="Hiragino Sans GB W3"/>
            </a:rPr>
            <a:t>：改变关系代</a:t>
          </a:r>
          <a:r>
            <a:rPr lang="zh-CN" altLang="en-US" sz="1600" kern="1200" spc="-14" dirty="0">
              <a:latin typeface="Hiragino Sans GB W3"/>
              <a:cs typeface="Hiragino Sans GB W3"/>
            </a:rPr>
            <a:t>数的操作次序：尽可能早做选择和投影运算</a:t>
          </a:r>
          <a:endParaRPr lang="zh-CN" altLang="en-US" sz="1600" kern="1200" dirty="0"/>
        </a:p>
      </dsp:txBody>
      <dsp:txXfrm>
        <a:off x="546609" y="24628"/>
        <a:ext cx="3164070" cy="769165"/>
      </dsp:txXfrm>
    </dsp:sp>
    <dsp:sp modelId="{263B8E68-AA8C-F141-808D-4B4B91EAB680}">
      <dsp:nvSpPr>
        <dsp:cNvPr id="0" name=""/>
        <dsp:cNvSpPr/>
      </dsp:nvSpPr>
      <dsp:spPr>
        <a:xfrm rot="5400000">
          <a:off x="1975452" y="838149"/>
          <a:ext cx="306384" cy="36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 rot="-5400000">
        <a:off x="2018346" y="868788"/>
        <a:ext cx="220597" cy="214469"/>
      </dsp:txXfrm>
    </dsp:sp>
    <dsp:sp modelId="{68EF3498-DF71-CD44-AC00-6122EE91736B}">
      <dsp:nvSpPr>
        <dsp:cNvPr id="0" name=""/>
        <dsp:cNvSpPr/>
      </dsp:nvSpPr>
      <dsp:spPr>
        <a:xfrm>
          <a:off x="522679" y="1226236"/>
          <a:ext cx="3211930" cy="817025"/>
        </a:xfrm>
        <a:prstGeom prst="roundRect">
          <a:avLst>
            <a:gd name="adj" fmla="val 10000"/>
          </a:avLst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spc="-14" dirty="0">
              <a:latin typeface="Hiragino Sans GB W3"/>
              <a:cs typeface="Hiragino Sans GB W3"/>
            </a:rPr>
            <a:t>关系代数的五种基本操作</a:t>
          </a:r>
          <a:r>
            <a:rPr lang="zh-CN" altLang="en-US" sz="1600" kern="1200" spc="-32" dirty="0">
              <a:latin typeface="Hiragino Sans GB W3"/>
              <a:cs typeface="Hiragino Sans GB W3"/>
            </a:rPr>
            <a:t>中哪两个能够交换次序</a:t>
          </a:r>
          <a:endParaRPr lang="zh-CN" altLang="en-US" sz="1600" kern="1200" dirty="0"/>
        </a:p>
      </dsp:txBody>
      <dsp:txXfrm>
        <a:off x="546609" y="1250166"/>
        <a:ext cx="3164070" cy="769165"/>
      </dsp:txXfrm>
    </dsp:sp>
    <dsp:sp modelId="{AD88FBD6-7E66-8E47-BBE3-0D82EF711CC7}">
      <dsp:nvSpPr>
        <dsp:cNvPr id="0" name=""/>
        <dsp:cNvSpPr/>
      </dsp:nvSpPr>
      <dsp:spPr>
        <a:xfrm rot="5400000">
          <a:off x="1975452" y="2063687"/>
          <a:ext cx="306384" cy="36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 rot="-5400000">
        <a:off x="2018346" y="2094326"/>
        <a:ext cx="220597" cy="214469"/>
      </dsp:txXfrm>
    </dsp:sp>
    <dsp:sp modelId="{ADD8D17A-2317-C14D-8F77-9FF4D0173494}">
      <dsp:nvSpPr>
        <dsp:cNvPr id="0" name=""/>
        <dsp:cNvSpPr/>
      </dsp:nvSpPr>
      <dsp:spPr>
        <a:xfrm>
          <a:off x="522679" y="2451774"/>
          <a:ext cx="3211930" cy="817025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spc="-14" dirty="0">
              <a:latin typeface="Hiragino Sans GB W3"/>
              <a:cs typeface="Hiragino Sans GB W3"/>
            </a:rPr>
            <a:t>次序改变前后</a:t>
          </a:r>
          <a:r>
            <a:rPr lang="zh-CN" altLang="en-US" sz="1600" kern="1200" spc="-18" dirty="0">
              <a:latin typeface="Hiragino Sans GB W3"/>
              <a:cs typeface="Hiragino Sans GB W3"/>
            </a:rPr>
            <a:t>的等价性问题</a:t>
          </a:r>
          <a:endParaRPr lang="zh-CN" altLang="en-US" sz="1600" kern="1200" dirty="0"/>
        </a:p>
      </dsp:txBody>
      <dsp:txXfrm>
        <a:off x="546609" y="2475704"/>
        <a:ext cx="3164070" cy="769165"/>
      </dsp:txXfrm>
    </dsp:sp>
    <dsp:sp modelId="{9FB75E39-FC9B-2F46-9767-D67F8720EDFC}">
      <dsp:nvSpPr>
        <dsp:cNvPr id="0" name=""/>
        <dsp:cNvSpPr/>
      </dsp:nvSpPr>
      <dsp:spPr>
        <a:xfrm rot="5400000">
          <a:off x="1975452" y="3289225"/>
          <a:ext cx="306384" cy="36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 rot="-5400000">
        <a:off x="2018346" y="3319864"/>
        <a:ext cx="220597" cy="214469"/>
      </dsp:txXfrm>
    </dsp:sp>
    <dsp:sp modelId="{1D5995B5-CF3E-1946-BFDF-980EA4EA1D67}">
      <dsp:nvSpPr>
        <dsp:cNvPr id="0" name=""/>
        <dsp:cNvSpPr/>
      </dsp:nvSpPr>
      <dsp:spPr>
        <a:xfrm>
          <a:off x="522679" y="3677312"/>
          <a:ext cx="3211930" cy="817025"/>
        </a:xfrm>
        <a:prstGeom prst="roundRect">
          <a:avLst>
            <a:gd name="adj" fmla="val 10000"/>
          </a:avLst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spc="-14" dirty="0">
              <a:latin typeface="Hiragino Sans GB W3"/>
              <a:cs typeface="Hiragino Sans GB W3"/>
            </a:rPr>
            <a:t>关系代数表达式的等价</a:t>
          </a:r>
          <a:r>
            <a:rPr lang="zh-CN" altLang="en-US" sz="1600" kern="1200" spc="-9" dirty="0">
              <a:latin typeface="Hiragino Sans GB W3"/>
              <a:cs typeface="Hiragino Sans GB W3"/>
            </a:rPr>
            <a:t>变换定理及其证明</a:t>
          </a:r>
          <a:endParaRPr lang="zh-CN" altLang="en-US" sz="1600" kern="1200" dirty="0"/>
        </a:p>
      </dsp:txBody>
      <dsp:txXfrm>
        <a:off x="546609" y="3701242"/>
        <a:ext cx="3164070" cy="769165"/>
      </dsp:txXfrm>
    </dsp:sp>
    <dsp:sp modelId="{080C704E-3FED-5B41-B9C6-4EA686D3567F}">
      <dsp:nvSpPr>
        <dsp:cNvPr id="0" name=""/>
        <dsp:cNvSpPr/>
      </dsp:nvSpPr>
      <dsp:spPr>
        <a:xfrm rot="5400000">
          <a:off x="1975452" y="4514763"/>
          <a:ext cx="306384" cy="36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 rot="-5400000">
        <a:off x="2018346" y="4545402"/>
        <a:ext cx="220597" cy="214469"/>
      </dsp:txXfrm>
    </dsp:sp>
    <dsp:sp modelId="{E43D72DE-DB10-AA42-A8F3-5DB5CB9DB23C}">
      <dsp:nvSpPr>
        <dsp:cNvPr id="0" name=""/>
        <dsp:cNvSpPr/>
      </dsp:nvSpPr>
      <dsp:spPr>
        <a:xfrm>
          <a:off x="522679" y="4902850"/>
          <a:ext cx="3211930" cy="817025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spc="-14" dirty="0">
              <a:latin typeface="Hiragino Sans GB W3"/>
              <a:cs typeface="Hiragino Sans GB W3"/>
            </a:rPr>
            <a:t>关系代数表达式的优化算</a:t>
          </a:r>
          <a:r>
            <a:rPr lang="zh-CN" altLang="en-US" sz="1600" kern="1200" spc="-77" dirty="0">
              <a:latin typeface="Hiragino Sans GB W3"/>
              <a:cs typeface="Hiragino Sans GB W3"/>
            </a:rPr>
            <a:t>法</a:t>
          </a:r>
          <a:r>
            <a:rPr lang="en-US" altLang="zh-CN" sz="1600" kern="1200" spc="-77" dirty="0">
              <a:latin typeface="Hiragino Sans GB W3"/>
              <a:cs typeface="Hiragino Sans GB W3"/>
            </a:rPr>
            <a:t>? –</a:t>
          </a:r>
          <a:r>
            <a:rPr lang="zh-CN" altLang="en-US" sz="1600" kern="1200" spc="-77" dirty="0">
              <a:latin typeface="Hiragino Sans GB W3"/>
              <a:cs typeface="Hiragino Sans GB W3"/>
            </a:rPr>
            <a:t>逻辑查询计划形成</a:t>
          </a:r>
          <a:endParaRPr lang="zh-CN" altLang="en-US" sz="1600" kern="1200" dirty="0"/>
        </a:p>
      </dsp:txBody>
      <dsp:txXfrm>
        <a:off x="546609" y="4926780"/>
        <a:ext cx="3164070" cy="7691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082F9C-657C-5947-8299-39AE95F2B5C8}">
      <dsp:nvSpPr>
        <dsp:cNvPr id="0" name=""/>
        <dsp:cNvSpPr/>
      </dsp:nvSpPr>
      <dsp:spPr>
        <a:xfrm>
          <a:off x="374555" y="2749"/>
          <a:ext cx="2575192" cy="10228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spc="-15" dirty="0">
              <a:latin typeface="Hiragino Sans GB W3"/>
              <a:cs typeface="Hiragino Sans GB W3"/>
            </a:rPr>
            <a:t>获取数据库的相关信息</a:t>
          </a:r>
          <a:r>
            <a:rPr lang="zh-CN" altLang="en-US" sz="1700" kern="1200" spc="-50" dirty="0">
              <a:latin typeface="Hiragino Sans GB W3"/>
              <a:cs typeface="Hiragino Sans GB W3"/>
            </a:rPr>
            <a:t> </a:t>
          </a:r>
          <a:r>
            <a:rPr lang="en-US" altLang="zh-CN" sz="1700" kern="1200" spc="-35" dirty="0">
              <a:latin typeface="Hiragino Sans GB W3"/>
              <a:cs typeface="Hiragino Sans GB W3"/>
            </a:rPr>
            <a:t>(</a:t>
          </a:r>
          <a:r>
            <a:rPr lang="zh-CN" altLang="en-US" sz="1700" kern="1200" spc="-35" dirty="0">
              <a:latin typeface="Hiragino Sans GB W3"/>
              <a:cs typeface="Hiragino Sans GB W3"/>
            </a:rPr>
            <a:t>定期统计</a:t>
          </a:r>
          <a:r>
            <a:rPr lang="en-US" altLang="zh-CN" sz="1700" kern="1200" spc="-35" dirty="0">
              <a:latin typeface="Hiragino Sans GB W3"/>
              <a:cs typeface="Hiragino Sans GB W3"/>
            </a:rPr>
            <a:t>)</a:t>
          </a:r>
          <a:endParaRPr lang="zh-CN" altLang="en-US" sz="1700" kern="1200" dirty="0"/>
        </a:p>
      </dsp:txBody>
      <dsp:txXfrm>
        <a:off x="404514" y="32708"/>
        <a:ext cx="2515274" cy="962966"/>
      </dsp:txXfrm>
    </dsp:sp>
    <dsp:sp modelId="{263B8E68-AA8C-F141-808D-4B4B91EAB680}">
      <dsp:nvSpPr>
        <dsp:cNvPr id="0" name=""/>
        <dsp:cNvSpPr/>
      </dsp:nvSpPr>
      <dsp:spPr>
        <a:xfrm rot="5400000">
          <a:off x="1470361" y="1051206"/>
          <a:ext cx="383581" cy="4602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1524063" y="1089564"/>
        <a:ext cx="276178" cy="268507"/>
      </dsp:txXfrm>
    </dsp:sp>
    <dsp:sp modelId="{68EF3498-DF71-CD44-AC00-6122EE91736B}">
      <dsp:nvSpPr>
        <dsp:cNvPr id="0" name=""/>
        <dsp:cNvSpPr/>
      </dsp:nvSpPr>
      <dsp:spPr>
        <a:xfrm>
          <a:off x="374555" y="1537076"/>
          <a:ext cx="2575192" cy="1022884"/>
        </a:xfrm>
        <a:prstGeom prst="roundRect">
          <a:avLst>
            <a:gd name="adj" fmla="val 10000"/>
          </a:avLst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spc="-20" dirty="0">
              <a:latin typeface="Hiragino Sans GB W3"/>
              <a:cs typeface="Hiragino Sans GB W3"/>
            </a:rPr>
            <a:t>选取相应的执行程序</a:t>
          </a:r>
          <a:endParaRPr lang="zh-CN" altLang="en-US" sz="1700" kern="1200" dirty="0"/>
        </a:p>
      </dsp:txBody>
      <dsp:txXfrm>
        <a:off x="404514" y="1567035"/>
        <a:ext cx="2515274" cy="962966"/>
      </dsp:txXfrm>
    </dsp:sp>
    <dsp:sp modelId="{AD88FBD6-7E66-8E47-BBE3-0D82EF711CC7}">
      <dsp:nvSpPr>
        <dsp:cNvPr id="0" name=""/>
        <dsp:cNvSpPr/>
      </dsp:nvSpPr>
      <dsp:spPr>
        <a:xfrm rot="5400000">
          <a:off x="1470361" y="2585533"/>
          <a:ext cx="383581" cy="4602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1524063" y="2623891"/>
        <a:ext cx="276178" cy="268507"/>
      </dsp:txXfrm>
    </dsp:sp>
    <dsp:sp modelId="{ADD8D17A-2317-C14D-8F77-9FF4D0173494}">
      <dsp:nvSpPr>
        <dsp:cNvPr id="0" name=""/>
        <dsp:cNvSpPr/>
      </dsp:nvSpPr>
      <dsp:spPr>
        <a:xfrm>
          <a:off x="374555" y="3071404"/>
          <a:ext cx="2575192" cy="1022884"/>
        </a:xfrm>
        <a:prstGeom prst="roundRect">
          <a:avLst>
            <a:gd name="adj" fmla="val 10000"/>
          </a:avLst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b="0" kern="1200" dirty="0"/>
            <a:t>代价估算</a:t>
          </a:r>
          <a:r>
            <a:rPr lang="en-US" altLang="zh-CN" sz="1700" b="0" kern="1200" dirty="0"/>
            <a:t>,</a:t>
          </a:r>
          <a:r>
            <a:rPr lang="zh-CN" altLang="en-US" sz="1700" b="0" kern="1200" dirty="0"/>
            <a:t>并选择代价最少的例行程序及确定相应的参数</a:t>
          </a:r>
          <a:endParaRPr lang="zh-CN" altLang="en-US" sz="1700" kern="1200" dirty="0"/>
        </a:p>
      </dsp:txBody>
      <dsp:txXfrm>
        <a:off x="404514" y="3101363"/>
        <a:ext cx="2515274" cy="962966"/>
      </dsp:txXfrm>
    </dsp:sp>
    <dsp:sp modelId="{4919E8AC-4BD5-8148-8485-B49A712335C9}">
      <dsp:nvSpPr>
        <dsp:cNvPr id="0" name=""/>
        <dsp:cNvSpPr/>
      </dsp:nvSpPr>
      <dsp:spPr>
        <a:xfrm rot="5400000">
          <a:off x="1470361" y="4119861"/>
          <a:ext cx="383581" cy="4602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1524063" y="4158219"/>
        <a:ext cx="276178" cy="268507"/>
      </dsp:txXfrm>
    </dsp:sp>
    <dsp:sp modelId="{1018625E-BCBA-7B40-B66D-701273CA6E6A}">
      <dsp:nvSpPr>
        <dsp:cNvPr id="0" name=""/>
        <dsp:cNvSpPr/>
      </dsp:nvSpPr>
      <dsp:spPr>
        <a:xfrm>
          <a:off x="374555" y="4605731"/>
          <a:ext cx="2575192" cy="1022884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spc="-15" dirty="0">
              <a:latin typeface="Hiragino Sans GB W3"/>
              <a:cs typeface="Hiragino Sans GB W3"/>
            </a:rPr>
            <a:t>形成查询计划：以基本的例行程序为基本，确定这些例行程序的执行</a:t>
          </a:r>
          <a:r>
            <a:rPr lang="zh-CN" altLang="en-US" sz="1700" kern="1200" spc="-25" dirty="0">
              <a:latin typeface="Hiragino Sans GB W3"/>
              <a:cs typeface="Hiragino Sans GB W3"/>
            </a:rPr>
            <a:t>顺序</a:t>
          </a:r>
          <a:endParaRPr lang="zh-CN" altLang="en-US" sz="1700" kern="1200" dirty="0"/>
        </a:p>
      </dsp:txBody>
      <dsp:txXfrm>
        <a:off x="404514" y="4635690"/>
        <a:ext cx="2515274" cy="962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4EB50-FBFF-D34A-A715-7643877794B6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BE05C-53DD-5C41-A24F-C8A2218CD8B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3555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BE05C-53DD-5C41-A24F-C8A2218CD8B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5646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BE05C-53DD-5C41-A24F-C8A2218CD8B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8563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59CEF2-8594-157A-4891-4E5FDE195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5F5273-C842-5EC9-76C9-ADF55C89F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6BB42E-017D-55B1-C129-20F68C529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5592-B1F7-8B46-801D-F591E835BC0C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0E67FC-1136-7CE5-7A65-301CF9B0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4A7AEA-F1E1-9B0B-C2B3-BA86369BC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E53-9488-2641-8A22-0C0C64D344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395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14822-D4C4-0F5E-4BEF-2410D97E5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2C8917-D827-A602-2A50-7A08C94F5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DD07D8-C593-6CE3-AB24-09738AACF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5592-B1F7-8B46-801D-F591E835BC0C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19FA51-C03B-BDD9-2197-1511B988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607D4A-03D4-277D-3DF8-B109BC2DA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E53-9488-2641-8A22-0C0C64D344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4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A7B40C-4F25-94CD-DA44-B4ED1CC87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878AA3-5DC0-7555-B55F-58799D9AC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5A6891-876F-C0B3-D802-DF6E2B01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5592-B1F7-8B46-801D-F591E835BC0C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6A8D1A-8533-F69C-2031-77FE81F4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6CEE8B-8161-F0F7-72B4-EBD9A31F1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E53-9488-2641-8A22-0C0C64D344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7462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8928A0-91BF-F193-3CF1-30B0CDD4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32A69E-2182-78C0-6309-84B0A61F6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8BF097-94C4-7F2F-ED77-61B786CBE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1069D0-6205-F1E1-8760-6529F43F3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5592-B1F7-8B46-801D-F591E835BC0C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8AFBD0-8185-C4DA-74C1-EED46126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7AF4CE-26DD-C063-F219-5D60F18C6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E53-9488-2641-8A22-0C0C64D344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9746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8EB68-4011-68D1-637D-F41774F9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38A2E3-11E4-CA23-E254-CA26722E5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BB5453-97A7-44C3-9E97-C389645D8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0D4324-1092-1501-0747-09B56AF5C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CBCB9A-DEE4-8D98-C370-7EFB5FDA88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17BA49-F905-785E-6049-CF9F7BA7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5592-B1F7-8B46-801D-F591E835BC0C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73B20A-C4F3-4E91-4D3B-0DA6E23E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FB1574-A2FB-AD6C-F7CB-7ACDCB8E0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E53-9488-2641-8A22-0C0C64D344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0399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E6597-9AD3-034B-37F7-5D54A0D38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1F63568-D2C3-75C7-B86B-23D9EE286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5592-B1F7-8B46-801D-F591E835BC0C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98F35B-38CF-091F-A3DE-742F5AAF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E2C0B4-5260-285A-229A-9F0B6B4A4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E53-9488-2641-8A22-0C0C64D344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819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91F840-F332-641A-9C07-886C1249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5592-B1F7-8B46-801D-F591E835BC0C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04D15B-8799-F777-B508-3104956A2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607E2B-A98E-FDDB-029E-CD3AC940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E53-9488-2641-8A22-0C0C64D344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7573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95F79-51B6-D56E-A555-8C38021FD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E72915-48AF-C1E1-15C7-6870C765C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B726E7-5332-C7D1-4555-257939835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DE5CA0-9E99-6A40-66A8-C26F272A9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5592-B1F7-8B46-801D-F591E835BC0C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F2FBD5-DCF2-8D36-06BE-871B2545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B9CB08-3352-8002-482C-19A49285B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E53-9488-2641-8A22-0C0C64D344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2145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77DC1-03B6-F352-BF7E-3A41AF23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09FA310-61B4-ED21-D181-6288E7B18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78287B-FEA2-75EE-5E43-DEEAC3D0A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B5C8A5-6C4D-9DA7-8E88-0153BA4B6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5592-B1F7-8B46-801D-F591E835BC0C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1A3BCB-A2FE-A47E-5ECB-5428CA6BF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B8BC73-0A7A-96AC-F8F4-43F39D32D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E53-9488-2641-8A22-0C0C64D344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763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F5493-9CCB-0AF0-7F90-10A655465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EA8714-DA25-B8B6-BD1A-EDD27AB0B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2B9AC-671E-033E-391F-BA71881DA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5592-B1F7-8B46-801D-F591E835BC0C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B378B2-D47D-B430-0F6E-8F9A2A25E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4C0D73-AAFE-CC97-DCE6-19737AEB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E53-9488-2641-8A22-0C0C64D344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0959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EFC85C-73E4-B458-1BD0-87A955F53B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6546BE-DE82-0183-4CF1-47A76E5C5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20F569-B910-2284-7651-620435AB6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15592-B1F7-8B46-801D-F591E835BC0C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A9EA33-D805-BFFA-D0CE-1D484B93F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274A66-9648-B7ED-1CA8-2338C101B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E53-9488-2641-8A22-0C0C64D344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6021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7777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8D5C22-1BC1-AD30-F966-E12C1E507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D548C1-3DB4-EC49-5699-8B5FC883A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2060D3-94AB-E61D-9EF6-27A7A31F0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15592-B1F7-8B46-801D-F591E835BC0C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D4D41A-9DBE-41DA-3525-D76D553FE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713D4B-1854-79F0-0B44-18FBB35026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2CE53-9488-2641-8A22-0C0C64D344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1488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svg"/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0" Type="http://schemas.openxmlformats.org/officeDocument/2006/relationships/image" Target="../media/image6.png"/><Relationship Id="rId4" Type="http://schemas.openxmlformats.org/officeDocument/2006/relationships/image" Target="../media/image15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组合 298">
            <a:extLst>
              <a:ext uri="{FF2B5EF4-FFF2-40B4-BE49-F238E27FC236}">
                <a16:creationId xmlns:a16="http://schemas.microsoft.com/office/drawing/2014/main" id="{364551D2-0F41-B33E-E247-5401C57C5486}"/>
              </a:ext>
            </a:extLst>
          </p:cNvPr>
          <p:cNvGrpSpPr/>
          <p:nvPr/>
        </p:nvGrpSpPr>
        <p:grpSpPr>
          <a:xfrm>
            <a:off x="1225955" y="1487775"/>
            <a:ext cx="8524984" cy="3518564"/>
            <a:chOff x="1225955" y="1487775"/>
            <a:chExt cx="8524984" cy="3518564"/>
          </a:xfrm>
        </p:grpSpPr>
        <p:grpSp>
          <p:nvGrpSpPr>
            <p:cNvPr id="4" name="object 3">
              <a:extLst>
                <a:ext uri="{FF2B5EF4-FFF2-40B4-BE49-F238E27FC236}">
                  <a16:creationId xmlns:a16="http://schemas.microsoft.com/office/drawing/2014/main" id="{956581B3-7AFE-4D45-5670-5EC33DB33EE3}"/>
                </a:ext>
              </a:extLst>
            </p:cNvPr>
            <p:cNvGrpSpPr/>
            <p:nvPr/>
          </p:nvGrpSpPr>
          <p:grpSpPr>
            <a:xfrm>
              <a:off x="3920439" y="2517203"/>
              <a:ext cx="3072130" cy="1152525"/>
              <a:chOff x="3605479" y="4660963"/>
              <a:chExt cx="3072130" cy="1152525"/>
            </a:xfrm>
          </p:grpSpPr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02629C5E-04BA-1B2E-247D-B239BFA890D4}"/>
                  </a:ext>
                </a:extLst>
              </p:cNvPr>
              <p:cNvSpPr/>
              <p:nvPr/>
            </p:nvSpPr>
            <p:spPr>
              <a:xfrm>
                <a:off x="3610241" y="4665726"/>
                <a:ext cx="306260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062604" h="1143000">
                    <a:moveTo>
                      <a:pt x="3062478" y="571499"/>
                    </a:moveTo>
                    <a:lnTo>
                      <a:pt x="2679192" y="285749"/>
                    </a:lnTo>
                    <a:lnTo>
                      <a:pt x="2679192" y="428243"/>
                    </a:lnTo>
                    <a:lnTo>
                      <a:pt x="2296668" y="428243"/>
                    </a:lnTo>
                    <a:lnTo>
                      <a:pt x="2296668" y="0"/>
                    </a:lnTo>
                    <a:lnTo>
                      <a:pt x="765048" y="0"/>
                    </a:lnTo>
                    <a:lnTo>
                      <a:pt x="765048" y="428244"/>
                    </a:lnTo>
                    <a:lnTo>
                      <a:pt x="382524" y="428244"/>
                    </a:lnTo>
                    <a:lnTo>
                      <a:pt x="382524" y="285750"/>
                    </a:lnTo>
                    <a:lnTo>
                      <a:pt x="0" y="571500"/>
                    </a:lnTo>
                    <a:lnTo>
                      <a:pt x="382524" y="857250"/>
                    </a:lnTo>
                    <a:lnTo>
                      <a:pt x="382524" y="713994"/>
                    </a:lnTo>
                    <a:lnTo>
                      <a:pt x="765048" y="713994"/>
                    </a:lnTo>
                    <a:lnTo>
                      <a:pt x="765048" y="1143000"/>
                    </a:lnTo>
                    <a:lnTo>
                      <a:pt x="2296668" y="1142999"/>
                    </a:lnTo>
                    <a:lnTo>
                      <a:pt x="2296668" y="713993"/>
                    </a:lnTo>
                    <a:lnTo>
                      <a:pt x="2679192" y="713993"/>
                    </a:lnTo>
                    <a:lnTo>
                      <a:pt x="2679192" y="857249"/>
                    </a:lnTo>
                    <a:lnTo>
                      <a:pt x="3062478" y="571499"/>
                    </a:lnTo>
                    <a:close/>
                  </a:path>
                </a:pathLst>
              </a:custGeom>
              <a:solidFill>
                <a:srgbClr val="DDDDD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29367A48-DEE6-B353-51F6-3F76F23D79DD}"/>
                  </a:ext>
                </a:extLst>
              </p:cNvPr>
              <p:cNvSpPr/>
              <p:nvPr/>
            </p:nvSpPr>
            <p:spPr>
              <a:xfrm>
                <a:off x="3610241" y="4665726"/>
                <a:ext cx="306260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062604" h="1143000">
                    <a:moveTo>
                      <a:pt x="765048" y="0"/>
                    </a:moveTo>
                    <a:lnTo>
                      <a:pt x="765048" y="428244"/>
                    </a:lnTo>
                    <a:lnTo>
                      <a:pt x="382524" y="428244"/>
                    </a:lnTo>
                    <a:lnTo>
                      <a:pt x="382524" y="285750"/>
                    </a:lnTo>
                    <a:lnTo>
                      <a:pt x="0" y="571500"/>
                    </a:lnTo>
                    <a:lnTo>
                      <a:pt x="382524" y="857250"/>
                    </a:lnTo>
                    <a:lnTo>
                      <a:pt x="382524" y="713994"/>
                    </a:lnTo>
                    <a:lnTo>
                      <a:pt x="765048" y="713994"/>
                    </a:lnTo>
                    <a:lnTo>
                      <a:pt x="765048" y="1143000"/>
                    </a:lnTo>
                    <a:lnTo>
                      <a:pt x="2296668" y="1142999"/>
                    </a:lnTo>
                    <a:lnTo>
                      <a:pt x="2296668" y="713993"/>
                    </a:lnTo>
                    <a:lnTo>
                      <a:pt x="2679192" y="713993"/>
                    </a:lnTo>
                    <a:lnTo>
                      <a:pt x="2679192" y="857249"/>
                    </a:lnTo>
                    <a:lnTo>
                      <a:pt x="3062478" y="571499"/>
                    </a:lnTo>
                    <a:lnTo>
                      <a:pt x="2679192" y="285749"/>
                    </a:lnTo>
                    <a:lnTo>
                      <a:pt x="2679192" y="428243"/>
                    </a:lnTo>
                    <a:lnTo>
                      <a:pt x="2296668" y="428243"/>
                    </a:lnTo>
                    <a:lnTo>
                      <a:pt x="2296668" y="0"/>
                    </a:lnTo>
                    <a:lnTo>
                      <a:pt x="765048" y="0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E5D0622-01A9-CB21-0600-29A9A31D230B}"/>
                </a:ext>
              </a:extLst>
            </p:cNvPr>
            <p:cNvSpPr txBox="1"/>
            <p:nvPr/>
          </p:nvSpPr>
          <p:spPr>
            <a:xfrm>
              <a:off x="4488567" y="2198099"/>
              <a:ext cx="1991360" cy="1374140"/>
            </a:xfrm>
            <a:prstGeom prst="rect">
              <a:avLst/>
            </a:prstGeom>
          </p:spPr>
          <p:txBody>
            <a:bodyPr vert="horz" wrap="square" lIns="0" tIns="8064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635"/>
                </a:spcBef>
              </a:pPr>
              <a:r>
                <a:rPr sz="1400" b="1" spc="-35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数据库管理系统</a:t>
              </a:r>
              <a:r>
                <a:rPr sz="1400" b="1" spc="-10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//DBMS</a:t>
              </a:r>
              <a:endParaRPr sz="1400" dirty="0">
                <a:latin typeface="Lantinghei SC Heavy"/>
                <a:cs typeface="Lantinghei SC Heavy"/>
              </a:endParaRPr>
            </a:p>
            <a:p>
              <a:pPr marL="15240" algn="ctr">
                <a:lnSpc>
                  <a:spcPts val="2590"/>
                </a:lnSpc>
                <a:spcBef>
                  <a:spcPts val="920"/>
                </a:spcBef>
              </a:pPr>
              <a:r>
                <a:rPr sz="2400" b="1" spc="-15" dirty="0">
                  <a:latin typeface="Lantinghei SC Heavy"/>
                  <a:cs typeface="Lantinghei SC Heavy"/>
                </a:rPr>
                <a:t>管理数据</a:t>
              </a:r>
              <a:endParaRPr sz="2400" dirty="0">
                <a:latin typeface="Lantinghei SC Heavy"/>
                <a:cs typeface="Lantinghei SC Heavy"/>
              </a:endParaRPr>
            </a:p>
            <a:p>
              <a:pPr marL="393700" marR="370205" algn="ctr">
                <a:lnSpc>
                  <a:spcPct val="79800"/>
                </a:lnSpc>
                <a:spcBef>
                  <a:spcPts val="290"/>
                </a:spcBef>
              </a:pPr>
              <a:r>
                <a:rPr sz="2400" b="1" spc="-15" dirty="0">
                  <a:latin typeface="Lantinghei SC Heavy"/>
                  <a:cs typeface="Lantinghei SC Heavy"/>
                </a:rPr>
                <a:t>库的一种系统软件</a:t>
              </a:r>
              <a:endParaRPr sz="2400" dirty="0">
                <a:latin typeface="Lantinghei SC Heavy"/>
                <a:cs typeface="Lantinghei SC Heavy"/>
              </a:endParaRPr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68AD00E6-696D-04C9-E952-A938BDA37724}"/>
                </a:ext>
              </a:extLst>
            </p:cNvPr>
            <p:cNvSpPr txBox="1"/>
            <p:nvPr/>
          </p:nvSpPr>
          <p:spPr>
            <a:xfrm>
              <a:off x="4796415" y="1734311"/>
              <a:ext cx="1656714" cy="2387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400" b="1" spc="-20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数据库管理员</a:t>
              </a:r>
              <a:r>
                <a:rPr sz="1400" b="1" spc="-10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//DBA</a:t>
              </a:r>
              <a:endParaRPr sz="1400" dirty="0">
                <a:latin typeface="Lantinghei SC Heavy"/>
                <a:cs typeface="Lantinghei SC Heavy"/>
              </a:endParaRPr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F73B3B99-D04B-E3A2-350B-D1DEC3FB8BB0}"/>
                </a:ext>
              </a:extLst>
            </p:cNvPr>
            <p:cNvSpPr txBox="1"/>
            <p:nvPr/>
          </p:nvSpPr>
          <p:spPr>
            <a:xfrm>
              <a:off x="6968115" y="1834134"/>
              <a:ext cx="2230120" cy="2698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b="1" spc="-10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数据库应用程序</a:t>
              </a:r>
              <a:r>
                <a:rPr sz="1600" b="1" spc="-50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//DBAP</a:t>
              </a:r>
              <a:endParaRPr sz="1600" dirty="0">
                <a:latin typeface="Lantinghei SC Heavy"/>
                <a:cs typeface="Lantinghei SC Heavy"/>
              </a:endParaRPr>
            </a:p>
          </p:txBody>
        </p:sp>
        <p:sp>
          <p:nvSpPr>
            <p:cNvPr id="86" name="object 85">
              <a:extLst>
                <a:ext uri="{FF2B5EF4-FFF2-40B4-BE49-F238E27FC236}">
                  <a16:creationId xmlns:a16="http://schemas.microsoft.com/office/drawing/2014/main" id="{59B91EE0-E40E-28F1-8C39-6F6D0CD635C3}"/>
                </a:ext>
              </a:extLst>
            </p:cNvPr>
            <p:cNvSpPr txBox="1"/>
            <p:nvPr/>
          </p:nvSpPr>
          <p:spPr>
            <a:xfrm>
              <a:off x="6939921" y="2634234"/>
              <a:ext cx="2790190" cy="2387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400" b="1" spc="-10" dirty="0">
                  <a:latin typeface="Kaiti SC Black"/>
                  <a:cs typeface="Kaiti SC Black"/>
                </a:rPr>
                <a:t>用户</a:t>
              </a:r>
              <a:r>
                <a:rPr sz="1400" b="1" spc="-10" dirty="0">
                  <a:latin typeface="Arial"/>
                  <a:cs typeface="Arial"/>
                </a:rPr>
                <a:t>2</a:t>
              </a:r>
              <a:r>
                <a:rPr sz="1400" b="1" spc="-25" dirty="0">
                  <a:latin typeface="Kaiti SC Black"/>
                  <a:cs typeface="Kaiti SC Black"/>
                </a:rPr>
                <a:t>使用的完成某功能的应用程序</a:t>
              </a:r>
              <a:endParaRPr sz="1400">
                <a:latin typeface="Kaiti SC Black"/>
                <a:cs typeface="Kaiti SC Black"/>
              </a:endParaRPr>
            </a:p>
          </p:txBody>
        </p:sp>
        <p:sp>
          <p:nvSpPr>
            <p:cNvPr id="88" name="object 87">
              <a:extLst>
                <a:ext uri="{FF2B5EF4-FFF2-40B4-BE49-F238E27FC236}">
                  <a16:creationId xmlns:a16="http://schemas.microsoft.com/office/drawing/2014/main" id="{6F0BD695-60B3-3323-78D4-269C3D0C7345}"/>
                </a:ext>
              </a:extLst>
            </p:cNvPr>
            <p:cNvSpPr txBox="1"/>
            <p:nvPr/>
          </p:nvSpPr>
          <p:spPr>
            <a:xfrm>
              <a:off x="7999863" y="2166366"/>
              <a:ext cx="959485" cy="3302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00" b="1" dirty="0">
                  <a:solidFill>
                    <a:srgbClr val="CC0000"/>
                  </a:solidFill>
                  <a:latin typeface="Arial"/>
                  <a:cs typeface="Arial"/>
                </a:rPr>
                <a:t>DBAP</a:t>
              </a:r>
              <a:r>
                <a:rPr sz="2000" b="1" spc="-40" dirty="0">
                  <a:solidFill>
                    <a:srgbClr val="CC0000"/>
                  </a:solidFill>
                  <a:latin typeface="Arial"/>
                  <a:cs typeface="Arial"/>
                </a:rPr>
                <a:t> </a:t>
              </a:r>
              <a:r>
                <a:rPr sz="2000" b="1" spc="-50" dirty="0">
                  <a:solidFill>
                    <a:srgbClr val="CC0000"/>
                  </a:solidFill>
                  <a:latin typeface="Arial"/>
                  <a:cs typeface="Arial"/>
                </a:rPr>
                <a:t>1</a:t>
              </a:r>
              <a:endParaRPr sz="2000" dirty="0">
                <a:latin typeface="Arial"/>
                <a:cs typeface="Arial"/>
              </a:endParaRPr>
            </a:p>
          </p:txBody>
        </p:sp>
        <p:sp>
          <p:nvSpPr>
            <p:cNvPr id="89" name="object 88">
              <a:extLst>
                <a:ext uri="{FF2B5EF4-FFF2-40B4-BE49-F238E27FC236}">
                  <a16:creationId xmlns:a16="http://schemas.microsoft.com/office/drawing/2014/main" id="{63D06F9D-3A79-98C9-8C36-5FAC5F3391BD}"/>
                </a:ext>
              </a:extLst>
            </p:cNvPr>
            <p:cNvSpPr txBox="1"/>
            <p:nvPr/>
          </p:nvSpPr>
          <p:spPr>
            <a:xfrm>
              <a:off x="7999863" y="2909308"/>
              <a:ext cx="959485" cy="3302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00" b="1" dirty="0">
                  <a:solidFill>
                    <a:srgbClr val="CC0000"/>
                  </a:solidFill>
                  <a:latin typeface="Arial"/>
                  <a:cs typeface="Arial"/>
                </a:rPr>
                <a:t>DBAP</a:t>
              </a:r>
              <a:r>
                <a:rPr sz="2000" b="1" spc="-40" dirty="0">
                  <a:solidFill>
                    <a:srgbClr val="CC0000"/>
                  </a:solidFill>
                  <a:latin typeface="Arial"/>
                  <a:cs typeface="Arial"/>
                </a:rPr>
                <a:t> </a:t>
              </a:r>
              <a:r>
                <a:rPr sz="2000" b="1" spc="-50" dirty="0">
                  <a:solidFill>
                    <a:srgbClr val="CC0000"/>
                  </a:solidFill>
                  <a:latin typeface="Arial"/>
                  <a:cs typeface="Arial"/>
                </a:rPr>
                <a:t>2</a:t>
              </a:r>
              <a:endParaRPr sz="2000">
                <a:latin typeface="Arial"/>
                <a:cs typeface="Arial"/>
              </a:endParaRPr>
            </a:p>
          </p:txBody>
        </p:sp>
        <p:sp>
          <p:nvSpPr>
            <p:cNvPr id="90" name="object 89">
              <a:extLst>
                <a:ext uri="{FF2B5EF4-FFF2-40B4-BE49-F238E27FC236}">
                  <a16:creationId xmlns:a16="http://schemas.microsoft.com/office/drawing/2014/main" id="{77E3871D-7D10-8906-8065-5A0FF9B7CC48}"/>
                </a:ext>
              </a:extLst>
            </p:cNvPr>
            <p:cNvSpPr txBox="1"/>
            <p:nvPr/>
          </p:nvSpPr>
          <p:spPr>
            <a:xfrm>
              <a:off x="7999863" y="3777982"/>
              <a:ext cx="973455" cy="3302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00" b="1" dirty="0">
                  <a:solidFill>
                    <a:srgbClr val="CC0000"/>
                  </a:solidFill>
                  <a:latin typeface="Arial"/>
                  <a:cs typeface="Arial"/>
                </a:rPr>
                <a:t>DBAP</a:t>
              </a:r>
              <a:r>
                <a:rPr sz="2000" b="1" spc="-40" dirty="0">
                  <a:solidFill>
                    <a:srgbClr val="CC0000"/>
                  </a:solidFill>
                  <a:latin typeface="Arial"/>
                  <a:cs typeface="Arial"/>
                </a:rPr>
                <a:t> </a:t>
              </a:r>
              <a:r>
                <a:rPr sz="2000" b="1" spc="-50" dirty="0">
                  <a:solidFill>
                    <a:srgbClr val="CC0000"/>
                  </a:solidFill>
                  <a:latin typeface="Arial"/>
                  <a:cs typeface="Arial"/>
                </a:rPr>
                <a:t>n</a:t>
              </a:r>
              <a:endParaRPr sz="2000">
                <a:latin typeface="Arial"/>
                <a:cs typeface="Arial"/>
              </a:endParaRPr>
            </a:p>
          </p:txBody>
        </p:sp>
        <p:grpSp>
          <p:nvGrpSpPr>
            <p:cNvPr id="93" name="object 93">
              <a:extLst>
                <a:ext uri="{FF2B5EF4-FFF2-40B4-BE49-F238E27FC236}">
                  <a16:creationId xmlns:a16="http://schemas.microsoft.com/office/drawing/2014/main" id="{8BB2FBD8-4D92-EC35-EAF7-EF8D286CB6C3}"/>
                </a:ext>
              </a:extLst>
            </p:cNvPr>
            <p:cNvGrpSpPr/>
            <p:nvPr/>
          </p:nvGrpSpPr>
          <p:grpSpPr>
            <a:xfrm>
              <a:off x="2967367" y="4156455"/>
              <a:ext cx="6620751" cy="849884"/>
              <a:chOff x="2652407" y="6300215"/>
              <a:chExt cx="6620751" cy="849884"/>
            </a:xfrm>
          </p:grpSpPr>
          <p:sp>
            <p:nvSpPr>
              <p:cNvPr id="94" name="object 94">
                <a:extLst>
                  <a:ext uri="{FF2B5EF4-FFF2-40B4-BE49-F238E27FC236}">
                    <a16:creationId xmlns:a16="http://schemas.microsoft.com/office/drawing/2014/main" id="{3AE78528-2AB4-D851-1303-8A1DAD60583D}"/>
                  </a:ext>
                </a:extLst>
              </p:cNvPr>
              <p:cNvSpPr/>
              <p:nvPr/>
            </p:nvSpPr>
            <p:spPr>
              <a:xfrm>
                <a:off x="3739019" y="6862571"/>
                <a:ext cx="24765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5400">
                    <a:moveTo>
                      <a:pt x="0" y="25146"/>
                    </a:moveTo>
                    <a:lnTo>
                      <a:pt x="247650" y="25146"/>
                    </a:lnTo>
                    <a:lnTo>
                      <a:pt x="247650" y="0"/>
                    </a:lnTo>
                    <a:lnTo>
                      <a:pt x="0" y="0"/>
                    </a:lnTo>
                    <a:lnTo>
                      <a:pt x="0" y="25146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" name="object 95">
                <a:extLst>
                  <a:ext uri="{FF2B5EF4-FFF2-40B4-BE49-F238E27FC236}">
                    <a16:creationId xmlns:a16="http://schemas.microsoft.com/office/drawing/2014/main" id="{72A3844E-BF2B-2653-8DB0-55239A2AF655}"/>
                  </a:ext>
                </a:extLst>
              </p:cNvPr>
              <p:cNvSpPr/>
              <p:nvPr/>
            </p:nvSpPr>
            <p:spPr>
              <a:xfrm>
                <a:off x="3687965" y="6862571"/>
                <a:ext cx="34163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5400">
                    <a:moveTo>
                      <a:pt x="0" y="0"/>
                    </a:moveTo>
                    <a:lnTo>
                      <a:pt x="0" y="25146"/>
                    </a:lnTo>
                    <a:lnTo>
                      <a:pt x="341375" y="25146"/>
                    </a:lnTo>
                    <a:lnTo>
                      <a:pt x="34137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4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6" name="object 96">
                <a:extLst>
                  <a:ext uri="{FF2B5EF4-FFF2-40B4-BE49-F238E27FC236}">
                    <a16:creationId xmlns:a16="http://schemas.microsoft.com/office/drawing/2014/main" id="{BC58349F-01BE-0FEF-2D61-44187C6ABDF4}"/>
                  </a:ext>
                </a:extLst>
              </p:cNvPr>
              <p:cNvSpPr/>
              <p:nvPr/>
            </p:nvSpPr>
            <p:spPr>
              <a:xfrm>
                <a:off x="3986669" y="6846569"/>
                <a:ext cx="333375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86359">
                    <a:moveTo>
                      <a:pt x="332993" y="86105"/>
                    </a:moveTo>
                    <a:lnTo>
                      <a:pt x="332993" y="0"/>
                    </a:lnTo>
                    <a:lnTo>
                      <a:pt x="0" y="0"/>
                    </a:lnTo>
                    <a:lnTo>
                      <a:pt x="0" y="86105"/>
                    </a:lnTo>
                    <a:lnTo>
                      <a:pt x="332993" y="86105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7" name="object 97">
                <a:extLst>
                  <a:ext uri="{FF2B5EF4-FFF2-40B4-BE49-F238E27FC236}">
                    <a16:creationId xmlns:a16="http://schemas.microsoft.com/office/drawing/2014/main" id="{7F0DAAD6-A234-FE80-68A4-7D0922EE44AB}"/>
                  </a:ext>
                </a:extLst>
              </p:cNvPr>
              <p:cNvSpPr/>
              <p:nvPr/>
            </p:nvSpPr>
            <p:spPr>
              <a:xfrm>
                <a:off x="3986669" y="6846569"/>
                <a:ext cx="333375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86359">
                    <a:moveTo>
                      <a:pt x="0" y="0"/>
                    </a:moveTo>
                    <a:lnTo>
                      <a:pt x="0" y="86105"/>
                    </a:lnTo>
                    <a:lnTo>
                      <a:pt x="332993" y="86105"/>
                    </a:lnTo>
                    <a:lnTo>
                      <a:pt x="332993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8" name="object 98">
                <a:extLst>
                  <a:ext uri="{FF2B5EF4-FFF2-40B4-BE49-F238E27FC236}">
                    <a16:creationId xmlns:a16="http://schemas.microsoft.com/office/drawing/2014/main" id="{8919F556-70A4-55A4-C4A5-F4594A30B264}"/>
                  </a:ext>
                </a:extLst>
              </p:cNvPr>
              <p:cNvSpPr/>
              <p:nvPr/>
            </p:nvSpPr>
            <p:spPr>
              <a:xfrm>
                <a:off x="3988193" y="6843534"/>
                <a:ext cx="330200" cy="89535"/>
              </a:xfrm>
              <a:custGeom>
                <a:avLst/>
                <a:gdLst/>
                <a:ahLst/>
                <a:cxnLst/>
                <a:rect l="l" t="t" r="r" b="b"/>
                <a:pathLst>
                  <a:path w="330200" h="89534">
                    <a:moveTo>
                      <a:pt x="48768" y="0"/>
                    </a:moveTo>
                    <a:lnTo>
                      <a:pt x="41148" y="0"/>
                    </a:lnTo>
                    <a:lnTo>
                      <a:pt x="41148" y="22098"/>
                    </a:lnTo>
                    <a:lnTo>
                      <a:pt x="48768" y="22098"/>
                    </a:lnTo>
                    <a:lnTo>
                      <a:pt x="48768" y="0"/>
                    </a:lnTo>
                    <a:close/>
                  </a:path>
                  <a:path w="330200" h="89534">
                    <a:moveTo>
                      <a:pt x="329946" y="61722"/>
                    </a:moveTo>
                    <a:lnTo>
                      <a:pt x="0" y="61722"/>
                    </a:lnTo>
                    <a:lnTo>
                      <a:pt x="0" y="70091"/>
                    </a:lnTo>
                    <a:lnTo>
                      <a:pt x="195072" y="70091"/>
                    </a:lnTo>
                    <a:lnTo>
                      <a:pt x="195072" y="89154"/>
                    </a:lnTo>
                    <a:lnTo>
                      <a:pt x="204216" y="89154"/>
                    </a:lnTo>
                    <a:lnTo>
                      <a:pt x="204216" y="70091"/>
                    </a:lnTo>
                    <a:lnTo>
                      <a:pt x="221742" y="70091"/>
                    </a:lnTo>
                    <a:lnTo>
                      <a:pt x="221742" y="89154"/>
                    </a:lnTo>
                    <a:lnTo>
                      <a:pt x="230111" y="89154"/>
                    </a:lnTo>
                    <a:lnTo>
                      <a:pt x="230111" y="70091"/>
                    </a:lnTo>
                    <a:lnTo>
                      <a:pt x="246126" y="70091"/>
                    </a:lnTo>
                    <a:lnTo>
                      <a:pt x="246126" y="89154"/>
                    </a:lnTo>
                    <a:lnTo>
                      <a:pt x="255270" y="89154"/>
                    </a:lnTo>
                    <a:lnTo>
                      <a:pt x="255270" y="70091"/>
                    </a:lnTo>
                    <a:lnTo>
                      <a:pt x="269748" y="70091"/>
                    </a:lnTo>
                    <a:lnTo>
                      <a:pt x="269748" y="89154"/>
                    </a:lnTo>
                    <a:lnTo>
                      <a:pt x="278892" y="89154"/>
                    </a:lnTo>
                    <a:lnTo>
                      <a:pt x="278892" y="70091"/>
                    </a:lnTo>
                    <a:lnTo>
                      <a:pt x="329946" y="70091"/>
                    </a:lnTo>
                    <a:lnTo>
                      <a:pt x="329946" y="6172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9" name="object 99">
                <a:extLst>
                  <a:ext uri="{FF2B5EF4-FFF2-40B4-BE49-F238E27FC236}">
                    <a16:creationId xmlns:a16="http://schemas.microsoft.com/office/drawing/2014/main" id="{C505C2D5-D2F0-0B70-867B-186BD276B1F2}"/>
                  </a:ext>
                </a:extLst>
              </p:cNvPr>
              <p:cNvSpPr/>
              <p:nvPr/>
            </p:nvSpPr>
            <p:spPr>
              <a:xfrm>
                <a:off x="3356495" y="6816851"/>
                <a:ext cx="382905" cy="86995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6995">
                    <a:moveTo>
                      <a:pt x="382524" y="86868"/>
                    </a:moveTo>
                    <a:lnTo>
                      <a:pt x="382524" y="0"/>
                    </a:lnTo>
                    <a:lnTo>
                      <a:pt x="0" y="0"/>
                    </a:lnTo>
                    <a:lnTo>
                      <a:pt x="0" y="86868"/>
                    </a:lnTo>
                    <a:lnTo>
                      <a:pt x="382524" y="8686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" name="object 100">
                <a:extLst>
                  <a:ext uri="{FF2B5EF4-FFF2-40B4-BE49-F238E27FC236}">
                    <a16:creationId xmlns:a16="http://schemas.microsoft.com/office/drawing/2014/main" id="{B84F7019-AF53-1FA6-9F75-968A8B65A2B8}"/>
                  </a:ext>
                </a:extLst>
              </p:cNvPr>
              <p:cNvSpPr/>
              <p:nvPr/>
            </p:nvSpPr>
            <p:spPr>
              <a:xfrm>
                <a:off x="3355733" y="6816089"/>
                <a:ext cx="38354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383539" h="87629">
                    <a:moveTo>
                      <a:pt x="0" y="0"/>
                    </a:moveTo>
                    <a:lnTo>
                      <a:pt x="0" y="87629"/>
                    </a:lnTo>
                    <a:lnTo>
                      <a:pt x="383286" y="87629"/>
                    </a:lnTo>
                    <a:lnTo>
                      <a:pt x="383286" y="0"/>
                    </a:lnTo>
                    <a:lnTo>
                      <a:pt x="0" y="0"/>
                    </a:lnTo>
                    <a:close/>
                  </a:path>
                  <a:path w="383539" h="87629">
                    <a:moveTo>
                      <a:pt x="36575" y="55625"/>
                    </a:moveTo>
                    <a:lnTo>
                      <a:pt x="36575" y="87629"/>
                    </a:lnTo>
                    <a:lnTo>
                      <a:pt x="345186" y="87629"/>
                    </a:lnTo>
                    <a:lnTo>
                      <a:pt x="345186" y="55625"/>
                    </a:lnTo>
                    <a:lnTo>
                      <a:pt x="36575" y="55625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" name="object 101">
                <a:extLst>
                  <a:ext uri="{FF2B5EF4-FFF2-40B4-BE49-F238E27FC236}">
                    <a16:creationId xmlns:a16="http://schemas.microsoft.com/office/drawing/2014/main" id="{0A55D3D7-9CDD-7ACF-B9A5-21D484348481}"/>
                  </a:ext>
                </a:extLst>
              </p:cNvPr>
              <p:cNvSpPr/>
              <p:nvPr/>
            </p:nvSpPr>
            <p:spPr>
              <a:xfrm>
                <a:off x="3340493" y="6727697"/>
                <a:ext cx="42100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421004" h="88900">
                    <a:moveTo>
                      <a:pt x="420623" y="71627"/>
                    </a:moveTo>
                    <a:lnTo>
                      <a:pt x="420623" y="0"/>
                    </a:lnTo>
                    <a:lnTo>
                      <a:pt x="0" y="0"/>
                    </a:lnTo>
                    <a:lnTo>
                      <a:pt x="0" y="71627"/>
                    </a:lnTo>
                    <a:lnTo>
                      <a:pt x="17526" y="88391"/>
                    </a:lnTo>
                    <a:lnTo>
                      <a:pt x="395478" y="88391"/>
                    </a:lnTo>
                    <a:lnTo>
                      <a:pt x="420623" y="7162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" name="object 102">
                <a:extLst>
                  <a:ext uri="{FF2B5EF4-FFF2-40B4-BE49-F238E27FC236}">
                    <a16:creationId xmlns:a16="http://schemas.microsoft.com/office/drawing/2014/main" id="{4FB94F4B-AD41-7E8E-0829-557FA7EE5A90}"/>
                  </a:ext>
                </a:extLst>
              </p:cNvPr>
              <p:cNvSpPr/>
              <p:nvPr/>
            </p:nvSpPr>
            <p:spPr>
              <a:xfrm>
                <a:off x="3340493" y="6727697"/>
                <a:ext cx="42100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421004" h="88900">
                    <a:moveTo>
                      <a:pt x="0" y="71627"/>
                    </a:moveTo>
                    <a:lnTo>
                      <a:pt x="17526" y="88391"/>
                    </a:lnTo>
                    <a:lnTo>
                      <a:pt x="395478" y="88391"/>
                    </a:lnTo>
                    <a:lnTo>
                      <a:pt x="420623" y="71627"/>
                    </a:lnTo>
                    <a:lnTo>
                      <a:pt x="420623" y="0"/>
                    </a:lnTo>
                    <a:lnTo>
                      <a:pt x="0" y="0"/>
                    </a:lnTo>
                    <a:lnTo>
                      <a:pt x="0" y="71627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" name="object 103">
                <a:extLst>
                  <a:ext uri="{FF2B5EF4-FFF2-40B4-BE49-F238E27FC236}">
                    <a16:creationId xmlns:a16="http://schemas.microsoft.com/office/drawing/2014/main" id="{3C88187E-31F9-6689-ACA4-D2F6EC3ADAC2}"/>
                  </a:ext>
                </a:extLst>
              </p:cNvPr>
              <p:cNvSpPr/>
              <p:nvPr/>
            </p:nvSpPr>
            <p:spPr>
              <a:xfrm>
                <a:off x="3332111" y="6862571"/>
                <a:ext cx="26034" cy="16510"/>
              </a:xfrm>
              <a:custGeom>
                <a:avLst/>
                <a:gdLst/>
                <a:ahLst/>
                <a:cxnLst/>
                <a:rect l="l" t="t" r="r" b="b"/>
                <a:pathLst>
                  <a:path w="26035" h="16509">
                    <a:moveTo>
                      <a:pt x="25908" y="16001"/>
                    </a:moveTo>
                    <a:lnTo>
                      <a:pt x="25908" y="0"/>
                    </a:lnTo>
                    <a:lnTo>
                      <a:pt x="0" y="0"/>
                    </a:lnTo>
                    <a:lnTo>
                      <a:pt x="0" y="16001"/>
                    </a:lnTo>
                    <a:lnTo>
                      <a:pt x="25908" y="160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" name="object 104">
                <a:extLst>
                  <a:ext uri="{FF2B5EF4-FFF2-40B4-BE49-F238E27FC236}">
                    <a16:creationId xmlns:a16="http://schemas.microsoft.com/office/drawing/2014/main" id="{32F1BCE5-A976-4946-4907-EB75A7AA02B4}"/>
                  </a:ext>
                </a:extLst>
              </p:cNvPr>
              <p:cNvSpPr/>
              <p:nvPr/>
            </p:nvSpPr>
            <p:spPr>
              <a:xfrm>
                <a:off x="3332111" y="6862571"/>
                <a:ext cx="26034" cy="16510"/>
              </a:xfrm>
              <a:custGeom>
                <a:avLst/>
                <a:gdLst/>
                <a:ahLst/>
                <a:cxnLst/>
                <a:rect l="l" t="t" r="r" b="b"/>
                <a:pathLst>
                  <a:path w="26035" h="16509">
                    <a:moveTo>
                      <a:pt x="0" y="0"/>
                    </a:moveTo>
                    <a:lnTo>
                      <a:pt x="0" y="16001"/>
                    </a:lnTo>
                    <a:lnTo>
                      <a:pt x="25908" y="16001"/>
                    </a:lnTo>
                    <a:lnTo>
                      <a:pt x="259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" name="object 105">
                <a:extLst>
                  <a:ext uri="{FF2B5EF4-FFF2-40B4-BE49-F238E27FC236}">
                    <a16:creationId xmlns:a16="http://schemas.microsoft.com/office/drawing/2014/main" id="{68E9B916-3CFC-6060-FD75-5CD94D342DE3}"/>
                  </a:ext>
                </a:extLst>
              </p:cNvPr>
              <p:cNvSpPr/>
              <p:nvPr/>
            </p:nvSpPr>
            <p:spPr>
              <a:xfrm>
                <a:off x="3340493" y="6742175"/>
                <a:ext cx="424180" cy="1905"/>
              </a:xfrm>
              <a:custGeom>
                <a:avLst/>
                <a:gdLst/>
                <a:ahLst/>
                <a:cxnLst/>
                <a:rect l="l" t="t" r="r" b="b"/>
                <a:pathLst>
                  <a:path w="424179" h="1904">
                    <a:moveTo>
                      <a:pt x="0" y="0"/>
                    </a:moveTo>
                    <a:lnTo>
                      <a:pt x="423672" y="1523"/>
                    </a:lnTo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6" name="object 106">
                <a:extLst>
                  <a:ext uri="{FF2B5EF4-FFF2-40B4-BE49-F238E27FC236}">
                    <a16:creationId xmlns:a16="http://schemas.microsoft.com/office/drawing/2014/main" id="{749FE750-309A-87DE-8796-F2D5D7DCD387}"/>
                  </a:ext>
                </a:extLst>
              </p:cNvPr>
              <p:cNvSpPr/>
              <p:nvPr/>
            </p:nvSpPr>
            <p:spPr>
              <a:xfrm>
                <a:off x="3446411" y="6719315"/>
                <a:ext cx="30480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0159">
                    <a:moveTo>
                      <a:pt x="304800" y="9906"/>
                    </a:moveTo>
                    <a:lnTo>
                      <a:pt x="304800" y="0"/>
                    </a:lnTo>
                    <a:lnTo>
                      <a:pt x="0" y="0"/>
                    </a:lnTo>
                    <a:lnTo>
                      <a:pt x="0" y="9906"/>
                    </a:lnTo>
                    <a:lnTo>
                      <a:pt x="304800" y="99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7" name="object 107">
                <a:extLst>
                  <a:ext uri="{FF2B5EF4-FFF2-40B4-BE49-F238E27FC236}">
                    <a16:creationId xmlns:a16="http://schemas.microsoft.com/office/drawing/2014/main" id="{F97C609E-66E4-BD94-4C21-06BA388C10E0}"/>
                  </a:ext>
                </a:extLst>
              </p:cNvPr>
              <p:cNvSpPr/>
              <p:nvPr/>
            </p:nvSpPr>
            <p:spPr>
              <a:xfrm>
                <a:off x="3446411" y="6719315"/>
                <a:ext cx="30480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0159">
                    <a:moveTo>
                      <a:pt x="0" y="0"/>
                    </a:moveTo>
                    <a:lnTo>
                      <a:pt x="0" y="9906"/>
                    </a:lnTo>
                    <a:lnTo>
                      <a:pt x="304800" y="9906"/>
                    </a:lnTo>
                    <a:lnTo>
                      <a:pt x="30480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8" name="object 108">
                <a:extLst>
                  <a:ext uri="{FF2B5EF4-FFF2-40B4-BE49-F238E27FC236}">
                    <a16:creationId xmlns:a16="http://schemas.microsoft.com/office/drawing/2014/main" id="{B5827A1C-552C-C067-177B-C381EA9D4287}"/>
                  </a:ext>
                </a:extLst>
              </p:cNvPr>
              <p:cNvSpPr/>
              <p:nvPr/>
            </p:nvSpPr>
            <p:spPr>
              <a:xfrm>
                <a:off x="3735209" y="6830567"/>
                <a:ext cx="83185" cy="29209"/>
              </a:xfrm>
              <a:custGeom>
                <a:avLst/>
                <a:gdLst/>
                <a:ahLst/>
                <a:cxnLst/>
                <a:rect l="l" t="t" r="r" b="b"/>
                <a:pathLst>
                  <a:path w="83185" h="29209">
                    <a:moveTo>
                      <a:pt x="83058" y="10667"/>
                    </a:moveTo>
                    <a:lnTo>
                      <a:pt x="83058" y="0"/>
                    </a:lnTo>
                    <a:lnTo>
                      <a:pt x="0" y="17525"/>
                    </a:lnTo>
                    <a:lnTo>
                      <a:pt x="0" y="28955"/>
                    </a:lnTo>
                    <a:lnTo>
                      <a:pt x="83058" y="1066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9" name="object 109">
                <a:extLst>
                  <a:ext uri="{FF2B5EF4-FFF2-40B4-BE49-F238E27FC236}">
                    <a16:creationId xmlns:a16="http://schemas.microsoft.com/office/drawing/2014/main" id="{AD9A9C14-A158-374C-D782-DAB48F52F4A0}"/>
                  </a:ext>
                </a:extLst>
              </p:cNvPr>
              <p:cNvSpPr/>
              <p:nvPr/>
            </p:nvSpPr>
            <p:spPr>
              <a:xfrm>
                <a:off x="3735209" y="6830567"/>
                <a:ext cx="83185" cy="29209"/>
              </a:xfrm>
              <a:custGeom>
                <a:avLst/>
                <a:gdLst/>
                <a:ahLst/>
                <a:cxnLst/>
                <a:rect l="l" t="t" r="r" b="b"/>
                <a:pathLst>
                  <a:path w="83185" h="29209">
                    <a:moveTo>
                      <a:pt x="0" y="17525"/>
                    </a:moveTo>
                    <a:lnTo>
                      <a:pt x="83058" y="0"/>
                    </a:lnTo>
                    <a:lnTo>
                      <a:pt x="83058" y="10667"/>
                    </a:lnTo>
                    <a:lnTo>
                      <a:pt x="0" y="28955"/>
                    </a:lnTo>
                    <a:lnTo>
                      <a:pt x="0" y="17525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0" name="object 110">
                <a:extLst>
                  <a:ext uri="{FF2B5EF4-FFF2-40B4-BE49-F238E27FC236}">
                    <a16:creationId xmlns:a16="http://schemas.microsoft.com/office/drawing/2014/main" id="{A7584111-BF7F-D7AD-63F8-45C8A8D298B8}"/>
                  </a:ext>
                </a:extLst>
              </p:cNvPr>
              <p:cNvSpPr/>
              <p:nvPr/>
            </p:nvSpPr>
            <p:spPr>
              <a:xfrm>
                <a:off x="3378593" y="6754367"/>
                <a:ext cx="2413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4129" h="19050">
                    <a:moveTo>
                      <a:pt x="23622" y="19050"/>
                    </a:moveTo>
                    <a:lnTo>
                      <a:pt x="23622" y="0"/>
                    </a:lnTo>
                    <a:lnTo>
                      <a:pt x="0" y="0"/>
                    </a:lnTo>
                    <a:lnTo>
                      <a:pt x="0" y="19050"/>
                    </a:lnTo>
                    <a:lnTo>
                      <a:pt x="23622" y="190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1" name="object 111">
                <a:extLst>
                  <a:ext uri="{FF2B5EF4-FFF2-40B4-BE49-F238E27FC236}">
                    <a16:creationId xmlns:a16="http://schemas.microsoft.com/office/drawing/2014/main" id="{DDB5DD59-E837-6FA4-B180-743F7AAD6A15}"/>
                  </a:ext>
                </a:extLst>
              </p:cNvPr>
              <p:cNvSpPr/>
              <p:nvPr/>
            </p:nvSpPr>
            <p:spPr>
              <a:xfrm>
                <a:off x="3378593" y="6754367"/>
                <a:ext cx="2413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4129" h="19050">
                    <a:moveTo>
                      <a:pt x="0" y="0"/>
                    </a:moveTo>
                    <a:lnTo>
                      <a:pt x="0" y="19050"/>
                    </a:lnTo>
                    <a:lnTo>
                      <a:pt x="23622" y="19050"/>
                    </a:lnTo>
                    <a:lnTo>
                      <a:pt x="23622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2" name="object 112">
                <a:extLst>
                  <a:ext uri="{FF2B5EF4-FFF2-40B4-BE49-F238E27FC236}">
                    <a16:creationId xmlns:a16="http://schemas.microsoft.com/office/drawing/2014/main" id="{FAF7E370-AD52-910B-7561-B3D545E35249}"/>
                  </a:ext>
                </a:extLst>
              </p:cNvPr>
              <p:cNvSpPr/>
              <p:nvPr/>
            </p:nvSpPr>
            <p:spPr>
              <a:xfrm>
                <a:off x="3377069" y="6754367"/>
                <a:ext cx="254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9050">
                    <a:moveTo>
                      <a:pt x="25146" y="0"/>
                    </a:moveTo>
                    <a:lnTo>
                      <a:pt x="0" y="0"/>
                    </a:lnTo>
                    <a:lnTo>
                      <a:pt x="0" y="19049"/>
                    </a:lnTo>
                    <a:lnTo>
                      <a:pt x="3048" y="19049"/>
                    </a:lnTo>
                    <a:lnTo>
                      <a:pt x="3048" y="3809"/>
                    </a:lnTo>
                    <a:lnTo>
                      <a:pt x="24384" y="3809"/>
                    </a:lnTo>
                    <a:lnTo>
                      <a:pt x="2514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13" name="object 113">
                <a:extLst>
                  <a:ext uri="{FF2B5EF4-FFF2-40B4-BE49-F238E27FC236}">
                    <a16:creationId xmlns:a16="http://schemas.microsoft.com/office/drawing/2014/main" id="{2A0948BA-6F16-942C-93A3-230FED00E282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093697" y="6719157"/>
                <a:ext cx="236537" cy="100901"/>
              </a:xfrm>
              <a:prstGeom prst="rect">
                <a:avLst/>
              </a:prstGeom>
            </p:spPr>
          </p:pic>
          <p:sp>
            <p:nvSpPr>
              <p:cNvPr id="114" name="object 114">
                <a:extLst>
                  <a:ext uri="{FF2B5EF4-FFF2-40B4-BE49-F238E27FC236}">
                    <a16:creationId xmlns:a16="http://schemas.microsoft.com/office/drawing/2014/main" id="{9589026B-0E0B-43A3-62DF-268FFED378E0}"/>
                  </a:ext>
                </a:extLst>
              </p:cNvPr>
              <p:cNvSpPr/>
              <p:nvPr/>
            </p:nvSpPr>
            <p:spPr>
              <a:xfrm>
                <a:off x="4470539" y="6827519"/>
                <a:ext cx="83058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830579" h="132079">
                    <a:moveTo>
                      <a:pt x="830580" y="125729"/>
                    </a:moveTo>
                    <a:lnTo>
                      <a:pt x="829818" y="119633"/>
                    </a:lnTo>
                    <a:lnTo>
                      <a:pt x="729996" y="0"/>
                    </a:lnTo>
                    <a:lnTo>
                      <a:pt x="102870" y="0"/>
                    </a:lnTo>
                    <a:lnTo>
                      <a:pt x="1524" y="117348"/>
                    </a:lnTo>
                    <a:lnTo>
                      <a:pt x="0" y="124205"/>
                    </a:lnTo>
                    <a:lnTo>
                      <a:pt x="3048" y="129539"/>
                    </a:lnTo>
                    <a:lnTo>
                      <a:pt x="12192" y="131826"/>
                    </a:lnTo>
                    <a:lnTo>
                      <a:pt x="820674" y="131825"/>
                    </a:lnTo>
                    <a:lnTo>
                      <a:pt x="826770" y="130301"/>
                    </a:lnTo>
                    <a:lnTo>
                      <a:pt x="830580" y="12572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5" name="object 115">
                <a:extLst>
                  <a:ext uri="{FF2B5EF4-FFF2-40B4-BE49-F238E27FC236}">
                    <a16:creationId xmlns:a16="http://schemas.microsoft.com/office/drawing/2014/main" id="{76F6CB80-E838-29C3-8F59-3BE307C9769C}"/>
                  </a:ext>
                </a:extLst>
              </p:cNvPr>
              <p:cNvSpPr/>
              <p:nvPr/>
            </p:nvSpPr>
            <p:spPr>
              <a:xfrm>
                <a:off x="4470539" y="6827519"/>
                <a:ext cx="83058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830579" h="132079">
                    <a:moveTo>
                      <a:pt x="102870" y="0"/>
                    </a:moveTo>
                    <a:lnTo>
                      <a:pt x="729996" y="0"/>
                    </a:lnTo>
                    <a:lnTo>
                      <a:pt x="829818" y="119633"/>
                    </a:lnTo>
                    <a:lnTo>
                      <a:pt x="830580" y="125729"/>
                    </a:lnTo>
                    <a:lnTo>
                      <a:pt x="826770" y="130301"/>
                    </a:lnTo>
                    <a:lnTo>
                      <a:pt x="820674" y="131825"/>
                    </a:lnTo>
                    <a:lnTo>
                      <a:pt x="12192" y="131826"/>
                    </a:lnTo>
                    <a:lnTo>
                      <a:pt x="3048" y="129539"/>
                    </a:lnTo>
                    <a:lnTo>
                      <a:pt x="0" y="124205"/>
                    </a:lnTo>
                    <a:lnTo>
                      <a:pt x="1524" y="117348"/>
                    </a:lnTo>
                    <a:lnTo>
                      <a:pt x="10287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6" name="object 116">
                <a:extLst>
                  <a:ext uri="{FF2B5EF4-FFF2-40B4-BE49-F238E27FC236}">
                    <a16:creationId xmlns:a16="http://schemas.microsoft.com/office/drawing/2014/main" id="{8AF4FA25-E6B5-6F89-20E6-03F680032247}"/>
                  </a:ext>
                </a:extLst>
              </p:cNvPr>
              <p:cNvSpPr/>
              <p:nvPr/>
            </p:nvSpPr>
            <p:spPr>
              <a:xfrm>
                <a:off x="4517783" y="6857999"/>
                <a:ext cx="55118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551179" h="82550">
                    <a:moveTo>
                      <a:pt x="550926" y="82295"/>
                    </a:moveTo>
                    <a:lnTo>
                      <a:pt x="525780" y="0"/>
                    </a:lnTo>
                    <a:lnTo>
                      <a:pt x="74675" y="0"/>
                    </a:lnTo>
                    <a:lnTo>
                      <a:pt x="0" y="82296"/>
                    </a:lnTo>
                    <a:lnTo>
                      <a:pt x="550926" y="8229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7" name="object 117">
                <a:extLst>
                  <a:ext uri="{FF2B5EF4-FFF2-40B4-BE49-F238E27FC236}">
                    <a16:creationId xmlns:a16="http://schemas.microsoft.com/office/drawing/2014/main" id="{FCA5F003-FFE6-402E-1977-24BF1F3BE7CB}"/>
                  </a:ext>
                </a:extLst>
              </p:cNvPr>
              <p:cNvSpPr/>
              <p:nvPr/>
            </p:nvSpPr>
            <p:spPr>
              <a:xfrm>
                <a:off x="4517783" y="6857999"/>
                <a:ext cx="55118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551179" h="82550">
                    <a:moveTo>
                      <a:pt x="74675" y="0"/>
                    </a:moveTo>
                    <a:lnTo>
                      <a:pt x="525780" y="0"/>
                    </a:lnTo>
                    <a:lnTo>
                      <a:pt x="550926" y="82295"/>
                    </a:lnTo>
                    <a:lnTo>
                      <a:pt x="0" y="82296"/>
                    </a:lnTo>
                    <a:lnTo>
                      <a:pt x="74675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18" name="object 118">
                <a:extLst>
                  <a:ext uri="{FF2B5EF4-FFF2-40B4-BE49-F238E27FC236}">
                    <a16:creationId xmlns:a16="http://schemas.microsoft.com/office/drawing/2014/main" id="{49677836-E14D-17D9-7A6A-33A3BDEC0CA1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083124" y="6856412"/>
                <a:ext cx="171576" cy="85471"/>
              </a:xfrm>
              <a:prstGeom prst="rect">
                <a:avLst/>
              </a:prstGeom>
            </p:spPr>
          </p:pic>
          <p:sp>
            <p:nvSpPr>
              <p:cNvPr id="119" name="object 119">
                <a:extLst>
                  <a:ext uri="{FF2B5EF4-FFF2-40B4-BE49-F238E27FC236}">
                    <a16:creationId xmlns:a16="http://schemas.microsoft.com/office/drawing/2014/main" id="{B469DEDB-16F6-C819-A471-5A93B23B173A}"/>
                  </a:ext>
                </a:extLst>
              </p:cNvPr>
              <p:cNvSpPr/>
              <p:nvPr/>
            </p:nvSpPr>
            <p:spPr>
              <a:xfrm>
                <a:off x="4661039" y="6506717"/>
                <a:ext cx="449580" cy="318135"/>
              </a:xfrm>
              <a:custGeom>
                <a:avLst/>
                <a:gdLst/>
                <a:ahLst/>
                <a:cxnLst/>
                <a:rect l="l" t="t" r="r" b="b"/>
                <a:pathLst>
                  <a:path w="449579" h="318134">
                    <a:moveTo>
                      <a:pt x="449579" y="317753"/>
                    </a:moveTo>
                    <a:lnTo>
                      <a:pt x="449579" y="0"/>
                    </a:lnTo>
                    <a:lnTo>
                      <a:pt x="0" y="0"/>
                    </a:lnTo>
                    <a:lnTo>
                      <a:pt x="0" y="317753"/>
                    </a:lnTo>
                    <a:lnTo>
                      <a:pt x="449579" y="31775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0" name="object 120">
                <a:extLst>
                  <a:ext uri="{FF2B5EF4-FFF2-40B4-BE49-F238E27FC236}">
                    <a16:creationId xmlns:a16="http://schemas.microsoft.com/office/drawing/2014/main" id="{15E7AB8F-B240-9999-6874-80AB25C40EF3}"/>
                  </a:ext>
                </a:extLst>
              </p:cNvPr>
              <p:cNvSpPr/>
              <p:nvPr/>
            </p:nvSpPr>
            <p:spPr>
              <a:xfrm>
                <a:off x="4661039" y="6506717"/>
                <a:ext cx="449580" cy="318135"/>
              </a:xfrm>
              <a:custGeom>
                <a:avLst/>
                <a:gdLst/>
                <a:ahLst/>
                <a:cxnLst/>
                <a:rect l="l" t="t" r="r" b="b"/>
                <a:pathLst>
                  <a:path w="449579" h="318134">
                    <a:moveTo>
                      <a:pt x="0" y="0"/>
                    </a:moveTo>
                    <a:lnTo>
                      <a:pt x="0" y="317753"/>
                    </a:lnTo>
                    <a:lnTo>
                      <a:pt x="449579" y="317753"/>
                    </a:lnTo>
                    <a:lnTo>
                      <a:pt x="449579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1" name="object 121">
                <a:extLst>
                  <a:ext uri="{FF2B5EF4-FFF2-40B4-BE49-F238E27FC236}">
                    <a16:creationId xmlns:a16="http://schemas.microsoft.com/office/drawing/2014/main" id="{70D70E22-6D93-A6CA-87E8-1F4F1B901D73}"/>
                  </a:ext>
                </a:extLst>
              </p:cNvPr>
              <p:cNvSpPr/>
              <p:nvPr/>
            </p:nvSpPr>
            <p:spPr>
              <a:xfrm>
                <a:off x="4721237" y="6553199"/>
                <a:ext cx="328930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328929" h="214629">
                    <a:moveTo>
                      <a:pt x="328422" y="214122"/>
                    </a:moveTo>
                    <a:lnTo>
                      <a:pt x="328422" y="0"/>
                    </a:lnTo>
                    <a:lnTo>
                      <a:pt x="0" y="0"/>
                    </a:lnTo>
                    <a:lnTo>
                      <a:pt x="0" y="214122"/>
                    </a:lnTo>
                    <a:lnTo>
                      <a:pt x="328422" y="214122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2" name="object 122">
                <a:extLst>
                  <a:ext uri="{FF2B5EF4-FFF2-40B4-BE49-F238E27FC236}">
                    <a16:creationId xmlns:a16="http://schemas.microsoft.com/office/drawing/2014/main" id="{8DA759C7-ED57-A532-6980-B0F5FAFC420B}"/>
                  </a:ext>
                </a:extLst>
              </p:cNvPr>
              <p:cNvSpPr/>
              <p:nvPr/>
            </p:nvSpPr>
            <p:spPr>
              <a:xfrm>
                <a:off x="4721237" y="6553199"/>
                <a:ext cx="328930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328929" h="214629">
                    <a:moveTo>
                      <a:pt x="0" y="0"/>
                    </a:moveTo>
                    <a:lnTo>
                      <a:pt x="0" y="214122"/>
                    </a:lnTo>
                    <a:lnTo>
                      <a:pt x="328422" y="214122"/>
                    </a:lnTo>
                    <a:lnTo>
                      <a:pt x="328422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3" name="object 123">
                <a:extLst>
                  <a:ext uri="{FF2B5EF4-FFF2-40B4-BE49-F238E27FC236}">
                    <a16:creationId xmlns:a16="http://schemas.microsoft.com/office/drawing/2014/main" id="{7E30D10F-BA12-3C72-F25E-26EFC5F0AE8C}"/>
                  </a:ext>
                </a:extLst>
              </p:cNvPr>
              <p:cNvSpPr/>
              <p:nvPr/>
            </p:nvSpPr>
            <p:spPr>
              <a:xfrm>
                <a:off x="5008511" y="6789419"/>
                <a:ext cx="412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19050">
                    <a:moveTo>
                      <a:pt x="41148" y="19050"/>
                    </a:moveTo>
                    <a:lnTo>
                      <a:pt x="41148" y="0"/>
                    </a:lnTo>
                    <a:lnTo>
                      <a:pt x="0" y="0"/>
                    </a:lnTo>
                    <a:lnTo>
                      <a:pt x="0" y="19050"/>
                    </a:lnTo>
                    <a:lnTo>
                      <a:pt x="41148" y="190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4" name="object 124">
                <a:extLst>
                  <a:ext uri="{FF2B5EF4-FFF2-40B4-BE49-F238E27FC236}">
                    <a16:creationId xmlns:a16="http://schemas.microsoft.com/office/drawing/2014/main" id="{0668E826-DB28-5852-6C32-218B38A88913}"/>
                  </a:ext>
                </a:extLst>
              </p:cNvPr>
              <p:cNvSpPr/>
              <p:nvPr/>
            </p:nvSpPr>
            <p:spPr>
              <a:xfrm>
                <a:off x="5307215" y="6300215"/>
                <a:ext cx="231775" cy="628650"/>
              </a:xfrm>
              <a:custGeom>
                <a:avLst/>
                <a:gdLst/>
                <a:ahLst/>
                <a:cxnLst/>
                <a:rect l="l" t="t" r="r" b="b"/>
                <a:pathLst>
                  <a:path w="231775" h="628650">
                    <a:moveTo>
                      <a:pt x="231648" y="628649"/>
                    </a:moveTo>
                    <a:lnTo>
                      <a:pt x="231648" y="0"/>
                    </a:lnTo>
                    <a:lnTo>
                      <a:pt x="0" y="0"/>
                    </a:lnTo>
                    <a:lnTo>
                      <a:pt x="0" y="628649"/>
                    </a:lnTo>
                    <a:lnTo>
                      <a:pt x="231648" y="62864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5" name="object 125">
                <a:extLst>
                  <a:ext uri="{FF2B5EF4-FFF2-40B4-BE49-F238E27FC236}">
                    <a16:creationId xmlns:a16="http://schemas.microsoft.com/office/drawing/2014/main" id="{AC97EE3F-9227-1BFE-241E-731D0436B6B3}"/>
                  </a:ext>
                </a:extLst>
              </p:cNvPr>
              <p:cNvSpPr/>
              <p:nvPr/>
            </p:nvSpPr>
            <p:spPr>
              <a:xfrm>
                <a:off x="5307215" y="6300215"/>
                <a:ext cx="231775" cy="628650"/>
              </a:xfrm>
              <a:custGeom>
                <a:avLst/>
                <a:gdLst/>
                <a:ahLst/>
                <a:cxnLst/>
                <a:rect l="l" t="t" r="r" b="b"/>
                <a:pathLst>
                  <a:path w="231775" h="628650">
                    <a:moveTo>
                      <a:pt x="0" y="0"/>
                    </a:moveTo>
                    <a:lnTo>
                      <a:pt x="0" y="628649"/>
                    </a:lnTo>
                    <a:lnTo>
                      <a:pt x="231648" y="628649"/>
                    </a:lnTo>
                    <a:lnTo>
                      <a:pt x="231648" y="0"/>
                    </a:lnTo>
                    <a:lnTo>
                      <a:pt x="0" y="0"/>
                    </a:lnTo>
                    <a:close/>
                  </a:path>
                  <a:path w="231775" h="628650">
                    <a:moveTo>
                      <a:pt x="60197" y="57150"/>
                    </a:moveTo>
                    <a:lnTo>
                      <a:pt x="60197" y="233934"/>
                    </a:lnTo>
                    <a:lnTo>
                      <a:pt x="199643" y="233934"/>
                    </a:lnTo>
                    <a:lnTo>
                      <a:pt x="199643" y="57150"/>
                    </a:lnTo>
                    <a:lnTo>
                      <a:pt x="60197" y="5715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6" name="object 126">
                <a:extLst>
                  <a:ext uri="{FF2B5EF4-FFF2-40B4-BE49-F238E27FC236}">
                    <a16:creationId xmlns:a16="http://schemas.microsoft.com/office/drawing/2014/main" id="{18A512FF-2039-8297-4431-73F892D4EA15}"/>
                  </a:ext>
                </a:extLst>
              </p:cNvPr>
              <p:cNvSpPr/>
              <p:nvPr/>
            </p:nvSpPr>
            <p:spPr>
              <a:xfrm>
                <a:off x="5503811" y="6534149"/>
                <a:ext cx="6985" cy="394970"/>
              </a:xfrm>
              <a:custGeom>
                <a:avLst/>
                <a:gdLst/>
                <a:ahLst/>
                <a:cxnLst/>
                <a:rect l="l" t="t" r="r" b="b"/>
                <a:pathLst>
                  <a:path w="6985" h="394970">
                    <a:moveTo>
                      <a:pt x="6858" y="394716"/>
                    </a:moveTo>
                    <a:lnTo>
                      <a:pt x="6858" y="0"/>
                    </a:lnTo>
                    <a:lnTo>
                      <a:pt x="0" y="0"/>
                    </a:lnTo>
                    <a:lnTo>
                      <a:pt x="0" y="394716"/>
                    </a:lnTo>
                    <a:lnTo>
                      <a:pt x="6858" y="3947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7" name="object 127">
                <a:extLst>
                  <a:ext uri="{FF2B5EF4-FFF2-40B4-BE49-F238E27FC236}">
                    <a16:creationId xmlns:a16="http://schemas.microsoft.com/office/drawing/2014/main" id="{E4AF338B-F819-0E69-EB32-FADAA8692C39}"/>
                  </a:ext>
                </a:extLst>
              </p:cNvPr>
              <p:cNvSpPr/>
              <p:nvPr/>
            </p:nvSpPr>
            <p:spPr>
              <a:xfrm>
                <a:off x="5383415" y="6405371"/>
                <a:ext cx="41275" cy="83820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83820">
                    <a:moveTo>
                      <a:pt x="41148" y="83820"/>
                    </a:moveTo>
                    <a:lnTo>
                      <a:pt x="41148" y="0"/>
                    </a:lnTo>
                    <a:lnTo>
                      <a:pt x="0" y="0"/>
                    </a:lnTo>
                    <a:lnTo>
                      <a:pt x="0" y="83820"/>
                    </a:lnTo>
                    <a:lnTo>
                      <a:pt x="41148" y="83820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8" name="object 128">
                <a:extLst>
                  <a:ext uri="{FF2B5EF4-FFF2-40B4-BE49-F238E27FC236}">
                    <a16:creationId xmlns:a16="http://schemas.microsoft.com/office/drawing/2014/main" id="{6BA56251-6092-3AEB-4408-66458DF98BC8}"/>
                  </a:ext>
                </a:extLst>
              </p:cNvPr>
              <p:cNvSpPr/>
              <p:nvPr/>
            </p:nvSpPr>
            <p:spPr>
              <a:xfrm>
                <a:off x="5399417" y="6357365"/>
                <a:ext cx="9525" cy="18034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0340">
                    <a:moveTo>
                      <a:pt x="9144" y="179832"/>
                    </a:moveTo>
                    <a:lnTo>
                      <a:pt x="9144" y="0"/>
                    </a:lnTo>
                    <a:lnTo>
                      <a:pt x="0" y="0"/>
                    </a:lnTo>
                    <a:lnTo>
                      <a:pt x="0" y="179832"/>
                    </a:lnTo>
                    <a:lnTo>
                      <a:pt x="9144" y="17983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9" name="object 129">
                <a:extLst>
                  <a:ext uri="{FF2B5EF4-FFF2-40B4-BE49-F238E27FC236}">
                    <a16:creationId xmlns:a16="http://schemas.microsoft.com/office/drawing/2014/main" id="{29FABB42-7DBF-E91A-097B-795690D33CC1}"/>
                  </a:ext>
                </a:extLst>
              </p:cNvPr>
              <p:cNvSpPr/>
              <p:nvPr/>
            </p:nvSpPr>
            <p:spPr>
              <a:xfrm>
                <a:off x="5478665" y="6390906"/>
                <a:ext cx="25400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13029">
                    <a:moveTo>
                      <a:pt x="25146" y="71628"/>
                    </a:moveTo>
                    <a:lnTo>
                      <a:pt x="0" y="71628"/>
                    </a:lnTo>
                    <a:lnTo>
                      <a:pt x="0" y="112776"/>
                    </a:lnTo>
                    <a:lnTo>
                      <a:pt x="25146" y="112776"/>
                    </a:lnTo>
                    <a:lnTo>
                      <a:pt x="25146" y="71628"/>
                    </a:lnTo>
                    <a:close/>
                  </a:path>
                  <a:path w="25400" h="113029">
                    <a:moveTo>
                      <a:pt x="25146" y="0"/>
                    </a:moveTo>
                    <a:lnTo>
                      <a:pt x="0" y="0"/>
                    </a:lnTo>
                    <a:lnTo>
                      <a:pt x="0" y="41148"/>
                    </a:lnTo>
                    <a:lnTo>
                      <a:pt x="25146" y="41148"/>
                    </a:lnTo>
                    <a:lnTo>
                      <a:pt x="25146" y="0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0" name="object 130">
                <a:extLst>
                  <a:ext uri="{FF2B5EF4-FFF2-40B4-BE49-F238E27FC236}">
                    <a16:creationId xmlns:a16="http://schemas.microsoft.com/office/drawing/2014/main" id="{51559768-529F-A923-D6B2-A76194B4936A}"/>
                  </a:ext>
                </a:extLst>
              </p:cNvPr>
              <p:cNvSpPr/>
              <p:nvPr/>
            </p:nvSpPr>
            <p:spPr>
              <a:xfrm>
                <a:off x="9102725" y="6934199"/>
                <a:ext cx="1778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39700">
                    <a:moveTo>
                      <a:pt x="17525" y="139446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39446"/>
                    </a:lnTo>
                    <a:lnTo>
                      <a:pt x="17525" y="139446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1" name="object 131">
                <a:extLst>
                  <a:ext uri="{FF2B5EF4-FFF2-40B4-BE49-F238E27FC236}">
                    <a16:creationId xmlns:a16="http://schemas.microsoft.com/office/drawing/2014/main" id="{ADD99186-85EA-96F7-A67E-9BE1959F208E}"/>
                  </a:ext>
                </a:extLst>
              </p:cNvPr>
              <p:cNvSpPr/>
              <p:nvPr/>
            </p:nvSpPr>
            <p:spPr>
              <a:xfrm>
                <a:off x="9097962" y="6929437"/>
                <a:ext cx="27305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146050">
                    <a:moveTo>
                      <a:pt x="0" y="145732"/>
                    </a:moveTo>
                    <a:lnTo>
                      <a:pt x="27051" y="145732"/>
                    </a:lnTo>
                    <a:lnTo>
                      <a:pt x="27051" y="0"/>
                    </a:lnTo>
                    <a:lnTo>
                      <a:pt x="0" y="0"/>
                    </a:lnTo>
                    <a:lnTo>
                      <a:pt x="0" y="145732"/>
                    </a:lnTo>
                    <a:close/>
                  </a:path>
                </a:pathLst>
              </a:custGeom>
              <a:solidFill>
                <a:srgbClr val="CC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2" name="object 132">
                <a:extLst>
                  <a:ext uri="{FF2B5EF4-FFF2-40B4-BE49-F238E27FC236}">
                    <a16:creationId xmlns:a16="http://schemas.microsoft.com/office/drawing/2014/main" id="{331CAF49-34F4-862C-E56F-545F90B5EC0B}"/>
                  </a:ext>
                </a:extLst>
              </p:cNvPr>
              <p:cNvSpPr/>
              <p:nvPr/>
            </p:nvSpPr>
            <p:spPr>
              <a:xfrm>
                <a:off x="8645525" y="6931151"/>
                <a:ext cx="1778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39700">
                    <a:moveTo>
                      <a:pt x="17525" y="139446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39446"/>
                    </a:lnTo>
                    <a:lnTo>
                      <a:pt x="17525" y="139446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3" name="object 133">
                <a:extLst>
                  <a:ext uri="{FF2B5EF4-FFF2-40B4-BE49-F238E27FC236}">
                    <a16:creationId xmlns:a16="http://schemas.microsoft.com/office/drawing/2014/main" id="{088C04FD-16BA-BF95-9C0D-E2DBC5FB89CE}"/>
                  </a:ext>
                </a:extLst>
              </p:cNvPr>
              <p:cNvSpPr/>
              <p:nvPr/>
            </p:nvSpPr>
            <p:spPr>
              <a:xfrm>
                <a:off x="8645525" y="6930389"/>
                <a:ext cx="17780" cy="140335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334">
                    <a:moveTo>
                      <a:pt x="0" y="0"/>
                    </a:moveTo>
                    <a:lnTo>
                      <a:pt x="0" y="140207"/>
                    </a:lnTo>
                    <a:lnTo>
                      <a:pt x="17525" y="140207"/>
                    </a:lnTo>
                    <a:lnTo>
                      <a:pt x="175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4" name="object 134">
                <a:extLst>
                  <a:ext uri="{FF2B5EF4-FFF2-40B4-BE49-F238E27FC236}">
                    <a16:creationId xmlns:a16="http://schemas.microsoft.com/office/drawing/2014/main" id="{73D26088-A20D-50C0-656A-0758B5136A2A}"/>
                  </a:ext>
                </a:extLst>
              </p:cNvPr>
              <p:cNvSpPr/>
              <p:nvPr/>
            </p:nvSpPr>
            <p:spPr>
              <a:xfrm>
                <a:off x="8188325" y="6931151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970">
                    <a:moveTo>
                      <a:pt x="17525" y="140970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40970"/>
                    </a:lnTo>
                    <a:lnTo>
                      <a:pt x="17525" y="140970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5" name="object 135">
                <a:extLst>
                  <a:ext uri="{FF2B5EF4-FFF2-40B4-BE49-F238E27FC236}">
                    <a16:creationId xmlns:a16="http://schemas.microsoft.com/office/drawing/2014/main" id="{3BB3385A-5659-5F41-B563-2F616E688F0E}"/>
                  </a:ext>
                </a:extLst>
              </p:cNvPr>
              <p:cNvSpPr/>
              <p:nvPr/>
            </p:nvSpPr>
            <p:spPr>
              <a:xfrm>
                <a:off x="8183562" y="6925627"/>
                <a:ext cx="27305" cy="149860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149859">
                    <a:moveTo>
                      <a:pt x="0" y="149542"/>
                    </a:moveTo>
                    <a:lnTo>
                      <a:pt x="27051" y="149542"/>
                    </a:lnTo>
                    <a:lnTo>
                      <a:pt x="27051" y="0"/>
                    </a:lnTo>
                    <a:lnTo>
                      <a:pt x="0" y="0"/>
                    </a:lnTo>
                    <a:lnTo>
                      <a:pt x="0" y="149542"/>
                    </a:lnTo>
                    <a:close/>
                  </a:path>
                </a:pathLst>
              </a:custGeom>
              <a:solidFill>
                <a:srgbClr val="CC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6" name="object 136">
                <a:extLst>
                  <a:ext uri="{FF2B5EF4-FFF2-40B4-BE49-F238E27FC236}">
                    <a16:creationId xmlns:a16="http://schemas.microsoft.com/office/drawing/2014/main" id="{42E07602-396B-9281-95DD-D12341B91985}"/>
                  </a:ext>
                </a:extLst>
              </p:cNvPr>
              <p:cNvSpPr/>
              <p:nvPr/>
            </p:nvSpPr>
            <p:spPr>
              <a:xfrm>
                <a:off x="2700413" y="7075169"/>
                <a:ext cx="6553200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6553200" h="74929">
                    <a:moveTo>
                      <a:pt x="6553200" y="74675"/>
                    </a:moveTo>
                    <a:lnTo>
                      <a:pt x="6553200" y="0"/>
                    </a:lnTo>
                    <a:lnTo>
                      <a:pt x="0" y="0"/>
                    </a:lnTo>
                    <a:lnTo>
                      <a:pt x="0" y="74675"/>
                    </a:lnTo>
                    <a:lnTo>
                      <a:pt x="6553200" y="74675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7" name="object 137">
                <a:extLst>
                  <a:ext uri="{FF2B5EF4-FFF2-40B4-BE49-F238E27FC236}">
                    <a16:creationId xmlns:a16="http://schemas.microsoft.com/office/drawing/2014/main" id="{9C27DCD7-65CF-6DD2-1763-D6D4AC9B71A0}"/>
                  </a:ext>
                </a:extLst>
              </p:cNvPr>
              <p:cNvSpPr/>
              <p:nvPr/>
            </p:nvSpPr>
            <p:spPr>
              <a:xfrm>
                <a:off x="2700413" y="7075169"/>
                <a:ext cx="6553200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6553200" h="74929">
                    <a:moveTo>
                      <a:pt x="0" y="74675"/>
                    </a:moveTo>
                    <a:lnTo>
                      <a:pt x="0" y="0"/>
                    </a:lnTo>
                    <a:lnTo>
                      <a:pt x="6553200" y="0"/>
                    </a:lnTo>
                    <a:lnTo>
                      <a:pt x="6553200" y="74675"/>
                    </a:lnTo>
                    <a:lnTo>
                      <a:pt x="0" y="74675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8" name="object 138">
                <a:extLst>
                  <a:ext uri="{FF2B5EF4-FFF2-40B4-BE49-F238E27FC236}">
                    <a16:creationId xmlns:a16="http://schemas.microsoft.com/office/drawing/2014/main" id="{A65B6FB3-AF93-3026-154C-C7F7543FAACE}"/>
                  </a:ext>
                </a:extLst>
              </p:cNvPr>
              <p:cNvSpPr/>
              <p:nvPr/>
            </p:nvSpPr>
            <p:spPr>
              <a:xfrm>
                <a:off x="7975727" y="6825995"/>
                <a:ext cx="381000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86359">
                    <a:moveTo>
                      <a:pt x="381000" y="86105"/>
                    </a:moveTo>
                    <a:lnTo>
                      <a:pt x="381000" y="0"/>
                    </a:lnTo>
                    <a:lnTo>
                      <a:pt x="0" y="0"/>
                    </a:lnTo>
                    <a:lnTo>
                      <a:pt x="0" y="86105"/>
                    </a:lnTo>
                    <a:lnTo>
                      <a:pt x="381000" y="8610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9" name="object 139">
                <a:extLst>
                  <a:ext uri="{FF2B5EF4-FFF2-40B4-BE49-F238E27FC236}">
                    <a16:creationId xmlns:a16="http://schemas.microsoft.com/office/drawing/2014/main" id="{22B5CBA7-29EA-F6A0-2910-B255438679ED}"/>
                  </a:ext>
                </a:extLst>
              </p:cNvPr>
              <p:cNvSpPr/>
              <p:nvPr/>
            </p:nvSpPr>
            <p:spPr>
              <a:xfrm>
                <a:off x="7975727" y="6825995"/>
                <a:ext cx="3810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85725">
                    <a:moveTo>
                      <a:pt x="0" y="0"/>
                    </a:moveTo>
                    <a:lnTo>
                      <a:pt x="0" y="85344"/>
                    </a:lnTo>
                    <a:lnTo>
                      <a:pt x="381000" y="85344"/>
                    </a:lnTo>
                    <a:lnTo>
                      <a:pt x="38100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0" name="object 140">
                <a:extLst>
                  <a:ext uri="{FF2B5EF4-FFF2-40B4-BE49-F238E27FC236}">
                    <a16:creationId xmlns:a16="http://schemas.microsoft.com/office/drawing/2014/main" id="{936E193B-5E50-61E5-6E79-DBFE816749D5}"/>
                  </a:ext>
                </a:extLst>
              </p:cNvPr>
              <p:cNvSpPr/>
              <p:nvPr/>
            </p:nvSpPr>
            <p:spPr>
              <a:xfrm>
                <a:off x="8186801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133350" y="39624"/>
                    </a:moveTo>
                    <a:lnTo>
                      <a:pt x="133350" y="0"/>
                    </a:lnTo>
                    <a:lnTo>
                      <a:pt x="0" y="0"/>
                    </a:lnTo>
                    <a:lnTo>
                      <a:pt x="0" y="39624"/>
                    </a:lnTo>
                    <a:lnTo>
                      <a:pt x="133350" y="39624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1" name="object 141">
                <a:extLst>
                  <a:ext uri="{FF2B5EF4-FFF2-40B4-BE49-F238E27FC236}">
                    <a16:creationId xmlns:a16="http://schemas.microsoft.com/office/drawing/2014/main" id="{8433F38B-CCD3-40EB-DE1E-CD64F6A9A5F7}"/>
                  </a:ext>
                </a:extLst>
              </p:cNvPr>
              <p:cNvSpPr/>
              <p:nvPr/>
            </p:nvSpPr>
            <p:spPr>
              <a:xfrm>
                <a:off x="8186801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0" y="0"/>
                    </a:moveTo>
                    <a:lnTo>
                      <a:pt x="0" y="39624"/>
                    </a:lnTo>
                    <a:lnTo>
                      <a:pt x="133350" y="39624"/>
                    </a:lnTo>
                    <a:lnTo>
                      <a:pt x="1333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2" name="object 142">
                <a:extLst>
                  <a:ext uri="{FF2B5EF4-FFF2-40B4-BE49-F238E27FC236}">
                    <a16:creationId xmlns:a16="http://schemas.microsoft.com/office/drawing/2014/main" id="{0136442B-72AC-17C2-A4ED-7B6B6F867DBC}"/>
                  </a:ext>
                </a:extLst>
              </p:cNvPr>
              <p:cNvSpPr/>
              <p:nvPr/>
            </p:nvSpPr>
            <p:spPr>
              <a:xfrm>
                <a:off x="7958213" y="6873239"/>
                <a:ext cx="416559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6559" h="55879">
                    <a:moveTo>
                      <a:pt x="416052" y="53339"/>
                    </a:moveTo>
                    <a:lnTo>
                      <a:pt x="415290" y="50291"/>
                    </a:lnTo>
                    <a:lnTo>
                      <a:pt x="365760" y="0"/>
                    </a:lnTo>
                    <a:lnTo>
                      <a:pt x="51816" y="0"/>
                    </a:lnTo>
                    <a:lnTo>
                      <a:pt x="762" y="49530"/>
                    </a:lnTo>
                    <a:lnTo>
                      <a:pt x="0" y="52577"/>
                    </a:lnTo>
                    <a:lnTo>
                      <a:pt x="2286" y="54864"/>
                    </a:lnTo>
                    <a:lnTo>
                      <a:pt x="6096" y="55626"/>
                    </a:lnTo>
                    <a:lnTo>
                      <a:pt x="410718" y="55625"/>
                    </a:lnTo>
                    <a:lnTo>
                      <a:pt x="413766" y="54863"/>
                    </a:lnTo>
                    <a:lnTo>
                      <a:pt x="416052" y="5333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3" name="object 143">
                <a:extLst>
                  <a:ext uri="{FF2B5EF4-FFF2-40B4-BE49-F238E27FC236}">
                    <a16:creationId xmlns:a16="http://schemas.microsoft.com/office/drawing/2014/main" id="{790DA78A-632F-F20B-A6EB-A0819CC850C3}"/>
                  </a:ext>
                </a:extLst>
              </p:cNvPr>
              <p:cNvSpPr/>
              <p:nvPr/>
            </p:nvSpPr>
            <p:spPr>
              <a:xfrm>
                <a:off x="7958213" y="6873239"/>
                <a:ext cx="416559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6559" h="55879">
                    <a:moveTo>
                      <a:pt x="51816" y="0"/>
                    </a:moveTo>
                    <a:lnTo>
                      <a:pt x="365760" y="0"/>
                    </a:lnTo>
                    <a:lnTo>
                      <a:pt x="415290" y="50291"/>
                    </a:lnTo>
                    <a:lnTo>
                      <a:pt x="416052" y="53339"/>
                    </a:lnTo>
                    <a:lnTo>
                      <a:pt x="413766" y="54863"/>
                    </a:lnTo>
                    <a:lnTo>
                      <a:pt x="410718" y="55625"/>
                    </a:lnTo>
                    <a:lnTo>
                      <a:pt x="6096" y="55626"/>
                    </a:lnTo>
                    <a:lnTo>
                      <a:pt x="2286" y="54864"/>
                    </a:lnTo>
                    <a:lnTo>
                      <a:pt x="0" y="52577"/>
                    </a:lnTo>
                    <a:lnTo>
                      <a:pt x="762" y="49530"/>
                    </a:lnTo>
                    <a:lnTo>
                      <a:pt x="51816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4" name="object 144">
                <a:extLst>
                  <a:ext uri="{FF2B5EF4-FFF2-40B4-BE49-F238E27FC236}">
                    <a16:creationId xmlns:a16="http://schemas.microsoft.com/office/drawing/2014/main" id="{DDC29CA0-190E-A864-8B53-2B80C2D3A2CD}"/>
                  </a:ext>
                </a:extLst>
              </p:cNvPr>
              <p:cNvSpPr/>
              <p:nvPr/>
            </p:nvSpPr>
            <p:spPr>
              <a:xfrm>
                <a:off x="7981835" y="6884669"/>
                <a:ext cx="27686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859" h="35559">
                    <a:moveTo>
                      <a:pt x="276606" y="35051"/>
                    </a:moveTo>
                    <a:lnTo>
                      <a:pt x="263652" y="0"/>
                    </a:lnTo>
                    <a:lnTo>
                      <a:pt x="37338" y="0"/>
                    </a:lnTo>
                    <a:lnTo>
                      <a:pt x="0" y="35052"/>
                    </a:lnTo>
                    <a:lnTo>
                      <a:pt x="276606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5" name="object 145">
                <a:extLst>
                  <a:ext uri="{FF2B5EF4-FFF2-40B4-BE49-F238E27FC236}">
                    <a16:creationId xmlns:a16="http://schemas.microsoft.com/office/drawing/2014/main" id="{0547534E-245E-4C84-E2CA-E9E82D8BBB52}"/>
                  </a:ext>
                </a:extLst>
              </p:cNvPr>
              <p:cNvSpPr/>
              <p:nvPr/>
            </p:nvSpPr>
            <p:spPr>
              <a:xfrm>
                <a:off x="7981835" y="6884669"/>
                <a:ext cx="27686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859" h="35559">
                    <a:moveTo>
                      <a:pt x="37338" y="0"/>
                    </a:moveTo>
                    <a:lnTo>
                      <a:pt x="263652" y="0"/>
                    </a:lnTo>
                    <a:lnTo>
                      <a:pt x="276606" y="35051"/>
                    </a:lnTo>
                    <a:lnTo>
                      <a:pt x="0" y="35052"/>
                    </a:lnTo>
                    <a:lnTo>
                      <a:pt x="37338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6" name="object 146">
                <a:extLst>
                  <a:ext uri="{FF2B5EF4-FFF2-40B4-BE49-F238E27FC236}">
                    <a16:creationId xmlns:a16="http://schemas.microsoft.com/office/drawing/2014/main" id="{0F6ACBCC-20D5-FEA2-4082-20A8A5B7010A}"/>
                  </a:ext>
                </a:extLst>
              </p:cNvPr>
              <p:cNvSpPr/>
              <p:nvPr/>
            </p:nvSpPr>
            <p:spPr>
              <a:xfrm>
                <a:off x="8266049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84582" y="35051"/>
                    </a:moveTo>
                    <a:lnTo>
                      <a:pt x="49530" y="0"/>
                    </a:lnTo>
                    <a:lnTo>
                      <a:pt x="0" y="0"/>
                    </a:lnTo>
                    <a:lnTo>
                      <a:pt x="16002" y="35052"/>
                    </a:lnTo>
                    <a:lnTo>
                      <a:pt x="84582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7" name="object 147">
                <a:extLst>
                  <a:ext uri="{FF2B5EF4-FFF2-40B4-BE49-F238E27FC236}">
                    <a16:creationId xmlns:a16="http://schemas.microsoft.com/office/drawing/2014/main" id="{59CC395F-5338-08A3-8E76-4601D8E1EBE9}"/>
                  </a:ext>
                </a:extLst>
              </p:cNvPr>
              <p:cNvSpPr/>
              <p:nvPr/>
            </p:nvSpPr>
            <p:spPr>
              <a:xfrm>
                <a:off x="8266049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0" y="0"/>
                    </a:moveTo>
                    <a:lnTo>
                      <a:pt x="49530" y="0"/>
                    </a:lnTo>
                    <a:lnTo>
                      <a:pt x="84582" y="35051"/>
                    </a:lnTo>
                    <a:lnTo>
                      <a:pt x="16002" y="35052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8" name="object 148">
                <a:extLst>
                  <a:ext uri="{FF2B5EF4-FFF2-40B4-BE49-F238E27FC236}">
                    <a16:creationId xmlns:a16="http://schemas.microsoft.com/office/drawing/2014/main" id="{BB82794F-DDAA-0D2E-7102-CC5F8989796F}"/>
                  </a:ext>
                </a:extLst>
              </p:cNvPr>
              <p:cNvSpPr/>
              <p:nvPr/>
            </p:nvSpPr>
            <p:spPr>
              <a:xfrm>
                <a:off x="8028317" y="6654545"/>
                <a:ext cx="277495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168909">
                    <a:moveTo>
                      <a:pt x="277368" y="168401"/>
                    </a:moveTo>
                    <a:lnTo>
                      <a:pt x="277368" y="0"/>
                    </a:lnTo>
                    <a:lnTo>
                      <a:pt x="0" y="0"/>
                    </a:lnTo>
                    <a:lnTo>
                      <a:pt x="0" y="168401"/>
                    </a:lnTo>
                    <a:lnTo>
                      <a:pt x="277368" y="1684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9" name="object 149">
                <a:extLst>
                  <a:ext uri="{FF2B5EF4-FFF2-40B4-BE49-F238E27FC236}">
                    <a16:creationId xmlns:a16="http://schemas.microsoft.com/office/drawing/2014/main" id="{B9456EEB-D674-1F19-D3E3-B164BF2437E0}"/>
                  </a:ext>
                </a:extLst>
              </p:cNvPr>
              <p:cNvSpPr/>
              <p:nvPr/>
            </p:nvSpPr>
            <p:spPr>
              <a:xfrm>
                <a:off x="8028317" y="6654545"/>
                <a:ext cx="277495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168909">
                    <a:moveTo>
                      <a:pt x="0" y="0"/>
                    </a:moveTo>
                    <a:lnTo>
                      <a:pt x="0" y="168401"/>
                    </a:lnTo>
                    <a:lnTo>
                      <a:pt x="277368" y="168401"/>
                    </a:lnTo>
                    <a:lnTo>
                      <a:pt x="27736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50" name="object 150">
                <a:extLst>
                  <a:ext uri="{FF2B5EF4-FFF2-40B4-BE49-F238E27FC236}">
                    <a16:creationId xmlns:a16="http://schemas.microsoft.com/office/drawing/2014/main" id="{99926BC8-80FA-E90D-AA9C-EC5B3A308D8E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044256" y="6665912"/>
                <a:ext cx="243967" cy="145669"/>
              </a:xfrm>
              <a:prstGeom prst="rect">
                <a:avLst/>
              </a:prstGeom>
            </p:spPr>
          </p:pic>
          <p:sp>
            <p:nvSpPr>
              <p:cNvPr id="151" name="object 151">
                <a:extLst>
                  <a:ext uri="{FF2B5EF4-FFF2-40B4-BE49-F238E27FC236}">
                    <a16:creationId xmlns:a16="http://schemas.microsoft.com/office/drawing/2014/main" id="{E00E8FB9-0409-78B2-F5D4-565458B10170}"/>
                  </a:ext>
                </a:extLst>
              </p:cNvPr>
              <p:cNvSpPr/>
              <p:nvPr/>
            </p:nvSpPr>
            <p:spPr>
              <a:xfrm>
                <a:off x="8415401" y="6825995"/>
                <a:ext cx="382905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6359">
                    <a:moveTo>
                      <a:pt x="382524" y="86105"/>
                    </a:moveTo>
                    <a:lnTo>
                      <a:pt x="382524" y="0"/>
                    </a:lnTo>
                    <a:lnTo>
                      <a:pt x="0" y="0"/>
                    </a:lnTo>
                    <a:lnTo>
                      <a:pt x="0" y="86105"/>
                    </a:lnTo>
                    <a:lnTo>
                      <a:pt x="382524" y="8610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2" name="object 152">
                <a:extLst>
                  <a:ext uri="{FF2B5EF4-FFF2-40B4-BE49-F238E27FC236}">
                    <a16:creationId xmlns:a16="http://schemas.microsoft.com/office/drawing/2014/main" id="{AC4E3293-D63D-F5C7-BAE3-92A776B50164}"/>
                  </a:ext>
                </a:extLst>
              </p:cNvPr>
              <p:cNvSpPr/>
              <p:nvPr/>
            </p:nvSpPr>
            <p:spPr>
              <a:xfrm>
                <a:off x="8415401" y="6825995"/>
                <a:ext cx="38290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5725">
                    <a:moveTo>
                      <a:pt x="0" y="0"/>
                    </a:moveTo>
                    <a:lnTo>
                      <a:pt x="0" y="85344"/>
                    </a:lnTo>
                    <a:lnTo>
                      <a:pt x="382524" y="85344"/>
                    </a:lnTo>
                    <a:lnTo>
                      <a:pt x="38252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3" name="object 153">
                <a:extLst>
                  <a:ext uri="{FF2B5EF4-FFF2-40B4-BE49-F238E27FC236}">
                    <a16:creationId xmlns:a16="http://schemas.microsoft.com/office/drawing/2014/main" id="{4A3AF971-5882-F75C-8775-26B9E3AF39B5}"/>
                  </a:ext>
                </a:extLst>
              </p:cNvPr>
              <p:cNvSpPr/>
              <p:nvPr/>
            </p:nvSpPr>
            <p:spPr>
              <a:xfrm>
                <a:off x="8627999" y="6840473"/>
                <a:ext cx="13208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2079" h="40004">
                    <a:moveTo>
                      <a:pt x="131825" y="39624"/>
                    </a:moveTo>
                    <a:lnTo>
                      <a:pt x="131825" y="0"/>
                    </a:lnTo>
                    <a:lnTo>
                      <a:pt x="0" y="0"/>
                    </a:lnTo>
                    <a:lnTo>
                      <a:pt x="0" y="39624"/>
                    </a:lnTo>
                    <a:lnTo>
                      <a:pt x="131825" y="39624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4" name="object 154">
                <a:extLst>
                  <a:ext uri="{FF2B5EF4-FFF2-40B4-BE49-F238E27FC236}">
                    <a16:creationId xmlns:a16="http://schemas.microsoft.com/office/drawing/2014/main" id="{E356BEF0-4A78-453C-93D4-108C7B0E7ABA}"/>
                  </a:ext>
                </a:extLst>
              </p:cNvPr>
              <p:cNvSpPr/>
              <p:nvPr/>
            </p:nvSpPr>
            <p:spPr>
              <a:xfrm>
                <a:off x="8627999" y="6840473"/>
                <a:ext cx="13208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2079" h="40004">
                    <a:moveTo>
                      <a:pt x="0" y="0"/>
                    </a:moveTo>
                    <a:lnTo>
                      <a:pt x="0" y="39624"/>
                    </a:lnTo>
                    <a:lnTo>
                      <a:pt x="131825" y="39624"/>
                    </a:lnTo>
                    <a:lnTo>
                      <a:pt x="1318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5" name="object 155">
                <a:extLst>
                  <a:ext uri="{FF2B5EF4-FFF2-40B4-BE49-F238E27FC236}">
                    <a16:creationId xmlns:a16="http://schemas.microsoft.com/office/drawing/2014/main" id="{99C79BDF-ABFB-9EEF-EFC7-86FE4B8DC042}"/>
                  </a:ext>
                </a:extLst>
              </p:cNvPr>
              <p:cNvSpPr/>
              <p:nvPr/>
            </p:nvSpPr>
            <p:spPr>
              <a:xfrm>
                <a:off x="8399411" y="6873239"/>
                <a:ext cx="414655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4654" h="55879">
                    <a:moveTo>
                      <a:pt x="414528" y="53339"/>
                    </a:moveTo>
                    <a:lnTo>
                      <a:pt x="413766" y="50291"/>
                    </a:lnTo>
                    <a:lnTo>
                      <a:pt x="364998" y="0"/>
                    </a:lnTo>
                    <a:lnTo>
                      <a:pt x="51816" y="0"/>
                    </a:lnTo>
                    <a:lnTo>
                      <a:pt x="762" y="49530"/>
                    </a:lnTo>
                    <a:lnTo>
                      <a:pt x="0" y="52577"/>
                    </a:lnTo>
                    <a:lnTo>
                      <a:pt x="2286" y="54864"/>
                    </a:lnTo>
                    <a:lnTo>
                      <a:pt x="5334" y="55626"/>
                    </a:lnTo>
                    <a:lnTo>
                      <a:pt x="409194" y="55625"/>
                    </a:lnTo>
                    <a:lnTo>
                      <a:pt x="412242" y="54863"/>
                    </a:lnTo>
                    <a:lnTo>
                      <a:pt x="414528" y="5333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6" name="object 156">
                <a:extLst>
                  <a:ext uri="{FF2B5EF4-FFF2-40B4-BE49-F238E27FC236}">
                    <a16:creationId xmlns:a16="http://schemas.microsoft.com/office/drawing/2014/main" id="{B3CB0064-4D6C-48B6-9018-F1B0EC9CE827}"/>
                  </a:ext>
                </a:extLst>
              </p:cNvPr>
              <p:cNvSpPr/>
              <p:nvPr/>
            </p:nvSpPr>
            <p:spPr>
              <a:xfrm>
                <a:off x="8399411" y="6873239"/>
                <a:ext cx="414655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4654" h="55879">
                    <a:moveTo>
                      <a:pt x="51816" y="0"/>
                    </a:moveTo>
                    <a:lnTo>
                      <a:pt x="364998" y="0"/>
                    </a:lnTo>
                    <a:lnTo>
                      <a:pt x="413766" y="50291"/>
                    </a:lnTo>
                    <a:lnTo>
                      <a:pt x="414528" y="53339"/>
                    </a:lnTo>
                    <a:lnTo>
                      <a:pt x="412242" y="54863"/>
                    </a:lnTo>
                    <a:lnTo>
                      <a:pt x="409194" y="55625"/>
                    </a:lnTo>
                    <a:lnTo>
                      <a:pt x="5334" y="55626"/>
                    </a:lnTo>
                    <a:lnTo>
                      <a:pt x="2286" y="54864"/>
                    </a:lnTo>
                    <a:lnTo>
                      <a:pt x="0" y="52577"/>
                    </a:lnTo>
                    <a:lnTo>
                      <a:pt x="762" y="49530"/>
                    </a:lnTo>
                    <a:lnTo>
                      <a:pt x="51816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7" name="object 157">
                <a:extLst>
                  <a:ext uri="{FF2B5EF4-FFF2-40B4-BE49-F238E27FC236}">
                    <a16:creationId xmlns:a16="http://schemas.microsoft.com/office/drawing/2014/main" id="{11346269-1A55-D713-2728-B223831F1A4E}"/>
                  </a:ext>
                </a:extLst>
              </p:cNvPr>
              <p:cNvSpPr/>
              <p:nvPr/>
            </p:nvSpPr>
            <p:spPr>
              <a:xfrm>
                <a:off x="8421509" y="6884669"/>
                <a:ext cx="27686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859" h="35559">
                    <a:moveTo>
                      <a:pt x="276606" y="35051"/>
                    </a:moveTo>
                    <a:lnTo>
                      <a:pt x="263652" y="0"/>
                    </a:lnTo>
                    <a:lnTo>
                      <a:pt x="37338" y="0"/>
                    </a:lnTo>
                    <a:lnTo>
                      <a:pt x="0" y="35052"/>
                    </a:lnTo>
                    <a:lnTo>
                      <a:pt x="276606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8" name="object 158">
                <a:extLst>
                  <a:ext uri="{FF2B5EF4-FFF2-40B4-BE49-F238E27FC236}">
                    <a16:creationId xmlns:a16="http://schemas.microsoft.com/office/drawing/2014/main" id="{529FAC10-4369-5997-961E-810E3B7C5744}"/>
                  </a:ext>
                </a:extLst>
              </p:cNvPr>
              <p:cNvSpPr/>
              <p:nvPr/>
            </p:nvSpPr>
            <p:spPr>
              <a:xfrm>
                <a:off x="8421509" y="6884669"/>
                <a:ext cx="27686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859" h="35559">
                    <a:moveTo>
                      <a:pt x="37338" y="0"/>
                    </a:moveTo>
                    <a:lnTo>
                      <a:pt x="263652" y="0"/>
                    </a:lnTo>
                    <a:lnTo>
                      <a:pt x="276606" y="35051"/>
                    </a:lnTo>
                    <a:lnTo>
                      <a:pt x="0" y="35052"/>
                    </a:lnTo>
                    <a:lnTo>
                      <a:pt x="37338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9" name="object 159">
                <a:extLst>
                  <a:ext uri="{FF2B5EF4-FFF2-40B4-BE49-F238E27FC236}">
                    <a16:creationId xmlns:a16="http://schemas.microsoft.com/office/drawing/2014/main" id="{3382BED1-41FD-E9F4-A92E-67AF45A816D1}"/>
                  </a:ext>
                </a:extLst>
              </p:cNvPr>
              <p:cNvSpPr/>
              <p:nvPr/>
            </p:nvSpPr>
            <p:spPr>
              <a:xfrm>
                <a:off x="8707247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84582" y="35051"/>
                    </a:moveTo>
                    <a:lnTo>
                      <a:pt x="49530" y="0"/>
                    </a:lnTo>
                    <a:lnTo>
                      <a:pt x="0" y="0"/>
                    </a:lnTo>
                    <a:lnTo>
                      <a:pt x="16002" y="35052"/>
                    </a:lnTo>
                    <a:lnTo>
                      <a:pt x="84582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0" name="object 160">
                <a:extLst>
                  <a:ext uri="{FF2B5EF4-FFF2-40B4-BE49-F238E27FC236}">
                    <a16:creationId xmlns:a16="http://schemas.microsoft.com/office/drawing/2014/main" id="{CD206FC6-2416-92EC-0869-0260E9F784C0}"/>
                  </a:ext>
                </a:extLst>
              </p:cNvPr>
              <p:cNvSpPr/>
              <p:nvPr/>
            </p:nvSpPr>
            <p:spPr>
              <a:xfrm>
                <a:off x="8707247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0" y="0"/>
                    </a:moveTo>
                    <a:lnTo>
                      <a:pt x="49530" y="0"/>
                    </a:lnTo>
                    <a:lnTo>
                      <a:pt x="84582" y="35051"/>
                    </a:lnTo>
                    <a:lnTo>
                      <a:pt x="16002" y="35052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1" name="object 161">
                <a:extLst>
                  <a:ext uri="{FF2B5EF4-FFF2-40B4-BE49-F238E27FC236}">
                    <a16:creationId xmlns:a16="http://schemas.microsoft.com/office/drawing/2014/main" id="{69BBDFFC-5A6E-A645-DF9A-4C2E934B7298}"/>
                  </a:ext>
                </a:extLst>
              </p:cNvPr>
              <p:cNvSpPr/>
              <p:nvPr/>
            </p:nvSpPr>
            <p:spPr>
              <a:xfrm>
                <a:off x="8467991" y="6654545"/>
                <a:ext cx="277495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168909">
                    <a:moveTo>
                      <a:pt x="277368" y="168401"/>
                    </a:moveTo>
                    <a:lnTo>
                      <a:pt x="277368" y="0"/>
                    </a:lnTo>
                    <a:lnTo>
                      <a:pt x="0" y="0"/>
                    </a:lnTo>
                    <a:lnTo>
                      <a:pt x="0" y="168401"/>
                    </a:lnTo>
                    <a:lnTo>
                      <a:pt x="277368" y="1684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2" name="object 162">
                <a:extLst>
                  <a:ext uri="{FF2B5EF4-FFF2-40B4-BE49-F238E27FC236}">
                    <a16:creationId xmlns:a16="http://schemas.microsoft.com/office/drawing/2014/main" id="{A6686918-7570-7BE8-74BC-4FE86D6EA369}"/>
                  </a:ext>
                </a:extLst>
              </p:cNvPr>
              <p:cNvSpPr/>
              <p:nvPr/>
            </p:nvSpPr>
            <p:spPr>
              <a:xfrm>
                <a:off x="8467991" y="6654545"/>
                <a:ext cx="277495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168909">
                    <a:moveTo>
                      <a:pt x="0" y="0"/>
                    </a:moveTo>
                    <a:lnTo>
                      <a:pt x="0" y="168401"/>
                    </a:lnTo>
                    <a:lnTo>
                      <a:pt x="277368" y="168401"/>
                    </a:lnTo>
                    <a:lnTo>
                      <a:pt x="27736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63" name="object 163">
                <a:extLst>
                  <a:ext uri="{FF2B5EF4-FFF2-40B4-BE49-F238E27FC236}">
                    <a16:creationId xmlns:a16="http://schemas.microsoft.com/office/drawing/2014/main" id="{F8FAE8F1-A346-7870-31D1-8A33B48A87CD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485454" y="6665912"/>
                <a:ext cx="243967" cy="145669"/>
              </a:xfrm>
              <a:prstGeom prst="rect">
                <a:avLst/>
              </a:prstGeom>
            </p:spPr>
          </p:pic>
          <p:sp>
            <p:nvSpPr>
              <p:cNvPr id="164" name="object 164">
                <a:extLst>
                  <a:ext uri="{FF2B5EF4-FFF2-40B4-BE49-F238E27FC236}">
                    <a16:creationId xmlns:a16="http://schemas.microsoft.com/office/drawing/2014/main" id="{5DB0CAB7-3992-F0B1-257E-8BF32B23A1B5}"/>
                  </a:ext>
                </a:extLst>
              </p:cNvPr>
              <p:cNvSpPr/>
              <p:nvPr/>
            </p:nvSpPr>
            <p:spPr>
              <a:xfrm>
                <a:off x="8872601" y="6825995"/>
                <a:ext cx="382905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6359">
                    <a:moveTo>
                      <a:pt x="382524" y="86105"/>
                    </a:moveTo>
                    <a:lnTo>
                      <a:pt x="382524" y="0"/>
                    </a:lnTo>
                    <a:lnTo>
                      <a:pt x="0" y="0"/>
                    </a:lnTo>
                    <a:lnTo>
                      <a:pt x="0" y="86105"/>
                    </a:lnTo>
                    <a:lnTo>
                      <a:pt x="382524" y="8610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5" name="object 165">
                <a:extLst>
                  <a:ext uri="{FF2B5EF4-FFF2-40B4-BE49-F238E27FC236}">
                    <a16:creationId xmlns:a16="http://schemas.microsoft.com/office/drawing/2014/main" id="{3CD19B62-B082-BB9B-B5E0-D510096449F9}"/>
                  </a:ext>
                </a:extLst>
              </p:cNvPr>
              <p:cNvSpPr/>
              <p:nvPr/>
            </p:nvSpPr>
            <p:spPr>
              <a:xfrm>
                <a:off x="8872601" y="6825995"/>
                <a:ext cx="38290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5725">
                    <a:moveTo>
                      <a:pt x="0" y="0"/>
                    </a:moveTo>
                    <a:lnTo>
                      <a:pt x="0" y="85344"/>
                    </a:lnTo>
                    <a:lnTo>
                      <a:pt x="382524" y="85344"/>
                    </a:lnTo>
                    <a:lnTo>
                      <a:pt x="38252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6" name="object 166">
                <a:extLst>
                  <a:ext uri="{FF2B5EF4-FFF2-40B4-BE49-F238E27FC236}">
                    <a16:creationId xmlns:a16="http://schemas.microsoft.com/office/drawing/2014/main" id="{D1F98D29-6232-FC32-3473-452522479D4A}"/>
                  </a:ext>
                </a:extLst>
              </p:cNvPr>
              <p:cNvSpPr/>
              <p:nvPr/>
            </p:nvSpPr>
            <p:spPr>
              <a:xfrm>
                <a:off x="9085199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133350" y="39624"/>
                    </a:moveTo>
                    <a:lnTo>
                      <a:pt x="133350" y="0"/>
                    </a:lnTo>
                    <a:lnTo>
                      <a:pt x="0" y="0"/>
                    </a:lnTo>
                    <a:lnTo>
                      <a:pt x="0" y="39624"/>
                    </a:lnTo>
                    <a:lnTo>
                      <a:pt x="133350" y="39624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7" name="object 167">
                <a:extLst>
                  <a:ext uri="{FF2B5EF4-FFF2-40B4-BE49-F238E27FC236}">
                    <a16:creationId xmlns:a16="http://schemas.microsoft.com/office/drawing/2014/main" id="{D3E9FA79-5826-F58D-FC6E-8757288F6C7E}"/>
                  </a:ext>
                </a:extLst>
              </p:cNvPr>
              <p:cNvSpPr/>
              <p:nvPr/>
            </p:nvSpPr>
            <p:spPr>
              <a:xfrm>
                <a:off x="9085199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0" y="0"/>
                    </a:moveTo>
                    <a:lnTo>
                      <a:pt x="0" y="39624"/>
                    </a:lnTo>
                    <a:lnTo>
                      <a:pt x="133350" y="39624"/>
                    </a:lnTo>
                    <a:lnTo>
                      <a:pt x="1333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8" name="object 168">
                <a:extLst>
                  <a:ext uri="{FF2B5EF4-FFF2-40B4-BE49-F238E27FC236}">
                    <a16:creationId xmlns:a16="http://schemas.microsoft.com/office/drawing/2014/main" id="{89C0A68E-19CE-6D92-B8CB-4218E5AAB615}"/>
                  </a:ext>
                </a:extLst>
              </p:cNvPr>
              <p:cNvSpPr/>
              <p:nvPr/>
            </p:nvSpPr>
            <p:spPr>
              <a:xfrm>
                <a:off x="8856599" y="6873239"/>
                <a:ext cx="416559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6559" h="55879">
                    <a:moveTo>
                      <a:pt x="416051" y="53339"/>
                    </a:moveTo>
                    <a:lnTo>
                      <a:pt x="416051" y="50291"/>
                    </a:lnTo>
                    <a:lnTo>
                      <a:pt x="365759" y="0"/>
                    </a:lnTo>
                    <a:lnTo>
                      <a:pt x="52577" y="0"/>
                    </a:lnTo>
                    <a:lnTo>
                      <a:pt x="761" y="49530"/>
                    </a:lnTo>
                    <a:lnTo>
                      <a:pt x="0" y="52577"/>
                    </a:lnTo>
                    <a:lnTo>
                      <a:pt x="2285" y="54864"/>
                    </a:lnTo>
                    <a:lnTo>
                      <a:pt x="6095" y="55626"/>
                    </a:lnTo>
                    <a:lnTo>
                      <a:pt x="411479" y="55625"/>
                    </a:lnTo>
                    <a:lnTo>
                      <a:pt x="414527" y="54863"/>
                    </a:lnTo>
                    <a:lnTo>
                      <a:pt x="416051" y="5333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9" name="object 169">
                <a:extLst>
                  <a:ext uri="{FF2B5EF4-FFF2-40B4-BE49-F238E27FC236}">
                    <a16:creationId xmlns:a16="http://schemas.microsoft.com/office/drawing/2014/main" id="{5FC349FE-91BD-4498-5286-6AC385CD4DBE}"/>
                  </a:ext>
                </a:extLst>
              </p:cNvPr>
              <p:cNvSpPr/>
              <p:nvPr/>
            </p:nvSpPr>
            <p:spPr>
              <a:xfrm>
                <a:off x="8856599" y="6873239"/>
                <a:ext cx="416559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6559" h="55879">
                    <a:moveTo>
                      <a:pt x="52577" y="0"/>
                    </a:moveTo>
                    <a:lnTo>
                      <a:pt x="365759" y="0"/>
                    </a:lnTo>
                    <a:lnTo>
                      <a:pt x="416051" y="50291"/>
                    </a:lnTo>
                    <a:lnTo>
                      <a:pt x="416051" y="53339"/>
                    </a:lnTo>
                    <a:lnTo>
                      <a:pt x="414527" y="54863"/>
                    </a:lnTo>
                    <a:lnTo>
                      <a:pt x="411479" y="55625"/>
                    </a:lnTo>
                    <a:lnTo>
                      <a:pt x="6095" y="55626"/>
                    </a:lnTo>
                    <a:lnTo>
                      <a:pt x="2285" y="54864"/>
                    </a:lnTo>
                    <a:lnTo>
                      <a:pt x="0" y="52577"/>
                    </a:lnTo>
                    <a:lnTo>
                      <a:pt x="761" y="49530"/>
                    </a:lnTo>
                    <a:lnTo>
                      <a:pt x="52577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0" name="object 170">
                <a:extLst>
                  <a:ext uri="{FF2B5EF4-FFF2-40B4-BE49-F238E27FC236}">
                    <a16:creationId xmlns:a16="http://schemas.microsoft.com/office/drawing/2014/main" id="{7A2734C1-BC77-A834-E0D8-96784E1C4BDA}"/>
                  </a:ext>
                </a:extLst>
              </p:cNvPr>
              <p:cNvSpPr/>
              <p:nvPr/>
            </p:nvSpPr>
            <p:spPr>
              <a:xfrm>
                <a:off x="8878709" y="6884669"/>
                <a:ext cx="27813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35559">
                    <a:moveTo>
                      <a:pt x="278130" y="35051"/>
                    </a:moveTo>
                    <a:lnTo>
                      <a:pt x="265176" y="0"/>
                    </a:lnTo>
                    <a:lnTo>
                      <a:pt x="37338" y="0"/>
                    </a:lnTo>
                    <a:lnTo>
                      <a:pt x="0" y="35052"/>
                    </a:lnTo>
                    <a:lnTo>
                      <a:pt x="278130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1" name="object 171">
                <a:extLst>
                  <a:ext uri="{FF2B5EF4-FFF2-40B4-BE49-F238E27FC236}">
                    <a16:creationId xmlns:a16="http://schemas.microsoft.com/office/drawing/2014/main" id="{F9EF3202-D9C4-E70E-500A-99133DFE283A}"/>
                  </a:ext>
                </a:extLst>
              </p:cNvPr>
              <p:cNvSpPr/>
              <p:nvPr/>
            </p:nvSpPr>
            <p:spPr>
              <a:xfrm>
                <a:off x="8878709" y="6884669"/>
                <a:ext cx="27813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35559">
                    <a:moveTo>
                      <a:pt x="37338" y="0"/>
                    </a:moveTo>
                    <a:lnTo>
                      <a:pt x="265176" y="0"/>
                    </a:lnTo>
                    <a:lnTo>
                      <a:pt x="278130" y="35051"/>
                    </a:lnTo>
                    <a:lnTo>
                      <a:pt x="0" y="35052"/>
                    </a:lnTo>
                    <a:lnTo>
                      <a:pt x="37338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2" name="object 172">
                <a:extLst>
                  <a:ext uri="{FF2B5EF4-FFF2-40B4-BE49-F238E27FC236}">
                    <a16:creationId xmlns:a16="http://schemas.microsoft.com/office/drawing/2014/main" id="{907C7973-CB3E-287E-22C4-5F32389DF68F}"/>
                  </a:ext>
                </a:extLst>
              </p:cNvPr>
              <p:cNvSpPr/>
              <p:nvPr/>
            </p:nvSpPr>
            <p:spPr>
              <a:xfrm>
                <a:off x="9164447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84582" y="35051"/>
                    </a:moveTo>
                    <a:lnTo>
                      <a:pt x="49530" y="0"/>
                    </a:lnTo>
                    <a:lnTo>
                      <a:pt x="0" y="0"/>
                    </a:lnTo>
                    <a:lnTo>
                      <a:pt x="16002" y="35052"/>
                    </a:lnTo>
                    <a:lnTo>
                      <a:pt x="84582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3" name="object 173">
                <a:extLst>
                  <a:ext uri="{FF2B5EF4-FFF2-40B4-BE49-F238E27FC236}">
                    <a16:creationId xmlns:a16="http://schemas.microsoft.com/office/drawing/2014/main" id="{DF5993E1-7543-8AF3-9624-A858FB5DF1F9}"/>
                  </a:ext>
                </a:extLst>
              </p:cNvPr>
              <p:cNvSpPr/>
              <p:nvPr/>
            </p:nvSpPr>
            <p:spPr>
              <a:xfrm>
                <a:off x="9164447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0" y="0"/>
                    </a:moveTo>
                    <a:lnTo>
                      <a:pt x="49530" y="0"/>
                    </a:lnTo>
                    <a:lnTo>
                      <a:pt x="84582" y="35051"/>
                    </a:lnTo>
                    <a:lnTo>
                      <a:pt x="16002" y="35052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4" name="object 174">
                <a:extLst>
                  <a:ext uri="{FF2B5EF4-FFF2-40B4-BE49-F238E27FC236}">
                    <a16:creationId xmlns:a16="http://schemas.microsoft.com/office/drawing/2014/main" id="{760814EB-96E8-DE41-B690-A4D11CCC655E}"/>
                  </a:ext>
                </a:extLst>
              </p:cNvPr>
              <p:cNvSpPr/>
              <p:nvPr/>
            </p:nvSpPr>
            <p:spPr>
              <a:xfrm>
                <a:off x="8926715" y="6654545"/>
                <a:ext cx="278130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168909">
                    <a:moveTo>
                      <a:pt x="278129" y="168401"/>
                    </a:moveTo>
                    <a:lnTo>
                      <a:pt x="278129" y="0"/>
                    </a:lnTo>
                    <a:lnTo>
                      <a:pt x="0" y="0"/>
                    </a:lnTo>
                    <a:lnTo>
                      <a:pt x="0" y="168401"/>
                    </a:lnTo>
                    <a:lnTo>
                      <a:pt x="278129" y="1684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5" name="object 175">
                <a:extLst>
                  <a:ext uri="{FF2B5EF4-FFF2-40B4-BE49-F238E27FC236}">
                    <a16:creationId xmlns:a16="http://schemas.microsoft.com/office/drawing/2014/main" id="{1D3C498D-CDC6-A846-AC53-166032E2B7AD}"/>
                  </a:ext>
                </a:extLst>
              </p:cNvPr>
              <p:cNvSpPr/>
              <p:nvPr/>
            </p:nvSpPr>
            <p:spPr>
              <a:xfrm>
                <a:off x="8926715" y="6654545"/>
                <a:ext cx="277495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168909">
                    <a:moveTo>
                      <a:pt x="0" y="0"/>
                    </a:moveTo>
                    <a:lnTo>
                      <a:pt x="0" y="168401"/>
                    </a:lnTo>
                    <a:lnTo>
                      <a:pt x="277368" y="168401"/>
                    </a:lnTo>
                    <a:lnTo>
                      <a:pt x="27736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6" name="object 176">
                <a:extLst>
                  <a:ext uri="{FF2B5EF4-FFF2-40B4-BE49-F238E27FC236}">
                    <a16:creationId xmlns:a16="http://schemas.microsoft.com/office/drawing/2014/main" id="{A8F86142-713B-C685-0525-AC1FE34C7E6D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942654" y="6665912"/>
                <a:ext cx="243967" cy="145669"/>
              </a:xfrm>
              <a:prstGeom prst="rect">
                <a:avLst/>
              </a:prstGeom>
            </p:spPr>
          </p:pic>
          <p:sp>
            <p:nvSpPr>
              <p:cNvPr id="177" name="object 177">
                <a:extLst>
                  <a:ext uri="{FF2B5EF4-FFF2-40B4-BE49-F238E27FC236}">
                    <a16:creationId xmlns:a16="http://schemas.microsoft.com/office/drawing/2014/main" id="{B8B67C86-50E6-CFFC-5D27-E4786B5B51FF}"/>
                  </a:ext>
                </a:extLst>
              </p:cNvPr>
              <p:cNvSpPr/>
              <p:nvPr/>
            </p:nvSpPr>
            <p:spPr>
              <a:xfrm>
                <a:off x="6629273" y="6825995"/>
                <a:ext cx="381000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86359">
                    <a:moveTo>
                      <a:pt x="381000" y="86105"/>
                    </a:moveTo>
                    <a:lnTo>
                      <a:pt x="381000" y="0"/>
                    </a:lnTo>
                    <a:lnTo>
                      <a:pt x="0" y="0"/>
                    </a:lnTo>
                    <a:lnTo>
                      <a:pt x="0" y="86105"/>
                    </a:lnTo>
                    <a:lnTo>
                      <a:pt x="381000" y="8610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8" name="object 178">
                <a:extLst>
                  <a:ext uri="{FF2B5EF4-FFF2-40B4-BE49-F238E27FC236}">
                    <a16:creationId xmlns:a16="http://schemas.microsoft.com/office/drawing/2014/main" id="{BB75AD86-1FCB-F473-8937-902B34F08FF4}"/>
                  </a:ext>
                </a:extLst>
              </p:cNvPr>
              <p:cNvSpPr/>
              <p:nvPr/>
            </p:nvSpPr>
            <p:spPr>
              <a:xfrm>
                <a:off x="6629273" y="6825995"/>
                <a:ext cx="3810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85725">
                    <a:moveTo>
                      <a:pt x="0" y="0"/>
                    </a:moveTo>
                    <a:lnTo>
                      <a:pt x="0" y="85344"/>
                    </a:lnTo>
                    <a:lnTo>
                      <a:pt x="381000" y="85344"/>
                    </a:lnTo>
                    <a:lnTo>
                      <a:pt x="38100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9" name="object 179">
                <a:extLst>
                  <a:ext uri="{FF2B5EF4-FFF2-40B4-BE49-F238E27FC236}">
                    <a16:creationId xmlns:a16="http://schemas.microsoft.com/office/drawing/2014/main" id="{22D4DE7F-1855-F9BF-F97D-6AB77BCF4EA7}"/>
                  </a:ext>
                </a:extLst>
              </p:cNvPr>
              <p:cNvSpPr/>
              <p:nvPr/>
            </p:nvSpPr>
            <p:spPr>
              <a:xfrm>
                <a:off x="6840347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133350" y="39624"/>
                    </a:moveTo>
                    <a:lnTo>
                      <a:pt x="133350" y="0"/>
                    </a:lnTo>
                    <a:lnTo>
                      <a:pt x="0" y="0"/>
                    </a:lnTo>
                    <a:lnTo>
                      <a:pt x="0" y="39624"/>
                    </a:lnTo>
                    <a:lnTo>
                      <a:pt x="133350" y="39624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" name="object 180">
                <a:extLst>
                  <a:ext uri="{FF2B5EF4-FFF2-40B4-BE49-F238E27FC236}">
                    <a16:creationId xmlns:a16="http://schemas.microsoft.com/office/drawing/2014/main" id="{95429566-7ED4-BE7A-D072-40A3E3D0EF9E}"/>
                  </a:ext>
                </a:extLst>
              </p:cNvPr>
              <p:cNvSpPr/>
              <p:nvPr/>
            </p:nvSpPr>
            <p:spPr>
              <a:xfrm>
                <a:off x="6840347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0" y="0"/>
                    </a:moveTo>
                    <a:lnTo>
                      <a:pt x="0" y="39624"/>
                    </a:lnTo>
                    <a:lnTo>
                      <a:pt x="133350" y="39624"/>
                    </a:lnTo>
                    <a:lnTo>
                      <a:pt x="1333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" name="object 181">
                <a:extLst>
                  <a:ext uri="{FF2B5EF4-FFF2-40B4-BE49-F238E27FC236}">
                    <a16:creationId xmlns:a16="http://schemas.microsoft.com/office/drawing/2014/main" id="{BD63AC39-16E8-BB4F-F2C0-A33DBFA2CF91}"/>
                  </a:ext>
                </a:extLst>
              </p:cNvPr>
              <p:cNvSpPr/>
              <p:nvPr/>
            </p:nvSpPr>
            <p:spPr>
              <a:xfrm>
                <a:off x="6611747" y="6873239"/>
                <a:ext cx="416559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6559" h="55879">
                    <a:moveTo>
                      <a:pt x="416051" y="53339"/>
                    </a:moveTo>
                    <a:lnTo>
                      <a:pt x="415289" y="50291"/>
                    </a:lnTo>
                    <a:lnTo>
                      <a:pt x="365759" y="0"/>
                    </a:lnTo>
                    <a:lnTo>
                      <a:pt x="52577" y="0"/>
                    </a:lnTo>
                    <a:lnTo>
                      <a:pt x="761" y="49530"/>
                    </a:lnTo>
                    <a:lnTo>
                      <a:pt x="0" y="52577"/>
                    </a:lnTo>
                    <a:lnTo>
                      <a:pt x="3047" y="54864"/>
                    </a:lnTo>
                    <a:lnTo>
                      <a:pt x="6095" y="55626"/>
                    </a:lnTo>
                    <a:lnTo>
                      <a:pt x="410717" y="55625"/>
                    </a:lnTo>
                    <a:lnTo>
                      <a:pt x="414527" y="54863"/>
                    </a:lnTo>
                    <a:lnTo>
                      <a:pt x="416051" y="5333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" name="object 182">
                <a:extLst>
                  <a:ext uri="{FF2B5EF4-FFF2-40B4-BE49-F238E27FC236}">
                    <a16:creationId xmlns:a16="http://schemas.microsoft.com/office/drawing/2014/main" id="{6AED6087-D8F9-2365-D668-DDA61A434495}"/>
                  </a:ext>
                </a:extLst>
              </p:cNvPr>
              <p:cNvSpPr/>
              <p:nvPr/>
            </p:nvSpPr>
            <p:spPr>
              <a:xfrm>
                <a:off x="6611747" y="6873239"/>
                <a:ext cx="416559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6559" h="55879">
                    <a:moveTo>
                      <a:pt x="52577" y="0"/>
                    </a:moveTo>
                    <a:lnTo>
                      <a:pt x="365759" y="0"/>
                    </a:lnTo>
                    <a:lnTo>
                      <a:pt x="415289" y="50291"/>
                    </a:lnTo>
                    <a:lnTo>
                      <a:pt x="416051" y="53339"/>
                    </a:lnTo>
                    <a:lnTo>
                      <a:pt x="414527" y="54863"/>
                    </a:lnTo>
                    <a:lnTo>
                      <a:pt x="410717" y="55625"/>
                    </a:lnTo>
                    <a:lnTo>
                      <a:pt x="6095" y="55626"/>
                    </a:lnTo>
                    <a:lnTo>
                      <a:pt x="3047" y="54864"/>
                    </a:lnTo>
                    <a:lnTo>
                      <a:pt x="0" y="52577"/>
                    </a:lnTo>
                    <a:lnTo>
                      <a:pt x="761" y="49530"/>
                    </a:lnTo>
                    <a:lnTo>
                      <a:pt x="52577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" name="object 183">
                <a:extLst>
                  <a:ext uri="{FF2B5EF4-FFF2-40B4-BE49-F238E27FC236}">
                    <a16:creationId xmlns:a16="http://schemas.microsoft.com/office/drawing/2014/main" id="{643918DE-1550-A8F8-C845-6DDC05C039BC}"/>
                  </a:ext>
                </a:extLst>
              </p:cNvPr>
              <p:cNvSpPr/>
              <p:nvPr/>
            </p:nvSpPr>
            <p:spPr>
              <a:xfrm>
                <a:off x="6636143" y="6884669"/>
                <a:ext cx="276225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35559">
                    <a:moveTo>
                      <a:pt x="275844" y="35051"/>
                    </a:moveTo>
                    <a:lnTo>
                      <a:pt x="262890" y="0"/>
                    </a:lnTo>
                    <a:lnTo>
                      <a:pt x="37338" y="0"/>
                    </a:lnTo>
                    <a:lnTo>
                      <a:pt x="0" y="35052"/>
                    </a:lnTo>
                    <a:lnTo>
                      <a:pt x="275844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" name="object 184">
                <a:extLst>
                  <a:ext uri="{FF2B5EF4-FFF2-40B4-BE49-F238E27FC236}">
                    <a16:creationId xmlns:a16="http://schemas.microsoft.com/office/drawing/2014/main" id="{957CCD6B-067B-D6CA-E263-CCD89C8EAF38}"/>
                  </a:ext>
                </a:extLst>
              </p:cNvPr>
              <p:cNvSpPr/>
              <p:nvPr/>
            </p:nvSpPr>
            <p:spPr>
              <a:xfrm>
                <a:off x="6636143" y="6884669"/>
                <a:ext cx="276225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35559">
                    <a:moveTo>
                      <a:pt x="37338" y="0"/>
                    </a:moveTo>
                    <a:lnTo>
                      <a:pt x="262890" y="0"/>
                    </a:lnTo>
                    <a:lnTo>
                      <a:pt x="275844" y="35051"/>
                    </a:lnTo>
                    <a:lnTo>
                      <a:pt x="0" y="35052"/>
                    </a:lnTo>
                    <a:lnTo>
                      <a:pt x="37338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" name="object 185">
                <a:extLst>
                  <a:ext uri="{FF2B5EF4-FFF2-40B4-BE49-F238E27FC236}">
                    <a16:creationId xmlns:a16="http://schemas.microsoft.com/office/drawing/2014/main" id="{FB368DCA-3B07-B6D0-71C5-A36DF3109301}"/>
                  </a:ext>
                </a:extLst>
              </p:cNvPr>
              <p:cNvSpPr/>
              <p:nvPr/>
            </p:nvSpPr>
            <p:spPr>
              <a:xfrm>
                <a:off x="6920369" y="6884669"/>
                <a:ext cx="8382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35559">
                    <a:moveTo>
                      <a:pt x="83820" y="35051"/>
                    </a:moveTo>
                    <a:lnTo>
                      <a:pt x="48768" y="0"/>
                    </a:lnTo>
                    <a:lnTo>
                      <a:pt x="0" y="0"/>
                    </a:lnTo>
                    <a:lnTo>
                      <a:pt x="15240" y="35052"/>
                    </a:lnTo>
                    <a:lnTo>
                      <a:pt x="83820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" name="object 186">
                <a:extLst>
                  <a:ext uri="{FF2B5EF4-FFF2-40B4-BE49-F238E27FC236}">
                    <a16:creationId xmlns:a16="http://schemas.microsoft.com/office/drawing/2014/main" id="{AE647198-5238-6830-E2F3-18A52482B05D}"/>
                  </a:ext>
                </a:extLst>
              </p:cNvPr>
              <p:cNvSpPr/>
              <p:nvPr/>
            </p:nvSpPr>
            <p:spPr>
              <a:xfrm>
                <a:off x="6920369" y="6884669"/>
                <a:ext cx="8382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35559">
                    <a:moveTo>
                      <a:pt x="0" y="0"/>
                    </a:moveTo>
                    <a:lnTo>
                      <a:pt x="48768" y="0"/>
                    </a:lnTo>
                    <a:lnTo>
                      <a:pt x="83820" y="35051"/>
                    </a:lnTo>
                    <a:lnTo>
                      <a:pt x="15240" y="35052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" name="object 187">
                <a:extLst>
                  <a:ext uri="{FF2B5EF4-FFF2-40B4-BE49-F238E27FC236}">
                    <a16:creationId xmlns:a16="http://schemas.microsoft.com/office/drawing/2014/main" id="{0D1F0F88-3C80-ABB6-DFC3-0606B8F472A4}"/>
                  </a:ext>
                </a:extLst>
              </p:cNvPr>
              <p:cNvSpPr/>
              <p:nvPr/>
            </p:nvSpPr>
            <p:spPr>
              <a:xfrm>
                <a:off x="6681850" y="6654545"/>
                <a:ext cx="278130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168909">
                    <a:moveTo>
                      <a:pt x="278129" y="168401"/>
                    </a:moveTo>
                    <a:lnTo>
                      <a:pt x="278129" y="0"/>
                    </a:lnTo>
                    <a:lnTo>
                      <a:pt x="0" y="0"/>
                    </a:lnTo>
                    <a:lnTo>
                      <a:pt x="0" y="168401"/>
                    </a:lnTo>
                    <a:lnTo>
                      <a:pt x="278129" y="1684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" name="object 188">
                <a:extLst>
                  <a:ext uri="{FF2B5EF4-FFF2-40B4-BE49-F238E27FC236}">
                    <a16:creationId xmlns:a16="http://schemas.microsoft.com/office/drawing/2014/main" id="{8930FBB7-FA56-15D9-3D76-324E56DCECF9}"/>
                  </a:ext>
                </a:extLst>
              </p:cNvPr>
              <p:cNvSpPr/>
              <p:nvPr/>
            </p:nvSpPr>
            <p:spPr>
              <a:xfrm>
                <a:off x="6681850" y="6654545"/>
                <a:ext cx="278130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168909">
                    <a:moveTo>
                      <a:pt x="0" y="0"/>
                    </a:moveTo>
                    <a:lnTo>
                      <a:pt x="0" y="168401"/>
                    </a:lnTo>
                    <a:lnTo>
                      <a:pt x="278129" y="168401"/>
                    </a:lnTo>
                    <a:lnTo>
                      <a:pt x="278129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89" name="object 189">
                <a:extLst>
                  <a:ext uri="{FF2B5EF4-FFF2-40B4-BE49-F238E27FC236}">
                    <a16:creationId xmlns:a16="http://schemas.microsoft.com/office/drawing/2014/main" id="{0D388683-62AC-718D-850A-5846931F53C5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697789" y="6665912"/>
                <a:ext cx="244741" cy="145669"/>
              </a:xfrm>
              <a:prstGeom prst="rect">
                <a:avLst/>
              </a:prstGeom>
            </p:spPr>
          </p:pic>
          <p:sp>
            <p:nvSpPr>
              <p:cNvPr id="190" name="object 190">
                <a:extLst>
                  <a:ext uri="{FF2B5EF4-FFF2-40B4-BE49-F238E27FC236}">
                    <a16:creationId xmlns:a16="http://schemas.microsoft.com/office/drawing/2014/main" id="{80AE20D1-9838-DDF2-BC90-6D44FE601753}"/>
                  </a:ext>
                </a:extLst>
              </p:cNvPr>
              <p:cNvSpPr/>
              <p:nvPr/>
            </p:nvSpPr>
            <p:spPr>
              <a:xfrm>
                <a:off x="7077341" y="6825995"/>
                <a:ext cx="382905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6359">
                    <a:moveTo>
                      <a:pt x="382524" y="86105"/>
                    </a:moveTo>
                    <a:lnTo>
                      <a:pt x="382524" y="0"/>
                    </a:lnTo>
                    <a:lnTo>
                      <a:pt x="0" y="0"/>
                    </a:lnTo>
                    <a:lnTo>
                      <a:pt x="0" y="86105"/>
                    </a:lnTo>
                    <a:lnTo>
                      <a:pt x="382524" y="8610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" name="object 191">
                <a:extLst>
                  <a:ext uri="{FF2B5EF4-FFF2-40B4-BE49-F238E27FC236}">
                    <a16:creationId xmlns:a16="http://schemas.microsoft.com/office/drawing/2014/main" id="{4C4B6BE6-FA5E-0063-B0EC-0A7DA2D60255}"/>
                  </a:ext>
                </a:extLst>
              </p:cNvPr>
              <p:cNvSpPr/>
              <p:nvPr/>
            </p:nvSpPr>
            <p:spPr>
              <a:xfrm>
                <a:off x="7077341" y="6825995"/>
                <a:ext cx="38290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5725">
                    <a:moveTo>
                      <a:pt x="0" y="0"/>
                    </a:moveTo>
                    <a:lnTo>
                      <a:pt x="0" y="85344"/>
                    </a:lnTo>
                    <a:lnTo>
                      <a:pt x="382524" y="85344"/>
                    </a:lnTo>
                    <a:lnTo>
                      <a:pt x="38252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" name="object 192">
                <a:extLst>
                  <a:ext uri="{FF2B5EF4-FFF2-40B4-BE49-F238E27FC236}">
                    <a16:creationId xmlns:a16="http://schemas.microsoft.com/office/drawing/2014/main" id="{4EFC7F3F-D64F-3A35-FFEB-FB06F1A8145F}"/>
                  </a:ext>
                </a:extLst>
              </p:cNvPr>
              <p:cNvSpPr/>
              <p:nvPr/>
            </p:nvSpPr>
            <p:spPr>
              <a:xfrm>
                <a:off x="7289926" y="6840473"/>
                <a:ext cx="13208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2079" h="40004">
                    <a:moveTo>
                      <a:pt x="131825" y="39624"/>
                    </a:moveTo>
                    <a:lnTo>
                      <a:pt x="131825" y="0"/>
                    </a:lnTo>
                    <a:lnTo>
                      <a:pt x="0" y="0"/>
                    </a:lnTo>
                    <a:lnTo>
                      <a:pt x="0" y="39624"/>
                    </a:lnTo>
                    <a:lnTo>
                      <a:pt x="131825" y="39624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" name="object 193">
                <a:extLst>
                  <a:ext uri="{FF2B5EF4-FFF2-40B4-BE49-F238E27FC236}">
                    <a16:creationId xmlns:a16="http://schemas.microsoft.com/office/drawing/2014/main" id="{BD002F91-3970-7099-96DA-632B5A51140F}"/>
                  </a:ext>
                </a:extLst>
              </p:cNvPr>
              <p:cNvSpPr/>
              <p:nvPr/>
            </p:nvSpPr>
            <p:spPr>
              <a:xfrm>
                <a:off x="7289926" y="6840473"/>
                <a:ext cx="13208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2079" h="40004">
                    <a:moveTo>
                      <a:pt x="0" y="0"/>
                    </a:moveTo>
                    <a:lnTo>
                      <a:pt x="0" y="39624"/>
                    </a:lnTo>
                    <a:lnTo>
                      <a:pt x="131825" y="39624"/>
                    </a:lnTo>
                    <a:lnTo>
                      <a:pt x="1318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" name="object 194">
                <a:extLst>
                  <a:ext uri="{FF2B5EF4-FFF2-40B4-BE49-F238E27FC236}">
                    <a16:creationId xmlns:a16="http://schemas.microsoft.com/office/drawing/2014/main" id="{EADF67C9-769A-5AE8-127B-F8AFE0FD5213}"/>
                  </a:ext>
                </a:extLst>
              </p:cNvPr>
              <p:cNvSpPr/>
              <p:nvPr/>
            </p:nvSpPr>
            <p:spPr>
              <a:xfrm>
                <a:off x="7061339" y="6873239"/>
                <a:ext cx="414655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4654" h="55879">
                    <a:moveTo>
                      <a:pt x="414528" y="53339"/>
                    </a:moveTo>
                    <a:lnTo>
                      <a:pt x="413766" y="50291"/>
                    </a:lnTo>
                    <a:lnTo>
                      <a:pt x="364236" y="0"/>
                    </a:lnTo>
                    <a:lnTo>
                      <a:pt x="51816" y="0"/>
                    </a:lnTo>
                    <a:lnTo>
                      <a:pt x="0" y="49530"/>
                    </a:lnTo>
                    <a:lnTo>
                      <a:pt x="0" y="52577"/>
                    </a:lnTo>
                    <a:lnTo>
                      <a:pt x="2286" y="54864"/>
                    </a:lnTo>
                    <a:lnTo>
                      <a:pt x="5334" y="55626"/>
                    </a:lnTo>
                    <a:lnTo>
                      <a:pt x="409194" y="55625"/>
                    </a:lnTo>
                    <a:lnTo>
                      <a:pt x="412242" y="54863"/>
                    </a:lnTo>
                    <a:lnTo>
                      <a:pt x="414528" y="5333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" name="object 195">
                <a:extLst>
                  <a:ext uri="{FF2B5EF4-FFF2-40B4-BE49-F238E27FC236}">
                    <a16:creationId xmlns:a16="http://schemas.microsoft.com/office/drawing/2014/main" id="{9F6DDC83-01E5-938B-D013-52CBD3329E75}"/>
                  </a:ext>
                </a:extLst>
              </p:cNvPr>
              <p:cNvSpPr/>
              <p:nvPr/>
            </p:nvSpPr>
            <p:spPr>
              <a:xfrm>
                <a:off x="7061339" y="6873239"/>
                <a:ext cx="414655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4654" h="55879">
                    <a:moveTo>
                      <a:pt x="51816" y="0"/>
                    </a:moveTo>
                    <a:lnTo>
                      <a:pt x="364236" y="0"/>
                    </a:lnTo>
                    <a:lnTo>
                      <a:pt x="413766" y="50291"/>
                    </a:lnTo>
                    <a:lnTo>
                      <a:pt x="414528" y="53339"/>
                    </a:lnTo>
                    <a:lnTo>
                      <a:pt x="412242" y="54863"/>
                    </a:lnTo>
                    <a:lnTo>
                      <a:pt x="409194" y="55625"/>
                    </a:lnTo>
                    <a:lnTo>
                      <a:pt x="5334" y="55626"/>
                    </a:lnTo>
                    <a:lnTo>
                      <a:pt x="2286" y="54864"/>
                    </a:lnTo>
                    <a:lnTo>
                      <a:pt x="0" y="52577"/>
                    </a:lnTo>
                    <a:lnTo>
                      <a:pt x="0" y="49530"/>
                    </a:lnTo>
                    <a:lnTo>
                      <a:pt x="51816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" name="object 196">
                <a:extLst>
                  <a:ext uri="{FF2B5EF4-FFF2-40B4-BE49-F238E27FC236}">
                    <a16:creationId xmlns:a16="http://schemas.microsoft.com/office/drawing/2014/main" id="{461BC0F7-423E-3A3A-14CB-DF1537423644}"/>
                  </a:ext>
                </a:extLst>
              </p:cNvPr>
              <p:cNvSpPr/>
              <p:nvPr/>
            </p:nvSpPr>
            <p:spPr>
              <a:xfrm>
                <a:off x="7083424" y="6884669"/>
                <a:ext cx="27686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859" h="35559">
                    <a:moveTo>
                      <a:pt x="276606" y="35051"/>
                    </a:moveTo>
                    <a:lnTo>
                      <a:pt x="262890" y="0"/>
                    </a:lnTo>
                    <a:lnTo>
                      <a:pt x="37338" y="0"/>
                    </a:lnTo>
                    <a:lnTo>
                      <a:pt x="0" y="35052"/>
                    </a:lnTo>
                    <a:lnTo>
                      <a:pt x="276606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" name="object 197">
                <a:extLst>
                  <a:ext uri="{FF2B5EF4-FFF2-40B4-BE49-F238E27FC236}">
                    <a16:creationId xmlns:a16="http://schemas.microsoft.com/office/drawing/2014/main" id="{53141E22-F499-B4C9-7566-6899B2FDD591}"/>
                  </a:ext>
                </a:extLst>
              </p:cNvPr>
              <p:cNvSpPr/>
              <p:nvPr/>
            </p:nvSpPr>
            <p:spPr>
              <a:xfrm>
                <a:off x="7083424" y="6884669"/>
                <a:ext cx="27686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859" h="35559">
                    <a:moveTo>
                      <a:pt x="37338" y="0"/>
                    </a:moveTo>
                    <a:lnTo>
                      <a:pt x="262890" y="0"/>
                    </a:lnTo>
                    <a:lnTo>
                      <a:pt x="276606" y="35051"/>
                    </a:lnTo>
                    <a:lnTo>
                      <a:pt x="0" y="35052"/>
                    </a:lnTo>
                    <a:lnTo>
                      <a:pt x="37338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" name="object 198">
                <a:extLst>
                  <a:ext uri="{FF2B5EF4-FFF2-40B4-BE49-F238E27FC236}">
                    <a16:creationId xmlns:a16="http://schemas.microsoft.com/office/drawing/2014/main" id="{5D6BD82D-628B-D6FA-69B4-D7461D36696F}"/>
                  </a:ext>
                </a:extLst>
              </p:cNvPr>
              <p:cNvSpPr/>
              <p:nvPr/>
            </p:nvSpPr>
            <p:spPr>
              <a:xfrm>
                <a:off x="7369174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84582" y="35051"/>
                    </a:moveTo>
                    <a:lnTo>
                      <a:pt x="49530" y="0"/>
                    </a:lnTo>
                    <a:lnTo>
                      <a:pt x="0" y="0"/>
                    </a:lnTo>
                    <a:lnTo>
                      <a:pt x="15240" y="35052"/>
                    </a:lnTo>
                    <a:lnTo>
                      <a:pt x="84582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" name="object 199">
                <a:extLst>
                  <a:ext uri="{FF2B5EF4-FFF2-40B4-BE49-F238E27FC236}">
                    <a16:creationId xmlns:a16="http://schemas.microsoft.com/office/drawing/2014/main" id="{36316A7D-55CA-0950-F7DD-73F0AF92CF94}"/>
                  </a:ext>
                </a:extLst>
              </p:cNvPr>
              <p:cNvSpPr/>
              <p:nvPr/>
            </p:nvSpPr>
            <p:spPr>
              <a:xfrm>
                <a:off x="7369174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0" y="0"/>
                    </a:moveTo>
                    <a:lnTo>
                      <a:pt x="49530" y="0"/>
                    </a:lnTo>
                    <a:lnTo>
                      <a:pt x="84582" y="35051"/>
                    </a:lnTo>
                    <a:lnTo>
                      <a:pt x="15240" y="35052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" name="object 200">
                <a:extLst>
                  <a:ext uri="{FF2B5EF4-FFF2-40B4-BE49-F238E27FC236}">
                    <a16:creationId xmlns:a16="http://schemas.microsoft.com/office/drawing/2014/main" id="{9AC5FC2D-B596-4496-6938-8B6392BD6712}"/>
                  </a:ext>
                </a:extLst>
              </p:cNvPr>
              <p:cNvSpPr/>
              <p:nvPr/>
            </p:nvSpPr>
            <p:spPr>
              <a:xfrm>
                <a:off x="7129919" y="6654545"/>
                <a:ext cx="277495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168909">
                    <a:moveTo>
                      <a:pt x="277368" y="168401"/>
                    </a:moveTo>
                    <a:lnTo>
                      <a:pt x="277368" y="0"/>
                    </a:lnTo>
                    <a:lnTo>
                      <a:pt x="0" y="0"/>
                    </a:lnTo>
                    <a:lnTo>
                      <a:pt x="0" y="168401"/>
                    </a:lnTo>
                    <a:lnTo>
                      <a:pt x="277368" y="1684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" name="object 201">
                <a:extLst>
                  <a:ext uri="{FF2B5EF4-FFF2-40B4-BE49-F238E27FC236}">
                    <a16:creationId xmlns:a16="http://schemas.microsoft.com/office/drawing/2014/main" id="{01C432C5-53D2-0448-B635-04D1E36BF47C}"/>
                  </a:ext>
                </a:extLst>
              </p:cNvPr>
              <p:cNvSpPr/>
              <p:nvPr/>
            </p:nvSpPr>
            <p:spPr>
              <a:xfrm>
                <a:off x="7129919" y="6654545"/>
                <a:ext cx="277495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168909">
                    <a:moveTo>
                      <a:pt x="0" y="0"/>
                    </a:moveTo>
                    <a:lnTo>
                      <a:pt x="0" y="168401"/>
                    </a:lnTo>
                    <a:lnTo>
                      <a:pt x="277368" y="168401"/>
                    </a:lnTo>
                    <a:lnTo>
                      <a:pt x="27736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02" name="object 202">
                <a:extLst>
                  <a:ext uri="{FF2B5EF4-FFF2-40B4-BE49-F238E27FC236}">
                    <a16:creationId xmlns:a16="http://schemas.microsoft.com/office/drawing/2014/main" id="{E58278BB-E84C-298E-EEEC-E20E93B41C3D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7147382" y="6665912"/>
                <a:ext cx="243967" cy="145669"/>
              </a:xfrm>
              <a:prstGeom prst="rect">
                <a:avLst/>
              </a:prstGeom>
            </p:spPr>
          </p:pic>
          <p:sp>
            <p:nvSpPr>
              <p:cNvPr id="203" name="object 203">
                <a:extLst>
                  <a:ext uri="{FF2B5EF4-FFF2-40B4-BE49-F238E27FC236}">
                    <a16:creationId xmlns:a16="http://schemas.microsoft.com/office/drawing/2014/main" id="{D4574EB4-4B2F-43CE-BA79-1D7C9EB18AC7}"/>
                  </a:ext>
                </a:extLst>
              </p:cNvPr>
              <p:cNvSpPr/>
              <p:nvPr/>
            </p:nvSpPr>
            <p:spPr>
              <a:xfrm>
                <a:off x="7526147" y="6825995"/>
                <a:ext cx="383540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83540" h="86359">
                    <a:moveTo>
                      <a:pt x="383285" y="86105"/>
                    </a:moveTo>
                    <a:lnTo>
                      <a:pt x="383285" y="0"/>
                    </a:lnTo>
                    <a:lnTo>
                      <a:pt x="0" y="0"/>
                    </a:lnTo>
                    <a:lnTo>
                      <a:pt x="0" y="86105"/>
                    </a:lnTo>
                    <a:lnTo>
                      <a:pt x="383285" y="8610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" name="object 204">
                <a:extLst>
                  <a:ext uri="{FF2B5EF4-FFF2-40B4-BE49-F238E27FC236}">
                    <a16:creationId xmlns:a16="http://schemas.microsoft.com/office/drawing/2014/main" id="{DE0690AE-BF47-9A75-051D-DACC18485282}"/>
                  </a:ext>
                </a:extLst>
              </p:cNvPr>
              <p:cNvSpPr/>
              <p:nvPr/>
            </p:nvSpPr>
            <p:spPr>
              <a:xfrm>
                <a:off x="7526147" y="6825995"/>
                <a:ext cx="38290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5725">
                    <a:moveTo>
                      <a:pt x="0" y="0"/>
                    </a:moveTo>
                    <a:lnTo>
                      <a:pt x="0" y="85344"/>
                    </a:lnTo>
                    <a:lnTo>
                      <a:pt x="382524" y="85344"/>
                    </a:lnTo>
                    <a:lnTo>
                      <a:pt x="38252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" name="object 205">
                <a:extLst>
                  <a:ext uri="{FF2B5EF4-FFF2-40B4-BE49-F238E27FC236}">
                    <a16:creationId xmlns:a16="http://schemas.microsoft.com/office/drawing/2014/main" id="{89EC0BA1-C44E-C485-5F2C-837C777C76A3}"/>
                  </a:ext>
                </a:extLst>
              </p:cNvPr>
              <p:cNvSpPr/>
              <p:nvPr/>
            </p:nvSpPr>
            <p:spPr>
              <a:xfrm>
                <a:off x="7739520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133350" y="39624"/>
                    </a:moveTo>
                    <a:lnTo>
                      <a:pt x="133350" y="0"/>
                    </a:lnTo>
                    <a:lnTo>
                      <a:pt x="0" y="0"/>
                    </a:lnTo>
                    <a:lnTo>
                      <a:pt x="0" y="39624"/>
                    </a:lnTo>
                    <a:lnTo>
                      <a:pt x="133350" y="39624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" name="object 206">
                <a:extLst>
                  <a:ext uri="{FF2B5EF4-FFF2-40B4-BE49-F238E27FC236}">
                    <a16:creationId xmlns:a16="http://schemas.microsoft.com/office/drawing/2014/main" id="{6A38E08B-8043-EDDB-854C-7222B92229CB}"/>
                  </a:ext>
                </a:extLst>
              </p:cNvPr>
              <p:cNvSpPr/>
              <p:nvPr/>
            </p:nvSpPr>
            <p:spPr>
              <a:xfrm>
                <a:off x="7739520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0" y="0"/>
                    </a:moveTo>
                    <a:lnTo>
                      <a:pt x="0" y="39624"/>
                    </a:lnTo>
                    <a:lnTo>
                      <a:pt x="133350" y="39624"/>
                    </a:lnTo>
                    <a:lnTo>
                      <a:pt x="1333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" name="object 207">
                <a:extLst>
                  <a:ext uri="{FF2B5EF4-FFF2-40B4-BE49-F238E27FC236}">
                    <a16:creationId xmlns:a16="http://schemas.microsoft.com/office/drawing/2014/main" id="{3D972EBF-175B-BF7C-1C03-1B0F1B78744A}"/>
                  </a:ext>
                </a:extLst>
              </p:cNvPr>
              <p:cNvSpPr/>
              <p:nvPr/>
            </p:nvSpPr>
            <p:spPr>
              <a:xfrm>
                <a:off x="7510906" y="6873239"/>
                <a:ext cx="415290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5290" h="55879">
                    <a:moveTo>
                      <a:pt x="415290" y="53339"/>
                    </a:moveTo>
                    <a:lnTo>
                      <a:pt x="415290" y="50291"/>
                    </a:lnTo>
                    <a:lnTo>
                      <a:pt x="365760" y="0"/>
                    </a:lnTo>
                    <a:lnTo>
                      <a:pt x="51816" y="0"/>
                    </a:lnTo>
                    <a:lnTo>
                      <a:pt x="762" y="49530"/>
                    </a:lnTo>
                    <a:lnTo>
                      <a:pt x="0" y="52577"/>
                    </a:lnTo>
                    <a:lnTo>
                      <a:pt x="1524" y="54864"/>
                    </a:lnTo>
                    <a:lnTo>
                      <a:pt x="5334" y="55626"/>
                    </a:lnTo>
                    <a:lnTo>
                      <a:pt x="411480" y="55625"/>
                    </a:lnTo>
                    <a:lnTo>
                      <a:pt x="414528" y="54863"/>
                    </a:lnTo>
                    <a:lnTo>
                      <a:pt x="415290" y="5333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" name="object 208">
                <a:extLst>
                  <a:ext uri="{FF2B5EF4-FFF2-40B4-BE49-F238E27FC236}">
                    <a16:creationId xmlns:a16="http://schemas.microsoft.com/office/drawing/2014/main" id="{DD14529B-E0B8-8DBE-4110-B91127E75E21}"/>
                  </a:ext>
                </a:extLst>
              </p:cNvPr>
              <p:cNvSpPr/>
              <p:nvPr/>
            </p:nvSpPr>
            <p:spPr>
              <a:xfrm>
                <a:off x="7510906" y="6873239"/>
                <a:ext cx="415290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5290" h="55879">
                    <a:moveTo>
                      <a:pt x="51816" y="0"/>
                    </a:moveTo>
                    <a:lnTo>
                      <a:pt x="365760" y="0"/>
                    </a:lnTo>
                    <a:lnTo>
                      <a:pt x="415290" y="50291"/>
                    </a:lnTo>
                    <a:lnTo>
                      <a:pt x="415290" y="53339"/>
                    </a:lnTo>
                    <a:lnTo>
                      <a:pt x="414528" y="54863"/>
                    </a:lnTo>
                    <a:lnTo>
                      <a:pt x="411480" y="55625"/>
                    </a:lnTo>
                    <a:lnTo>
                      <a:pt x="5334" y="55626"/>
                    </a:lnTo>
                    <a:lnTo>
                      <a:pt x="1524" y="54864"/>
                    </a:lnTo>
                    <a:lnTo>
                      <a:pt x="0" y="52577"/>
                    </a:lnTo>
                    <a:lnTo>
                      <a:pt x="762" y="49530"/>
                    </a:lnTo>
                    <a:lnTo>
                      <a:pt x="51816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" name="object 209">
                <a:extLst>
                  <a:ext uri="{FF2B5EF4-FFF2-40B4-BE49-F238E27FC236}">
                    <a16:creationId xmlns:a16="http://schemas.microsoft.com/office/drawing/2014/main" id="{F7332B38-749D-2D8A-D913-F8F71FFACCD5}"/>
                  </a:ext>
                </a:extLst>
              </p:cNvPr>
              <p:cNvSpPr/>
              <p:nvPr/>
            </p:nvSpPr>
            <p:spPr>
              <a:xfrm>
                <a:off x="7533017" y="6884669"/>
                <a:ext cx="277495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35559">
                    <a:moveTo>
                      <a:pt x="277367" y="35051"/>
                    </a:moveTo>
                    <a:lnTo>
                      <a:pt x="264413" y="0"/>
                    </a:lnTo>
                    <a:lnTo>
                      <a:pt x="36575" y="0"/>
                    </a:lnTo>
                    <a:lnTo>
                      <a:pt x="0" y="35052"/>
                    </a:lnTo>
                    <a:lnTo>
                      <a:pt x="277367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" name="object 210">
                <a:extLst>
                  <a:ext uri="{FF2B5EF4-FFF2-40B4-BE49-F238E27FC236}">
                    <a16:creationId xmlns:a16="http://schemas.microsoft.com/office/drawing/2014/main" id="{4F22AAF0-7E71-04BD-6182-ECE894C36DCA}"/>
                  </a:ext>
                </a:extLst>
              </p:cNvPr>
              <p:cNvSpPr/>
              <p:nvPr/>
            </p:nvSpPr>
            <p:spPr>
              <a:xfrm>
                <a:off x="7533017" y="6884669"/>
                <a:ext cx="277495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35559">
                    <a:moveTo>
                      <a:pt x="36575" y="0"/>
                    </a:moveTo>
                    <a:lnTo>
                      <a:pt x="264413" y="0"/>
                    </a:lnTo>
                    <a:lnTo>
                      <a:pt x="277367" y="35051"/>
                    </a:lnTo>
                    <a:lnTo>
                      <a:pt x="0" y="35052"/>
                    </a:lnTo>
                    <a:lnTo>
                      <a:pt x="36575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" name="object 211">
                <a:extLst>
                  <a:ext uri="{FF2B5EF4-FFF2-40B4-BE49-F238E27FC236}">
                    <a16:creationId xmlns:a16="http://schemas.microsoft.com/office/drawing/2014/main" id="{D8DBD330-680B-2298-AEC9-1B0133C9B218}"/>
                  </a:ext>
                </a:extLst>
              </p:cNvPr>
              <p:cNvSpPr/>
              <p:nvPr/>
            </p:nvSpPr>
            <p:spPr>
              <a:xfrm>
                <a:off x="7818767" y="6884669"/>
                <a:ext cx="8382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35559">
                    <a:moveTo>
                      <a:pt x="83820" y="35051"/>
                    </a:moveTo>
                    <a:lnTo>
                      <a:pt x="49530" y="0"/>
                    </a:lnTo>
                    <a:lnTo>
                      <a:pt x="0" y="0"/>
                    </a:lnTo>
                    <a:lnTo>
                      <a:pt x="16002" y="35052"/>
                    </a:lnTo>
                    <a:lnTo>
                      <a:pt x="83820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" name="object 212">
                <a:extLst>
                  <a:ext uri="{FF2B5EF4-FFF2-40B4-BE49-F238E27FC236}">
                    <a16:creationId xmlns:a16="http://schemas.microsoft.com/office/drawing/2014/main" id="{2AACB29B-8616-AEE8-9639-66839714C062}"/>
                  </a:ext>
                </a:extLst>
              </p:cNvPr>
              <p:cNvSpPr/>
              <p:nvPr/>
            </p:nvSpPr>
            <p:spPr>
              <a:xfrm>
                <a:off x="7818767" y="6884669"/>
                <a:ext cx="8382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35559">
                    <a:moveTo>
                      <a:pt x="0" y="0"/>
                    </a:moveTo>
                    <a:lnTo>
                      <a:pt x="49530" y="0"/>
                    </a:lnTo>
                    <a:lnTo>
                      <a:pt x="83820" y="35051"/>
                    </a:lnTo>
                    <a:lnTo>
                      <a:pt x="16002" y="35052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3" name="object 213">
                <a:extLst>
                  <a:ext uri="{FF2B5EF4-FFF2-40B4-BE49-F238E27FC236}">
                    <a16:creationId xmlns:a16="http://schemas.microsoft.com/office/drawing/2014/main" id="{40043995-5873-2908-ECF4-0D980DC756E8}"/>
                  </a:ext>
                </a:extLst>
              </p:cNvPr>
              <p:cNvSpPr/>
              <p:nvPr/>
            </p:nvSpPr>
            <p:spPr>
              <a:xfrm>
                <a:off x="7580249" y="6654545"/>
                <a:ext cx="278130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168909">
                    <a:moveTo>
                      <a:pt x="278129" y="168401"/>
                    </a:moveTo>
                    <a:lnTo>
                      <a:pt x="278129" y="0"/>
                    </a:lnTo>
                    <a:lnTo>
                      <a:pt x="0" y="0"/>
                    </a:lnTo>
                    <a:lnTo>
                      <a:pt x="0" y="168401"/>
                    </a:lnTo>
                    <a:lnTo>
                      <a:pt x="278129" y="1684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4" name="object 214">
                <a:extLst>
                  <a:ext uri="{FF2B5EF4-FFF2-40B4-BE49-F238E27FC236}">
                    <a16:creationId xmlns:a16="http://schemas.microsoft.com/office/drawing/2014/main" id="{D786F145-08F5-72C6-03C5-1901C8AEEDA2}"/>
                  </a:ext>
                </a:extLst>
              </p:cNvPr>
              <p:cNvSpPr/>
              <p:nvPr/>
            </p:nvSpPr>
            <p:spPr>
              <a:xfrm>
                <a:off x="7580249" y="6654545"/>
                <a:ext cx="278130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168909">
                    <a:moveTo>
                      <a:pt x="0" y="0"/>
                    </a:moveTo>
                    <a:lnTo>
                      <a:pt x="0" y="168401"/>
                    </a:lnTo>
                    <a:lnTo>
                      <a:pt x="278129" y="168401"/>
                    </a:lnTo>
                    <a:lnTo>
                      <a:pt x="278129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15" name="object 215">
                <a:extLst>
                  <a:ext uri="{FF2B5EF4-FFF2-40B4-BE49-F238E27FC236}">
                    <a16:creationId xmlns:a16="http://schemas.microsoft.com/office/drawing/2014/main" id="{5E6398D2-9685-84EB-59E5-52C684D154CD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7596187" y="6665912"/>
                <a:ext cx="244728" cy="145669"/>
              </a:xfrm>
              <a:prstGeom prst="rect">
                <a:avLst/>
              </a:prstGeom>
            </p:spPr>
          </p:pic>
          <p:sp>
            <p:nvSpPr>
              <p:cNvPr id="216" name="object 216">
                <a:extLst>
                  <a:ext uri="{FF2B5EF4-FFF2-40B4-BE49-F238E27FC236}">
                    <a16:creationId xmlns:a16="http://schemas.microsoft.com/office/drawing/2014/main" id="{934665C8-F35C-70F1-E463-BB536D1551BD}"/>
                  </a:ext>
                </a:extLst>
              </p:cNvPr>
              <p:cNvSpPr/>
              <p:nvPr/>
            </p:nvSpPr>
            <p:spPr>
              <a:xfrm>
                <a:off x="7748651" y="6924293"/>
                <a:ext cx="17780" cy="140335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334">
                    <a:moveTo>
                      <a:pt x="17525" y="140207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40207"/>
                    </a:lnTo>
                    <a:lnTo>
                      <a:pt x="17525" y="140207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7" name="object 217">
                <a:extLst>
                  <a:ext uri="{FF2B5EF4-FFF2-40B4-BE49-F238E27FC236}">
                    <a16:creationId xmlns:a16="http://schemas.microsoft.com/office/drawing/2014/main" id="{C1721D55-CCF3-CBFD-0955-E786247AF56F}"/>
                  </a:ext>
                </a:extLst>
              </p:cNvPr>
              <p:cNvSpPr/>
              <p:nvPr/>
            </p:nvSpPr>
            <p:spPr>
              <a:xfrm>
                <a:off x="7748651" y="6924293"/>
                <a:ext cx="1778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39700">
                    <a:moveTo>
                      <a:pt x="0" y="0"/>
                    </a:moveTo>
                    <a:lnTo>
                      <a:pt x="0" y="139446"/>
                    </a:lnTo>
                    <a:lnTo>
                      <a:pt x="17525" y="139446"/>
                    </a:lnTo>
                    <a:lnTo>
                      <a:pt x="175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8" name="object 218">
                <a:extLst>
                  <a:ext uri="{FF2B5EF4-FFF2-40B4-BE49-F238E27FC236}">
                    <a16:creationId xmlns:a16="http://schemas.microsoft.com/office/drawing/2014/main" id="{81459F3F-5D45-555F-53BA-01BCA7037B17}"/>
                  </a:ext>
                </a:extLst>
              </p:cNvPr>
              <p:cNvSpPr/>
              <p:nvPr/>
            </p:nvSpPr>
            <p:spPr>
              <a:xfrm>
                <a:off x="7291450" y="6921245"/>
                <a:ext cx="1778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39700">
                    <a:moveTo>
                      <a:pt x="17525" y="139446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39446"/>
                    </a:lnTo>
                    <a:lnTo>
                      <a:pt x="17525" y="139446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9" name="object 219">
                <a:extLst>
                  <a:ext uri="{FF2B5EF4-FFF2-40B4-BE49-F238E27FC236}">
                    <a16:creationId xmlns:a16="http://schemas.microsoft.com/office/drawing/2014/main" id="{F4285260-AC6E-7F5A-D2E7-04F961C645D9}"/>
                  </a:ext>
                </a:extLst>
              </p:cNvPr>
              <p:cNvSpPr/>
              <p:nvPr/>
            </p:nvSpPr>
            <p:spPr>
              <a:xfrm>
                <a:off x="7291450" y="6921245"/>
                <a:ext cx="1778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39700">
                    <a:moveTo>
                      <a:pt x="0" y="0"/>
                    </a:moveTo>
                    <a:lnTo>
                      <a:pt x="0" y="139446"/>
                    </a:lnTo>
                    <a:lnTo>
                      <a:pt x="17525" y="139446"/>
                    </a:lnTo>
                    <a:lnTo>
                      <a:pt x="175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0" name="object 220">
                <a:extLst>
                  <a:ext uri="{FF2B5EF4-FFF2-40B4-BE49-F238E27FC236}">
                    <a16:creationId xmlns:a16="http://schemas.microsoft.com/office/drawing/2014/main" id="{C5431ED2-DD99-4A10-77C1-9B21CF475B33}"/>
                  </a:ext>
                </a:extLst>
              </p:cNvPr>
              <p:cNvSpPr/>
              <p:nvPr/>
            </p:nvSpPr>
            <p:spPr>
              <a:xfrm>
                <a:off x="6834250" y="6921245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970">
                    <a:moveTo>
                      <a:pt x="17525" y="140970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40970"/>
                    </a:lnTo>
                    <a:lnTo>
                      <a:pt x="17525" y="140970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1" name="object 221">
                <a:extLst>
                  <a:ext uri="{FF2B5EF4-FFF2-40B4-BE49-F238E27FC236}">
                    <a16:creationId xmlns:a16="http://schemas.microsoft.com/office/drawing/2014/main" id="{55C3A706-CF4B-1A2C-8908-E7158C33EC23}"/>
                  </a:ext>
                </a:extLst>
              </p:cNvPr>
              <p:cNvSpPr/>
              <p:nvPr/>
            </p:nvSpPr>
            <p:spPr>
              <a:xfrm>
                <a:off x="6834250" y="6921245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970">
                    <a:moveTo>
                      <a:pt x="0" y="0"/>
                    </a:moveTo>
                    <a:lnTo>
                      <a:pt x="0" y="140970"/>
                    </a:lnTo>
                    <a:lnTo>
                      <a:pt x="17525" y="140970"/>
                    </a:lnTo>
                    <a:lnTo>
                      <a:pt x="175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2" name="object 222">
                <a:extLst>
                  <a:ext uri="{FF2B5EF4-FFF2-40B4-BE49-F238E27FC236}">
                    <a16:creationId xmlns:a16="http://schemas.microsoft.com/office/drawing/2014/main" id="{69E6DB68-1F59-0E2D-8E17-7A18EC65453E}"/>
                  </a:ext>
                </a:extLst>
              </p:cNvPr>
              <p:cNvSpPr/>
              <p:nvPr/>
            </p:nvSpPr>
            <p:spPr>
              <a:xfrm>
                <a:off x="5405513" y="6921245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970">
                    <a:moveTo>
                      <a:pt x="17525" y="140970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40970"/>
                    </a:lnTo>
                    <a:lnTo>
                      <a:pt x="17525" y="140970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3" name="object 223">
                <a:extLst>
                  <a:ext uri="{FF2B5EF4-FFF2-40B4-BE49-F238E27FC236}">
                    <a16:creationId xmlns:a16="http://schemas.microsoft.com/office/drawing/2014/main" id="{99E581E8-8CF6-A262-E5D3-9FD4008307D9}"/>
                  </a:ext>
                </a:extLst>
              </p:cNvPr>
              <p:cNvSpPr/>
              <p:nvPr/>
            </p:nvSpPr>
            <p:spPr>
              <a:xfrm>
                <a:off x="5405513" y="6921245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970">
                    <a:moveTo>
                      <a:pt x="0" y="0"/>
                    </a:moveTo>
                    <a:lnTo>
                      <a:pt x="0" y="140970"/>
                    </a:lnTo>
                    <a:lnTo>
                      <a:pt x="17525" y="140970"/>
                    </a:lnTo>
                    <a:lnTo>
                      <a:pt x="175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4" name="object 224">
                <a:extLst>
                  <a:ext uri="{FF2B5EF4-FFF2-40B4-BE49-F238E27FC236}">
                    <a16:creationId xmlns:a16="http://schemas.microsoft.com/office/drawing/2014/main" id="{F7354B52-08C8-873B-FD8C-8825423013A1}"/>
                  </a:ext>
                </a:extLst>
              </p:cNvPr>
              <p:cNvSpPr/>
              <p:nvPr/>
            </p:nvSpPr>
            <p:spPr>
              <a:xfrm>
                <a:off x="4149737" y="6932675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970">
                    <a:moveTo>
                      <a:pt x="17525" y="140970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40970"/>
                    </a:lnTo>
                    <a:lnTo>
                      <a:pt x="17525" y="140970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5" name="object 225">
                <a:extLst>
                  <a:ext uri="{FF2B5EF4-FFF2-40B4-BE49-F238E27FC236}">
                    <a16:creationId xmlns:a16="http://schemas.microsoft.com/office/drawing/2014/main" id="{66570F44-655B-63EE-0421-15BECF51065E}"/>
                  </a:ext>
                </a:extLst>
              </p:cNvPr>
              <p:cNvSpPr/>
              <p:nvPr/>
            </p:nvSpPr>
            <p:spPr>
              <a:xfrm>
                <a:off x="4149737" y="6932675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970">
                    <a:moveTo>
                      <a:pt x="0" y="0"/>
                    </a:moveTo>
                    <a:lnTo>
                      <a:pt x="0" y="140970"/>
                    </a:lnTo>
                    <a:lnTo>
                      <a:pt x="17525" y="140970"/>
                    </a:lnTo>
                    <a:lnTo>
                      <a:pt x="175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6" name="object 226">
                <a:extLst>
                  <a:ext uri="{FF2B5EF4-FFF2-40B4-BE49-F238E27FC236}">
                    <a16:creationId xmlns:a16="http://schemas.microsoft.com/office/drawing/2014/main" id="{E03DDEF3-2A88-C76F-FA0F-EF873225D5A7}"/>
                  </a:ext>
                </a:extLst>
              </p:cNvPr>
              <p:cNvSpPr/>
              <p:nvPr/>
            </p:nvSpPr>
            <p:spPr>
              <a:xfrm>
                <a:off x="2665361" y="6414515"/>
                <a:ext cx="2768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276860" h="10160">
                    <a:moveTo>
                      <a:pt x="276606" y="0"/>
                    </a:moveTo>
                    <a:lnTo>
                      <a:pt x="8382" y="0"/>
                    </a:lnTo>
                    <a:lnTo>
                      <a:pt x="0" y="9906"/>
                    </a:lnTo>
                    <a:lnTo>
                      <a:pt x="260604" y="9906"/>
                    </a:lnTo>
                    <a:lnTo>
                      <a:pt x="276606" y="0"/>
                    </a:lnTo>
                    <a:close/>
                  </a:path>
                </a:pathLst>
              </a:custGeom>
              <a:solidFill>
                <a:srgbClr val="E0E0E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7" name="object 227">
                <a:extLst>
                  <a:ext uri="{FF2B5EF4-FFF2-40B4-BE49-F238E27FC236}">
                    <a16:creationId xmlns:a16="http://schemas.microsoft.com/office/drawing/2014/main" id="{A388A662-8EAE-5A1A-2945-88BC06D53ECB}"/>
                  </a:ext>
                </a:extLst>
              </p:cNvPr>
              <p:cNvSpPr/>
              <p:nvPr/>
            </p:nvSpPr>
            <p:spPr>
              <a:xfrm>
                <a:off x="2665361" y="6414515"/>
                <a:ext cx="2768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276860" h="10160">
                    <a:moveTo>
                      <a:pt x="276606" y="0"/>
                    </a:moveTo>
                    <a:lnTo>
                      <a:pt x="260604" y="9906"/>
                    </a:lnTo>
                    <a:lnTo>
                      <a:pt x="0" y="9906"/>
                    </a:lnTo>
                    <a:lnTo>
                      <a:pt x="8382" y="0"/>
                    </a:lnTo>
                    <a:lnTo>
                      <a:pt x="276606" y="0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8" name="object 228">
                <a:extLst>
                  <a:ext uri="{FF2B5EF4-FFF2-40B4-BE49-F238E27FC236}">
                    <a16:creationId xmlns:a16="http://schemas.microsoft.com/office/drawing/2014/main" id="{39EAB9E9-D595-5012-06E9-DDD3865DE451}"/>
                  </a:ext>
                </a:extLst>
              </p:cNvPr>
              <p:cNvSpPr/>
              <p:nvPr/>
            </p:nvSpPr>
            <p:spPr>
              <a:xfrm>
                <a:off x="2873387" y="6412991"/>
                <a:ext cx="70485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70485" h="539750">
                    <a:moveTo>
                      <a:pt x="70104" y="521207"/>
                    </a:moveTo>
                    <a:lnTo>
                      <a:pt x="70104" y="197357"/>
                    </a:lnTo>
                    <a:lnTo>
                      <a:pt x="69342" y="0"/>
                    </a:lnTo>
                    <a:lnTo>
                      <a:pt x="51816" y="10667"/>
                    </a:lnTo>
                    <a:lnTo>
                      <a:pt x="0" y="179069"/>
                    </a:lnTo>
                    <a:lnTo>
                      <a:pt x="55626" y="539495"/>
                    </a:lnTo>
                    <a:lnTo>
                      <a:pt x="70104" y="521207"/>
                    </a:lnTo>
                    <a:close/>
                  </a:path>
                </a:pathLst>
              </a:custGeom>
              <a:solidFill>
                <a:srgbClr val="A0A0A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9" name="object 229">
                <a:extLst>
                  <a:ext uri="{FF2B5EF4-FFF2-40B4-BE49-F238E27FC236}">
                    <a16:creationId xmlns:a16="http://schemas.microsoft.com/office/drawing/2014/main" id="{1F97A7AE-8CB1-8A9A-99B4-6558510A1E36}"/>
                  </a:ext>
                </a:extLst>
              </p:cNvPr>
              <p:cNvSpPr/>
              <p:nvPr/>
            </p:nvSpPr>
            <p:spPr>
              <a:xfrm>
                <a:off x="2873387" y="6412991"/>
                <a:ext cx="70485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70485" h="539750">
                    <a:moveTo>
                      <a:pt x="70104" y="521207"/>
                    </a:moveTo>
                    <a:lnTo>
                      <a:pt x="55626" y="539495"/>
                    </a:lnTo>
                    <a:lnTo>
                      <a:pt x="0" y="179069"/>
                    </a:lnTo>
                    <a:lnTo>
                      <a:pt x="51816" y="10667"/>
                    </a:lnTo>
                    <a:lnTo>
                      <a:pt x="69342" y="0"/>
                    </a:lnTo>
                    <a:lnTo>
                      <a:pt x="70104" y="197357"/>
                    </a:lnTo>
                    <a:lnTo>
                      <a:pt x="70104" y="521207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0" name="object 230">
                <a:extLst>
                  <a:ext uri="{FF2B5EF4-FFF2-40B4-BE49-F238E27FC236}">
                    <a16:creationId xmlns:a16="http://schemas.microsoft.com/office/drawing/2014/main" id="{ACE86F7F-F2E1-00B0-9D19-EE4D35BA000B}"/>
                  </a:ext>
                </a:extLst>
              </p:cNvPr>
              <p:cNvSpPr/>
              <p:nvPr/>
            </p:nvSpPr>
            <p:spPr>
              <a:xfrm>
                <a:off x="2941967" y="6376415"/>
                <a:ext cx="121285" cy="558165"/>
              </a:xfrm>
              <a:custGeom>
                <a:avLst/>
                <a:gdLst/>
                <a:ahLst/>
                <a:cxnLst/>
                <a:rect l="l" t="t" r="r" b="b"/>
                <a:pathLst>
                  <a:path w="121285" h="558165">
                    <a:moveTo>
                      <a:pt x="121157" y="424434"/>
                    </a:moveTo>
                    <a:lnTo>
                      <a:pt x="121157" y="0"/>
                    </a:lnTo>
                    <a:lnTo>
                      <a:pt x="0" y="36576"/>
                    </a:lnTo>
                    <a:lnTo>
                      <a:pt x="0" y="557784"/>
                    </a:lnTo>
                    <a:lnTo>
                      <a:pt x="121157" y="424434"/>
                    </a:lnTo>
                    <a:close/>
                  </a:path>
                </a:pathLst>
              </a:custGeom>
              <a:solidFill>
                <a:srgbClr val="A0A0A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1" name="object 231">
                <a:extLst>
                  <a:ext uri="{FF2B5EF4-FFF2-40B4-BE49-F238E27FC236}">
                    <a16:creationId xmlns:a16="http://schemas.microsoft.com/office/drawing/2014/main" id="{72A05180-EE2D-6559-D4AE-3303A11B8040}"/>
                  </a:ext>
                </a:extLst>
              </p:cNvPr>
              <p:cNvSpPr/>
              <p:nvPr/>
            </p:nvSpPr>
            <p:spPr>
              <a:xfrm>
                <a:off x="2941967" y="6376415"/>
                <a:ext cx="121285" cy="558165"/>
              </a:xfrm>
              <a:custGeom>
                <a:avLst/>
                <a:gdLst/>
                <a:ahLst/>
                <a:cxnLst/>
                <a:rect l="l" t="t" r="r" b="b"/>
                <a:pathLst>
                  <a:path w="121285" h="558165">
                    <a:moveTo>
                      <a:pt x="121157" y="0"/>
                    </a:moveTo>
                    <a:lnTo>
                      <a:pt x="0" y="36576"/>
                    </a:lnTo>
                    <a:lnTo>
                      <a:pt x="0" y="557784"/>
                    </a:lnTo>
                    <a:lnTo>
                      <a:pt x="121157" y="424434"/>
                    </a:lnTo>
                    <a:lnTo>
                      <a:pt x="121157" y="0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2" name="object 232">
                <a:extLst>
                  <a:ext uri="{FF2B5EF4-FFF2-40B4-BE49-F238E27FC236}">
                    <a16:creationId xmlns:a16="http://schemas.microsoft.com/office/drawing/2014/main" id="{BA36160C-CB55-0516-5B20-0BE40DD16CE0}"/>
                  </a:ext>
                </a:extLst>
              </p:cNvPr>
              <p:cNvSpPr/>
              <p:nvPr/>
            </p:nvSpPr>
            <p:spPr>
              <a:xfrm>
                <a:off x="2672981" y="6375653"/>
                <a:ext cx="390525" cy="39370"/>
              </a:xfrm>
              <a:custGeom>
                <a:avLst/>
                <a:gdLst/>
                <a:ahLst/>
                <a:cxnLst/>
                <a:rect l="l" t="t" r="r" b="b"/>
                <a:pathLst>
                  <a:path w="390525" h="39370">
                    <a:moveTo>
                      <a:pt x="390144" y="0"/>
                    </a:moveTo>
                    <a:lnTo>
                      <a:pt x="188214" y="0"/>
                    </a:lnTo>
                    <a:lnTo>
                      <a:pt x="0" y="38862"/>
                    </a:lnTo>
                    <a:lnTo>
                      <a:pt x="268224" y="38862"/>
                    </a:lnTo>
                    <a:lnTo>
                      <a:pt x="390144" y="0"/>
                    </a:lnTo>
                    <a:close/>
                  </a:path>
                </a:pathLst>
              </a:custGeom>
              <a:solidFill>
                <a:srgbClr val="E0E0E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3" name="object 233">
                <a:extLst>
                  <a:ext uri="{FF2B5EF4-FFF2-40B4-BE49-F238E27FC236}">
                    <a16:creationId xmlns:a16="http://schemas.microsoft.com/office/drawing/2014/main" id="{54368AA7-DD88-FBFC-CF1C-20770786A108}"/>
                  </a:ext>
                </a:extLst>
              </p:cNvPr>
              <p:cNvSpPr/>
              <p:nvPr/>
            </p:nvSpPr>
            <p:spPr>
              <a:xfrm>
                <a:off x="2672981" y="6375653"/>
                <a:ext cx="390525" cy="39370"/>
              </a:xfrm>
              <a:custGeom>
                <a:avLst/>
                <a:gdLst/>
                <a:ahLst/>
                <a:cxnLst/>
                <a:rect l="l" t="t" r="r" b="b"/>
                <a:pathLst>
                  <a:path w="390525" h="39370">
                    <a:moveTo>
                      <a:pt x="268224" y="38862"/>
                    </a:moveTo>
                    <a:lnTo>
                      <a:pt x="0" y="38862"/>
                    </a:lnTo>
                    <a:lnTo>
                      <a:pt x="188214" y="0"/>
                    </a:lnTo>
                    <a:lnTo>
                      <a:pt x="390144" y="0"/>
                    </a:lnTo>
                    <a:lnTo>
                      <a:pt x="268224" y="38862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4" name="object 234">
                <a:extLst>
                  <a:ext uri="{FF2B5EF4-FFF2-40B4-BE49-F238E27FC236}">
                    <a16:creationId xmlns:a16="http://schemas.microsoft.com/office/drawing/2014/main" id="{B22169F3-473F-B47A-2B3A-1246C3B4DF0A}"/>
                  </a:ext>
                </a:extLst>
              </p:cNvPr>
              <p:cNvSpPr/>
              <p:nvPr/>
            </p:nvSpPr>
            <p:spPr>
              <a:xfrm>
                <a:off x="2672981" y="6613397"/>
                <a:ext cx="256540" cy="340360"/>
              </a:xfrm>
              <a:custGeom>
                <a:avLst/>
                <a:gdLst/>
                <a:ahLst/>
                <a:cxnLst/>
                <a:rect l="l" t="t" r="r" b="b"/>
                <a:pathLst>
                  <a:path w="256539" h="340359">
                    <a:moveTo>
                      <a:pt x="256031" y="339851"/>
                    </a:moveTo>
                    <a:lnTo>
                      <a:pt x="256031" y="0"/>
                    </a:lnTo>
                    <a:lnTo>
                      <a:pt x="0" y="0"/>
                    </a:lnTo>
                    <a:lnTo>
                      <a:pt x="0" y="339851"/>
                    </a:lnTo>
                    <a:lnTo>
                      <a:pt x="256031" y="339851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5" name="object 235">
                <a:extLst>
                  <a:ext uri="{FF2B5EF4-FFF2-40B4-BE49-F238E27FC236}">
                    <a16:creationId xmlns:a16="http://schemas.microsoft.com/office/drawing/2014/main" id="{4E1EAB52-ABE3-81BF-875E-DAE13FCE0E62}"/>
                  </a:ext>
                </a:extLst>
              </p:cNvPr>
              <p:cNvSpPr/>
              <p:nvPr/>
            </p:nvSpPr>
            <p:spPr>
              <a:xfrm>
                <a:off x="2672981" y="6613397"/>
                <a:ext cx="256540" cy="340360"/>
              </a:xfrm>
              <a:custGeom>
                <a:avLst/>
                <a:gdLst/>
                <a:ahLst/>
                <a:cxnLst/>
                <a:rect l="l" t="t" r="r" b="b"/>
                <a:pathLst>
                  <a:path w="256539" h="340359">
                    <a:moveTo>
                      <a:pt x="256031" y="0"/>
                    </a:moveTo>
                    <a:lnTo>
                      <a:pt x="256031" y="339851"/>
                    </a:lnTo>
                    <a:lnTo>
                      <a:pt x="0" y="339851"/>
                    </a:lnTo>
                    <a:lnTo>
                      <a:pt x="0" y="0"/>
                    </a:lnTo>
                    <a:lnTo>
                      <a:pt x="256031" y="0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6" name="object 236">
                <a:extLst>
                  <a:ext uri="{FF2B5EF4-FFF2-40B4-BE49-F238E27FC236}">
                    <a16:creationId xmlns:a16="http://schemas.microsoft.com/office/drawing/2014/main" id="{C921B8EF-A71D-CBB0-7E81-5CA7E5DCBE2F}"/>
                  </a:ext>
                </a:extLst>
              </p:cNvPr>
              <p:cNvSpPr/>
              <p:nvPr/>
            </p:nvSpPr>
            <p:spPr>
              <a:xfrm>
                <a:off x="2653169" y="6423659"/>
                <a:ext cx="273050" cy="170180"/>
              </a:xfrm>
              <a:custGeom>
                <a:avLst/>
                <a:gdLst/>
                <a:ahLst/>
                <a:cxnLst/>
                <a:rect l="l" t="t" r="r" b="b"/>
                <a:pathLst>
                  <a:path w="273050" h="170179">
                    <a:moveTo>
                      <a:pt x="272795" y="0"/>
                    </a:moveTo>
                    <a:lnTo>
                      <a:pt x="12191" y="0"/>
                    </a:lnTo>
                    <a:lnTo>
                      <a:pt x="0" y="169926"/>
                    </a:lnTo>
                    <a:lnTo>
                      <a:pt x="261365" y="169926"/>
                    </a:lnTo>
                    <a:lnTo>
                      <a:pt x="272795" y="0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7" name="object 237">
                <a:extLst>
                  <a:ext uri="{FF2B5EF4-FFF2-40B4-BE49-F238E27FC236}">
                    <a16:creationId xmlns:a16="http://schemas.microsoft.com/office/drawing/2014/main" id="{11A94F25-BEA7-09C6-7849-9784C32BA92F}"/>
                  </a:ext>
                </a:extLst>
              </p:cNvPr>
              <p:cNvSpPr/>
              <p:nvPr/>
            </p:nvSpPr>
            <p:spPr>
              <a:xfrm>
                <a:off x="2653169" y="6423659"/>
                <a:ext cx="273050" cy="170180"/>
              </a:xfrm>
              <a:custGeom>
                <a:avLst/>
                <a:gdLst/>
                <a:ahLst/>
                <a:cxnLst/>
                <a:rect l="l" t="t" r="r" b="b"/>
                <a:pathLst>
                  <a:path w="273050" h="170179">
                    <a:moveTo>
                      <a:pt x="272795" y="0"/>
                    </a:moveTo>
                    <a:lnTo>
                      <a:pt x="12191" y="0"/>
                    </a:lnTo>
                    <a:lnTo>
                      <a:pt x="0" y="169926"/>
                    </a:lnTo>
                    <a:lnTo>
                      <a:pt x="261365" y="169926"/>
                    </a:lnTo>
                    <a:lnTo>
                      <a:pt x="272795" y="0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8" name="object 238">
                <a:extLst>
                  <a:ext uri="{FF2B5EF4-FFF2-40B4-BE49-F238E27FC236}">
                    <a16:creationId xmlns:a16="http://schemas.microsoft.com/office/drawing/2014/main" id="{89A2C0D4-7935-C2FF-A5DC-BA52E9215455}"/>
                  </a:ext>
                </a:extLst>
              </p:cNvPr>
              <p:cNvSpPr/>
              <p:nvPr/>
            </p:nvSpPr>
            <p:spPr>
              <a:xfrm>
                <a:off x="2652407" y="6593585"/>
                <a:ext cx="276225" cy="2032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20320">
                    <a:moveTo>
                      <a:pt x="275844" y="19811"/>
                    </a:moveTo>
                    <a:lnTo>
                      <a:pt x="261365" y="0"/>
                    </a:lnTo>
                    <a:lnTo>
                      <a:pt x="0" y="0"/>
                    </a:lnTo>
                    <a:lnTo>
                      <a:pt x="21335" y="19811"/>
                    </a:lnTo>
                    <a:lnTo>
                      <a:pt x="275844" y="19811"/>
                    </a:lnTo>
                    <a:close/>
                  </a:path>
                </a:pathLst>
              </a:custGeom>
              <a:solidFill>
                <a:srgbClr val="A0A0A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9" name="object 239">
                <a:extLst>
                  <a:ext uri="{FF2B5EF4-FFF2-40B4-BE49-F238E27FC236}">
                    <a16:creationId xmlns:a16="http://schemas.microsoft.com/office/drawing/2014/main" id="{BEFFF1E0-6011-C0BC-A659-B8D4F171FC49}"/>
                  </a:ext>
                </a:extLst>
              </p:cNvPr>
              <p:cNvSpPr/>
              <p:nvPr/>
            </p:nvSpPr>
            <p:spPr>
              <a:xfrm>
                <a:off x="2652407" y="6593585"/>
                <a:ext cx="276225" cy="2032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20320">
                    <a:moveTo>
                      <a:pt x="275844" y="19811"/>
                    </a:moveTo>
                    <a:lnTo>
                      <a:pt x="21335" y="19811"/>
                    </a:lnTo>
                    <a:lnTo>
                      <a:pt x="0" y="0"/>
                    </a:lnTo>
                    <a:lnTo>
                      <a:pt x="261365" y="0"/>
                    </a:lnTo>
                    <a:lnTo>
                      <a:pt x="275844" y="19811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0" name="object 240">
                <a:extLst>
                  <a:ext uri="{FF2B5EF4-FFF2-40B4-BE49-F238E27FC236}">
                    <a16:creationId xmlns:a16="http://schemas.microsoft.com/office/drawing/2014/main" id="{B822092D-5ABF-328E-CC23-4DE48ABD8CBB}"/>
                  </a:ext>
                </a:extLst>
              </p:cNvPr>
              <p:cNvSpPr/>
              <p:nvPr/>
            </p:nvSpPr>
            <p:spPr>
              <a:xfrm>
                <a:off x="2902343" y="6414515"/>
                <a:ext cx="22860" cy="538480"/>
              </a:xfrm>
              <a:custGeom>
                <a:avLst/>
                <a:gdLst/>
                <a:ahLst/>
                <a:cxnLst/>
                <a:rect l="l" t="t" r="r" b="b"/>
                <a:pathLst>
                  <a:path w="22860" h="538479">
                    <a:moveTo>
                      <a:pt x="22860" y="0"/>
                    </a:moveTo>
                    <a:lnTo>
                      <a:pt x="11430" y="9144"/>
                    </a:lnTo>
                    <a:lnTo>
                      <a:pt x="0" y="180594"/>
                    </a:lnTo>
                    <a:lnTo>
                      <a:pt x="11430" y="199644"/>
                    </a:lnTo>
                    <a:lnTo>
                      <a:pt x="12192" y="537972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1" name="object 241">
                <a:extLst>
                  <a:ext uri="{FF2B5EF4-FFF2-40B4-BE49-F238E27FC236}">
                    <a16:creationId xmlns:a16="http://schemas.microsoft.com/office/drawing/2014/main" id="{EDDE7BC3-DB5F-6F31-3629-C3A04DBE2645}"/>
                  </a:ext>
                </a:extLst>
              </p:cNvPr>
              <p:cNvSpPr/>
              <p:nvPr/>
            </p:nvSpPr>
            <p:spPr>
              <a:xfrm>
                <a:off x="2894723" y="6415277"/>
                <a:ext cx="21590" cy="53848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538479">
                    <a:moveTo>
                      <a:pt x="21336" y="0"/>
                    </a:moveTo>
                    <a:lnTo>
                      <a:pt x="11430" y="9144"/>
                    </a:lnTo>
                    <a:lnTo>
                      <a:pt x="0" y="180594"/>
                    </a:lnTo>
                    <a:lnTo>
                      <a:pt x="11430" y="199644"/>
                    </a:lnTo>
                    <a:lnTo>
                      <a:pt x="12192" y="537972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2" name="object 242">
                <a:extLst>
                  <a:ext uri="{FF2B5EF4-FFF2-40B4-BE49-F238E27FC236}">
                    <a16:creationId xmlns:a16="http://schemas.microsoft.com/office/drawing/2014/main" id="{EE5FDC0F-84C6-BE4C-9A0B-B3568751C85E}"/>
                  </a:ext>
                </a:extLst>
              </p:cNvPr>
              <p:cNvSpPr/>
              <p:nvPr/>
            </p:nvSpPr>
            <p:spPr>
              <a:xfrm>
                <a:off x="2886341" y="6414515"/>
                <a:ext cx="22860" cy="539115"/>
              </a:xfrm>
              <a:custGeom>
                <a:avLst/>
                <a:gdLst/>
                <a:ahLst/>
                <a:cxnLst/>
                <a:rect l="l" t="t" r="r" b="b"/>
                <a:pathLst>
                  <a:path w="22860" h="539115">
                    <a:moveTo>
                      <a:pt x="22860" y="0"/>
                    </a:moveTo>
                    <a:lnTo>
                      <a:pt x="12192" y="9144"/>
                    </a:lnTo>
                    <a:lnTo>
                      <a:pt x="0" y="179070"/>
                    </a:lnTo>
                    <a:lnTo>
                      <a:pt x="12954" y="198882"/>
                    </a:lnTo>
                    <a:lnTo>
                      <a:pt x="12954" y="538734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3" name="object 243">
                <a:extLst>
                  <a:ext uri="{FF2B5EF4-FFF2-40B4-BE49-F238E27FC236}">
                    <a16:creationId xmlns:a16="http://schemas.microsoft.com/office/drawing/2014/main" id="{27A3EFB6-FCD7-0778-B9B8-12BED7A79D38}"/>
                  </a:ext>
                </a:extLst>
              </p:cNvPr>
              <p:cNvSpPr/>
              <p:nvPr/>
            </p:nvSpPr>
            <p:spPr>
              <a:xfrm>
                <a:off x="2879483" y="6415277"/>
                <a:ext cx="21590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536575">
                    <a:moveTo>
                      <a:pt x="21336" y="0"/>
                    </a:moveTo>
                    <a:lnTo>
                      <a:pt x="10668" y="7620"/>
                    </a:lnTo>
                    <a:lnTo>
                      <a:pt x="0" y="179070"/>
                    </a:lnTo>
                    <a:lnTo>
                      <a:pt x="11430" y="198882"/>
                    </a:lnTo>
                    <a:lnTo>
                      <a:pt x="12192" y="536448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4" name="object 244">
                <a:extLst>
                  <a:ext uri="{FF2B5EF4-FFF2-40B4-BE49-F238E27FC236}">
                    <a16:creationId xmlns:a16="http://schemas.microsoft.com/office/drawing/2014/main" id="{01CCC3DD-8C89-AAFD-BD0A-AEED5D3C3B18}"/>
                  </a:ext>
                </a:extLst>
              </p:cNvPr>
              <p:cNvSpPr/>
              <p:nvPr/>
            </p:nvSpPr>
            <p:spPr>
              <a:xfrm>
                <a:off x="2871101" y="6414515"/>
                <a:ext cx="22225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536575">
                    <a:moveTo>
                      <a:pt x="22098" y="0"/>
                    </a:moveTo>
                    <a:lnTo>
                      <a:pt x="11430" y="9906"/>
                    </a:lnTo>
                    <a:lnTo>
                      <a:pt x="0" y="179070"/>
                    </a:lnTo>
                    <a:lnTo>
                      <a:pt x="12192" y="198120"/>
                    </a:lnTo>
                    <a:lnTo>
                      <a:pt x="12192" y="536448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5" name="object 245">
                <a:extLst>
                  <a:ext uri="{FF2B5EF4-FFF2-40B4-BE49-F238E27FC236}">
                    <a16:creationId xmlns:a16="http://schemas.microsoft.com/office/drawing/2014/main" id="{11EF8868-FB5E-BF02-8AD3-E005126B7A98}"/>
                  </a:ext>
                </a:extLst>
              </p:cNvPr>
              <p:cNvSpPr/>
              <p:nvPr/>
            </p:nvSpPr>
            <p:spPr>
              <a:xfrm>
                <a:off x="2863481" y="6415277"/>
                <a:ext cx="20955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536575">
                    <a:moveTo>
                      <a:pt x="20574" y="0"/>
                    </a:moveTo>
                    <a:lnTo>
                      <a:pt x="11430" y="9144"/>
                    </a:lnTo>
                    <a:lnTo>
                      <a:pt x="0" y="178308"/>
                    </a:lnTo>
                    <a:lnTo>
                      <a:pt x="11430" y="198120"/>
                    </a:lnTo>
                    <a:lnTo>
                      <a:pt x="12192" y="536448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6" name="object 246">
                <a:extLst>
                  <a:ext uri="{FF2B5EF4-FFF2-40B4-BE49-F238E27FC236}">
                    <a16:creationId xmlns:a16="http://schemas.microsoft.com/office/drawing/2014/main" id="{53562CBE-E48A-5CDC-45D8-3A96173158A8}"/>
                  </a:ext>
                </a:extLst>
              </p:cNvPr>
              <p:cNvSpPr/>
              <p:nvPr/>
            </p:nvSpPr>
            <p:spPr>
              <a:xfrm>
                <a:off x="2855861" y="6415277"/>
                <a:ext cx="20955" cy="538480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538479">
                    <a:moveTo>
                      <a:pt x="20574" y="0"/>
                    </a:moveTo>
                    <a:lnTo>
                      <a:pt x="11430" y="9144"/>
                    </a:lnTo>
                    <a:lnTo>
                      <a:pt x="0" y="176784"/>
                    </a:lnTo>
                    <a:lnTo>
                      <a:pt x="12192" y="198120"/>
                    </a:lnTo>
                    <a:lnTo>
                      <a:pt x="12192" y="537972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7" name="object 247">
                <a:extLst>
                  <a:ext uri="{FF2B5EF4-FFF2-40B4-BE49-F238E27FC236}">
                    <a16:creationId xmlns:a16="http://schemas.microsoft.com/office/drawing/2014/main" id="{2A4A5E99-605B-2969-A888-F328C79CB24B}"/>
                  </a:ext>
                </a:extLst>
              </p:cNvPr>
              <p:cNvSpPr/>
              <p:nvPr/>
            </p:nvSpPr>
            <p:spPr>
              <a:xfrm>
                <a:off x="2848241" y="6415277"/>
                <a:ext cx="20955" cy="53530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535304">
                    <a:moveTo>
                      <a:pt x="20574" y="0"/>
                    </a:moveTo>
                    <a:lnTo>
                      <a:pt x="11430" y="9144"/>
                    </a:lnTo>
                    <a:lnTo>
                      <a:pt x="0" y="177546"/>
                    </a:lnTo>
                    <a:lnTo>
                      <a:pt x="11430" y="196596"/>
                    </a:lnTo>
                    <a:lnTo>
                      <a:pt x="12192" y="534924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8" name="object 248">
                <a:extLst>
                  <a:ext uri="{FF2B5EF4-FFF2-40B4-BE49-F238E27FC236}">
                    <a16:creationId xmlns:a16="http://schemas.microsoft.com/office/drawing/2014/main" id="{25AC2B95-86FE-79FF-35D2-7867EAC610F2}"/>
                  </a:ext>
                </a:extLst>
              </p:cNvPr>
              <p:cNvSpPr/>
              <p:nvPr/>
            </p:nvSpPr>
            <p:spPr>
              <a:xfrm>
                <a:off x="2685173" y="6658355"/>
                <a:ext cx="165100" cy="26606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266065">
                    <a:moveTo>
                      <a:pt x="0" y="265938"/>
                    </a:moveTo>
                    <a:lnTo>
                      <a:pt x="0" y="0"/>
                    </a:lnTo>
                    <a:lnTo>
                      <a:pt x="164592" y="0"/>
                    </a:lnTo>
                    <a:lnTo>
                      <a:pt x="164592" y="265938"/>
                    </a:lnTo>
                    <a:lnTo>
                      <a:pt x="0" y="265938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9" name="object 249">
                <a:extLst>
                  <a:ext uri="{FF2B5EF4-FFF2-40B4-BE49-F238E27FC236}">
                    <a16:creationId xmlns:a16="http://schemas.microsoft.com/office/drawing/2014/main" id="{271DA782-14B6-A5E5-C204-6432CFD74CEC}"/>
                  </a:ext>
                </a:extLst>
              </p:cNvPr>
              <p:cNvSpPr/>
              <p:nvPr/>
            </p:nvSpPr>
            <p:spPr>
              <a:xfrm>
                <a:off x="2685173" y="6710933"/>
                <a:ext cx="165100" cy="520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52070">
                    <a:moveTo>
                      <a:pt x="0" y="51816"/>
                    </a:moveTo>
                    <a:lnTo>
                      <a:pt x="164592" y="51816"/>
                    </a:lnTo>
                    <a:lnTo>
                      <a:pt x="164592" y="0"/>
                    </a:lnTo>
                    <a:lnTo>
                      <a:pt x="0" y="0"/>
                    </a:lnTo>
                    <a:lnTo>
                      <a:pt x="0" y="51816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0" name="object 250">
                <a:extLst>
                  <a:ext uri="{FF2B5EF4-FFF2-40B4-BE49-F238E27FC236}">
                    <a16:creationId xmlns:a16="http://schemas.microsoft.com/office/drawing/2014/main" id="{D6B5699C-7181-66DD-19D0-64A52F121784}"/>
                  </a:ext>
                </a:extLst>
              </p:cNvPr>
              <p:cNvSpPr/>
              <p:nvPr/>
            </p:nvSpPr>
            <p:spPr>
              <a:xfrm>
                <a:off x="2685173" y="6710171"/>
                <a:ext cx="165100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52704">
                    <a:moveTo>
                      <a:pt x="0" y="52577"/>
                    </a:moveTo>
                    <a:lnTo>
                      <a:pt x="0" y="0"/>
                    </a:lnTo>
                    <a:lnTo>
                      <a:pt x="164592" y="0"/>
                    </a:lnTo>
                    <a:lnTo>
                      <a:pt x="164592" y="52577"/>
                    </a:lnTo>
                    <a:lnTo>
                      <a:pt x="0" y="52577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1" name="object 251">
                <a:extLst>
                  <a:ext uri="{FF2B5EF4-FFF2-40B4-BE49-F238E27FC236}">
                    <a16:creationId xmlns:a16="http://schemas.microsoft.com/office/drawing/2014/main" id="{04ECD69E-7E1E-9242-5B7D-F751483F00DE}"/>
                  </a:ext>
                </a:extLst>
              </p:cNvPr>
              <p:cNvSpPr/>
              <p:nvPr/>
            </p:nvSpPr>
            <p:spPr>
              <a:xfrm>
                <a:off x="2685173" y="6763511"/>
                <a:ext cx="165100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52704">
                    <a:moveTo>
                      <a:pt x="0" y="52577"/>
                    </a:moveTo>
                    <a:lnTo>
                      <a:pt x="0" y="0"/>
                    </a:lnTo>
                    <a:lnTo>
                      <a:pt x="164592" y="0"/>
                    </a:lnTo>
                    <a:lnTo>
                      <a:pt x="164592" y="52577"/>
                    </a:lnTo>
                    <a:lnTo>
                      <a:pt x="0" y="52577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2" name="object 252">
                <a:extLst>
                  <a:ext uri="{FF2B5EF4-FFF2-40B4-BE49-F238E27FC236}">
                    <a16:creationId xmlns:a16="http://schemas.microsoft.com/office/drawing/2014/main" id="{39685364-15EB-23D3-0624-ECF59A7B8C40}"/>
                  </a:ext>
                </a:extLst>
              </p:cNvPr>
              <p:cNvSpPr/>
              <p:nvPr/>
            </p:nvSpPr>
            <p:spPr>
              <a:xfrm>
                <a:off x="2685173" y="6763511"/>
                <a:ext cx="165100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52704">
                    <a:moveTo>
                      <a:pt x="0" y="52577"/>
                    </a:moveTo>
                    <a:lnTo>
                      <a:pt x="0" y="0"/>
                    </a:lnTo>
                    <a:lnTo>
                      <a:pt x="164592" y="0"/>
                    </a:lnTo>
                    <a:lnTo>
                      <a:pt x="164592" y="52577"/>
                    </a:lnTo>
                    <a:lnTo>
                      <a:pt x="0" y="52577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3" name="object 253">
                <a:extLst>
                  <a:ext uri="{FF2B5EF4-FFF2-40B4-BE49-F238E27FC236}">
                    <a16:creationId xmlns:a16="http://schemas.microsoft.com/office/drawing/2014/main" id="{BE7C1E70-0B37-B984-D404-C14E4996D52F}"/>
                  </a:ext>
                </a:extLst>
              </p:cNvPr>
              <p:cNvSpPr/>
              <p:nvPr/>
            </p:nvSpPr>
            <p:spPr>
              <a:xfrm>
                <a:off x="2685173" y="6815327"/>
                <a:ext cx="165100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52704">
                    <a:moveTo>
                      <a:pt x="0" y="52577"/>
                    </a:moveTo>
                    <a:lnTo>
                      <a:pt x="0" y="0"/>
                    </a:lnTo>
                    <a:lnTo>
                      <a:pt x="164592" y="0"/>
                    </a:lnTo>
                    <a:lnTo>
                      <a:pt x="164592" y="52577"/>
                    </a:lnTo>
                    <a:lnTo>
                      <a:pt x="0" y="52577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4" name="object 254">
                <a:extLst>
                  <a:ext uri="{FF2B5EF4-FFF2-40B4-BE49-F238E27FC236}">
                    <a16:creationId xmlns:a16="http://schemas.microsoft.com/office/drawing/2014/main" id="{40AB1C70-8C03-94CF-7567-D389B3152A4D}"/>
                  </a:ext>
                </a:extLst>
              </p:cNvPr>
              <p:cNvSpPr/>
              <p:nvPr/>
            </p:nvSpPr>
            <p:spPr>
              <a:xfrm>
                <a:off x="2685173" y="6720077"/>
                <a:ext cx="165100" cy="14795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47954">
                    <a:moveTo>
                      <a:pt x="0" y="147827"/>
                    </a:moveTo>
                    <a:lnTo>
                      <a:pt x="0" y="95250"/>
                    </a:lnTo>
                    <a:lnTo>
                      <a:pt x="164592" y="95250"/>
                    </a:lnTo>
                    <a:lnTo>
                      <a:pt x="164592" y="147827"/>
                    </a:lnTo>
                    <a:lnTo>
                      <a:pt x="0" y="147827"/>
                    </a:lnTo>
                    <a:close/>
                  </a:path>
                  <a:path w="165100" h="147954">
                    <a:moveTo>
                      <a:pt x="28956" y="31242"/>
                    </a:moveTo>
                    <a:lnTo>
                      <a:pt x="28956" y="0"/>
                    </a:lnTo>
                    <a:lnTo>
                      <a:pt x="136398" y="0"/>
                    </a:lnTo>
                    <a:lnTo>
                      <a:pt x="136398" y="31242"/>
                    </a:lnTo>
                    <a:lnTo>
                      <a:pt x="28956" y="31242"/>
                    </a:lnTo>
                    <a:close/>
                  </a:path>
                  <a:path w="165100" h="147954">
                    <a:moveTo>
                      <a:pt x="28956" y="84581"/>
                    </a:moveTo>
                    <a:lnTo>
                      <a:pt x="28956" y="53339"/>
                    </a:lnTo>
                    <a:lnTo>
                      <a:pt x="136398" y="53339"/>
                    </a:lnTo>
                    <a:lnTo>
                      <a:pt x="136398" y="84581"/>
                    </a:lnTo>
                    <a:lnTo>
                      <a:pt x="28956" y="84581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5" name="object 255">
                <a:extLst>
                  <a:ext uri="{FF2B5EF4-FFF2-40B4-BE49-F238E27FC236}">
                    <a16:creationId xmlns:a16="http://schemas.microsoft.com/office/drawing/2014/main" id="{F705CC46-AB58-80AB-AC1B-2ED078BC64C0}"/>
                  </a:ext>
                </a:extLst>
              </p:cNvPr>
              <p:cNvSpPr/>
              <p:nvPr/>
            </p:nvSpPr>
            <p:spPr>
              <a:xfrm>
                <a:off x="2685173" y="6658355"/>
                <a:ext cx="165100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52704">
                    <a:moveTo>
                      <a:pt x="0" y="52577"/>
                    </a:moveTo>
                    <a:lnTo>
                      <a:pt x="0" y="0"/>
                    </a:lnTo>
                    <a:lnTo>
                      <a:pt x="164592" y="0"/>
                    </a:lnTo>
                    <a:lnTo>
                      <a:pt x="164592" y="52577"/>
                    </a:lnTo>
                    <a:lnTo>
                      <a:pt x="0" y="52577"/>
                    </a:lnTo>
                    <a:close/>
                  </a:path>
                </a:pathLst>
              </a:custGeom>
              <a:solidFill>
                <a:srgbClr val="A0A0A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6" name="object 256">
                <a:extLst>
                  <a:ext uri="{FF2B5EF4-FFF2-40B4-BE49-F238E27FC236}">
                    <a16:creationId xmlns:a16="http://schemas.microsoft.com/office/drawing/2014/main" id="{36E6D859-8276-570B-9298-FC4977A6D63F}"/>
                  </a:ext>
                </a:extLst>
              </p:cNvPr>
              <p:cNvSpPr/>
              <p:nvPr/>
            </p:nvSpPr>
            <p:spPr>
              <a:xfrm>
                <a:off x="2685173" y="6658355"/>
                <a:ext cx="165100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52704">
                    <a:moveTo>
                      <a:pt x="0" y="52577"/>
                    </a:moveTo>
                    <a:lnTo>
                      <a:pt x="0" y="0"/>
                    </a:lnTo>
                    <a:lnTo>
                      <a:pt x="164592" y="0"/>
                    </a:lnTo>
                    <a:lnTo>
                      <a:pt x="164592" y="52577"/>
                    </a:lnTo>
                    <a:lnTo>
                      <a:pt x="0" y="52577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7" name="object 257">
                <a:extLst>
                  <a:ext uri="{FF2B5EF4-FFF2-40B4-BE49-F238E27FC236}">
                    <a16:creationId xmlns:a16="http://schemas.microsoft.com/office/drawing/2014/main" id="{72786DD3-AB13-3602-5010-27925F3E35B3}"/>
                  </a:ext>
                </a:extLst>
              </p:cNvPr>
              <p:cNvSpPr/>
              <p:nvPr/>
            </p:nvSpPr>
            <p:spPr>
              <a:xfrm>
                <a:off x="2822333" y="6665213"/>
                <a:ext cx="12700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15">
                    <a:moveTo>
                      <a:pt x="12192" y="5334"/>
                    </a:moveTo>
                    <a:lnTo>
                      <a:pt x="12192" y="0"/>
                    </a:lnTo>
                    <a:lnTo>
                      <a:pt x="0" y="0"/>
                    </a:lnTo>
                    <a:lnTo>
                      <a:pt x="0" y="5334"/>
                    </a:lnTo>
                    <a:lnTo>
                      <a:pt x="12192" y="5334"/>
                    </a:lnTo>
                    <a:close/>
                  </a:path>
                </a:pathLst>
              </a:custGeom>
              <a:solidFill>
                <a:srgbClr val="5F5F5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8" name="object 258">
                <a:extLst>
                  <a:ext uri="{FF2B5EF4-FFF2-40B4-BE49-F238E27FC236}">
                    <a16:creationId xmlns:a16="http://schemas.microsoft.com/office/drawing/2014/main" id="{3C8759D7-D604-F7A1-A428-EAF20E2BCC75}"/>
                  </a:ext>
                </a:extLst>
              </p:cNvPr>
              <p:cNvSpPr/>
              <p:nvPr/>
            </p:nvSpPr>
            <p:spPr>
              <a:xfrm>
                <a:off x="2740037" y="6663689"/>
                <a:ext cx="34290" cy="15240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15240">
                    <a:moveTo>
                      <a:pt x="34290" y="15239"/>
                    </a:moveTo>
                    <a:lnTo>
                      <a:pt x="32004" y="0"/>
                    </a:lnTo>
                    <a:lnTo>
                      <a:pt x="0" y="0"/>
                    </a:lnTo>
                    <a:lnTo>
                      <a:pt x="3810" y="14478"/>
                    </a:lnTo>
                    <a:lnTo>
                      <a:pt x="34290" y="15239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9" name="object 259">
                <a:extLst>
                  <a:ext uri="{FF2B5EF4-FFF2-40B4-BE49-F238E27FC236}">
                    <a16:creationId xmlns:a16="http://schemas.microsoft.com/office/drawing/2014/main" id="{556A5042-82E1-5BA8-A17C-795F6F8988B8}"/>
                  </a:ext>
                </a:extLst>
              </p:cNvPr>
              <p:cNvSpPr/>
              <p:nvPr/>
            </p:nvSpPr>
            <p:spPr>
              <a:xfrm>
                <a:off x="2697365" y="6683501"/>
                <a:ext cx="77470" cy="15240"/>
              </a:xfrm>
              <a:custGeom>
                <a:avLst/>
                <a:gdLst/>
                <a:ahLst/>
                <a:cxnLst/>
                <a:rect l="l" t="t" r="r" b="b"/>
                <a:pathLst>
                  <a:path w="77469" h="15240">
                    <a:moveTo>
                      <a:pt x="76962" y="0"/>
                    </a:moveTo>
                    <a:lnTo>
                      <a:pt x="3809" y="0"/>
                    </a:lnTo>
                    <a:lnTo>
                      <a:pt x="0" y="15240"/>
                    </a:lnTo>
                    <a:lnTo>
                      <a:pt x="74676" y="15240"/>
                    </a:lnTo>
                    <a:lnTo>
                      <a:pt x="76962" y="0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0" name="object 260">
                <a:extLst>
                  <a:ext uri="{FF2B5EF4-FFF2-40B4-BE49-F238E27FC236}">
                    <a16:creationId xmlns:a16="http://schemas.microsoft.com/office/drawing/2014/main" id="{7BB55A27-5F1B-140D-7B97-AF93483E350F}"/>
                  </a:ext>
                </a:extLst>
              </p:cNvPr>
              <p:cNvSpPr/>
              <p:nvPr/>
            </p:nvSpPr>
            <p:spPr>
              <a:xfrm>
                <a:off x="2697365" y="6670547"/>
                <a:ext cx="45085" cy="7620"/>
              </a:xfrm>
              <a:custGeom>
                <a:avLst/>
                <a:gdLst/>
                <a:ahLst/>
                <a:cxnLst/>
                <a:rect l="l" t="t" r="r" b="b"/>
                <a:pathLst>
                  <a:path w="45085" h="7620">
                    <a:moveTo>
                      <a:pt x="44958" y="7619"/>
                    </a:moveTo>
                    <a:lnTo>
                      <a:pt x="42672" y="0"/>
                    </a:lnTo>
                    <a:lnTo>
                      <a:pt x="0" y="0"/>
                    </a:lnTo>
                    <a:lnTo>
                      <a:pt x="3810" y="7620"/>
                    </a:lnTo>
                    <a:lnTo>
                      <a:pt x="44958" y="7619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1" name="object 261">
                <a:extLst>
                  <a:ext uri="{FF2B5EF4-FFF2-40B4-BE49-F238E27FC236}">
                    <a16:creationId xmlns:a16="http://schemas.microsoft.com/office/drawing/2014/main" id="{709BAC4A-4DB6-80E1-72B6-0A2AC2F533C2}"/>
                  </a:ext>
                </a:extLst>
              </p:cNvPr>
              <p:cNvSpPr/>
              <p:nvPr/>
            </p:nvSpPr>
            <p:spPr>
              <a:xfrm>
                <a:off x="2697365" y="6669785"/>
                <a:ext cx="508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080" h="28575">
                    <a:moveTo>
                      <a:pt x="4572" y="9144"/>
                    </a:moveTo>
                    <a:lnTo>
                      <a:pt x="0" y="0"/>
                    </a:lnTo>
                    <a:lnTo>
                      <a:pt x="0" y="28194"/>
                    </a:lnTo>
                    <a:lnTo>
                      <a:pt x="4572" y="9144"/>
                    </a:lnTo>
                    <a:close/>
                  </a:path>
                </a:pathLst>
              </a:custGeom>
              <a:solidFill>
                <a:srgbClr val="5F5F5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2" name="object 262">
                <a:extLst>
                  <a:ext uri="{FF2B5EF4-FFF2-40B4-BE49-F238E27FC236}">
                    <a16:creationId xmlns:a16="http://schemas.microsoft.com/office/drawing/2014/main" id="{2CBF07E1-6912-D598-7CF2-EE39BB7BFC89}"/>
                  </a:ext>
                </a:extLst>
              </p:cNvPr>
              <p:cNvSpPr/>
              <p:nvPr/>
            </p:nvSpPr>
            <p:spPr>
              <a:xfrm>
                <a:off x="2726321" y="6685025"/>
                <a:ext cx="13335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3335" h="10159">
                    <a:moveTo>
                      <a:pt x="12954" y="7619"/>
                    </a:moveTo>
                    <a:lnTo>
                      <a:pt x="12954" y="2285"/>
                    </a:lnTo>
                    <a:lnTo>
                      <a:pt x="9906" y="0"/>
                    </a:lnTo>
                    <a:lnTo>
                      <a:pt x="3047" y="0"/>
                    </a:lnTo>
                    <a:lnTo>
                      <a:pt x="0" y="2285"/>
                    </a:lnTo>
                    <a:lnTo>
                      <a:pt x="0" y="5333"/>
                    </a:lnTo>
                    <a:lnTo>
                      <a:pt x="0" y="7619"/>
                    </a:lnTo>
                    <a:lnTo>
                      <a:pt x="3048" y="9905"/>
                    </a:lnTo>
                    <a:lnTo>
                      <a:pt x="9906" y="9905"/>
                    </a:lnTo>
                    <a:lnTo>
                      <a:pt x="12954" y="7619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3" name="object 263">
                <a:extLst>
                  <a:ext uri="{FF2B5EF4-FFF2-40B4-BE49-F238E27FC236}">
                    <a16:creationId xmlns:a16="http://schemas.microsoft.com/office/drawing/2014/main" id="{C77644D8-4D06-3CAD-5B26-F7AFB02D9CE7}"/>
                  </a:ext>
                </a:extLst>
              </p:cNvPr>
              <p:cNvSpPr/>
              <p:nvPr/>
            </p:nvSpPr>
            <p:spPr>
              <a:xfrm>
                <a:off x="2726321" y="6685025"/>
                <a:ext cx="13335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3335" h="10159">
                    <a:moveTo>
                      <a:pt x="0" y="5333"/>
                    </a:moveTo>
                    <a:lnTo>
                      <a:pt x="0" y="2285"/>
                    </a:lnTo>
                    <a:lnTo>
                      <a:pt x="3047" y="0"/>
                    </a:lnTo>
                    <a:lnTo>
                      <a:pt x="6096" y="0"/>
                    </a:lnTo>
                    <a:lnTo>
                      <a:pt x="9906" y="0"/>
                    </a:lnTo>
                    <a:lnTo>
                      <a:pt x="12954" y="2285"/>
                    </a:lnTo>
                    <a:lnTo>
                      <a:pt x="12954" y="5333"/>
                    </a:lnTo>
                    <a:lnTo>
                      <a:pt x="12954" y="7619"/>
                    </a:lnTo>
                    <a:lnTo>
                      <a:pt x="9906" y="9905"/>
                    </a:lnTo>
                    <a:lnTo>
                      <a:pt x="6096" y="9905"/>
                    </a:lnTo>
                    <a:lnTo>
                      <a:pt x="3048" y="9905"/>
                    </a:lnTo>
                    <a:lnTo>
                      <a:pt x="0" y="7619"/>
                    </a:lnTo>
                    <a:lnTo>
                      <a:pt x="0" y="5333"/>
                    </a:lnTo>
                    <a:close/>
                  </a:path>
                </a:pathLst>
              </a:custGeom>
              <a:ln w="3175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4" name="object 264">
                <a:extLst>
                  <a:ext uri="{FF2B5EF4-FFF2-40B4-BE49-F238E27FC236}">
                    <a16:creationId xmlns:a16="http://schemas.microsoft.com/office/drawing/2014/main" id="{924BF084-F4BF-0CEE-9825-12E53C2EF012}"/>
                  </a:ext>
                </a:extLst>
              </p:cNvPr>
              <p:cNvSpPr/>
              <p:nvPr/>
            </p:nvSpPr>
            <p:spPr>
              <a:xfrm>
                <a:off x="2692793" y="6678167"/>
                <a:ext cx="146685" cy="5080"/>
              </a:xfrm>
              <a:custGeom>
                <a:avLst/>
                <a:gdLst/>
                <a:ahLst/>
                <a:cxnLst/>
                <a:rect l="l" t="t" r="r" b="b"/>
                <a:pathLst>
                  <a:path w="146685" h="5079">
                    <a:moveTo>
                      <a:pt x="146304" y="4571"/>
                    </a:moveTo>
                    <a:lnTo>
                      <a:pt x="146304" y="0"/>
                    </a:lnTo>
                    <a:lnTo>
                      <a:pt x="0" y="0"/>
                    </a:lnTo>
                    <a:lnTo>
                      <a:pt x="0" y="4571"/>
                    </a:lnTo>
                    <a:lnTo>
                      <a:pt x="146304" y="4571"/>
                    </a:lnTo>
                    <a:close/>
                  </a:path>
                </a:pathLst>
              </a:custGeom>
              <a:solidFill>
                <a:srgbClr val="5F5F5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5" name="object 265">
                <a:extLst>
                  <a:ext uri="{FF2B5EF4-FFF2-40B4-BE49-F238E27FC236}">
                    <a16:creationId xmlns:a16="http://schemas.microsoft.com/office/drawing/2014/main" id="{2CCFD741-A61C-D96C-83BD-3BA4301C03E3}"/>
                  </a:ext>
                </a:extLst>
              </p:cNvPr>
              <p:cNvSpPr/>
              <p:nvPr/>
            </p:nvSpPr>
            <p:spPr>
              <a:xfrm>
                <a:off x="2728607" y="6661403"/>
                <a:ext cx="14604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4605" h="41275">
                    <a:moveTo>
                      <a:pt x="14478" y="16764"/>
                    </a:moveTo>
                    <a:lnTo>
                      <a:pt x="12954" y="7620"/>
                    </a:lnTo>
                    <a:lnTo>
                      <a:pt x="11430" y="2286"/>
                    </a:lnTo>
                    <a:lnTo>
                      <a:pt x="8382" y="0"/>
                    </a:lnTo>
                    <a:lnTo>
                      <a:pt x="2286" y="762"/>
                    </a:lnTo>
                    <a:lnTo>
                      <a:pt x="0" y="3048"/>
                    </a:lnTo>
                    <a:lnTo>
                      <a:pt x="0" y="6858"/>
                    </a:lnTo>
                    <a:lnTo>
                      <a:pt x="1524" y="11430"/>
                    </a:lnTo>
                    <a:lnTo>
                      <a:pt x="8382" y="19812"/>
                    </a:lnTo>
                    <a:lnTo>
                      <a:pt x="8382" y="41148"/>
                    </a:lnTo>
                    <a:lnTo>
                      <a:pt x="10668" y="41148"/>
                    </a:lnTo>
                    <a:lnTo>
                      <a:pt x="14478" y="16764"/>
                    </a:lnTo>
                    <a:close/>
                  </a:path>
                </a:pathLst>
              </a:custGeom>
              <a:solidFill>
                <a:srgbClr val="3F3F3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6" name="object 266">
                <a:extLst>
                  <a:ext uri="{FF2B5EF4-FFF2-40B4-BE49-F238E27FC236}">
                    <a16:creationId xmlns:a16="http://schemas.microsoft.com/office/drawing/2014/main" id="{84CE8C58-A463-8568-6F2D-52999C9AAA15}"/>
                  </a:ext>
                </a:extLst>
              </p:cNvPr>
              <p:cNvSpPr/>
              <p:nvPr/>
            </p:nvSpPr>
            <p:spPr>
              <a:xfrm>
                <a:off x="2727083" y="6661403"/>
                <a:ext cx="15240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5239" h="41275">
                    <a:moveTo>
                      <a:pt x="15240" y="16002"/>
                    </a:moveTo>
                    <a:lnTo>
                      <a:pt x="12954" y="6858"/>
                    </a:lnTo>
                    <a:lnTo>
                      <a:pt x="11430" y="2285"/>
                    </a:lnTo>
                    <a:lnTo>
                      <a:pt x="8382" y="0"/>
                    </a:lnTo>
                    <a:lnTo>
                      <a:pt x="3048" y="0"/>
                    </a:lnTo>
                    <a:lnTo>
                      <a:pt x="0" y="2286"/>
                    </a:lnTo>
                    <a:lnTo>
                      <a:pt x="0" y="6096"/>
                    </a:lnTo>
                    <a:lnTo>
                      <a:pt x="1524" y="10668"/>
                    </a:lnTo>
                    <a:lnTo>
                      <a:pt x="8382" y="19812"/>
                    </a:lnTo>
                    <a:lnTo>
                      <a:pt x="8382" y="41148"/>
                    </a:lnTo>
                    <a:lnTo>
                      <a:pt x="10668" y="40386"/>
                    </a:lnTo>
                    <a:lnTo>
                      <a:pt x="15240" y="16002"/>
                    </a:lnTo>
                    <a:close/>
                  </a:path>
                </a:pathLst>
              </a:custGeom>
              <a:solidFill>
                <a:srgbClr val="E0E0E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7" name="object 267">
                <a:extLst>
                  <a:ext uri="{FF2B5EF4-FFF2-40B4-BE49-F238E27FC236}">
                    <a16:creationId xmlns:a16="http://schemas.microsoft.com/office/drawing/2014/main" id="{B1373047-FCAA-ACB6-E487-D3BD81586F53}"/>
                  </a:ext>
                </a:extLst>
              </p:cNvPr>
              <p:cNvSpPr/>
              <p:nvPr/>
            </p:nvSpPr>
            <p:spPr>
              <a:xfrm>
                <a:off x="2719463" y="6729221"/>
                <a:ext cx="96520" cy="5080"/>
              </a:xfrm>
              <a:custGeom>
                <a:avLst/>
                <a:gdLst/>
                <a:ahLst/>
                <a:cxnLst/>
                <a:rect l="l" t="t" r="r" b="b"/>
                <a:pathLst>
                  <a:path w="96519" h="5079">
                    <a:moveTo>
                      <a:pt x="96012" y="4571"/>
                    </a:moveTo>
                    <a:lnTo>
                      <a:pt x="96012" y="0"/>
                    </a:lnTo>
                    <a:lnTo>
                      <a:pt x="0" y="0"/>
                    </a:lnTo>
                    <a:lnTo>
                      <a:pt x="0" y="4571"/>
                    </a:lnTo>
                    <a:lnTo>
                      <a:pt x="96012" y="4571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8" name="object 268">
                <a:extLst>
                  <a:ext uri="{FF2B5EF4-FFF2-40B4-BE49-F238E27FC236}">
                    <a16:creationId xmlns:a16="http://schemas.microsoft.com/office/drawing/2014/main" id="{72D3B0DE-06D0-001C-DFCE-EC25B8A05C40}"/>
                  </a:ext>
                </a:extLst>
              </p:cNvPr>
              <p:cNvSpPr/>
              <p:nvPr/>
            </p:nvSpPr>
            <p:spPr>
              <a:xfrm>
                <a:off x="2743847" y="6739889"/>
                <a:ext cx="43180" cy="8890"/>
              </a:xfrm>
              <a:custGeom>
                <a:avLst/>
                <a:gdLst/>
                <a:ahLst/>
                <a:cxnLst/>
                <a:rect l="l" t="t" r="r" b="b"/>
                <a:pathLst>
                  <a:path w="43180" h="8890">
                    <a:moveTo>
                      <a:pt x="41910" y="8381"/>
                    </a:moveTo>
                    <a:lnTo>
                      <a:pt x="42672" y="0"/>
                    </a:lnTo>
                    <a:lnTo>
                      <a:pt x="762" y="0"/>
                    </a:lnTo>
                    <a:lnTo>
                      <a:pt x="0" y="7619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9" name="object 269">
                <a:extLst>
                  <a:ext uri="{FF2B5EF4-FFF2-40B4-BE49-F238E27FC236}">
                    <a16:creationId xmlns:a16="http://schemas.microsoft.com/office/drawing/2014/main" id="{10080160-05F6-732F-7E0F-1175E712CABD}"/>
                  </a:ext>
                </a:extLst>
              </p:cNvPr>
              <p:cNvSpPr/>
              <p:nvPr/>
            </p:nvSpPr>
            <p:spPr>
              <a:xfrm>
                <a:off x="2864243" y="6449567"/>
                <a:ext cx="38100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41275">
                    <a:moveTo>
                      <a:pt x="38100" y="0"/>
                    </a:moveTo>
                    <a:lnTo>
                      <a:pt x="3048" y="0"/>
                    </a:lnTo>
                    <a:lnTo>
                      <a:pt x="0" y="41148"/>
                    </a:lnTo>
                    <a:lnTo>
                      <a:pt x="35814" y="41148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0" name="object 270">
                <a:extLst>
                  <a:ext uri="{FF2B5EF4-FFF2-40B4-BE49-F238E27FC236}">
                    <a16:creationId xmlns:a16="http://schemas.microsoft.com/office/drawing/2014/main" id="{DF69E3A3-CE53-6BBA-1956-3904B5B1BC50}"/>
                  </a:ext>
                </a:extLst>
              </p:cNvPr>
              <p:cNvSpPr/>
              <p:nvPr/>
            </p:nvSpPr>
            <p:spPr>
              <a:xfrm>
                <a:off x="2864243" y="6449567"/>
                <a:ext cx="38100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41275">
                    <a:moveTo>
                      <a:pt x="3048" y="0"/>
                    </a:moveTo>
                    <a:lnTo>
                      <a:pt x="38100" y="0"/>
                    </a:lnTo>
                    <a:lnTo>
                      <a:pt x="35814" y="41148"/>
                    </a:lnTo>
                    <a:lnTo>
                      <a:pt x="0" y="41148"/>
                    </a:lnTo>
                    <a:lnTo>
                      <a:pt x="3048" y="0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1" name="object 271">
                <a:extLst>
                  <a:ext uri="{FF2B5EF4-FFF2-40B4-BE49-F238E27FC236}">
                    <a16:creationId xmlns:a16="http://schemas.microsoft.com/office/drawing/2014/main" id="{5305A67B-3DAF-534E-62D6-03122CDD1B96}"/>
                  </a:ext>
                </a:extLst>
              </p:cNvPr>
              <p:cNvSpPr/>
              <p:nvPr/>
            </p:nvSpPr>
            <p:spPr>
              <a:xfrm>
                <a:off x="2858909" y="6518909"/>
                <a:ext cx="4000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0005" h="41275">
                    <a:moveTo>
                      <a:pt x="39624" y="0"/>
                    </a:moveTo>
                    <a:lnTo>
                      <a:pt x="3048" y="0"/>
                    </a:lnTo>
                    <a:lnTo>
                      <a:pt x="0" y="41148"/>
                    </a:lnTo>
                    <a:lnTo>
                      <a:pt x="36576" y="41148"/>
                    </a:lnTo>
                    <a:lnTo>
                      <a:pt x="39624" y="0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2" name="object 272">
                <a:extLst>
                  <a:ext uri="{FF2B5EF4-FFF2-40B4-BE49-F238E27FC236}">
                    <a16:creationId xmlns:a16="http://schemas.microsoft.com/office/drawing/2014/main" id="{99A5A357-4016-2B43-27F2-251472A77E6C}"/>
                  </a:ext>
                </a:extLst>
              </p:cNvPr>
              <p:cNvSpPr/>
              <p:nvPr/>
            </p:nvSpPr>
            <p:spPr>
              <a:xfrm>
                <a:off x="2858909" y="6518909"/>
                <a:ext cx="4000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0005" h="41275">
                    <a:moveTo>
                      <a:pt x="3048" y="0"/>
                    </a:moveTo>
                    <a:lnTo>
                      <a:pt x="39624" y="0"/>
                    </a:lnTo>
                    <a:lnTo>
                      <a:pt x="36576" y="41148"/>
                    </a:lnTo>
                    <a:lnTo>
                      <a:pt x="0" y="41148"/>
                    </a:lnTo>
                    <a:lnTo>
                      <a:pt x="3048" y="0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3" name="object 273">
                <a:extLst>
                  <a:ext uri="{FF2B5EF4-FFF2-40B4-BE49-F238E27FC236}">
                    <a16:creationId xmlns:a16="http://schemas.microsoft.com/office/drawing/2014/main" id="{D5E1F12A-6FEF-1887-2216-5DEAF8DA21A8}"/>
                  </a:ext>
                </a:extLst>
              </p:cNvPr>
              <p:cNvSpPr/>
              <p:nvPr/>
            </p:nvSpPr>
            <p:spPr>
              <a:xfrm>
                <a:off x="2676029" y="6515861"/>
                <a:ext cx="165735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165735" h="43179">
                    <a:moveTo>
                      <a:pt x="0" y="42672"/>
                    </a:moveTo>
                    <a:lnTo>
                      <a:pt x="0" y="0"/>
                    </a:lnTo>
                    <a:lnTo>
                      <a:pt x="165354" y="0"/>
                    </a:lnTo>
                    <a:lnTo>
                      <a:pt x="165354" y="42672"/>
                    </a:lnTo>
                    <a:lnTo>
                      <a:pt x="0" y="42672"/>
                    </a:lnTo>
                    <a:close/>
                  </a:path>
                </a:pathLst>
              </a:custGeom>
              <a:solidFill>
                <a:srgbClr val="5F5F5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4" name="object 274">
                <a:extLst>
                  <a:ext uri="{FF2B5EF4-FFF2-40B4-BE49-F238E27FC236}">
                    <a16:creationId xmlns:a16="http://schemas.microsoft.com/office/drawing/2014/main" id="{5EE59482-2692-822E-BB17-9B18A1C9339D}"/>
                  </a:ext>
                </a:extLst>
              </p:cNvPr>
              <p:cNvSpPr/>
              <p:nvPr/>
            </p:nvSpPr>
            <p:spPr>
              <a:xfrm>
                <a:off x="2676029" y="6515861"/>
                <a:ext cx="165735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165735" h="43179">
                    <a:moveTo>
                      <a:pt x="0" y="42672"/>
                    </a:moveTo>
                    <a:lnTo>
                      <a:pt x="0" y="0"/>
                    </a:lnTo>
                    <a:lnTo>
                      <a:pt x="165354" y="0"/>
                    </a:lnTo>
                    <a:lnTo>
                      <a:pt x="165354" y="42672"/>
                    </a:lnTo>
                    <a:lnTo>
                      <a:pt x="0" y="42672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5" name="object 275">
                <a:extLst>
                  <a:ext uri="{FF2B5EF4-FFF2-40B4-BE49-F238E27FC236}">
                    <a16:creationId xmlns:a16="http://schemas.microsoft.com/office/drawing/2014/main" id="{CD20D0A3-5EDD-0910-DBEF-9207758938D7}"/>
                  </a:ext>
                </a:extLst>
              </p:cNvPr>
              <p:cNvSpPr/>
              <p:nvPr/>
            </p:nvSpPr>
            <p:spPr>
              <a:xfrm>
                <a:off x="2791091" y="6521208"/>
                <a:ext cx="20320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20319" h="32384">
                    <a:moveTo>
                      <a:pt x="19812" y="18288"/>
                    </a:moveTo>
                    <a:lnTo>
                      <a:pt x="0" y="18288"/>
                    </a:lnTo>
                    <a:lnTo>
                      <a:pt x="0" y="32004"/>
                    </a:lnTo>
                    <a:lnTo>
                      <a:pt x="19812" y="32004"/>
                    </a:lnTo>
                    <a:lnTo>
                      <a:pt x="19812" y="18288"/>
                    </a:lnTo>
                    <a:close/>
                  </a:path>
                  <a:path w="20319" h="32384">
                    <a:moveTo>
                      <a:pt x="19812" y="0"/>
                    </a:moveTo>
                    <a:lnTo>
                      <a:pt x="0" y="0"/>
                    </a:lnTo>
                    <a:lnTo>
                      <a:pt x="0" y="13716"/>
                    </a:lnTo>
                    <a:lnTo>
                      <a:pt x="19812" y="13716"/>
                    </a:lnTo>
                    <a:lnTo>
                      <a:pt x="19812" y="0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6" name="object 276">
                <a:extLst>
                  <a:ext uri="{FF2B5EF4-FFF2-40B4-BE49-F238E27FC236}">
                    <a16:creationId xmlns:a16="http://schemas.microsoft.com/office/drawing/2014/main" id="{4C00E03B-598F-C38B-5F41-3F17CBB3A510}"/>
                  </a:ext>
                </a:extLst>
              </p:cNvPr>
              <p:cNvSpPr/>
              <p:nvPr/>
            </p:nvSpPr>
            <p:spPr>
              <a:xfrm>
                <a:off x="2750705" y="6530339"/>
                <a:ext cx="20320" cy="13335"/>
              </a:xfrm>
              <a:custGeom>
                <a:avLst/>
                <a:gdLst/>
                <a:ahLst/>
                <a:cxnLst/>
                <a:rect l="l" t="t" r="r" b="b"/>
                <a:pathLst>
                  <a:path w="20319" h="13334">
                    <a:moveTo>
                      <a:pt x="19812" y="12953"/>
                    </a:moveTo>
                    <a:lnTo>
                      <a:pt x="19812" y="0"/>
                    </a:lnTo>
                    <a:lnTo>
                      <a:pt x="0" y="0"/>
                    </a:lnTo>
                    <a:lnTo>
                      <a:pt x="0" y="12953"/>
                    </a:lnTo>
                    <a:lnTo>
                      <a:pt x="19812" y="12953"/>
                    </a:lnTo>
                    <a:close/>
                  </a:path>
                </a:pathLst>
              </a:custGeom>
              <a:solidFill>
                <a:srgbClr val="008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7" name="object 277">
                <a:extLst>
                  <a:ext uri="{FF2B5EF4-FFF2-40B4-BE49-F238E27FC236}">
                    <a16:creationId xmlns:a16="http://schemas.microsoft.com/office/drawing/2014/main" id="{3BC95447-642B-173C-4413-A3150BB9B695}"/>
                  </a:ext>
                </a:extLst>
              </p:cNvPr>
              <p:cNvSpPr/>
              <p:nvPr/>
            </p:nvSpPr>
            <p:spPr>
              <a:xfrm>
                <a:off x="2818523" y="6529577"/>
                <a:ext cx="14604" cy="16510"/>
              </a:xfrm>
              <a:custGeom>
                <a:avLst/>
                <a:gdLst/>
                <a:ahLst/>
                <a:cxnLst/>
                <a:rect l="l" t="t" r="r" b="b"/>
                <a:pathLst>
                  <a:path w="14605" h="16509">
                    <a:moveTo>
                      <a:pt x="14478" y="12191"/>
                    </a:moveTo>
                    <a:lnTo>
                      <a:pt x="14478" y="3809"/>
                    </a:lnTo>
                    <a:lnTo>
                      <a:pt x="11430" y="0"/>
                    </a:lnTo>
                    <a:lnTo>
                      <a:pt x="3047" y="0"/>
                    </a:lnTo>
                    <a:lnTo>
                      <a:pt x="0" y="3809"/>
                    </a:lnTo>
                    <a:lnTo>
                      <a:pt x="0" y="8381"/>
                    </a:lnTo>
                    <a:lnTo>
                      <a:pt x="0" y="12191"/>
                    </a:lnTo>
                    <a:lnTo>
                      <a:pt x="3048" y="16001"/>
                    </a:lnTo>
                    <a:lnTo>
                      <a:pt x="11430" y="16001"/>
                    </a:lnTo>
                    <a:lnTo>
                      <a:pt x="14478" y="12191"/>
                    </a:lnTo>
                    <a:close/>
                  </a:path>
                </a:pathLst>
              </a:custGeom>
              <a:solidFill>
                <a:srgbClr val="1F1F1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8" name="object 278">
                <a:extLst>
                  <a:ext uri="{FF2B5EF4-FFF2-40B4-BE49-F238E27FC236}">
                    <a16:creationId xmlns:a16="http://schemas.microsoft.com/office/drawing/2014/main" id="{DAD36797-61CE-8282-BE08-00D29C2AA896}"/>
                  </a:ext>
                </a:extLst>
              </p:cNvPr>
              <p:cNvSpPr/>
              <p:nvPr/>
            </p:nvSpPr>
            <p:spPr>
              <a:xfrm>
                <a:off x="2892437" y="6941819"/>
                <a:ext cx="17780" cy="142240"/>
              </a:xfrm>
              <a:custGeom>
                <a:avLst/>
                <a:gdLst/>
                <a:ahLst/>
                <a:cxnLst/>
                <a:rect l="l" t="t" r="r" b="b"/>
                <a:pathLst>
                  <a:path w="17780" h="142240">
                    <a:moveTo>
                      <a:pt x="17525" y="141731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41731"/>
                    </a:lnTo>
                    <a:lnTo>
                      <a:pt x="17525" y="141731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9" name="object 279">
                <a:extLst>
                  <a:ext uri="{FF2B5EF4-FFF2-40B4-BE49-F238E27FC236}">
                    <a16:creationId xmlns:a16="http://schemas.microsoft.com/office/drawing/2014/main" id="{31A919A1-EE88-CD65-1790-76C295EDD673}"/>
                  </a:ext>
                </a:extLst>
              </p:cNvPr>
              <p:cNvSpPr/>
              <p:nvPr/>
            </p:nvSpPr>
            <p:spPr>
              <a:xfrm>
                <a:off x="2892437" y="6941819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80" h="140970">
                    <a:moveTo>
                      <a:pt x="0" y="0"/>
                    </a:moveTo>
                    <a:lnTo>
                      <a:pt x="0" y="140970"/>
                    </a:lnTo>
                    <a:lnTo>
                      <a:pt x="17525" y="140970"/>
                    </a:lnTo>
                    <a:lnTo>
                      <a:pt x="175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86" name="object 288">
              <a:extLst>
                <a:ext uri="{FF2B5EF4-FFF2-40B4-BE49-F238E27FC236}">
                  <a16:creationId xmlns:a16="http://schemas.microsoft.com/office/drawing/2014/main" id="{FEF40EA4-2AA5-FF71-B375-1B25C2207A6D}"/>
                </a:ext>
              </a:extLst>
            </p:cNvPr>
            <p:cNvSpPr txBox="1"/>
            <p:nvPr/>
          </p:nvSpPr>
          <p:spPr>
            <a:xfrm>
              <a:off x="6950589" y="3463290"/>
              <a:ext cx="2800350" cy="2387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400" b="1" spc="-10" dirty="0">
                  <a:latin typeface="Kaiti SC Black"/>
                  <a:cs typeface="Kaiti SC Black"/>
                </a:rPr>
                <a:t>用户</a:t>
              </a:r>
              <a:r>
                <a:rPr sz="1400" b="1" spc="-10" dirty="0">
                  <a:latin typeface="Arial"/>
                  <a:cs typeface="Arial"/>
                </a:rPr>
                <a:t>n</a:t>
              </a:r>
              <a:r>
                <a:rPr sz="1400" b="1" spc="-25" dirty="0">
                  <a:latin typeface="Kaiti SC Black"/>
                  <a:cs typeface="Kaiti SC Black"/>
                </a:rPr>
                <a:t>使用的完成某功能的应用程序</a:t>
              </a:r>
              <a:endParaRPr sz="1400">
                <a:latin typeface="Kaiti SC Black"/>
                <a:cs typeface="Kaiti SC Black"/>
              </a:endParaRPr>
            </a:p>
          </p:txBody>
        </p:sp>
        <p:pic>
          <p:nvPicPr>
            <p:cNvPr id="3" name="图形 2" descr="困惑的人 纯色填充">
              <a:extLst>
                <a:ext uri="{FF2B5EF4-FFF2-40B4-BE49-F238E27FC236}">
                  <a16:creationId xmlns:a16="http://schemas.microsoft.com/office/drawing/2014/main" id="{F8A17243-1C44-32FE-134D-B14BEF60C6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43084" y="1487775"/>
              <a:ext cx="625874" cy="625874"/>
            </a:xfrm>
            <a:prstGeom prst="rect">
              <a:avLst/>
            </a:prstGeom>
          </p:spPr>
        </p:pic>
        <p:sp>
          <p:nvSpPr>
            <p:cNvPr id="288" name="右大括号 287">
              <a:extLst>
                <a:ext uri="{FF2B5EF4-FFF2-40B4-BE49-F238E27FC236}">
                  <a16:creationId xmlns:a16="http://schemas.microsoft.com/office/drawing/2014/main" id="{DB40F3D4-6978-17C5-6BF7-138D7524D22E}"/>
                </a:ext>
              </a:extLst>
            </p:cNvPr>
            <p:cNvSpPr/>
            <p:nvPr/>
          </p:nvSpPr>
          <p:spPr>
            <a:xfrm rot="16200000">
              <a:off x="5267659" y="620413"/>
              <a:ext cx="495945" cy="3061542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290" name="图形 289" descr="便携式计算机 纯色填充">
              <a:extLst>
                <a:ext uri="{FF2B5EF4-FFF2-40B4-BE49-F238E27FC236}">
                  <a16:creationId xmlns:a16="http://schemas.microsoft.com/office/drawing/2014/main" id="{6A7ADBA4-EBEB-1A9C-5FEE-36DF39C99E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170937" y="2003626"/>
              <a:ext cx="670920" cy="670920"/>
            </a:xfrm>
            <a:prstGeom prst="rect">
              <a:avLst/>
            </a:prstGeom>
          </p:spPr>
        </p:pic>
        <p:pic>
          <p:nvPicPr>
            <p:cNvPr id="292" name="图形 291" descr="列表 纯色填充">
              <a:extLst>
                <a:ext uri="{FF2B5EF4-FFF2-40B4-BE49-F238E27FC236}">
                  <a16:creationId xmlns:a16="http://schemas.microsoft.com/office/drawing/2014/main" id="{67EAD09D-5DF8-B5B3-3BF5-535A99E38E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64956" y="2832682"/>
              <a:ext cx="670920" cy="670920"/>
            </a:xfrm>
            <a:prstGeom prst="rect">
              <a:avLst/>
            </a:prstGeom>
          </p:spPr>
        </p:pic>
        <p:pic>
          <p:nvPicPr>
            <p:cNvPr id="294" name="图形 293" descr="上升趋势 纯色填充">
              <a:extLst>
                <a:ext uri="{FF2B5EF4-FFF2-40B4-BE49-F238E27FC236}">
                  <a16:creationId xmlns:a16="http://schemas.microsoft.com/office/drawing/2014/main" id="{4AF2C1B4-C67B-8CDD-C713-BC1120644C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164956" y="3607622"/>
              <a:ext cx="670920" cy="670920"/>
            </a:xfrm>
            <a:prstGeom prst="rect">
              <a:avLst/>
            </a:prstGeom>
          </p:spPr>
        </p:pic>
        <p:sp>
          <p:nvSpPr>
            <p:cNvPr id="295" name="磁盘 294">
              <a:extLst>
                <a:ext uri="{FF2B5EF4-FFF2-40B4-BE49-F238E27FC236}">
                  <a16:creationId xmlns:a16="http://schemas.microsoft.com/office/drawing/2014/main" id="{51743D69-A67B-65BD-FBF9-7D7669A63EE1}"/>
                </a:ext>
              </a:extLst>
            </p:cNvPr>
            <p:cNvSpPr/>
            <p:nvPr/>
          </p:nvSpPr>
          <p:spPr>
            <a:xfrm>
              <a:off x="1225955" y="2279382"/>
              <a:ext cx="2594918" cy="1828800"/>
            </a:xfrm>
            <a:prstGeom prst="flowChartMagneticDisk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6" name="object 284">
              <a:extLst>
                <a:ext uri="{FF2B5EF4-FFF2-40B4-BE49-F238E27FC236}">
                  <a16:creationId xmlns:a16="http://schemas.microsoft.com/office/drawing/2014/main" id="{DE1E4977-7F5C-AF44-5164-CBC222D99224}"/>
                </a:ext>
              </a:extLst>
            </p:cNvPr>
            <p:cNvSpPr txBox="1"/>
            <p:nvPr/>
          </p:nvSpPr>
          <p:spPr>
            <a:xfrm>
              <a:off x="1560863" y="3096620"/>
              <a:ext cx="1803400" cy="6350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39065" marR="5080" indent="-127000">
                <a:lnSpc>
                  <a:spcPct val="100000"/>
                </a:lnSpc>
                <a:spcBef>
                  <a:spcPts val="95"/>
                </a:spcBef>
              </a:pPr>
              <a:r>
                <a:rPr sz="2000" b="1" spc="-25" dirty="0">
                  <a:latin typeface="Lantinghei SC Heavy"/>
                  <a:cs typeface="Lantinghei SC Heavy"/>
                </a:rPr>
                <a:t>相互有关联关系的数据的集合</a:t>
              </a:r>
              <a:endParaRPr sz="2000" dirty="0">
                <a:latin typeface="Lantinghei SC Heavy"/>
                <a:cs typeface="Lantinghei SC Heavy"/>
              </a:endParaRPr>
            </a:p>
          </p:txBody>
        </p:sp>
        <p:sp>
          <p:nvSpPr>
            <p:cNvPr id="297" name="object 285">
              <a:extLst>
                <a:ext uri="{FF2B5EF4-FFF2-40B4-BE49-F238E27FC236}">
                  <a16:creationId xmlns:a16="http://schemas.microsoft.com/office/drawing/2014/main" id="{4B574179-F8AE-3F21-610F-23823A815D83}"/>
                </a:ext>
              </a:extLst>
            </p:cNvPr>
            <p:cNvSpPr txBox="1"/>
            <p:nvPr/>
          </p:nvSpPr>
          <p:spPr>
            <a:xfrm>
              <a:off x="1489235" y="2420338"/>
              <a:ext cx="199771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175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数据库</a:t>
              </a:r>
              <a:r>
                <a:rPr sz="1800" b="1" spc="-90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//Database</a:t>
              </a:r>
              <a:endParaRPr sz="1800" dirty="0">
                <a:latin typeface="Lantinghei SC Heavy"/>
                <a:cs typeface="Lantinghei SC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7137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9732D-2F3E-9841-D64B-961BE33E1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F6FA3129-5620-C761-A622-A5DC3470CB56}"/>
              </a:ext>
            </a:extLst>
          </p:cNvPr>
          <p:cNvGrpSpPr/>
          <p:nvPr/>
        </p:nvGrpSpPr>
        <p:grpSpPr>
          <a:xfrm>
            <a:off x="1543761" y="202118"/>
            <a:ext cx="9734352" cy="4808857"/>
            <a:chOff x="1228801" y="2345878"/>
            <a:chExt cx="9734352" cy="4808857"/>
          </a:xfrm>
        </p:grpSpPr>
        <p:grpSp>
          <p:nvGrpSpPr>
            <p:cNvPr id="4" name="object 3">
              <a:extLst>
                <a:ext uri="{FF2B5EF4-FFF2-40B4-BE49-F238E27FC236}">
                  <a16:creationId xmlns:a16="http://schemas.microsoft.com/office/drawing/2014/main" id="{6C9AC852-D60A-65E6-D9CD-6FD079280F35}"/>
                </a:ext>
              </a:extLst>
            </p:cNvPr>
            <p:cNvGrpSpPr/>
            <p:nvPr/>
          </p:nvGrpSpPr>
          <p:grpSpPr>
            <a:xfrm>
              <a:off x="3605479" y="4660963"/>
              <a:ext cx="3072130" cy="1152525"/>
              <a:chOff x="3605479" y="4660963"/>
              <a:chExt cx="3072130" cy="1152525"/>
            </a:xfrm>
          </p:grpSpPr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3CF8710E-6A45-764B-9CD9-AE9D1BEFEFCA}"/>
                  </a:ext>
                </a:extLst>
              </p:cNvPr>
              <p:cNvSpPr/>
              <p:nvPr/>
            </p:nvSpPr>
            <p:spPr>
              <a:xfrm>
                <a:off x="3610241" y="4665726"/>
                <a:ext cx="306260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062604" h="1143000">
                    <a:moveTo>
                      <a:pt x="3062478" y="571499"/>
                    </a:moveTo>
                    <a:lnTo>
                      <a:pt x="2679192" y="285749"/>
                    </a:lnTo>
                    <a:lnTo>
                      <a:pt x="2679192" y="428243"/>
                    </a:lnTo>
                    <a:lnTo>
                      <a:pt x="2296668" y="428243"/>
                    </a:lnTo>
                    <a:lnTo>
                      <a:pt x="2296668" y="0"/>
                    </a:lnTo>
                    <a:lnTo>
                      <a:pt x="765048" y="0"/>
                    </a:lnTo>
                    <a:lnTo>
                      <a:pt x="765048" y="428244"/>
                    </a:lnTo>
                    <a:lnTo>
                      <a:pt x="382524" y="428244"/>
                    </a:lnTo>
                    <a:lnTo>
                      <a:pt x="382524" y="285750"/>
                    </a:lnTo>
                    <a:lnTo>
                      <a:pt x="0" y="571500"/>
                    </a:lnTo>
                    <a:lnTo>
                      <a:pt x="382524" y="857250"/>
                    </a:lnTo>
                    <a:lnTo>
                      <a:pt x="382524" y="713994"/>
                    </a:lnTo>
                    <a:lnTo>
                      <a:pt x="765048" y="713994"/>
                    </a:lnTo>
                    <a:lnTo>
                      <a:pt x="765048" y="1143000"/>
                    </a:lnTo>
                    <a:lnTo>
                      <a:pt x="2296668" y="1142999"/>
                    </a:lnTo>
                    <a:lnTo>
                      <a:pt x="2296668" y="713993"/>
                    </a:lnTo>
                    <a:lnTo>
                      <a:pt x="2679192" y="713993"/>
                    </a:lnTo>
                    <a:lnTo>
                      <a:pt x="2679192" y="857249"/>
                    </a:lnTo>
                    <a:lnTo>
                      <a:pt x="3062478" y="571499"/>
                    </a:lnTo>
                    <a:close/>
                  </a:path>
                </a:pathLst>
              </a:custGeom>
              <a:solidFill>
                <a:srgbClr val="DDDDD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3F9DBCD4-78EC-C6C7-ED98-884052CBD712}"/>
                  </a:ext>
                </a:extLst>
              </p:cNvPr>
              <p:cNvSpPr/>
              <p:nvPr/>
            </p:nvSpPr>
            <p:spPr>
              <a:xfrm>
                <a:off x="3610241" y="4665726"/>
                <a:ext cx="306260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062604" h="1143000">
                    <a:moveTo>
                      <a:pt x="765048" y="0"/>
                    </a:moveTo>
                    <a:lnTo>
                      <a:pt x="765048" y="428244"/>
                    </a:lnTo>
                    <a:lnTo>
                      <a:pt x="382524" y="428244"/>
                    </a:lnTo>
                    <a:lnTo>
                      <a:pt x="382524" y="285750"/>
                    </a:lnTo>
                    <a:lnTo>
                      <a:pt x="0" y="571500"/>
                    </a:lnTo>
                    <a:lnTo>
                      <a:pt x="382524" y="857250"/>
                    </a:lnTo>
                    <a:lnTo>
                      <a:pt x="382524" y="713994"/>
                    </a:lnTo>
                    <a:lnTo>
                      <a:pt x="765048" y="713994"/>
                    </a:lnTo>
                    <a:lnTo>
                      <a:pt x="765048" y="1143000"/>
                    </a:lnTo>
                    <a:lnTo>
                      <a:pt x="2296668" y="1142999"/>
                    </a:lnTo>
                    <a:lnTo>
                      <a:pt x="2296668" y="713993"/>
                    </a:lnTo>
                    <a:lnTo>
                      <a:pt x="2679192" y="713993"/>
                    </a:lnTo>
                    <a:lnTo>
                      <a:pt x="2679192" y="857249"/>
                    </a:lnTo>
                    <a:lnTo>
                      <a:pt x="3062478" y="571499"/>
                    </a:lnTo>
                    <a:lnTo>
                      <a:pt x="2679192" y="285749"/>
                    </a:lnTo>
                    <a:lnTo>
                      <a:pt x="2679192" y="428243"/>
                    </a:lnTo>
                    <a:lnTo>
                      <a:pt x="2296668" y="428243"/>
                    </a:lnTo>
                    <a:lnTo>
                      <a:pt x="2296668" y="0"/>
                    </a:lnTo>
                    <a:lnTo>
                      <a:pt x="765048" y="0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E38841D5-5F20-6D0B-0518-0BAEB4028866}"/>
                </a:ext>
              </a:extLst>
            </p:cNvPr>
            <p:cNvSpPr txBox="1"/>
            <p:nvPr/>
          </p:nvSpPr>
          <p:spPr>
            <a:xfrm>
              <a:off x="6988936" y="5007864"/>
              <a:ext cx="683895" cy="453390"/>
            </a:xfrm>
            <a:prstGeom prst="rect">
              <a:avLst/>
            </a:prstGeom>
          </p:spPr>
          <p:txBody>
            <a:bodyPr vert="horz" wrap="square" lIns="0" tIns="36830" rIns="0" bIns="0" rtlCol="0">
              <a:spAutoFit/>
            </a:bodyPr>
            <a:lstStyle/>
            <a:p>
              <a:pPr marL="48260">
                <a:lnSpc>
                  <a:spcPct val="100000"/>
                </a:lnSpc>
                <a:spcBef>
                  <a:spcPts val="290"/>
                </a:spcBef>
                <a:tabLst>
                  <a:tab pos="600075" algn="l"/>
                </a:tabLst>
              </a:pPr>
              <a:r>
                <a:rPr sz="2400" u="dbl" dirty="0">
                  <a:uFill>
                    <a:solidFill>
                      <a:srgbClr val="3E3E3E"/>
                    </a:solidFill>
                  </a:uFill>
                  <a:latin typeface="Times New Roman"/>
                  <a:cs typeface="Times New Roman"/>
                </a:rPr>
                <a:t>	</a:t>
              </a:r>
              <a:endParaRPr sz="2400">
                <a:latin typeface="Times New Roman"/>
                <a:cs typeface="Times New Roman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3313C7D-EDAA-B7FA-3A16-4EFC39CE4FED}"/>
                </a:ext>
              </a:extLst>
            </p:cNvPr>
            <p:cNvSpPr txBox="1"/>
            <p:nvPr/>
          </p:nvSpPr>
          <p:spPr>
            <a:xfrm>
              <a:off x="4173607" y="4341859"/>
              <a:ext cx="1991360" cy="1374140"/>
            </a:xfrm>
            <a:prstGeom prst="rect">
              <a:avLst/>
            </a:prstGeom>
          </p:spPr>
          <p:txBody>
            <a:bodyPr vert="horz" wrap="square" lIns="0" tIns="8064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635"/>
                </a:spcBef>
              </a:pPr>
              <a:r>
                <a:rPr sz="1400" b="1" spc="-35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数据库管理系统</a:t>
              </a:r>
              <a:r>
                <a:rPr sz="1400" b="1" spc="-10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//DBMS</a:t>
              </a:r>
              <a:endParaRPr sz="1400" dirty="0">
                <a:latin typeface="Lantinghei SC Heavy"/>
                <a:cs typeface="Lantinghei SC Heavy"/>
              </a:endParaRPr>
            </a:p>
            <a:p>
              <a:pPr marL="15240" algn="ctr">
                <a:lnSpc>
                  <a:spcPts val="2590"/>
                </a:lnSpc>
                <a:spcBef>
                  <a:spcPts val="920"/>
                </a:spcBef>
              </a:pPr>
              <a:r>
                <a:rPr sz="2400" b="1" spc="-15" dirty="0">
                  <a:latin typeface="Lantinghei SC Heavy"/>
                  <a:cs typeface="Lantinghei SC Heavy"/>
                </a:rPr>
                <a:t>管理数据</a:t>
              </a:r>
              <a:endParaRPr sz="2400" dirty="0">
                <a:latin typeface="Lantinghei SC Heavy"/>
                <a:cs typeface="Lantinghei SC Heavy"/>
              </a:endParaRPr>
            </a:p>
            <a:p>
              <a:pPr marL="393700" marR="370205" algn="ctr">
                <a:lnSpc>
                  <a:spcPct val="79800"/>
                </a:lnSpc>
                <a:spcBef>
                  <a:spcPts val="290"/>
                </a:spcBef>
              </a:pPr>
              <a:r>
                <a:rPr sz="2400" b="1" spc="-15" dirty="0">
                  <a:latin typeface="Lantinghei SC Heavy"/>
                  <a:cs typeface="Lantinghei SC Heavy"/>
                </a:rPr>
                <a:t>库的一种系统软件</a:t>
              </a:r>
              <a:endParaRPr sz="2400" dirty="0">
                <a:latin typeface="Lantinghei SC Heavy"/>
                <a:cs typeface="Lantinghei SC Heavy"/>
              </a:endParaRPr>
            </a:p>
          </p:txBody>
        </p:sp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AF798414-5C0C-99E6-E438-7DA8D279143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7148" y="2345878"/>
              <a:ext cx="3096005" cy="682371"/>
            </a:xfrm>
            <a:prstGeom prst="rect">
              <a:avLst/>
            </a:prstGeom>
          </p:spPr>
        </p:pic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60B0AE47-EDF2-224E-C5F2-9BDAA7EAA210}"/>
                </a:ext>
              </a:extLst>
            </p:cNvPr>
            <p:cNvSpPr txBox="1"/>
            <p:nvPr/>
          </p:nvSpPr>
          <p:spPr>
            <a:xfrm>
              <a:off x="4481455" y="3878071"/>
              <a:ext cx="1656714" cy="2387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400" b="1" spc="-20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数据库管理员</a:t>
              </a:r>
              <a:r>
                <a:rPr sz="1400" b="1" spc="-10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//DBA</a:t>
              </a:r>
              <a:endParaRPr sz="1400" dirty="0">
                <a:latin typeface="Lantinghei SC Heavy"/>
                <a:cs typeface="Lantinghei SC Heavy"/>
              </a:endParaRPr>
            </a:p>
          </p:txBody>
        </p:sp>
        <p:grpSp>
          <p:nvGrpSpPr>
            <p:cNvPr id="11" name="object 10">
              <a:extLst>
                <a:ext uri="{FF2B5EF4-FFF2-40B4-BE49-F238E27FC236}">
                  <a16:creationId xmlns:a16="http://schemas.microsoft.com/office/drawing/2014/main" id="{0A9C3AFA-BF27-C8C2-2A3C-2B5EB5F27676}"/>
                </a:ext>
              </a:extLst>
            </p:cNvPr>
            <p:cNvGrpSpPr/>
            <p:nvPr/>
          </p:nvGrpSpPr>
          <p:grpSpPr>
            <a:xfrm>
              <a:off x="6954659" y="4267200"/>
              <a:ext cx="718185" cy="500380"/>
              <a:chOff x="6954659" y="4267200"/>
              <a:chExt cx="718185" cy="500380"/>
            </a:xfrm>
          </p:grpSpPr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C711D2B3-4118-9776-0B63-F1178ED8979E}"/>
                  </a:ext>
                </a:extLst>
              </p:cNvPr>
              <p:cNvSpPr/>
              <p:nvPr/>
            </p:nvSpPr>
            <p:spPr>
              <a:xfrm>
                <a:off x="6954659" y="4267200"/>
                <a:ext cx="718185" cy="500380"/>
              </a:xfrm>
              <a:custGeom>
                <a:avLst/>
                <a:gdLst/>
                <a:ahLst/>
                <a:cxnLst/>
                <a:rect l="l" t="t" r="r" b="b"/>
                <a:pathLst>
                  <a:path w="718184" h="500379">
                    <a:moveTo>
                      <a:pt x="717803" y="499872"/>
                    </a:moveTo>
                    <a:lnTo>
                      <a:pt x="717803" y="0"/>
                    </a:lnTo>
                    <a:lnTo>
                      <a:pt x="0" y="0"/>
                    </a:lnTo>
                    <a:lnTo>
                      <a:pt x="0" y="499872"/>
                    </a:lnTo>
                    <a:lnTo>
                      <a:pt x="717803" y="499872"/>
                    </a:lnTo>
                    <a:close/>
                  </a:path>
                </a:pathLst>
              </a:custGeom>
              <a:solidFill>
                <a:srgbClr val="B76B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81D6A571-29A7-C992-B572-309FB3F17B95}"/>
                  </a:ext>
                </a:extLst>
              </p:cNvPr>
              <p:cNvSpPr/>
              <p:nvPr/>
            </p:nvSpPr>
            <p:spPr>
              <a:xfrm>
                <a:off x="6988937" y="4287011"/>
                <a:ext cx="651510" cy="453390"/>
              </a:xfrm>
              <a:custGeom>
                <a:avLst/>
                <a:gdLst/>
                <a:ahLst/>
                <a:cxnLst/>
                <a:rect l="l" t="t" r="r" b="b"/>
                <a:pathLst>
                  <a:path w="651509" h="453389">
                    <a:moveTo>
                      <a:pt x="651509" y="453389"/>
                    </a:moveTo>
                    <a:lnTo>
                      <a:pt x="651509" y="0"/>
                    </a:lnTo>
                    <a:lnTo>
                      <a:pt x="0" y="0"/>
                    </a:lnTo>
                    <a:lnTo>
                      <a:pt x="0" y="453389"/>
                    </a:lnTo>
                    <a:lnTo>
                      <a:pt x="651509" y="453389"/>
                    </a:lnTo>
                    <a:close/>
                  </a:path>
                </a:pathLst>
              </a:custGeom>
              <a:solidFill>
                <a:srgbClr val="FFE5B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3">
                <a:extLst>
                  <a:ext uri="{FF2B5EF4-FFF2-40B4-BE49-F238E27FC236}">
                    <a16:creationId xmlns:a16="http://schemas.microsoft.com/office/drawing/2014/main" id="{17C80B1E-852C-9ED1-0736-EF25D6792A83}"/>
                  </a:ext>
                </a:extLst>
              </p:cNvPr>
              <p:cNvSpPr/>
              <p:nvPr/>
            </p:nvSpPr>
            <p:spPr>
              <a:xfrm>
                <a:off x="7387463" y="4517897"/>
                <a:ext cx="212090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w="212090" h="100964">
                    <a:moveTo>
                      <a:pt x="211836" y="29717"/>
                    </a:moveTo>
                    <a:lnTo>
                      <a:pt x="0" y="0"/>
                    </a:lnTo>
                    <a:lnTo>
                      <a:pt x="108204" y="100583"/>
                    </a:lnTo>
                    <a:lnTo>
                      <a:pt x="127254" y="94488"/>
                    </a:lnTo>
                    <a:lnTo>
                      <a:pt x="170454" y="73028"/>
                    </a:lnTo>
                    <a:lnTo>
                      <a:pt x="204978" y="40385"/>
                    </a:lnTo>
                    <a:lnTo>
                      <a:pt x="211836" y="29717"/>
                    </a:lnTo>
                    <a:close/>
                  </a:path>
                </a:pathLst>
              </a:custGeom>
              <a:solidFill>
                <a:srgbClr val="6500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4">
                <a:extLst>
                  <a:ext uri="{FF2B5EF4-FFF2-40B4-BE49-F238E27FC236}">
                    <a16:creationId xmlns:a16="http://schemas.microsoft.com/office/drawing/2014/main" id="{5E371160-DD3A-F303-18A6-E838E7A3CF04}"/>
                  </a:ext>
                </a:extLst>
              </p:cNvPr>
              <p:cNvSpPr/>
              <p:nvPr/>
            </p:nvSpPr>
            <p:spPr>
              <a:xfrm>
                <a:off x="7297547" y="4440173"/>
                <a:ext cx="216535" cy="67945"/>
              </a:xfrm>
              <a:custGeom>
                <a:avLst/>
                <a:gdLst/>
                <a:ahLst/>
                <a:cxnLst/>
                <a:rect l="l" t="t" r="r" b="b"/>
                <a:pathLst>
                  <a:path w="216534" h="67945">
                    <a:moveTo>
                      <a:pt x="216046" y="34580"/>
                    </a:moveTo>
                    <a:lnTo>
                      <a:pt x="214014" y="23655"/>
                    </a:lnTo>
                    <a:lnTo>
                      <a:pt x="208788" y="9143"/>
                    </a:lnTo>
                    <a:lnTo>
                      <a:pt x="203454" y="0"/>
                    </a:lnTo>
                    <a:lnTo>
                      <a:pt x="0" y="38100"/>
                    </a:lnTo>
                    <a:lnTo>
                      <a:pt x="208788" y="67817"/>
                    </a:lnTo>
                    <a:lnTo>
                      <a:pt x="211836" y="60197"/>
                    </a:lnTo>
                    <a:lnTo>
                      <a:pt x="215210" y="45550"/>
                    </a:lnTo>
                    <a:lnTo>
                      <a:pt x="216046" y="34580"/>
                    </a:lnTo>
                    <a:close/>
                  </a:path>
                </a:pathLst>
              </a:custGeom>
              <a:solidFill>
                <a:srgbClr val="FFB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5">
                <a:extLst>
                  <a:ext uri="{FF2B5EF4-FFF2-40B4-BE49-F238E27FC236}">
                    <a16:creationId xmlns:a16="http://schemas.microsoft.com/office/drawing/2014/main" id="{A33ADE14-A07F-7315-D8F9-8263B58809F7}"/>
                  </a:ext>
                </a:extLst>
              </p:cNvPr>
              <p:cNvSpPr/>
              <p:nvPr/>
            </p:nvSpPr>
            <p:spPr>
              <a:xfrm>
                <a:off x="7297547" y="4366260"/>
                <a:ext cx="203835" cy="112395"/>
              </a:xfrm>
              <a:custGeom>
                <a:avLst/>
                <a:gdLst/>
                <a:ahLst/>
                <a:cxnLst/>
                <a:rect l="l" t="t" r="r" b="b"/>
                <a:pathLst>
                  <a:path w="203834" h="112395">
                    <a:moveTo>
                      <a:pt x="203454" y="73913"/>
                    </a:moveTo>
                    <a:lnTo>
                      <a:pt x="168793" y="39328"/>
                    </a:lnTo>
                    <a:lnTo>
                      <a:pt x="117240" y="14352"/>
                    </a:lnTo>
                    <a:lnTo>
                      <a:pt x="62483" y="0"/>
                    </a:lnTo>
                    <a:lnTo>
                      <a:pt x="0" y="112013"/>
                    </a:lnTo>
                    <a:lnTo>
                      <a:pt x="203454" y="73913"/>
                    </a:lnTo>
                    <a:close/>
                  </a:path>
                </a:pathLst>
              </a:custGeom>
              <a:solidFill>
                <a:srgbClr val="19B2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6">
                <a:extLst>
                  <a:ext uri="{FF2B5EF4-FFF2-40B4-BE49-F238E27FC236}">
                    <a16:creationId xmlns:a16="http://schemas.microsoft.com/office/drawing/2014/main" id="{D4F16B3C-46C2-86A3-0378-86A00C618569}"/>
                  </a:ext>
                </a:extLst>
              </p:cNvPr>
              <p:cNvSpPr/>
              <p:nvPr/>
            </p:nvSpPr>
            <p:spPr>
              <a:xfrm>
                <a:off x="7263257" y="4361006"/>
                <a:ext cx="97155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97154" h="117475">
                    <a:moveTo>
                      <a:pt x="96774" y="5253"/>
                    </a:moveTo>
                    <a:lnTo>
                      <a:pt x="88392" y="4491"/>
                    </a:lnTo>
                    <a:lnTo>
                      <a:pt x="68334" y="1257"/>
                    </a:lnTo>
                    <a:lnTo>
                      <a:pt x="48515" y="0"/>
                    </a:lnTo>
                    <a:lnTo>
                      <a:pt x="28632" y="35"/>
                    </a:lnTo>
                    <a:lnTo>
                      <a:pt x="8382" y="681"/>
                    </a:lnTo>
                    <a:lnTo>
                      <a:pt x="0" y="2205"/>
                    </a:lnTo>
                    <a:lnTo>
                      <a:pt x="34290" y="117267"/>
                    </a:lnTo>
                    <a:lnTo>
                      <a:pt x="96774" y="525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7">
                <a:extLst>
                  <a:ext uri="{FF2B5EF4-FFF2-40B4-BE49-F238E27FC236}">
                    <a16:creationId xmlns:a16="http://schemas.microsoft.com/office/drawing/2014/main" id="{B1FAD8B4-8EE6-C8EC-F5DD-BD5808BE886C}"/>
                  </a:ext>
                </a:extLst>
              </p:cNvPr>
              <p:cNvSpPr/>
              <p:nvPr/>
            </p:nvSpPr>
            <p:spPr>
              <a:xfrm>
                <a:off x="7078853" y="4363211"/>
                <a:ext cx="219075" cy="136525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36525">
                    <a:moveTo>
                      <a:pt x="218694" y="115062"/>
                    </a:moveTo>
                    <a:lnTo>
                      <a:pt x="184404" y="0"/>
                    </a:lnTo>
                    <a:lnTo>
                      <a:pt x="147066" y="3810"/>
                    </a:lnTo>
                    <a:lnTo>
                      <a:pt x="112014" y="12192"/>
                    </a:lnTo>
                    <a:lnTo>
                      <a:pt x="52578" y="38100"/>
                    </a:lnTo>
                    <a:lnTo>
                      <a:pt x="12954" y="73152"/>
                    </a:lnTo>
                    <a:lnTo>
                      <a:pt x="0" y="115062"/>
                    </a:lnTo>
                    <a:lnTo>
                      <a:pt x="0" y="120396"/>
                    </a:lnTo>
                    <a:lnTo>
                      <a:pt x="1524" y="126492"/>
                    </a:lnTo>
                    <a:lnTo>
                      <a:pt x="1524" y="131826"/>
                    </a:lnTo>
                    <a:lnTo>
                      <a:pt x="3048" y="136398"/>
                    </a:lnTo>
                    <a:lnTo>
                      <a:pt x="218694" y="115062"/>
                    </a:lnTo>
                    <a:close/>
                  </a:path>
                </a:pathLst>
              </a:custGeom>
              <a:solidFill>
                <a:srgbClr val="85004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8">
                <a:extLst>
                  <a:ext uri="{FF2B5EF4-FFF2-40B4-BE49-F238E27FC236}">
                    <a16:creationId xmlns:a16="http://schemas.microsoft.com/office/drawing/2014/main" id="{A22100C2-201A-44E9-C137-F9FC2BE51436}"/>
                  </a:ext>
                </a:extLst>
              </p:cNvPr>
              <p:cNvSpPr/>
              <p:nvPr/>
            </p:nvSpPr>
            <p:spPr>
              <a:xfrm>
                <a:off x="7081901" y="4478274"/>
                <a:ext cx="2159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07950">
                    <a:moveTo>
                      <a:pt x="215646" y="0"/>
                    </a:moveTo>
                    <a:lnTo>
                      <a:pt x="0" y="21336"/>
                    </a:lnTo>
                    <a:lnTo>
                      <a:pt x="6858" y="35814"/>
                    </a:lnTo>
                    <a:lnTo>
                      <a:pt x="25616" y="58406"/>
                    </a:lnTo>
                    <a:lnTo>
                      <a:pt x="50825" y="76976"/>
                    </a:lnTo>
                    <a:lnTo>
                      <a:pt x="79006" y="91347"/>
                    </a:lnTo>
                    <a:lnTo>
                      <a:pt x="106680" y="101346"/>
                    </a:lnTo>
                    <a:lnTo>
                      <a:pt x="132588" y="107442"/>
                    </a:lnTo>
                    <a:lnTo>
                      <a:pt x="215646" y="0"/>
                    </a:lnTo>
                    <a:close/>
                  </a:path>
                </a:pathLst>
              </a:custGeom>
              <a:solidFill>
                <a:srgbClr val="1EEAE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19">
                <a:extLst>
                  <a:ext uri="{FF2B5EF4-FFF2-40B4-BE49-F238E27FC236}">
                    <a16:creationId xmlns:a16="http://schemas.microsoft.com/office/drawing/2014/main" id="{1D23B387-2D22-E0AC-D7B0-E4B4AD283006}"/>
                  </a:ext>
                </a:extLst>
              </p:cNvPr>
              <p:cNvSpPr/>
              <p:nvPr/>
            </p:nvSpPr>
            <p:spPr>
              <a:xfrm>
                <a:off x="7214489" y="4478274"/>
                <a:ext cx="83185" cy="116839"/>
              </a:xfrm>
              <a:custGeom>
                <a:avLst/>
                <a:gdLst/>
                <a:ahLst/>
                <a:cxnLst/>
                <a:rect l="l" t="t" r="r" b="b"/>
                <a:pathLst>
                  <a:path w="83184" h="116839">
                    <a:moveTo>
                      <a:pt x="83057" y="116586"/>
                    </a:moveTo>
                    <a:lnTo>
                      <a:pt x="83057" y="0"/>
                    </a:lnTo>
                    <a:lnTo>
                      <a:pt x="0" y="107442"/>
                    </a:lnTo>
                    <a:lnTo>
                      <a:pt x="9905" y="109728"/>
                    </a:lnTo>
                    <a:lnTo>
                      <a:pt x="25385" y="112414"/>
                    </a:lnTo>
                    <a:lnTo>
                      <a:pt x="40328" y="114204"/>
                    </a:lnTo>
                    <a:lnTo>
                      <a:pt x="70865" y="116586"/>
                    </a:lnTo>
                    <a:lnTo>
                      <a:pt x="83057" y="116586"/>
                    </a:lnTo>
                    <a:close/>
                  </a:path>
                </a:pathLst>
              </a:custGeom>
              <a:solidFill>
                <a:srgbClr val="004CB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0">
                <a:extLst>
                  <a:ext uri="{FF2B5EF4-FFF2-40B4-BE49-F238E27FC236}">
                    <a16:creationId xmlns:a16="http://schemas.microsoft.com/office/drawing/2014/main" id="{9001CCF7-9A48-A476-3A24-47ACA842D116}"/>
                  </a:ext>
                </a:extLst>
              </p:cNvPr>
              <p:cNvSpPr/>
              <p:nvPr/>
            </p:nvSpPr>
            <p:spPr>
              <a:xfrm>
                <a:off x="7297547" y="4478274"/>
                <a:ext cx="106680" cy="116839"/>
              </a:xfrm>
              <a:custGeom>
                <a:avLst/>
                <a:gdLst/>
                <a:ahLst/>
                <a:cxnLst/>
                <a:rect l="l" t="t" r="r" b="b"/>
                <a:pathLst>
                  <a:path w="106679" h="116839">
                    <a:moveTo>
                      <a:pt x="106680" y="102107"/>
                    </a:moveTo>
                    <a:lnTo>
                      <a:pt x="0" y="0"/>
                    </a:lnTo>
                    <a:lnTo>
                      <a:pt x="0" y="116586"/>
                    </a:lnTo>
                    <a:lnTo>
                      <a:pt x="15240" y="116586"/>
                    </a:lnTo>
                    <a:lnTo>
                      <a:pt x="55454" y="112385"/>
                    </a:lnTo>
                    <a:lnTo>
                      <a:pt x="95250" y="105155"/>
                    </a:lnTo>
                    <a:lnTo>
                      <a:pt x="106680" y="102107"/>
                    </a:lnTo>
                    <a:close/>
                  </a:path>
                </a:pathLst>
              </a:custGeom>
              <a:solidFill>
                <a:srgbClr val="FF4C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59BC1B71-F046-05A7-C9C3-EBFA037CAE53}"/>
                </a:ext>
              </a:extLst>
            </p:cNvPr>
            <p:cNvSpPr txBox="1"/>
            <p:nvPr/>
          </p:nvSpPr>
          <p:spPr>
            <a:xfrm>
              <a:off x="6653155" y="3977894"/>
              <a:ext cx="2230120" cy="2698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b="1" spc="-10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数据库应用程序</a:t>
              </a:r>
              <a:r>
                <a:rPr sz="1600" b="1" spc="-50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//DBAP</a:t>
              </a:r>
              <a:endParaRPr sz="1600" dirty="0">
                <a:latin typeface="Lantinghei SC Heavy"/>
                <a:cs typeface="Lantinghei SC Heavy"/>
              </a:endParaRPr>
            </a:p>
          </p:txBody>
        </p:sp>
        <p:grpSp>
          <p:nvGrpSpPr>
            <p:cNvPr id="23" name="object 22">
              <a:extLst>
                <a:ext uri="{FF2B5EF4-FFF2-40B4-BE49-F238E27FC236}">
                  <a16:creationId xmlns:a16="http://schemas.microsoft.com/office/drawing/2014/main" id="{E135D72C-1341-B182-2240-E48B26C8A888}"/>
                </a:ext>
              </a:extLst>
            </p:cNvPr>
            <p:cNvGrpSpPr/>
            <p:nvPr/>
          </p:nvGrpSpPr>
          <p:grpSpPr>
            <a:xfrm>
              <a:off x="6954659" y="4988052"/>
              <a:ext cx="718185" cy="500380"/>
              <a:chOff x="6954659" y="4988052"/>
              <a:chExt cx="718185" cy="500380"/>
            </a:xfrm>
          </p:grpSpPr>
          <p:sp>
            <p:nvSpPr>
              <p:cNvPr id="24" name="object 23">
                <a:extLst>
                  <a:ext uri="{FF2B5EF4-FFF2-40B4-BE49-F238E27FC236}">
                    <a16:creationId xmlns:a16="http://schemas.microsoft.com/office/drawing/2014/main" id="{436B26F3-E0CE-6B56-B4C6-E102DF0D2A32}"/>
                  </a:ext>
                </a:extLst>
              </p:cNvPr>
              <p:cNvSpPr/>
              <p:nvPr/>
            </p:nvSpPr>
            <p:spPr>
              <a:xfrm>
                <a:off x="6954659" y="4988052"/>
                <a:ext cx="718185" cy="500380"/>
              </a:xfrm>
              <a:custGeom>
                <a:avLst/>
                <a:gdLst/>
                <a:ahLst/>
                <a:cxnLst/>
                <a:rect l="l" t="t" r="r" b="b"/>
                <a:pathLst>
                  <a:path w="718184" h="500379">
                    <a:moveTo>
                      <a:pt x="717803" y="499872"/>
                    </a:moveTo>
                    <a:lnTo>
                      <a:pt x="717803" y="0"/>
                    </a:lnTo>
                    <a:lnTo>
                      <a:pt x="0" y="0"/>
                    </a:lnTo>
                    <a:lnTo>
                      <a:pt x="0" y="499872"/>
                    </a:lnTo>
                    <a:lnTo>
                      <a:pt x="717803" y="499872"/>
                    </a:lnTo>
                    <a:close/>
                  </a:path>
                </a:pathLst>
              </a:custGeom>
              <a:solidFill>
                <a:srgbClr val="B76B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4">
                <a:extLst>
                  <a:ext uri="{FF2B5EF4-FFF2-40B4-BE49-F238E27FC236}">
                    <a16:creationId xmlns:a16="http://schemas.microsoft.com/office/drawing/2014/main" id="{B957270C-E511-6DEF-9AFC-F4E55963DB8D}"/>
                  </a:ext>
                </a:extLst>
              </p:cNvPr>
              <p:cNvSpPr/>
              <p:nvPr/>
            </p:nvSpPr>
            <p:spPr>
              <a:xfrm>
                <a:off x="6988937" y="5007864"/>
                <a:ext cx="651510" cy="453390"/>
              </a:xfrm>
              <a:custGeom>
                <a:avLst/>
                <a:gdLst/>
                <a:ahLst/>
                <a:cxnLst/>
                <a:rect l="l" t="t" r="r" b="b"/>
                <a:pathLst>
                  <a:path w="651509" h="453389">
                    <a:moveTo>
                      <a:pt x="651509" y="453389"/>
                    </a:moveTo>
                    <a:lnTo>
                      <a:pt x="651509" y="0"/>
                    </a:lnTo>
                    <a:lnTo>
                      <a:pt x="0" y="0"/>
                    </a:lnTo>
                    <a:lnTo>
                      <a:pt x="0" y="453389"/>
                    </a:lnTo>
                    <a:lnTo>
                      <a:pt x="651509" y="453389"/>
                    </a:lnTo>
                    <a:close/>
                  </a:path>
                </a:pathLst>
              </a:custGeom>
              <a:solidFill>
                <a:srgbClr val="FFE5B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5">
                <a:extLst>
                  <a:ext uri="{FF2B5EF4-FFF2-40B4-BE49-F238E27FC236}">
                    <a16:creationId xmlns:a16="http://schemas.microsoft.com/office/drawing/2014/main" id="{058DD2B4-49C4-64C3-30A1-302B792DA77D}"/>
                  </a:ext>
                </a:extLst>
              </p:cNvPr>
              <p:cNvSpPr/>
              <p:nvPr/>
            </p:nvSpPr>
            <p:spPr>
              <a:xfrm>
                <a:off x="7387463" y="5238750"/>
                <a:ext cx="212090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w="212090" h="100964">
                    <a:moveTo>
                      <a:pt x="211836" y="29717"/>
                    </a:moveTo>
                    <a:lnTo>
                      <a:pt x="0" y="0"/>
                    </a:lnTo>
                    <a:lnTo>
                      <a:pt x="108204" y="100583"/>
                    </a:lnTo>
                    <a:lnTo>
                      <a:pt x="127254" y="94488"/>
                    </a:lnTo>
                    <a:lnTo>
                      <a:pt x="170454" y="73028"/>
                    </a:lnTo>
                    <a:lnTo>
                      <a:pt x="204978" y="40385"/>
                    </a:lnTo>
                    <a:lnTo>
                      <a:pt x="211836" y="29717"/>
                    </a:lnTo>
                    <a:close/>
                  </a:path>
                </a:pathLst>
              </a:custGeom>
              <a:solidFill>
                <a:srgbClr val="6500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6">
                <a:extLst>
                  <a:ext uri="{FF2B5EF4-FFF2-40B4-BE49-F238E27FC236}">
                    <a16:creationId xmlns:a16="http://schemas.microsoft.com/office/drawing/2014/main" id="{72C21689-242A-382A-3876-5B86F3BB3AC6}"/>
                  </a:ext>
                </a:extLst>
              </p:cNvPr>
              <p:cNvSpPr/>
              <p:nvPr/>
            </p:nvSpPr>
            <p:spPr>
              <a:xfrm>
                <a:off x="7297547" y="5161026"/>
                <a:ext cx="216535" cy="67945"/>
              </a:xfrm>
              <a:custGeom>
                <a:avLst/>
                <a:gdLst/>
                <a:ahLst/>
                <a:cxnLst/>
                <a:rect l="l" t="t" r="r" b="b"/>
                <a:pathLst>
                  <a:path w="216534" h="67945">
                    <a:moveTo>
                      <a:pt x="216046" y="34580"/>
                    </a:moveTo>
                    <a:lnTo>
                      <a:pt x="214014" y="23655"/>
                    </a:lnTo>
                    <a:lnTo>
                      <a:pt x="208788" y="9143"/>
                    </a:lnTo>
                    <a:lnTo>
                      <a:pt x="203454" y="0"/>
                    </a:lnTo>
                    <a:lnTo>
                      <a:pt x="0" y="38100"/>
                    </a:lnTo>
                    <a:lnTo>
                      <a:pt x="208788" y="67817"/>
                    </a:lnTo>
                    <a:lnTo>
                      <a:pt x="211836" y="60197"/>
                    </a:lnTo>
                    <a:lnTo>
                      <a:pt x="215210" y="45550"/>
                    </a:lnTo>
                    <a:lnTo>
                      <a:pt x="216046" y="34580"/>
                    </a:lnTo>
                    <a:close/>
                  </a:path>
                </a:pathLst>
              </a:custGeom>
              <a:solidFill>
                <a:srgbClr val="FFB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7">
                <a:extLst>
                  <a:ext uri="{FF2B5EF4-FFF2-40B4-BE49-F238E27FC236}">
                    <a16:creationId xmlns:a16="http://schemas.microsoft.com/office/drawing/2014/main" id="{646CC0AE-2AC4-5452-29EC-FF4409AC93F4}"/>
                  </a:ext>
                </a:extLst>
              </p:cNvPr>
              <p:cNvSpPr/>
              <p:nvPr/>
            </p:nvSpPr>
            <p:spPr>
              <a:xfrm>
                <a:off x="7297547" y="5087112"/>
                <a:ext cx="203835" cy="112395"/>
              </a:xfrm>
              <a:custGeom>
                <a:avLst/>
                <a:gdLst/>
                <a:ahLst/>
                <a:cxnLst/>
                <a:rect l="l" t="t" r="r" b="b"/>
                <a:pathLst>
                  <a:path w="203834" h="112395">
                    <a:moveTo>
                      <a:pt x="203454" y="73913"/>
                    </a:moveTo>
                    <a:lnTo>
                      <a:pt x="168793" y="39328"/>
                    </a:lnTo>
                    <a:lnTo>
                      <a:pt x="117240" y="14352"/>
                    </a:lnTo>
                    <a:lnTo>
                      <a:pt x="62483" y="0"/>
                    </a:lnTo>
                    <a:lnTo>
                      <a:pt x="0" y="112013"/>
                    </a:lnTo>
                    <a:lnTo>
                      <a:pt x="203454" y="73913"/>
                    </a:lnTo>
                    <a:close/>
                  </a:path>
                </a:pathLst>
              </a:custGeom>
              <a:solidFill>
                <a:srgbClr val="19B2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28">
                <a:extLst>
                  <a:ext uri="{FF2B5EF4-FFF2-40B4-BE49-F238E27FC236}">
                    <a16:creationId xmlns:a16="http://schemas.microsoft.com/office/drawing/2014/main" id="{9E1282A5-26B3-FCAA-DE25-1904928997AC}"/>
                  </a:ext>
                </a:extLst>
              </p:cNvPr>
              <p:cNvSpPr/>
              <p:nvPr/>
            </p:nvSpPr>
            <p:spPr>
              <a:xfrm>
                <a:off x="7263257" y="5081863"/>
                <a:ext cx="97155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97154" h="117475">
                    <a:moveTo>
                      <a:pt x="96774" y="5248"/>
                    </a:moveTo>
                    <a:lnTo>
                      <a:pt x="88392" y="4486"/>
                    </a:lnTo>
                    <a:lnTo>
                      <a:pt x="68334" y="1254"/>
                    </a:lnTo>
                    <a:lnTo>
                      <a:pt x="48515" y="0"/>
                    </a:lnTo>
                    <a:lnTo>
                      <a:pt x="28632" y="35"/>
                    </a:lnTo>
                    <a:lnTo>
                      <a:pt x="8382" y="676"/>
                    </a:lnTo>
                    <a:lnTo>
                      <a:pt x="0" y="2200"/>
                    </a:lnTo>
                    <a:lnTo>
                      <a:pt x="34290" y="117262"/>
                    </a:lnTo>
                    <a:lnTo>
                      <a:pt x="96774" y="524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29">
                <a:extLst>
                  <a:ext uri="{FF2B5EF4-FFF2-40B4-BE49-F238E27FC236}">
                    <a16:creationId xmlns:a16="http://schemas.microsoft.com/office/drawing/2014/main" id="{9684CB1C-DC88-CE98-491A-FA68585C3E07}"/>
                  </a:ext>
                </a:extLst>
              </p:cNvPr>
              <p:cNvSpPr/>
              <p:nvPr/>
            </p:nvSpPr>
            <p:spPr>
              <a:xfrm>
                <a:off x="7078853" y="5084064"/>
                <a:ext cx="219075" cy="136525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36525">
                    <a:moveTo>
                      <a:pt x="218694" y="115062"/>
                    </a:moveTo>
                    <a:lnTo>
                      <a:pt x="184404" y="0"/>
                    </a:lnTo>
                    <a:lnTo>
                      <a:pt x="147066" y="3810"/>
                    </a:lnTo>
                    <a:lnTo>
                      <a:pt x="112014" y="12192"/>
                    </a:lnTo>
                    <a:lnTo>
                      <a:pt x="52578" y="38100"/>
                    </a:lnTo>
                    <a:lnTo>
                      <a:pt x="12954" y="73152"/>
                    </a:lnTo>
                    <a:lnTo>
                      <a:pt x="0" y="115062"/>
                    </a:lnTo>
                    <a:lnTo>
                      <a:pt x="0" y="120396"/>
                    </a:lnTo>
                    <a:lnTo>
                      <a:pt x="1524" y="126492"/>
                    </a:lnTo>
                    <a:lnTo>
                      <a:pt x="1524" y="131826"/>
                    </a:lnTo>
                    <a:lnTo>
                      <a:pt x="3048" y="136398"/>
                    </a:lnTo>
                    <a:lnTo>
                      <a:pt x="218694" y="115062"/>
                    </a:lnTo>
                    <a:close/>
                  </a:path>
                </a:pathLst>
              </a:custGeom>
              <a:solidFill>
                <a:srgbClr val="85004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30">
                <a:extLst>
                  <a:ext uri="{FF2B5EF4-FFF2-40B4-BE49-F238E27FC236}">
                    <a16:creationId xmlns:a16="http://schemas.microsoft.com/office/drawing/2014/main" id="{A8026D95-96DD-C318-D7E7-FABECDC3B3B0}"/>
                  </a:ext>
                </a:extLst>
              </p:cNvPr>
              <p:cNvSpPr/>
              <p:nvPr/>
            </p:nvSpPr>
            <p:spPr>
              <a:xfrm>
                <a:off x="7081901" y="5199126"/>
                <a:ext cx="2159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07950">
                    <a:moveTo>
                      <a:pt x="215646" y="0"/>
                    </a:moveTo>
                    <a:lnTo>
                      <a:pt x="0" y="21336"/>
                    </a:lnTo>
                    <a:lnTo>
                      <a:pt x="6858" y="35814"/>
                    </a:lnTo>
                    <a:lnTo>
                      <a:pt x="25616" y="58406"/>
                    </a:lnTo>
                    <a:lnTo>
                      <a:pt x="50825" y="76976"/>
                    </a:lnTo>
                    <a:lnTo>
                      <a:pt x="79006" y="91347"/>
                    </a:lnTo>
                    <a:lnTo>
                      <a:pt x="106680" y="101346"/>
                    </a:lnTo>
                    <a:lnTo>
                      <a:pt x="132588" y="107442"/>
                    </a:lnTo>
                    <a:lnTo>
                      <a:pt x="215646" y="0"/>
                    </a:lnTo>
                    <a:close/>
                  </a:path>
                </a:pathLst>
              </a:custGeom>
              <a:solidFill>
                <a:srgbClr val="1EEAE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31">
                <a:extLst>
                  <a:ext uri="{FF2B5EF4-FFF2-40B4-BE49-F238E27FC236}">
                    <a16:creationId xmlns:a16="http://schemas.microsoft.com/office/drawing/2014/main" id="{C88BB85B-0399-6E16-2C12-B03593501F57}"/>
                  </a:ext>
                </a:extLst>
              </p:cNvPr>
              <p:cNvSpPr/>
              <p:nvPr/>
            </p:nvSpPr>
            <p:spPr>
              <a:xfrm>
                <a:off x="7214489" y="5199126"/>
                <a:ext cx="83185" cy="116839"/>
              </a:xfrm>
              <a:custGeom>
                <a:avLst/>
                <a:gdLst/>
                <a:ahLst/>
                <a:cxnLst/>
                <a:rect l="l" t="t" r="r" b="b"/>
                <a:pathLst>
                  <a:path w="83184" h="116839">
                    <a:moveTo>
                      <a:pt x="83057" y="116586"/>
                    </a:moveTo>
                    <a:lnTo>
                      <a:pt x="83057" y="0"/>
                    </a:lnTo>
                    <a:lnTo>
                      <a:pt x="0" y="107442"/>
                    </a:lnTo>
                    <a:lnTo>
                      <a:pt x="9905" y="109728"/>
                    </a:lnTo>
                    <a:lnTo>
                      <a:pt x="25385" y="112414"/>
                    </a:lnTo>
                    <a:lnTo>
                      <a:pt x="40328" y="114204"/>
                    </a:lnTo>
                    <a:lnTo>
                      <a:pt x="70865" y="116586"/>
                    </a:lnTo>
                    <a:lnTo>
                      <a:pt x="83057" y="116586"/>
                    </a:lnTo>
                    <a:close/>
                  </a:path>
                </a:pathLst>
              </a:custGeom>
              <a:solidFill>
                <a:srgbClr val="004CB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32">
                <a:extLst>
                  <a:ext uri="{FF2B5EF4-FFF2-40B4-BE49-F238E27FC236}">
                    <a16:creationId xmlns:a16="http://schemas.microsoft.com/office/drawing/2014/main" id="{71A567DC-C9F1-FDFA-CB11-6BF0DBAA168A}"/>
                  </a:ext>
                </a:extLst>
              </p:cNvPr>
              <p:cNvSpPr/>
              <p:nvPr/>
            </p:nvSpPr>
            <p:spPr>
              <a:xfrm>
                <a:off x="7297547" y="5199126"/>
                <a:ext cx="106680" cy="116839"/>
              </a:xfrm>
              <a:custGeom>
                <a:avLst/>
                <a:gdLst/>
                <a:ahLst/>
                <a:cxnLst/>
                <a:rect l="l" t="t" r="r" b="b"/>
                <a:pathLst>
                  <a:path w="106679" h="116839">
                    <a:moveTo>
                      <a:pt x="106680" y="102107"/>
                    </a:moveTo>
                    <a:lnTo>
                      <a:pt x="0" y="0"/>
                    </a:lnTo>
                    <a:lnTo>
                      <a:pt x="0" y="116586"/>
                    </a:lnTo>
                    <a:lnTo>
                      <a:pt x="15240" y="116586"/>
                    </a:lnTo>
                    <a:lnTo>
                      <a:pt x="55454" y="112385"/>
                    </a:lnTo>
                    <a:lnTo>
                      <a:pt x="95250" y="105155"/>
                    </a:lnTo>
                    <a:lnTo>
                      <a:pt x="106680" y="102107"/>
                    </a:lnTo>
                    <a:close/>
                  </a:path>
                </a:pathLst>
              </a:custGeom>
              <a:solidFill>
                <a:srgbClr val="FF4C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4" name="object 33">
              <a:extLst>
                <a:ext uri="{FF2B5EF4-FFF2-40B4-BE49-F238E27FC236}">
                  <a16:creationId xmlns:a16="http://schemas.microsoft.com/office/drawing/2014/main" id="{F29F9A98-5671-E0F7-A128-D999055BAE68}"/>
                </a:ext>
              </a:extLst>
            </p:cNvPr>
            <p:cNvGrpSpPr/>
            <p:nvPr/>
          </p:nvGrpSpPr>
          <p:grpSpPr>
            <a:xfrm>
              <a:off x="6979030" y="5907023"/>
              <a:ext cx="674370" cy="425450"/>
              <a:chOff x="6979030" y="5907023"/>
              <a:chExt cx="674370" cy="425450"/>
            </a:xfrm>
          </p:grpSpPr>
          <p:sp>
            <p:nvSpPr>
              <p:cNvPr id="35" name="object 34">
                <a:extLst>
                  <a:ext uri="{FF2B5EF4-FFF2-40B4-BE49-F238E27FC236}">
                    <a16:creationId xmlns:a16="http://schemas.microsoft.com/office/drawing/2014/main" id="{1C3A2B77-61C6-1CEC-7007-37C0F8997634}"/>
                  </a:ext>
                </a:extLst>
              </p:cNvPr>
              <p:cNvSpPr/>
              <p:nvPr/>
            </p:nvSpPr>
            <p:spPr>
              <a:xfrm>
                <a:off x="6979030" y="5907023"/>
                <a:ext cx="674370" cy="425450"/>
              </a:xfrm>
              <a:custGeom>
                <a:avLst/>
                <a:gdLst/>
                <a:ahLst/>
                <a:cxnLst/>
                <a:rect l="l" t="t" r="r" b="b"/>
                <a:pathLst>
                  <a:path w="674370" h="425450">
                    <a:moveTo>
                      <a:pt x="674370" y="425196"/>
                    </a:moveTo>
                    <a:lnTo>
                      <a:pt x="674370" y="0"/>
                    </a:lnTo>
                    <a:lnTo>
                      <a:pt x="0" y="0"/>
                    </a:lnTo>
                    <a:lnTo>
                      <a:pt x="0" y="425196"/>
                    </a:lnTo>
                    <a:lnTo>
                      <a:pt x="674370" y="425196"/>
                    </a:lnTo>
                    <a:close/>
                  </a:path>
                </a:pathLst>
              </a:custGeom>
              <a:solidFill>
                <a:srgbClr val="FF004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35">
                <a:extLst>
                  <a:ext uri="{FF2B5EF4-FFF2-40B4-BE49-F238E27FC236}">
                    <a16:creationId xmlns:a16="http://schemas.microsoft.com/office/drawing/2014/main" id="{92DAC177-13FC-A72A-6FF9-C4FD2193CAF8}"/>
                  </a:ext>
                </a:extLst>
              </p:cNvPr>
              <p:cNvSpPr/>
              <p:nvPr/>
            </p:nvSpPr>
            <p:spPr>
              <a:xfrm>
                <a:off x="6979018" y="5907036"/>
                <a:ext cx="675005" cy="425450"/>
              </a:xfrm>
              <a:custGeom>
                <a:avLst/>
                <a:gdLst/>
                <a:ahLst/>
                <a:cxnLst/>
                <a:rect l="l" t="t" r="r" b="b"/>
                <a:pathLst>
                  <a:path w="675004" h="425450">
                    <a:moveTo>
                      <a:pt x="674382" y="0"/>
                    </a:moveTo>
                    <a:lnTo>
                      <a:pt x="668286" y="0"/>
                    </a:lnTo>
                    <a:lnTo>
                      <a:pt x="668274" y="3048"/>
                    </a:lnTo>
                    <a:lnTo>
                      <a:pt x="668274" y="422148"/>
                    </a:lnTo>
                    <a:lnTo>
                      <a:pt x="6096" y="422148"/>
                    </a:lnTo>
                    <a:lnTo>
                      <a:pt x="6096" y="3048"/>
                    </a:lnTo>
                    <a:lnTo>
                      <a:pt x="668274" y="3048"/>
                    </a:lnTo>
                    <a:lnTo>
                      <a:pt x="668274" y="0"/>
                    </a:lnTo>
                    <a:lnTo>
                      <a:pt x="6096" y="0"/>
                    </a:lnTo>
                    <a:lnTo>
                      <a:pt x="12" y="0"/>
                    </a:lnTo>
                    <a:lnTo>
                      <a:pt x="12" y="3048"/>
                    </a:lnTo>
                    <a:lnTo>
                      <a:pt x="0" y="422148"/>
                    </a:lnTo>
                    <a:lnTo>
                      <a:pt x="0" y="425196"/>
                    </a:lnTo>
                    <a:lnTo>
                      <a:pt x="6096" y="425196"/>
                    </a:lnTo>
                    <a:lnTo>
                      <a:pt x="668274" y="425196"/>
                    </a:lnTo>
                    <a:lnTo>
                      <a:pt x="674370" y="425196"/>
                    </a:lnTo>
                    <a:lnTo>
                      <a:pt x="674370" y="422160"/>
                    </a:lnTo>
                    <a:lnTo>
                      <a:pt x="674382" y="0"/>
                    </a:lnTo>
                    <a:close/>
                  </a:path>
                </a:pathLst>
              </a:custGeom>
              <a:solidFill>
                <a:srgbClr val="00CE3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36">
                <a:extLst>
                  <a:ext uri="{FF2B5EF4-FFF2-40B4-BE49-F238E27FC236}">
                    <a16:creationId xmlns:a16="http://schemas.microsoft.com/office/drawing/2014/main" id="{8BD3C9C7-263E-0D9C-FF7E-58ABB3B75366}"/>
                  </a:ext>
                </a:extLst>
              </p:cNvPr>
              <p:cNvSpPr/>
              <p:nvPr/>
            </p:nvSpPr>
            <p:spPr>
              <a:xfrm>
                <a:off x="7001890" y="5918453"/>
                <a:ext cx="627380" cy="398780"/>
              </a:xfrm>
              <a:custGeom>
                <a:avLst/>
                <a:gdLst/>
                <a:ahLst/>
                <a:cxnLst/>
                <a:rect l="l" t="t" r="r" b="b"/>
                <a:pathLst>
                  <a:path w="627379" h="398779">
                    <a:moveTo>
                      <a:pt x="627126" y="398525"/>
                    </a:moveTo>
                    <a:lnTo>
                      <a:pt x="627126" y="0"/>
                    </a:lnTo>
                    <a:lnTo>
                      <a:pt x="0" y="0"/>
                    </a:lnTo>
                    <a:lnTo>
                      <a:pt x="0" y="398525"/>
                    </a:lnTo>
                    <a:lnTo>
                      <a:pt x="627126" y="398525"/>
                    </a:lnTo>
                    <a:close/>
                  </a:path>
                </a:pathLst>
              </a:custGeom>
              <a:solidFill>
                <a:srgbClr val="FFE5C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7">
                <a:extLst>
                  <a:ext uri="{FF2B5EF4-FFF2-40B4-BE49-F238E27FC236}">
                    <a16:creationId xmlns:a16="http://schemas.microsoft.com/office/drawing/2014/main" id="{99BBA334-BC9B-CE30-CAF4-B425B37E31C8}"/>
                  </a:ext>
                </a:extLst>
              </p:cNvPr>
              <p:cNvSpPr/>
              <p:nvPr/>
            </p:nvSpPr>
            <p:spPr>
              <a:xfrm>
                <a:off x="7001890" y="5918453"/>
                <a:ext cx="627380" cy="398780"/>
              </a:xfrm>
              <a:custGeom>
                <a:avLst/>
                <a:gdLst/>
                <a:ahLst/>
                <a:cxnLst/>
                <a:rect l="l" t="t" r="r" b="b"/>
                <a:pathLst>
                  <a:path w="627379" h="398779">
                    <a:moveTo>
                      <a:pt x="0" y="398525"/>
                    </a:moveTo>
                    <a:lnTo>
                      <a:pt x="0" y="0"/>
                    </a:lnTo>
                    <a:lnTo>
                      <a:pt x="627126" y="0"/>
                    </a:lnTo>
                    <a:lnTo>
                      <a:pt x="627126" y="398525"/>
                    </a:lnTo>
                    <a:lnTo>
                      <a:pt x="0" y="398525"/>
                    </a:lnTo>
                    <a:close/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38">
                <a:extLst>
                  <a:ext uri="{FF2B5EF4-FFF2-40B4-BE49-F238E27FC236}">
                    <a16:creationId xmlns:a16="http://schemas.microsoft.com/office/drawing/2014/main" id="{16A3C931-9A07-7C6F-069C-BE3600FA2911}"/>
                  </a:ext>
                </a:extLst>
              </p:cNvPr>
              <p:cNvSpPr/>
              <p:nvPr/>
            </p:nvSpPr>
            <p:spPr>
              <a:xfrm>
                <a:off x="7001890" y="5934455"/>
                <a:ext cx="62674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6745">
                    <a:moveTo>
                      <a:pt x="626364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39">
                <a:extLst>
                  <a:ext uri="{FF2B5EF4-FFF2-40B4-BE49-F238E27FC236}">
                    <a16:creationId xmlns:a16="http://schemas.microsoft.com/office/drawing/2014/main" id="{98A74451-0A1D-97F9-0F50-1C0F951C1F3B}"/>
                  </a:ext>
                </a:extLst>
              </p:cNvPr>
              <p:cNvSpPr/>
              <p:nvPr/>
            </p:nvSpPr>
            <p:spPr>
              <a:xfrm>
                <a:off x="7003414" y="5949695"/>
                <a:ext cx="6248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4840">
                    <a:moveTo>
                      <a:pt x="624840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40">
                <a:extLst>
                  <a:ext uri="{FF2B5EF4-FFF2-40B4-BE49-F238E27FC236}">
                    <a16:creationId xmlns:a16="http://schemas.microsoft.com/office/drawing/2014/main" id="{0C6F0067-00BE-5E6A-FF4E-E6246137CD40}"/>
                  </a:ext>
                </a:extLst>
              </p:cNvPr>
              <p:cNvSpPr/>
              <p:nvPr/>
            </p:nvSpPr>
            <p:spPr>
              <a:xfrm>
                <a:off x="7003414" y="5964935"/>
                <a:ext cx="6248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4840">
                    <a:moveTo>
                      <a:pt x="624840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41">
                <a:extLst>
                  <a:ext uri="{FF2B5EF4-FFF2-40B4-BE49-F238E27FC236}">
                    <a16:creationId xmlns:a16="http://schemas.microsoft.com/office/drawing/2014/main" id="{A6AC90B9-C1EB-D2EA-C82D-F64E9E42DCF4}"/>
                  </a:ext>
                </a:extLst>
              </p:cNvPr>
              <p:cNvSpPr/>
              <p:nvPr/>
            </p:nvSpPr>
            <p:spPr>
              <a:xfrm>
                <a:off x="7003414" y="5980175"/>
                <a:ext cx="6248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4840">
                    <a:moveTo>
                      <a:pt x="624840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42">
                <a:extLst>
                  <a:ext uri="{FF2B5EF4-FFF2-40B4-BE49-F238E27FC236}">
                    <a16:creationId xmlns:a16="http://schemas.microsoft.com/office/drawing/2014/main" id="{1E3FDCAA-8B36-A226-0FEA-8E22A820652A}"/>
                  </a:ext>
                </a:extLst>
              </p:cNvPr>
              <p:cNvSpPr/>
              <p:nvPr/>
            </p:nvSpPr>
            <p:spPr>
              <a:xfrm>
                <a:off x="7003414" y="5995415"/>
                <a:ext cx="6248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4840">
                    <a:moveTo>
                      <a:pt x="624840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43">
                <a:extLst>
                  <a:ext uri="{FF2B5EF4-FFF2-40B4-BE49-F238E27FC236}">
                    <a16:creationId xmlns:a16="http://schemas.microsoft.com/office/drawing/2014/main" id="{317A2394-97CA-B75B-BE84-E8095A08E563}"/>
                  </a:ext>
                </a:extLst>
              </p:cNvPr>
              <p:cNvSpPr/>
              <p:nvPr/>
            </p:nvSpPr>
            <p:spPr>
              <a:xfrm>
                <a:off x="7003414" y="6010655"/>
                <a:ext cx="6248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4840">
                    <a:moveTo>
                      <a:pt x="624840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44">
                <a:extLst>
                  <a:ext uri="{FF2B5EF4-FFF2-40B4-BE49-F238E27FC236}">
                    <a16:creationId xmlns:a16="http://schemas.microsoft.com/office/drawing/2014/main" id="{DB748530-E8F0-0875-4AFD-C7F4CAC68ECC}"/>
                  </a:ext>
                </a:extLst>
              </p:cNvPr>
              <p:cNvSpPr/>
              <p:nvPr/>
            </p:nvSpPr>
            <p:spPr>
              <a:xfrm>
                <a:off x="7003414" y="6025895"/>
                <a:ext cx="6248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4840">
                    <a:moveTo>
                      <a:pt x="624840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45">
                <a:extLst>
                  <a:ext uri="{FF2B5EF4-FFF2-40B4-BE49-F238E27FC236}">
                    <a16:creationId xmlns:a16="http://schemas.microsoft.com/office/drawing/2014/main" id="{F969D207-10D0-45BD-DF7B-AABAAD2DB17E}"/>
                  </a:ext>
                </a:extLst>
              </p:cNvPr>
              <p:cNvSpPr/>
              <p:nvPr/>
            </p:nvSpPr>
            <p:spPr>
              <a:xfrm>
                <a:off x="7003414" y="6041135"/>
                <a:ext cx="6248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4840">
                    <a:moveTo>
                      <a:pt x="624840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46">
                <a:extLst>
                  <a:ext uri="{FF2B5EF4-FFF2-40B4-BE49-F238E27FC236}">
                    <a16:creationId xmlns:a16="http://schemas.microsoft.com/office/drawing/2014/main" id="{D9E9D9AE-09EC-F348-A097-A09F6F1F072F}"/>
                  </a:ext>
                </a:extLst>
              </p:cNvPr>
              <p:cNvSpPr/>
              <p:nvPr/>
            </p:nvSpPr>
            <p:spPr>
              <a:xfrm>
                <a:off x="7003414" y="6056375"/>
                <a:ext cx="6248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4840">
                    <a:moveTo>
                      <a:pt x="624840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47">
                <a:extLst>
                  <a:ext uri="{FF2B5EF4-FFF2-40B4-BE49-F238E27FC236}">
                    <a16:creationId xmlns:a16="http://schemas.microsoft.com/office/drawing/2014/main" id="{2720726E-F8AE-1819-175B-2584BE697DCF}"/>
                  </a:ext>
                </a:extLst>
              </p:cNvPr>
              <p:cNvSpPr/>
              <p:nvPr/>
            </p:nvSpPr>
            <p:spPr>
              <a:xfrm>
                <a:off x="7001890" y="6071615"/>
                <a:ext cx="62674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6745">
                    <a:moveTo>
                      <a:pt x="626364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48">
                <a:extLst>
                  <a:ext uri="{FF2B5EF4-FFF2-40B4-BE49-F238E27FC236}">
                    <a16:creationId xmlns:a16="http://schemas.microsoft.com/office/drawing/2014/main" id="{FBBBD824-F836-5CEC-CD6A-7501A4FB5397}"/>
                  </a:ext>
                </a:extLst>
              </p:cNvPr>
              <p:cNvSpPr/>
              <p:nvPr/>
            </p:nvSpPr>
            <p:spPr>
              <a:xfrm>
                <a:off x="7001890" y="6087617"/>
                <a:ext cx="62674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6745">
                    <a:moveTo>
                      <a:pt x="626364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813ABE3A-2D9E-3E11-7D79-E98E304D4D3F}"/>
                  </a:ext>
                </a:extLst>
              </p:cNvPr>
              <p:cNvSpPr/>
              <p:nvPr/>
            </p:nvSpPr>
            <p:spPr>
              <a:xfrm>
                <a:off x="7003414" y="6102857"/>
                <a:ext cx="62293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2934">
                    <a:moveTo>
                      <a:pt x="622553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50">
                <a:extLst>
                  <a:ext uri="{FF2B5EF4-FFF2-40B4-BE49-F238E27FC236}">
                    <a16:creationId xmlns:a16="http://schemas.microsoft.com/office/drawing/2014/main" id="{A626A612-269F-FF49-3613-58C57698C3E6}"/>
                  </a:ext>
                </a:extLst>
              </p:cNvPr>
              <p:cNvSpPr/>
              <p:nvPr/>
            </p:nvSpPr>
            <p:spPr>
              <a:xfrm>
                <a:off x="7001890" y="6118097"/>
                <a:ext cx="62674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6745">
                    <a:moveTo>
                      <a:pt x="626364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51">
                <a:extLst>
                  <a:ext uri="{FF2B5EF4-FFF2-40B4-BE49-F238E27FC236}">
                    <a16:creationId xmlns:a16="http://schemas.microsoft.com/office/drawing/2014/main" id="{D5F6C2E9-BF80-3DA2-AAAB-5157ABA1F895}"/>
                  </a:ext>
                </a:extLst>
              </p:cNvPr>
              <p:cNvSpPr/>
              <p:nvPr/>
            </p:nvSpPr>
            <p:spPr>
              <a:xfrm>
                <a:off x="7003414" y="6133337"/>
                <a:ext cx="6248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4840">
                    <a:moveTo>
                      <a:pt x="624840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52">
                <a:extLst>
                  <a:ext uri="{FF2B5EF4-FFF2-40B4-BE49-F238E27FC236}">
                    <a16:creationId xmlns:a16="http://schemas.microsoft.com/office/drawing/2014/main" id="{4F315200-7688-6F2D-79FB-3AE6141BA8B9}"/>
                  </a:ext>
                </a:extLst>
              </p:cNvPr>
              <p:cNvSpPr/>
              <p:nvPr/>
            </p:nvSpPr>
            <p:spPr>
              <a:xfrm>
                <a:off x="7002652" y="6148577"/>
                <a:ext cx="6261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6109">
                    <a:moveTo>
                      <a:pt x="625601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53">
                <a:extLst>
                  <a:ext uri="{FF2B5EF4-FFF2-40B4-BE49-F238E27FC236}">
                    <a16:creationId xmlns:a16="http://schemas.microsoft.com/office/drawing/2014/main" id="{2BF41907-F942-4665-C5AE-51C03EE93C7D}"/>
                  </a:ext>
                </a:extLst>
              </p:cNvPr>
              <p:cNvSpPr/>
              <p:nvPr/>
            </p:nvSpPr>
            <p:spPr>
              <a:xfrm>
                <a:off x="7002652" y="6163817"/>
                <a:ext cx="623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3570">
                    <a:moveTo>
                      <a:pt x="623316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54">
                <a:extLst>
                  <a:ext uri="{FF2B5EF4-FFF2-40B4-BE49-F238E27FC236}">
                    <a16:creationId xmlns:a16="http://schemas.microsoft.com/office/drawing/2014/main" id="{1766AC0B-E308-CD6F-8745-EFC180F4CE65}"/>
                  </a:ext>
                </a:extLst>
              </p:cNvPr>
              <p:cNvSpPr/>
              <p:nvPr/>
            </p:nvSpPr>
            <p:spPr>
              <a:xfrm>
                <a:off x="7002652" y="6179057"/>
                <a:ext cx="6261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6109">
                    <a:moveTo>
                      <a:pt x="625601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55">
                <a:extLst>
                  <a:ext uri="{FF2B5EF4-FFF2-40B4-BE49-F238E27FC236}">
                    <a16:creationId xmlns:a16="http://schemas.microsoft.com/office/drawing/2014/main" id="{17C35B8A-0E2A-6EF8-AC92-C56029E2DB7E}"/>
                  </a:ext>
                </a:extLst>
              </p:cNvPr>
              <p:cNvSpPr/>
              <p:nvPr/>
            </p:nvSpPr>
            <p:spPr>
              <a:xfrm>
                <a:off x="7002652" y="6194297"/>
                <a:ext cx="6261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6109">
                    <a:moveTo>
                      <a:pt x="625601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56">
                <a:extLst>
                  <a:ext uri="{FF2B5EF4-FFF2-40B4-BE49-F238E27FC236}">
                    <a16:creationId xmlns:a16="http://schemas.microsoft.com/office/drawing/2014/main" id="{37FBFB16-14B7-0D55-9893-F1441281C616}"/>
                  </a:ext>
                </a:extLst>
              </p:cNvPr>
              <p:cNvSpPr/>
              <p:nvPr/>
            </p:nvSpPr>
            <p:spPr>
              <a:xfrm>
                <a:off x="7003414" y="6209537"/>
                <a:ext cx="6248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4840">
                    <a:moveTo>
                      <a:pt x="624840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8" name="object 57">
                <a:extLst>
                  <a:ext uri="{FF2B5EF4-FFF2-40B4-BE49-F238E27FC236}">
                    <a16:creationId xmlns:a16="http://schemas.microsoft.com/office/drawing/2014/main" id="{858756A7-A33A-46B6-36EA-3103025F98EB}"/>
                  </a:ext>
                </a:extLst>
              </p:cNvPr>
              <p:cNvSpPr/>
              <p:nvPr/>
            </p:nvSpPr>
            <p:spPr>
              <a:xfrm>
                <a:off x="7002652" y="6224777"/>
                <a:ext cx="6261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6109">
                    <a:moveTo>
                      <a:pt x="625601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58">
                <a:extLst>
                  <a:ext uri="{FF2B5EF4-FFF2-40B4-BE49-F238E27FC236}">
                    <a16:creationId xmlns:a16="http://schemas.microsoft.com/office/drawing/2014/main" id="{C6E128C2-EECD-775E-3DF4-DEA797C2C37E}"/>
                  </a:ext>
                </a:extLst>
              </p:cNvPr>
              <p:cNvSpPr/>
              <p:nvPr/>
            </p:nvSpPr>
            <p:spPr>
              <a:xfrm>
                <a:off x="7002652" y="6240017"/>
                <a:ext cx="6261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6109">
                    <a:moveTo>
                      <a:pt x="625601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59">
                <a:extLst>
                  <a:ext uri="{FF2B5EF4-FFF2-40B4-BE49-F238E27FC236}">
                    <a16:creationId xmlns:a16="http://schemas.microsoft.com/office/drawing/2014/main" id="{6826609F-94A1-F7B0-E329-8131D2CCAD44}"/>
                  </a:ext>
                </a:extLst>
              </p:cNvPr>
              <p:cNvSpPr/>
              <p:nvPr/>
            </p:nvSpPr>
            <p:spPr>
              <a:xfrm>
                <a:off x="7002652" y="6255257"/>
                <a:ext cx="6261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6109">
                    <a:moveTo>
                      <a:pt x="625601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60">
                <a:extLst>
                  <a:ext uri="{FF2B5EF4-FFF2-40B4-BE49-F238E27FC236}">
                    <a16:creationId xmlns:a16="http://schemas.microsoft.com/office/drawing/2014/main" id="{1BF57A97-3E2E-140D-6E11-695BE3C334A9}"/>
                  </a:ext>
                </a:extLst>
              </p:cNvPr>
              <p:cNvSpPr/>
              <p:nvPr/>
            </p:nvSpPr>
            <p:spPr>
              <a:xfrm>
                <a:off x="7002652" y="6271259"/>
                <a:ext cx="6261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6109">
                    <a:moveTo>
                      <a:pt x="625601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61">
                <a:extLst>
                  <a:ext uri="{FF2B5EF4-FFF2-40B4-BE49-F238E27FC236}">
                    <a16:creationId xmlns:a16="http://schemas.microsoft.com/office/drawing/2014/main" id="{F112B984-C58A-CA72-320B-812116B4FE55}"/>
                  </a:ext>
                </a:extLst>
              </p:cNvPr>
              <p:cNvSpPr/>
              <p:nvPr/>
            </p:nvSpPr>
            <p:spPr>
              <a:xfrm>
                <a:off x="7002652" y="6286499"/>
                <a:ext cx="6261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6109">
                    <a:moveTo>
                      <a:pt x="625601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62">
                <a:extLst>
                  <a:ext uri="{FF2B5EF4-FFF2-40B4-BE49-F238E27FC236}">
                    <a16:creationId xmlns:a16="http://schemas.microsoft.com/office/drawing/2014/main" id="{28430128-E375-50EE-1EF2-A41E195C3A16}"/>
                  </a:ext>
                </a:extLst>
              </p:cNvPr>
              <p:cNvSpPr/>
              <p:nvPr/>
            </p:nvSpPr>
            <p:spPr>
              <a:xfrm>
                <a:off x="7002652" y="6301739"/>
                <a:ext cx="6261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6109">
                    <a:moveTo>
                      <a:pt x="625601" y="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63">
                <a:extLst>
                  <a:ext uri="{FF2B5EF4-FFF2-40B4-BE49-F238E27FC236}">
                    <a16:creationId xmlns:a16="http://schemas.microsoft.com/office/drawing/2014/main" id="{D878192B-0D5B-5A3E-B4EC-A6CA6E0FF695}"/>
                  </a:ext>
                </a:extLst>
              </p:cNvPr>
              <p:cNvSpPr/>
              <p:nvPr/>
            </p:nvSpPr>
            <p:spPr>
              <a:xfrm>
                <a:off x="7600060" y="5919977"/>
                <a:ext cx="0" cy="397510"/>
              </a:xfrm>
              <a:custGeom>
                <a:avLst/>
                <a:gdLst/>
                <a:ahLst/>
                <a:cxnLst/>
                <a:rect l="l" t="t" r="r" b="b"/>
                <a:pathLst>
                  <a:path h="397510">
                    <a:moveTo>
                      <a:pt x="0" y="397002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64">
                <a:extLst>
                  <a:ext uri="{FF2B5EF4-FFF2-40B4-BE49-F238E27FC236}">
                    <a16:creationId xmlns:a16="http://schemas.microsoft.com/office/drawing/2014/main" id="{21BE9318-BF3C-A8B4-C9C4-02D108872291}"/>
                  </a:ext>
                </a:extLst>
              </p:cNvPr>
              <p:cNvSpPr/>
              <p:nvPr/>
            </p:nvSpPr>
            <p:spPr>
              <a:xfrm>
                <a:off x="7571104" y="5919977"/>
                <a:ext cx="0" cy="397510"/>
              </a:xfrm>
              <a:custGeom>
                <a:avLst/>
                <a:gdLst/>
                <a:ahLst/>
                <a:cxnLst/>
                <a:rect l="l" t="t" r="r" b="b"/>
                <a:pathLst>
                  <a:path h="397510">
                    <a:moveTo>
                      <a:pt x="0" y="397002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65">
                <a:extLst>
                  <a:ext uri="{FF2B5EF4-FFF2-40B4-BE49-F238E27FC236}">
                    <a16:creationId xmlns:a16="http://schemas.microsoft.com/office/drawing/2014/main" id="{10525BC0-19ED-7248-BAA8-043C8A76D874}"/>
                  </a:ext>
                </a:extLst>
              </p:cNvPr>
              <p:cNvSpPr/>
              <p:nvPr/>
            </p:nvSpPr>
            <p:spPr>
              <a:xfrm>
                <a:off x="7232776" y="5919215"/>
                <a:ext cx="0" cy="398145"/>
              </a:xfrm>
              <a:custGeom>
                <a:avLst/>
                <a:gdLst/>
                <a:ahLst/>
                <a:cxnLst/>
                <a:rect l="l" t="t" r="r" b="b"/>
                <a:pathLst>
                  <a:path h="398145">
                    <a:moveTo>
                      <a:pt x="0" y="397764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7" name="object 66">
                <a:extLst>
                  <a:ext uri="{FF2B5EF4-FFF2-40B4-BE49-F238E27FC236}">
                    <a16:creationId xmlns:a16="http://schemas.microsoft.com/office/drawing/2014/main" id="{8BAB15FB-6B54-07CF-8A05-CBE80DE4EF08}"/>
                  </a:ext>
                </a:extLst>
              </p:cNvPr>
              <p:cNvSpPr/>
              <p:nvPr/>
            </p:nvSpPr>
            <p:spPr>
              <a:xfrm>
                <a:off x="7457566" y="5919977"/>
                <a:ext cx="0" cy="397510"/>
              </a:xfrm>
              <a:custGeom>
                <a:avLst/>
                <a:gdLst/>
                <a:ahLst/>
                <a:cxnLst/>
                <a:rect l="l" t="t" r="r" b="b"/>
                <a:pathLst>
                  <a:path h="397510">
                    <a:moveTo>
                      <a:pt x="0" y="397002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67">
                <a:extLst>
                  <a:ext uri="{FF2B5EF4-FFF2-40B4-BE49-F238E27FC236}">
                    <a16:creationId xmlns:a16="http://schemas.microsoft.com/office/drawing/2014/main" id="{60FAD232-3DEC-4BC5-4602-1215A28E9AB2}"/>
                  </a:ext>
                </a:extLst>
              </p:cNvPr>
              <p:cNvSpPr/>
              <p:nvPr/>
            </p:nvSpPr>
            <p:spPr>
              <a:xfrm>
                <a:off x="7033132" y="5919977"/>
                <a:ext cx="0" cy="398145"/>
              </a:xfrm>
              <a:custGeom>
                <a:avLst/>
                <a:gdLst/>
                <a:ahLst/>
                <a:cxnLst/>
                <a:rect l="l" t="t" r="r" b="b"/>
                <a:pathLst>
                  <a:path h="398145">
                    <a:moveTo>
                      <a:pt x="0" y="397764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68">
                <a:extLst>
                  <a:ext uri="{FF2B5EF4-FFF2-40B4-BE49-F238E27FC236}">
                    <a16:creationId xmlns:a16="http://schemas.microsoft.com/office/drawing/2014/main" id="{C6B4CE74-CE4B-68CC-3165-BA15ED3A5817}"/>
                  </a:ext>
                </a:extLst>
              </p:cNvPr>
              <p:cNvSpPr/>
              <p:nvPr/>
            </p:nvSpPr>
            <p:spPr>
              <a:xfrm>
                <a:off x="7062088" y="5919977"/>
                <a:ext cx="0" cy="397510"/>
              </a:xfrm>
              <a:custGeom>
                <a:avLst/>
                <a:gdLst/>
                <a:ahLst/>
                <a:cxnLst/>
                <a:rect l="l" t="t" r="r" b="b"/>
                <a:pathLst>
                  <a:path h="397510">
                    <a:moveTo>
                      <a:pt x="0" y="397002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0" name="object 69">
                <a:extLst>
                  <a:ext uri="{FF2B5EF4-FFF2-40B4-BE49-F238E27FC236}">
                    <a16:creationId xmlns:a16="http://schemas.microsoft.com/office/drawing/2014/main" id="{B11ABD5D-6C36-C434-F94F-231E6DB497EE}"/>
                  </a:ext>
                </a:extLst>
              </p:cNvPr>
              <p:cNvSpPr/>
              <p:nvPr/>
            </p:nvSpPr>
            <p:spPr>
              <a:xfrm>
                <a:off x="7087996" y="5919977"/>
                <a:ext cx="0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h="396239">
                    <a:moveTo>
                      <a:pt x="0" y="39624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70">
                <a:extLst>
                  <a:ext uri="{FF2B5EF4-FFF2-40B4-BE49-F238E27FC236}">
                    <a16:creationId xmlns:a16="http://schemas.microsoft.com/office/drawing/2014/main" id="{5CD3B130-1E30-F4AC-E0D9-CF1A61001F26}"/>
                  </a:ext>
                </a:extLst>
              </p:cNvPr>
              <p:cNvSpPr/>
              <p:nvPr/>
            </p:nvSpPr>
            <p:spPr>
              <a:xfrm>
                <a:off x="7118476" y="5919977"/>
                <a:ext cx="0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h="396239">
                    <a:moveTo>
                      <a:pt x="0" y="39624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71">
                <a:extLst>
                  <a:ext uri="{FF2B5EF4-FFF2-40B4-BE49-F238E27FC236}">
                    <a16:creationId xmlns:a16="http://schemas.microsoft.com/office/drawing/2014/main" id="{4A39888A-0EC8-AA7B-8503-82DEB7A613E7}"/>
                  </a:ext>
                </a:extLst>
              </p:cNvPr>
              <p:cNvSpPr/>
              <p:nvPr/>
            </p:nvSpPr>
            <p:spPr>
              <a:xfrm>
                <a:off x="7144384" y="5919977"/>
                <a:ext cx="0" cy="397510"/>
              </a:xfrm>
              <a:custGeom>
                <a:avLst/>
                <a:gdLst/>
                <a:ahLst/>
                <a:cxnLst/>
                <a:rect l="l" t="t" r="r" b="b"/>
                <a:pathLst>
                  <a:path h="397510">
                    <a:moveTo>
                      <a:pt x="0" y="397002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72">
                <a:extLst>
                  <a:ext uri="{FF2B5EF4-FFF2-40B4-BE49-F238E27FC236}">
                    <a16:creationId xmlns:a16="http://schemas.microsoft.com/office/drawing/2014/main" id="{98799C1C-1E9E-3204-F552-14BE3346CAC2}"/>
                  </a:ext>
                </a:extLst>
              </p:cNvPr>
              <p:cNvSpPr/>
              <p:nvPr/>
            </p:nvSpPr>
            <p:spPr>
              <a:xfrm>
                <a:off x="7545196" y="5919977"/>
                <a:ext cx="0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h="396239">
                    <a:moveTo>
                      <a:pt x="0" y="396240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73">
                <a:extLst>
                  <a:ext uri="{FF2B5EF4-FFF2-40B4-BE49-F238E27FC236}">
                    <a16:creationId xmlns:a16="http://schemas.microsoft.com/office/drawing/2014/main" id="{6BC41E92-3920-E424-A3CC-A94B8D3CF12C}"/>
                  </a:ext>
                </a:extLst>
              </p:cNvPr>
              <p:cNvSpPr/>
              <p:nvPr/>
            </p:nvSpPr>
            <p:spPr>
              <a:xfrm>
                <a:off x="7175626" y="5919977"/>
                <a:ext cx="0" cy="398145"/>
              </a:xfrm>
              <a:custGeom>
                <a:avLst/>
                <a:gdLst/>
                <a:ahLst/>
                <a:cxnLst/>
                <a:rect l="l" t="t" r="r" b="b"/>
                <a:pathLst>
                  <a:path h="398145">
                    <a:moveTo>
                      <a:pt x="0" y="397764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5" name="object 74">
                <a:extLst>
                  <a:ext uri="{FF2B5EF4-FFF2-40B4-BE49-F238E27FC236}">
                    <a16:creationId xmlns:a16="http://schemas.microsoft.com/office/drawing/2014/main" id="{AF6A23E5-9846-A0F6-0691-8BAD92F90684}"/>
                  </a:ext>
                </a:extLst>
              </p:cNvPr>
              <p:cNvSpPr/>
              <p:nvPr/>
            </p:nvSpPr>
            <p:spPr>
              <a:xfrm>
                <a:off x="7485760" y="5919977"/>
                <a:ext cx="0" cy="397510"/>
              </a:xfrm>
              <a:custGeom>
                <a:avLst/>
                <a:gdLst/>
                <a:ahLst/>
                <a:cxnLst/>
                <a:rect l="l" t="t" r="r" b="b"/>
                <a:pathLst>
                  <a:path h="397510">
                    <a:moveTo>
                      <a:pt x="0" y="397002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" name="object 75">
                <a:extLst>
                  <a:ext uri="{FF2B5EF4-FFF2-40B4-BE49-F238E27FC236}">
                    <a16:creationId xmlns:a16="http://schemas.microsoft.com/office/drawing/2014/main" id="{4CD02B2A-D86C-C3DF-B2A1-4258C9616097}"/>
                  </a:ext>
                </a:extLst>
              </p:cNvPr>
              <p:cNvSpPr/>
              <p:nvPr/>
            </p:nvSpPr>
            <p:spPr>
              <a:xfrm>
                <a:off x="7517002" y="5919215"/>
                <a:ext cx="0" cy="398145"/>
              </a:xfrm>
              <a:custGeom>
                <a:avLst/>
                <a:gdLst/>
                <a:ahLst/>
                <a:cxnLst/>
                <a:rect l="l" t="t" r="r" b="b"/>
                <a:pathLst>
                  <a:path h="398145">
                    <a:moveTo>
                      <a:pt x="0" y="397764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" name="object 76">
                <a:extLst>
                  <a:ext uri="{FF2B5EF4-FFF2-40B4-BE49-F238E27FC236}">
                    <a16:creationId xmlns:a16="http://schemas.microsoft.com/office/drawing/2014/main" id="{B2E66F3B-D6B8-AD78-451E-B15704936EFB}"/>
                  </a:ext>
                </a:extLst>
              </p:cNvPr>
              <p:cNvSpPr/>
              <p:nvPr/>
            </p:nvSpPr>
            <p:spPr>
              <a:xfrm>
                <a:off x="7431658" y="5919977"/>
                <a:ext cx="0" cy="397510"/>
              </a:xfrm>
              <a:custGeom>
                <a:avLst/>
                <a:gdLst/>
                <a:ahLst/>
                <a:cxnLst/>
                <a:rect l="l" t="t" r="r" b="b"/>
                <a:pathLst>
                  <a:path h="397510">
                    <a:moveTo>
                      <a:pt x="0" y="397002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8" name="object 77">
                <a:extLst>
                  <a:ext uri="{FF2B5EF4-FFF2-40B4-BE49-F238E27FC236}">
                    <a16:creationId xmlns:a16="http://schemas.microsoft.com/office/drawing/2014/main" id="{1BF5CAA9-62C3-263E-EA5B-16D623481EFD}"/>
                  </a:ext>
                </a:extLst>
              </p:cNvPr>
              <p:cNvSpPr/>
              <p:nvPr/>
            </p:nvSpPr>
            <p:spPr>
              <a:xfrm>
                <a:off x="7400416" y="5919977"/>
                <a:ext cx="0" cy="397510"/>
              </a:xfrm>
              <a:custGeom>
                <a:avLst/>
                <a:gdLst/>
                <a:ahLst/>
                <a:cxnLst/>
                <a:rect l="l" t="t" r="r" b="b"/>
                <a:pathLst>
                  <a:path h="397510">
                    <a:moveTo>
                      <a:pt x="0" y="397002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" name="object 78">
                <a:extLst>
                  <a:ext uri="{FF2B5EF4-FFF2-40B4-BE49-F238E27FC236}">
                    <a16:creationId xmlns:a16="http://schemas.microsoft.com/office/drawing/2014/main" id="{54463797-F791-EB73-C77D-D724714F52BF}"/>
                  </a:ext>
                </a:extLst>
              </p:cNvPr>
              <p:cNvSpPr/>
              <p:nvPr/>
            </p:nvSpPr>
            <p:spPr>
              <a:xfrm>
                <a:off x="7372222" y="5919977"/>
                <a:ext cx="0" cy="397510"/>
              </a:xfrm>
              <a:custGeom>
                <a:avLst/>
                <a:gdLst/>
                <a:ahLst/>
                <a:cxnLst/>
                <a:rect l="l" t="t" r="r" b="b"/>
                <a:pathLst>
                  <a:path h="397510">
                    <a:moveTo>
                      <a:pt x="0" y="397002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0" name="object 79">
                <a:extLst>
                  <a:ext uri="{FF2B5EF4-FFF2-40B4-BE49-F238E27FC236}">
                    <a16:creationId xmlns:a16="http://schemas.microsoft.com/office/drawing/2014/main" id="{07BD0AC3-E652-548F-D13B-2611D6D6E512}"/>
                  </a:ext>
                </a:extLst>
              </p:cNvPr>
              <p:cNvSpPr/>
              <p:nvPr/>
            </p:nvSpPr>
            <p:spPr>
              <a:xfrm>
                <a:off x="7345552" y="5919977"/>
                <a:ext cx="0" cy="397510"/>
              </a:xfrm>
              <a:custGeom>
                <a:avLst/>
                <a:gdLst/>
                <a:ahLst/>
                <a:cxnLst/>
                <a:rect l="l" t="t" r="r" b="b"/>
                <a:pathLst>
                  <a:path h="397510">
                    <a:moveTo>
                      <a:pt x="0" y="397002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" name="object 80">
                <a:extLst>
                  <a:ext uri="{FF2B5EF4-FFF2-40B4-BE49-F238E27FC236}">
                    <a16:creationId xmlns:a16="http://schemas.microsoft.com/office/drawing/2014/main" id="{2C7FAE3B-DE12-5479-A862-B70BD76B252C}"/>
                  </a:ext>
                </a:extLst>
              </p:cNvPr>
              <p:cNvSpPr/>
              <p:nvPr/>
            </p:nvSpPr>
            <p:spPr>
              <a:xfrm>
                <a:off x="7315072" y="5919977"/>
                <a:ext cx="0" cy="397510"/>
              </a:xfrm>
              <a:custGeom>
                <a:avLst/>
                <a:gdLst/>
                <a:ahLst/>
                <a:cxnLst/>
                <a:rect l="l" t="t" r="r" b="b"/>
                <a:pathLst>
                  <a:path h="397510">
                    <a:moveTo>
                      <a:pt x="0" y="397002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" name="object 81">
                <a:extLst>
                  <a:ext uri="{FF2B5EF4-FFF2-40B4-BE49-F238E27FC236}">
                    <a16:creationId xmlns:a16="http://schemas.microsoft.com/office/drawing/2014/main" id="{D42643B5-B246-6374-1CE6-CBD55BB6AA82}"/>
                  </a:ext>
                </a:extLst>
              </p:cNvPr>
              <p:cNvSpPr/>
              <p:nvPr/>
            </p:nvSpPr>
            <p:spPr>
              <a:xfrm>
                <a:off x="7286878" y="5919977"/>
                <a:ext cx="0" cy="397510"/>
              </a:xfrm>
              <a:custGeom>
                <a:avLst/>
                <a:gdLst/>
                <a:ahLst/>
                <a:cxnLst/>
                <a:rect l="l" t="t" r="r" b="b"/>
                <a:pathLst>
                  <a:path h="397510">
                    <a:moveTo>
                      <a:pt x="0" y="397002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" name="object 82">
                <a:extLst>
                  <a:ext uri="{FF2B5EF4-FFF2-40B4-BE49-F238E27FC236}">
                    <a16:creationId xmlns:a16="http://schemas.microsoft.com/office/drawing/2014/main" id="{EB0DCB49-207C-188B-E87E-E00E696D8146}"/>
                  </a:ext>
                </a:extLst>
              </p:cNvPr>
              <p:cNvSpPr/>
              <p:nvPr/>
            </p:nvSpPr>
            <p:spPr>
              <a:xfrm>
                <a:off x="7260970" y="5919977"/>
                <a:ext cx="0" cy="397510"/>
              </a:xfrm>
              <a:custGeom>
                <a:avLst/>
                <a:gdLst/>
                <a:ahLst/>
                <a:cxnLst/>
                <a:rect l="l" t="t" r="r" b="b"/>
                <a:pathLst>
                  <a:path h="397510">
                    <a:moveTo>
                      <a:pt x="0" y="397002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" name="object 83">
                <a:extLst>
                  <a:ext uri="{FF2B5EF4-FFF2-40B4-BE49-F238E27FC236}">
                    <a16:creationId xmlns:a16="http://schemas.microsoft.com/office/drawing/2014/main" id="{D54C9B1E-D6EA-6D0A-5F28-777668F87B62}"/>
                  </a:ext>
                </a:extLst>
              </p:cNvPr>
              <p:cNvSpPr/>
              <p:nvPr/>
            </p:nvSpPr>
            <p:spPr>
              <a:xfrm>
                <a:off x="7203820" y="5919215"/>
                <a:ext cx="0" cy="398145"/>
              </a:xfrm>
              <a:custGeom>
                <a:avLst/>
                <a:gdLst/>
                <a:ahLst/>
                <a:cxnLst/>
                <a:rect l="l" t="t" r="r" b="b"/>
                <a:pathLst>
                  <a:path h="398145">
                    <a:moveTo>
                      <a:pt x="0" y="397764"/>
                    </a:move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19D8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" name="object 84">
                <a:extLst>
                  <a:ext uri="{FF2B5EF4-FFF2-40B4-BE49-F238E27FC236}">
                    <a16:creationId xmlns:a16="http://schemas.microsoft.com/office/drawing/2014/main" id="{A4AB00B6-B8CA-29F7-1D3A-D9C4952B07E9}"/>
                  </a:ext>
                </a:extLst>
              </p:cNvPr>
              <p:cNvSpPr/>
              <p:nvPr/>
            </p:nvSpPr>
            <p:spPr>
              <a:xfrm>
                <a:off x="7054468" y="5979413"/>
                <a:ext cx="573405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573404" h="217170">
                    <a:moveTo>
                      <a:pt x="573023" y="217169"/>
                    </a:moveTo>
                    <a:lnTo>
                      <a:pt x="573023" y="197357"/>
                    </a:lnTo>
                    <a:lnTo>
                      <a:pt x="436625" y="83057"/>
                    </a:lnTo>
                    <a:lnTo>
                      <a:pt x="384809" y="101345"/>
                    </a:lnTo>
                    <a:lnTo>
                      <a:pt x="321563" y="76961"/>
                    </a:lnTo>
                    <a:lnTo>
                      <a:pt x="246125" y="110489"/>
                    </a:lnTo>
                    <a:lnTo>
                      <a:pt x="166115" y="59435"/>
                    </a:lnTo>
                    <a:lnTo>
                      <a:pt x="93725" y="84581"/>
                    </a:lnTo>
                    <a:lnTo>
                      <a:pt x="38861" y="32003"/>
                    </a:lnTo>
                    <a:lnTo>
                      <a:pt x="61721" y="26669"/>
                    </a:lnTo>
                    <a:lnTo>
                      <a:pt x="4571" y="0"/>
                    </a:lnTo>
                    <a:lnTo>
                      <a:pt x="0" y="41909"/>
                    </a:lnTo>
                    <a:lnTo>
                      <a:pt x="21335" y="36575"/>
                    </a:lnTo>
                    <a:lnTo>
                      <a:pt x="93725" y="104393"/>
                    </a:lnTo>
                    <a:lnTo>
                      <a:pt x="166115" y="78485"/>
                    </a:lnTo>
                    <a:lnTo>
                      <a:pt x="246125" y="129539"/>
                    </a:lnTo>
                    <a:lnTo>
                      <a:pt x="321563" y="96011"/>
                    </a:lnTo>
                    <a:lnTo>
                      <a:pt x="384809" y="121157"/>
                    </a:lnTo>
                    <a:lnTo>
                      <a:pt x="436625" y="102869"/>
                    </a:lnTo>
                    <a:lnTo>
                      <a:pt x="573023" y="217169"/>
                    </a:lnTo>
                    <a:close/>
                  </a:path>
                </a:pathLst>
              </a:custGeom>
              <a:solidFill>
                <a:srgbClr val="00CE3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6" name="object 85">
              <a:extLst>
                <a:ext uri="{FF2B5EF4-FFF2-40B4-BE49-F238E27FC236}">
                  <a16:creationId xmlns:a16="http://schemas.microsoft.com/office/drawing/2014/main" id="{BCFAEE15-4695-BB9F-7A40-D79C2B03634F}"/>
                </a:ext>
              </a:extLst>
            </p:cNvPr>
            <p:cNvSpPr txBox="1"/>
            <p:nvPr/>
          </p:nvSpPr>
          <p:spPr>
            <a:xfrm>
              <a:off x="6624961" y="4777994"/>
              <a:ext cx="2790190" cy="2387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400" b="1" spc="-10" dirty="0">
                  <a:latin typeface="Kaiti SC Black"/>
                  <a:cs typeface="Kaiti SC Black"/>
                </a:rPr>
                <a:t>用户</a:t>
              </a:r>
              <a:r>
                <a:rPr sz="1400" b="1" spc="-10" dirty="0">
                  <a:latin typeface="Arial"/>
                  <a:cs typeface="Arial"/>
                </a:rPr>
                <a:t>2</a:t>
              </a:r>
              <a:r>
                <a:rPr sz="1400" b="1" spc="-25" dirty="0">
                  <a:latin typeface="Kaiti SC Black"/>
                  <a:cs typeface="Kaiti SC Black"/>
                </a:rPr>
                <a:t>使用的完成某功能的应用程序</a:t>
              </a:r>
              <a:endParaRPr sz="1400">
                <a:latin typeface="Kaiti SC Black"/>
                <a:cs typeface="Kaiti SC Black"/>
              </a:endParaRPr>
            </a:p>
          </p:txBody>
        </p:sp>
        <p:sp>
          <p:nvSpPr>
            <p:cNvPr id="87" name="object 86">
              <a:extLst>
                <a:ext uri="{FF2B5EF4-FFF2-40B4-BE49-F238E27FC236}">
                  <a16:creationId xmlns:a16="http://schemas.microsoft.com/office/drawing/2014/main" id="{29CA3011-A41E-0347-14C1-D5267F1AC202}"/>
                </a:ext>
              </a:extLst>
            </p:cNvPr>
            <p:cNvSpPr txBox="1"/>
            <p:nvPr/>
          </p:nvSpPr>
          <p:spPr>
            <a:xfrm>
              <a:off x="6988936" y="4287011"/>
              <a:ext cx="683895" cy="453390"/>
            </a:xfrm>
            <a:prstGeom prst="rect">
              <a:avLst/>
            </a:prstGeom>
          </p:spPr>
          <p:txBody>
            <a:bodyPr vert="horz" wrap="square" lIns="0" tIns="35560" rIns="0" bIns="0" rtlCol="0">
              <a:spAutoFit/>
            </a:bodyPr>
            <a:lstStyle/>
            <a:p>
              <a:pPr marL="48260">
                <a:lnSpc>
                  <a:spcPct val="100000"/>
                </a:lnSpc>
                <a:spcBef>
                  <a:spcPts val="280"/>
                </a:spcBef>
                <a:tabLst>
                  <a:tab pos="600075" algn="l"/>
                </a:tabLst>
              </a:pPr>
              <a:r>
                <a:rPr sz="2000" b="1" u="dbl" dirty="0">
                  <a:solidFill>
                    <a:srgbClr val="CC0000"/>
                  </a:solidFill>
                  <a:uFill>
                    <a:solidFill>
                      <a:srgbClr val="3E3E3E"/>
                    </a:solidFill>
                  </a:uFill>
                  <a:latin typeface="Arial"/>
                  <a:cs typeface="Arial"/>
                </a:rPr>
                <a:t>	</a:t>
              </a:r>
              <a:endParaRPr sz="2000">
                <a:latin typeface="Arial"/>
                <a:cs typeface="Arial"/>
              </a:endParaRPr>
            </a:p>
          </p:txBody>
        </p:sp>
        <p:sp>
          <p:nvSpPr>
            <p:cNvPr id="88" name="object 87">
              <a:extLst>
                <a:ext uri="{FF2B5EF4-FFF2-40B4-BE49-F238E27FC236}">
                  <a16:creationId xmlns:a16="http://schemas.microsoft.com/office/drawing/2014/main" id="{1AE07DF1-D0C3-4787-2EA8-50D4AAB9498D}"/>
                </a:ext>
              </a:extLst>
            </p:cNvPr>
            <p:cNvSpPr txBox="1"/>
            <p:nvPr/>
          </p:nvSpPr>
          <p:spPr>
            <a:xfrm>
              <a:off x="7684903" y="4310126"/>
              <a:ext cx="959485" cy="3302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00" b="1" dirty="0">
                  <a:solidFill>
                    <a:srgbClr val="CC0000"/>
                  </a:solidFill>
                  <a:latin typeface="Arial"/>
                  <a:cs typeface="Arial"/>
                </a:rPr>
                <a:t>DBAP</a:t>
              </a:r>
              <a:r>
                <a:rPr sz="2000" b="1" spc="-40" dirty="0">
                  <a:solidFill>
                    <a:srgbClr val="CC0000"/>
                  </a:solidFill>
                  <a:latin typeface="Arial"/>
                  <a:cs typeface="Arial"/>
                </a:rPr>
                <a:t> </a:t>
              </a:r>
              <a:r>
                <a:rPr sz="2000" b="1" spc="-50" dirty="0">
                  <a:solidFill>
                    <a:srgbClr val="CC0000"/>
                  </a:solidFill>
                  <a:latin typeface="Arial"/>
                  <a:cs typeface="Arial"/>
                </a:rPr>
                <a:t>1</a:t>
              </a:r>
              <a:endParaRPr sz="2000" dirty="0">
                <a:latin typeface="Arial"/>
                <a:cs typeface="Arial"/>
              </a:endParaRPr>
            </a:p>
          </p:txBody>
        </p:sp>
        <p:sp>
          <p:nvSpPr>
            <p:cNvPr id="89" name="object 88">
              <a:extLst>
                <a:ext uri="{FF2B5EF4-FFF2-40B4-BE49-F238E27FC236}">
                  <a16:creationId xmlns:a16="http://schemas.microsoft.com/office/drawing/2014/main" id="{DBCF0888-C4CA-58E2-9B4C-C82EDF374DCC}"/>
                </a:ext>
              </a:extLst>
            </p:cNvPr>
            <p:cNvSpPr txBox="1"/>
            <p:nvPr/>
          </p:nvSpPr>
          <p:spPr>
            <a:xfrm>
              <a:off x="7684903" y="5053068"/>
              <a:ext cx="959485" cy="3302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00" b="1" dirty="0">
                  <a:solidFill>
                    <a:srgbClr val="CC0000"/>
                  </a:solidFill>
                  <a:latin typeface="Arial"/>
                  <a:cs typeface="Arial"/>
                </a:rPr>
                <a:t>DBAP</a:t>
              </a:r>
              <a:r>
                <a:rPr sz="2000" b="1" spc="-40" dirty="0">
                  <a:solidFill>
                    <a:srgbClr val="CC0000"/>
                  </a:solidFill>
                  <a:latin typeface="Arial"/>
                  <a:cs typeface="Arial"/>
                </a:rPr>
                <a:t> </a:t>
              </a:r>
              <a:r>
                <a:rPr sz="2000" b="1" spc="-50" dirty="0">
                  <a:solidFill>
                    <a:srgbClr val="CC0000"/>
                  </a:solidFill>
                  <a:latin typeface="Arial"/>
                  <a:cs typeface="Arial"/>
                </a:rPr>
                <a:t>2</a:t>
              </a:r>
              <a:endParaRPr sz="2000">
                <a:latin typeface="Arial"/>
                <a:cs typeface="Arial"/>
              </a:endParaRPr>
            </a:p>
          </p:txBody>
        </p:sp>
        <p:sp>
          <p:nvSpPr>
            <p:cNvPr id="90" name="object 89">
              <a:extLst>
                <a:ext uri="{FF2B5EF4-FFF2-40B4-BE49-F238E27FC236}">
                  <a16:creationId xmlns:a16="http://schemas.microsoft.com/office/drawing/2014/main" id="{03DA8623-5451-34AF-27B3-8CAF9C38072A}"/>
                </a:ext>
              </a:extLst>
            </p:cNvPr>
            <p:cNvSpPr txBox="1"/>
            <p:nvPr/>
          </p:nvSpPr>
          <p:spPr>
            <a:xfrm>
              <a:off x="7684903" y="5921742"/>
              <a:ext cx="973455" cy="3302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00" b="1" dirty="0">
                  <a:solidFill>
                    <a:srgbClr val="CC0000"/>
                  </a:solidFill>
                  <a:latin typeface="Arial"/>
                  <a:cs typeface="Arial"/>
                </a:rPr>
                <a:t>DBAP</a:t>
              </a:r>
              <a:r>
                <a:rPr sz="2000" b="1" spc="-40" dirty="0">
                  <a:solidFill>
                    <a:srgbClr val="CC0000"/>
                  </a:solidFill>
                  <a:latin typeface="Arial"/>
                  <a:cs typeface="Arial"/>
                </a:rPr>
                <a:t> </a:t>
              </a:r>
              <a:r>
                <a:rPr sz="2000" b="1" spc="-50" dirty="0">
                  <a:solidFill>
                    <a:srgbClr val="CC0000"/>
                  </a:solidFill>
                  <a:latin typeface="Arial"/>
                  <a:cs typeface="Arial"/>
                </a:rPr>
                <a:t>n</a:t>
              </a:r>
              <a:endParaRPr sz="2000">
                <a:latin typeface="Arial"/>
                <a:cs typeface="Arial"/>
              </a:endParaRPr>
            </a:p>
          </p:txBody>
        </p:sp>
        <p:pic>
          <p:nvPicPr>
            <p:cNvPr id="91" name="object 90">
              <a:extLst>
                <a:ext uri="{FF2B5EF4-FFF2-40B4-BE49-F238E27FC236}">
                  <a16:creationId xmlns:a16="http://schemas.microsoft.com/office/drawing/2014/main" id="{88557C4E-42AB-639E-8CDD-B9AB8D8BC53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9303" y="4043934"/>
              <a:ext cx="633436" cy="1466898"/>
            </a:xfrm>
            <a:prstGeom prst="rect">
              <a:avLst/>
            </a:prstGeom>
          </p:spPr>
        </p:pic>
        <p:pic>
          <p:nvPicPr>
            <p:cNvPr id="92" name="object 91">
              <a:extLst>
                <a:ext uri="{FF2B5EF4-FFF2-40B4-BE49-F238E27FC236}">
                  <a16:creationId xmlns:a16="http://schemas.microsoft.com/office/drawing/2014/main" id="{AF7D29BB-39F6-82E7-5FE4-D3FD29643E7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58309" y="5617083"/>
              <a:ext cx="818367" cy="941451"/>
            </a:xfrm>
            <a:prstGeom prst="rect">
              <a:avLst/>
            </a:prstGeom>
          </p:spPr>
        </p:pic>
        <p:grpSp>
          <p:nvGrpSpPr>
            <p:cNvPr id="93" name="object 93">
              <a:extLst>
                <a:ext uri="{FF2B5EF4-FFF2-40B4-BE49-F238E27FC236}">
                  <a16:creationId xmlns:a16="http://schemas.microsoft.com/office/drawing/2014/main" id="{FCDB2F33-BBA5-DBA1-AADC-68EF706C0DAF}"/>
                </a:ext>
              </a:extLst>
            </p:cNvPr>
            <p:cNvGrpSpPr/>
            <p:nvPr/>
          </p:nvGrpSpPr>
          <p:grpSpPr>
            <a:xfrm>
              <a:off x="1228801" y="4417885"/>
              <a:ext cx="8045450" cy="2736850"/>
              <a:chOff x="1228801" y="4417885"/>
              <a:chExt cx="8045450" cy="2736850"/>
            </a:xfrm>
          </p:grpSpPr>
          <p:sp>
            <p:nvSpPr>
              <p:cNvPr id="94" name="object 94">
                <a:extLst>
                  <a:ext uri="{FF2B5EF4-FFF2-40B4-BE49-F238E27FC236}">
                    <a16:creationId xmlns:a16="http://schemas.microsoft.com/office/drawing/2014/main" id="{8CF5A64B-D6D7-0A4B-94A9-7382E802F664}"/>
                  </a:ext>
                </a:extLst>
              </p:cNvPr>
              <p:cNvSpPr/>
              <p:nvPr/>
            </p:nvSpPr>
            <p:spPr>
              <a:xfrm>
                <a:off x="3739019" y="6862571"/>
                <a:ext cx="24765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5400">
                    <a:moveTo>
                      <a:pt x="0" y="25146"/>
                    </a:moveTo>
                    <a:lnTo>
                      <a:pt x="247650" y="25146"/>
                    </a:lnTo>
                    <a:lnTo>
                      <a:pt x="247650" y="0"/>
                    </a:lnTo>
                    <a:lnTo>
                      <a:pt x="0" y="0"/>
                    </a:lnTo>
                    <a:lnTo>
                      <a:pt x="0" y="25146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" name="object 95">
                <a:extLst>
                  <a:ext uri="{FF2B5EF4-FFF2-40B4-BE49-F238E27FC236}">
                    <a16:creationId xmlns:a16="http://schemas.microsoft.com/office/drawing/2014/main" id="{EDC603DC-CF22-1E47-098A-1C39AE530D2C}"/>
                  </a:ext>
                </a:extLst>
              </p:cNvPr>
              <p:cNvSpPr/>
              <p:nvPr/>
            </p:nvSpPr>
            <p:spPr>
              <a:xfrm>
                <a:off x="3687965" y="6862571"/>
                <a:ext cx="34163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25400">
                    <a:moveTo>
                      <a:pt x="0" y="0"/>
                    </a:moveTo>
                    <a:lnTo>
                      <a:pt x="0" y="25146"/>
                    </a:lnTo>
                    <a:lnTo>
                      <a:pt x="341375" y="25146"/>
                    </a:lnTo>
                    <a:lnTo>
                      <a:pt x="34137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4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6" name="object 96">
                <a:extLst>
                  <a:ext uri="{FF2B5EF4-FFF2-40B4-BE49-F238E27FC236}">
                    <a16:creationId xmlns:a16="http://schemas.microsoft.com/office/drawing/2014/main" id="{7744DACF-1F7C-3CB3-7F56-B0A4C9232DFC}"/>
                  </a:ext>
                </a:extLst>
              </p:cNvPr>
              <p:cNvSpPr/>
              <p:nvPr/>
            </p:nvSpPr>
            <p:spPr>
              <a:xfrm>
                <a:off x="3986669" y="6846569"/>
                <a:ext cx="333375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86359">
                    <a:moveTo>
                      <a:pt x="332993" y="86105"/>
                    </a:moveTo>
                    <a:lnTo>
                      <a:pt x="332993" y="0"/>
                    </a:lnTo>
                    <a:lnTo>
                      <a:pt x="0" y="0"/>
                    </a:lnTo>
                    <a:lnTo>
                      <a:pt x="0" y="86105"/>
                    </a:lnTo>
                    <a:lnTo>
                      <a:pt x="332993" y="86105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7" name="object 97">
                <a:extLst>
                  <a:ext uri="{FF2B5EF4-FFF2-40B4-BE49-F238E27FC236}">
                    <a16:creationId xmlns:a16="http://schemas.microsoft.com/office/drawing/2014/main" id="{323C020E-5F1D-EB1C-E2B3-00F53860EC50}"/>
                  </a:ext>
                </a:extLst>
              </p:cNvPr>
              <p:cNvSpPr/>
              <p:nvPr/>
            </p:nvSpPr>
            <p:spPr>
              <a:xfrm>
                <a:off x="3986669" y="6846569"/>
                <a:ext cx="333375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86359">
                    <a:moveTo>
                      <a:pt x="0" y="0"/>
                    </a:moveTo>
                    <a:lnTo>
                      <a:pt x="0" y="86105"/>
                    </a:lnTo>
                    <a:lnTo>
                      <a:pt x="332993" y="86105"/>
                    </a:lnTo>
                    <a:lnTo>
                      <a:pt x="332993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8" name="object 98">
                <a:extLst>
                  <a:ext uri="{FF2B5EF4-FFF2-40B4-BE49-F238E27FC236}">
                    <a16:creationId xmlns:a16="http://schemas.microsoft.com/office/drawing/2014/main" id="{B8EED0D0-9FFC-7A92-AE3C-672DC7FF48F1}"/>
                  </a:ext>
                </a:extLst>
              </p:cNvPr>
              <p:cNvSpPr/>
              <p:nvPr/>
            </p:nvSpPr>
            <p:spPr>
              <a:xfrm>
                <a:off x="3988193" y="6843534"/>
                <a:ext cx="330200" cy="89535"/>
              </a:xfrm>
              <a:custGeom>
                <a:avLst/>
                <a:gdLst/>
                <a:ahLst/>
                <a:cxnLst/>
                <a:rect l="l" t="t" r="r" b="b"/>
                <a:pathLst>
                  <a:path w="330200" h="89534">
                    <a:moveTo>
                      <a:pt x="48768" y="0"/>
                    </a:moveTo>
                    <a:lnTo>
                      <a:pt x="41148" y="0"/>
                    </a:lnTo>
                    <a:lnTo>
                      <a:pt x="41148" y="22098"/>
                    </a:lnTo>
                    <a:lnTo>
                      <a:pt x="48768" y="22098"/>
                    </a:lnTo>
                    <a:lnTo>
                      <a:pt x="48768" y="0"/>
                    </a:lnTo>
                    <a:close/>
                  </a:path>
                  <a:path w="330200" h="89534">
                    <a:moveTo>
                      <a:pt x="329946" y="61722"/>
                    </a:moveTo>
                    <a:lnTo>
                      <a:pt x="0" y="61722"/>
                    </a:lnTo>
                    <a:lnTo>
                      <a:pt x="0" y="70091"/>
                    </a:lnTo>
                    <a:lnTo>
                      <a:pt x="195072" y="70091"/>
                    </a:lnTo>
                    <a:lnTo>
                      <a:pt x="195072" y="89154"/>
                    </a:lnTo>
                    <a:lnTo>
                      <a:pt x="204216" y="89154"/>
                    </a:lnTo>
                    <a:lnTo>
                      <a:pt x="204216" y="70091"/>
                    </a:lnTo>
                    <a:lnTo>
                      <a:pt x="221742" y="70091"/>
                    </a:lnTo>
                    <a:lnTo>
                      <a:pt x="221742" y="89154"/>
                    </a:lnTo>
                    <a:lnTo>
                      <a:pt x="230111" y="89154"/>
                    </a:lnTo>
                    <a:lnTo>
                      <a:pt x="230111" y="70091"/>
                    </a:lnTo>
                    <a:lnTo>
                      <a:pt x="246126" y="70091"/>
                    </a:lnTo>
                    <a:lnTo>
                      <a:pt x="246126" y="89154"/>
                    </a:lnTo>
                    <a:lnTo>
                      <a:pt x="255270" y="89154"/>
                    </a:lnTo>
                    <a:lnTo>
                      <a:pt x="255270" y="70091"/>
                    </a:lnTo>
                    <a:lnTo>
                      <a:pt x="269748" y="70091"/>
                    </a:lnTo>
                    <a:lnTo>
                      <a:pt x="269748" y="89154"/>
                    </a:lnTo>
                    <a:lnTo>
                      <a:pt x="278892" y="89154"/>
                    </a:lnTo>
                    <a:lnTo>
                      <a:pt x="278892" y="70091"/>
                    </a:lnTo>
                    <a:lnTo>
                      <a:pt x="329946" y="70091"/>
                    </a:lnTo>
                    <a:lnTo>
                      <a:pt x="329946" y="6172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9" name="object 99">
                <a:extLst>
                  <a:ext uri="{FF2B5EF4-FFF2-40B4-BE49-F238E27FC236}">
                    <a16:creationId xmlns:a16="http://schemas.microsoft.com/office/drawing/2014/main" id="{C652F66E-AFD2-A957-BCBD-7588C42D94CB}"/>
                  </a:ext>
                </a:extLst>
              </p:cNvPr>
              <p:cNvSpPr/>
              <p:nvPr/>
            </p:nvSpPr>
            <p:spPr>
              <a:xfrm>
                <a:off x="3356495" y="6816851"/>
                <a:ext cx="382905" cy="86995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6995">
                    <a:moveTo>
                      <a:pt x="382524" y="86868"/>
                    </a:moveTo>
                    <a:lnTo>
                      <a:pt x="382524" y="0"/>
                    </a:lnTo>
                    <a:lnTo>
                      <a:pt x="0" y="0"/>
                    </a:lnTo>
                    <a:lnTo>
                      <a:pt x="0" y="86868"/>
                    </a:lnTo>
                    <a:lnTo>
                      <a:pt x="382524" y="8686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" name="object 100">
                <a:extLst>
                  <a:ext uri="{FF2B5EF4-FFF2-40B4-BE49-F238E27FC236}">
                    <a16:creationId xmlns:a16="http://schemas.microsoft.com/office/drawing/2014/main" id="{2CBD31A8-B2A1-5088-FA9C-24623CDAF61E}"/>
                  </a:ext>
                </a:extLst>
              </p:cNvPr>
              <p:cNvSpPr/>
              <p:nvPr/>
            </p:nvSpPr>
            <p:spPr>
              <a:xfrm>
                <a:off x="3355733" y="6816089"/>
                <a:ext cx="38354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383539" h="87629">
                    <a:moveTo>
                      <a:pt x="0" y="0"/>
                    </a:moveTo>
                    <a:lnTo>
                      <a:pt x="0" y="87629"/>
                    </a:lnTo>
                    <a:lnTo>
                      <a:pt x="383286" y="87629"/>
                    </a:lnTo>
                    <a:lnTo>
                      <a:pt x="383286" y="0"/>
                    </a:lnTo>
                    <a:lnTo>
                      <a:pt x="0" y="0"/>
                    </a:lnTo>
                    <a:close/>
                  </a:path>
                  <a:path w="383539" h="87629">
                    <a:moveTo>
                      <a:pt x="36575" y="55625"/>
                    </a:moveTo>
                    <a:lnTo>
                      <a:pt x="36575" y="87629"/>
                    </a:lnTo>
                    <a:lnTo>
                      <a:pt x="345186" y="87629"/>
                    </a:lnTo>
                    <a:lnTo>
                      <a:pt x="345186" y="55625"/>
                    </a:lnTo>
                    <a:lnTo>
                      <a:pt x="36575" y="55625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" name="object 101">
                <a:extLst>
                  <a:ext uri="{FF2B5EF4-FFF2-40B4-BE49-F238E27FC236}">
                    <a16:creationId xmlns:a16="http://schemas.microsoft.com/office/drawing/2014/main" id="{1281AC58-320F-E076-4071-C78CEDCF1938}"/>
                  </a:ext>
                </a:extLst>
              </p:cNvPr>
              <p:cNvSpPr/>
              <p:nvPr/>
            </p:nvSpPr>
            <p:spPr>
              <a:xfrm>
                <a:off x="3340493" y="6727697"/>
                <a:ext cx="42100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421004" h="88900">
                    <a:moveTo>
                      <a:pt x="420623" y="71627"/>
                    </a:moveTo>
                    <a:lnTo>
                      <a:pt x="420623" y="0"/>
                    </a:lnTo>
                    <a:lnTo>
                      <a:pt x="0" y="0"/>
                    </a:lnTo>
                    <a:lnTo>
                      <a:pt x="0" y="71627"/>
                    </a:lnTo>
                    <a:lnTo>
                      <a:pt x="17526" y="88391"/>
                    </a:lnTo>
                    <a:lnTo>
                      <a:pt x="395478" y="88391"/>
                    </a:lnTo>
                    <a:lnTo>
                      <a:pt x="420623" y="7162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" name="object 102">
                <a:extLst>
                  <a:ext uri="{FF2B5EF4-FFF2-40B4-BE49-F238E27FC236}">
                    <a16:creationId xmlns:a16="http://schemas.microsoft.com/office/drawing/2014/main" id="{9230AD78-1470-FA1B-9E36-9F1205A3FF7B}"/>
                  </a:ext>
                </a:extLst>
              </p:cNvPr>
              <p:cNvSpPr/>
              <p:nvPr/>
            </p:nvSpPr>
            <p:spPr>
              <a:xfrm>
                <a:off x="3340493" y="6727697"/>
                <a:ext cx="42100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421004" h="88900">
                    <a:moveTo>
                      <a:pt x="0" y="71627"/>
                    </a:moveTo>
                    <a:lnTo>
                      <a:pt x="17526" y="88391"/>
                    </a:lnTo>
                    <a:lnTo>
                      <a:pt x="395478" y="88391"/>
                    </a:lnTo>
                    <a:lnTo>
                      <a:pt x="420623" y="71627"/>
                    </a:lnTo>
                    <a:lnTo>
                      <a:pt x="420623" y="0"/>
                    </a:lnTo>
                    <a:lnTo>
                      <a:pt x="0" y="0"/>
                    </a:lnTo>
                    <a:lnTo>
                      <a:pt x="0" y="71627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" name="object 103">
                <a:extLst>
                  <a:ext uri="{FF2B5EF4-FFF2-40B4-BE49-F238E27FC236}">
                    <a16:creationId xmlns:a16="http://schemas.microsoft.com/office/drawing/2014/main" id="{A5369D9D-A693-66B6-175E-1A45B1427AA4}"/>
                  </a:ext>
                </a:extLst>
              </p:cNvPr>
              <p:cNvSpPr/>
              <p:nvPr/>
            </p:nvSpPr>
            <p:spPr>
              <a:xfrm>
                <a:off x="3332111" y="6862571"/>
                <a:ext cx="26034" cy="16510"/>
              </a:xfrm>
              <a:custGeom>
                <a:avLst/>
                <a:gdLst/>
                <a:ahLst/>
                <a:cxnLst/>
                <a:rect l="l" t="t" r="r" b="b"/>
                <a:pathLst>
                  <a:path w="26035" h="16509">
                    <a:moveTo>
                      <a:pt x="25908" y="16001"/>
                    </a:moveTo>
                    <a:lnTo>
                      <a:pt x="25908" y="0"/>
                    </a:lnTo>
                    <a:lnTo>
                      <a:pt x="0" y="0"/>
                    </a:lnTo>
                    <a:lnTo>
                      <a:pt x="0" y="16001"/>
                    </a:lnTo>
                    <a:lnTo>
                      <a:pt x="25908" y="160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" name="object 104">
                <a:extLst>
                  <a:ext uri="{FF2B5EF4-FFF2-40B4-BE49-F238E27FC236}">
                    <a16:creationId xmlns:a16="http://schemas.microsoft.com/office/drawing/2014/main" id="{5FF26D34-10FD-F7A0-71B0-DE5DED9E9F08}"/>
                  </a:ext>
                </a:extLst>
              </p:cNvPr>
              <p:cNvSpPr/>
              <p:nvPr/>
            </p:nvSpPr>
            <p:spPr>
              <a:xfrm>
                <a:off x="3332111" y="6862571"/>
                <a:ext cx="26034" cy="16510"/>
              </a:xfrm>
              <a:custGeom>
                <a:avLst/>
                <a:gdLst/>
                <a:ahLst/>
                <a:cxnLst/>
                <a:rect l="l" t="t" r="r" b="b"/>
                <a:pathLst>
                  <a:path w="26035" h="16509">
                    <a:moveTo>
                      <a:pt x="0" y="0"/>
                    </a:moveTo>
                    <a:lnTo>
                      <a:pt x="0" y="16001"/>
                    </a:lnTo>
                    <a:lnTo>
                      <a:pt x="25908" y="16001"/>
                    </a:lnTo>
                    <a:lnTo>
                      <a:pt x="259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" name="object 105">
                <a:extLst>
                  <a:ext uri="{FF2B5EF4-FFF2-40B4-BE49-F238E27FC236}">
                    <a16:creationId xmlns:a16="http://schemas.microsoft.com/office/drawing/2014/main" id="{A2D1A88F-907F-F689-AE69-DED48B2097E9}"/>
                  </a:ext>
                </a:extLst>
              </p:cNvPr>
              <p:cNvSpPr/>
              <p:nvPr/>
            </p:nvSpPr>
            <p:spPr>
              <a:xfrm>
                <a:off x="3340493" y="6742175"/>
                <a:ext cx="424180" cy="1905"/>
              </a:xfrm>
              <a:custGeom>
                <a:avLst/>
                <a:gdLst/>
                <a:ahLst/>
                <a:cxnLst/>
                <a:rect l="l" t="t" r="r" b="b"/>
                <a:pathLst>
                  <a:path w="424179" h="1904">
                    <a:moveTo>
                      <a:pt x="0" y="0"/>
                    </a:moveTo>
                    <a:lnTo>
                      <a:pt x="423672" y="1523"/>
                    </a:lnTo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6" name="object 106">
                <a:extLst>
                  <a:ext uri="{FF2B5EF4-FFF2-40B4-BE49-F238E27FC236}">
                    <a16:creationId xmlns:a16="http://schemas.microsoft.com/office/drawing/2014/main" id="{0BE1A45F-CB7B-5B32-4CB9-E9488F2F8072}"/>
                  </a:ext>
                </a:extLst>
              </p:cNvPr>
              <p:cNvSpPr/>
              <p:nvPr/>
            </p:nvSpPr>
            <p:spPr>
              <a:xfrm>
                <a:off x="3446411" y="6719315"/>
                <a:ext cx="30480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0159">
                    <a:moveTo>
                      <a:pt x="304800" y="9906"/>
                    </a:moveTo>
                    <a:lnTo>
                      <a:pt x="304800" y="0"/>
                    </a:lnTo>
                    <a:lnTo>
                      <a:pt x="0" y="0"/>
                    </a:lnTo>
                    <a:lnTo>
                      <a:pt x="0" y="9906"/>
                    </a:lnTo>
                    <a:lnTo>
                      <a:pt x="304800" y="99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7" name="object 107">
                <a:extLst>
                  <a:ext uri="{FF2B5EF4-FFF2-40B4-BE49-F238E27FC236}">
                    <a16:creationId xmlns:a16="http://schemas.microsoft.com/office/drawing/2014/main" id="{F55497B6-E594-CC34-0D1E-FA94CC0912FB}"/>
                  </a:ext>
                </a:extLst>
              </p:cNvPr>
              <p:cNvSpPr/>
              <p:nvPr/>
            </p:nvSpPr>
            <p:spPr>
              <a:xfrm>
                <a:off x="3446411" y="6719315"/>
                <a:ext cx="30480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0159">
                    <a:moveTo>
                      <a:pt x="0" y="0"/>
                    </a:moveTo>
                    <a:lnTo>
                      <a:pt x="0" y="9906"/>
                    </a:lnTo>
                    <a:lnTo>
                      <a:pt x="304800" y="9906"/>
                    </a:lnTo>
                    <a:lnTo>
                      <a:pt x="30480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8" name="object 108">
                <a:extLst>
                  <a:ext uri="{FF2B5EF4-FFF2-40B4-BE49-F238E27FC236}">
                    <a16:creationId xmlns:a16="http://schemas.microsoft.com/office/drawing/2014/main" id="{0C327073-3B04-58F8-E05D-493468DFE7AF}"/>
                  </a:ext>
                </a:extLst>
              </p:cNvPr>
              <p:cNvSpPr/>
              <p:nvPr/>
            </p:nvSpPr>
            <p:spPr>
              <a:xfrm>
                <a:off x="3735209" y="6830567"/>
                <a:ext cx="83185" cy="29209"/>
              </a:xfrm>
              <a:custGeom>
                <a:avLst/>
                <a:gdLst/>
                <a:ahLst/>
                <a:cxnLst/>
                <a:rect l="l" t="t" r="r" b="b"/>
                <a:pathLst>
                  <a:path w="83185" h="29209">
                    <a:moveTo>
                      <a:pt x="83058" y="10667"/>
                    </a:moveTo>
                    <a:lnTo>
                      <a:pt x="83058" y="0"/>
                    </a:lnTo>
                    <a:lnTo>
                      <a:pt x="0" y="17525"/>
                    </a:lnTo>
                    <a:lnTo>
                      <a:pt x="0" y="28955"/>
                    </a:lnTo>
                    <a:lnTo>
                      <a:pt x="83058" y="1066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9" name="object 109">
                <a:extLst>
                  <a:ext uri="{FF2B5EF4-FFF2-40B4-BE49-F238E27FC236}">
                    <a16:creationId xmlns:a16="http://schemas.microsoft.com/office/drawing/2014/main" id="{4F5D031A-FE03-24B4-8B64-8F1D2530CD3D}"/>
                  </a:ext>
                </a:extLst>
              </p:cNvPr>
              <p:cNvSpPr/>
              <p:nvPr/>
            </p:nvSpPr>
            <p:spPr>
              <a:xfrm>
                <a:off x="3735209" y="6830567"/>
                <a:ext cx="83185" cy="29209"/>
              </a:xfrm>
              <a:custGeom>
                <a:avLst/>
                <a:gdLst/>
                <a:ahLst/>
                <a:cxnLst/>
                <a:rect l="l" t="t" r="r" b="b"/>
                <a:pathLst>
                  <a:path w="83185" h="29209">
                    <a:moveTo>
                      <a:pt x="0" y="17525"/>
                    </a:moveTo>
                    <a:lnTo>
                      <a:pt x="83058" y="0"/>
                    </a:lnTo>
                    <a:lnTo>
                      <a:pt x="83058" y="10667"/>
                    </a:lnTo>
                    <a:lnTo>
                      <a:pt x="0" y="28955"/>
                    </a:lnTo>
                    <a:lnTo>
                      <a:pt x="0" y="17525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0" name="object 110">
                <a:extLst>
                  <a:ext uri="{FF2B5EF4-FFF2-40B4-BE49-F238E27FC236}">
                    <a16:creationId xmlns:a16="http://schemas.microsoft.com/office/drawing/2014/main" id="{D00DFEFA-B3C5-28DE-F5FB-12FDC4C5DF13}"/>
                  </a:ext>
                </a:extLst>
              </p:cNvPr>
              <p:cNvSpPr/>
              <p:nvPr/>
            </p:nvSpPr>
            <p:spPr>
              <a:xfrm>
                <a:off x="3378593" y="6754367"/>
                <a:ext cx="2413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4129" h="19050">
                    <a:moveTo>
                      <a:pt x="23622" y="19050"/>
                    </a:moveTo>
                    <a:lnTo>
                      <a:pt x="23622" y="0"/>
                    </a:lnTo>
                    <a:lnTo>
                      <a:pt x="0" y="0"/>
                    </a:lnTo>
                    <a:lnTo>
                      <a:pt x="0" y="19050"/>
                    </a:lnTo>
                    <a:lnTo>
                      <a:pt x="23622" y="190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1" name="object 111">
                <a:extLst>
                  <a:ext uri="{FF2B5EF4-FFF2-40B4-BE49-F238E27FC236}">
                    <a16:creationId xmlns:a16="http://schemas.microsoft.com/office/drawing/2014/main" id="{D803E9AB-ED5B-8D22-B56A-7801CD46F450}"/>
                  </a:ext>
                </a:extLst>
              </p:cNvPr>
              <p:cNvSpPr/>
              <p:nvPr/>
            </p:nvSpPr>
            <p:spPr>
              <a:xfrm>
                <a:off x="3378593" y="6754367"/>
                <a:ext cx="2413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4129" h="19050">
                    <a:moveTo>
                      <a:pt x="0" y="0"/>
                    </a:moveTo>
                    <a:lnTo>
                      <a:pt x="0" y="19050"/>
                    </a:lnTo>
                    <a:lnTo>
                      <a:pt x="23622" y="19050"/>
                    </a:lnTo>
                    <a:lnTo>
                      <a:pt x="23622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2" name="object 112">
                <a:extLst>
                  <a:ext uri="{FF2B5EF4-FFF2-40B4-BE49-F238E27FC236}">
                    <a16:creationId xmlns:a16="http://schemas.microsoft.com/office/drawing/2014/main" id="{5941ACE6-619E-DA47-4EA3-A679183FC6DD}"/>
                  </a:ext>
                </a:extLst>
              </p:cNvPr>
              <p:cNvSpPr/>
              <p:nvPr/>
            </p:nvSpPr>
            <p:spPr>
              <a:xfrm>
                <a:off x="3377069" y="6754367"/>
                <a:ext cx="254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9050">
                    <a:moveTo>
                      <a:pt x="25146" y="0"/>
                    </a:moveTo>
                    <a:lnTo>
                      <a:pt x="0" y="0"/>
                    </a:lnTo>
                    <a:lnTo>
                      <a:pt x="0" y="19049"/>
                    </a:lnTo>
                    <a:lnTo>
                      <a:pt x="3048" y="19049"/>
                    </a:lnTo>
                    <a:lnTo>
                      <a:pt x="3048" y="3809"/>
                    </a:lnTo>
                    <a:lnTo>
                      <a:pt x="24384" y="3809"/>
                    </a:lnTo>
                    <a:lnTo>
                      <a:pt x="2514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13" name="object 113">
                <a:extLst>
                  <a:ext uri="{FF2B5EF4-FFF2-40B4-BE49-F238E27FC236}">
                    <a16:creationId xmlns:a16="http://schemas.microsoft.com/office/drawing/2014/main" id="{9C2DD752-94BF-C841-C572-E5509F1CB310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093697" y="6719157"/>
                <a:ext cx="236537" cy="100901"/>
              </a:xfrm>
              <a:prstGeom prst="rect">
                <a:avLst/>
              </a:prstGeom>
            </p:spPr>
          </p:pic>
          <p:sp>
            <p:nvSpPr>
              <p:cNvPr id="114" name="object 114">
                <a:extLst>
                  <a:ext uri="{FF2B5EF4-FFF2-40B4-BE49-F238E27FC236}">
                    <a16:creationId xmlns:a16="http://schemas.microsoft.com/office/drawing/2014/main" id="{B27654D8-BFFF-7068-6F62-14CA102F8FFD}"/>
                  </a:ext>
                </a:extLst>
              </p:cNvPr>
              <p:cNvSpPr/>
              <p:nvPr/>
            </p:nvSpPr>
            <p:spPr>
              <a:xfrm>
                <a:off x="4470539" y="6827519"/>
                <a:ext cx="83058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830579" h="132079">
                    <a:moveTo>
                      <a:pt x="830580" y="125729"/>
                    </a:moveTo>
                    <a:lnTo>
                      <a:pt x="829818" y="119633"/>
                    </a:lnTo>
                    <a:lnTo>
                      <a:pt x="729996" y="0"/>
                    </a:lnTo>
                    <a:lnTo>
                      <a:pt x="102870" y="0"/>
                    </a:lnTo>
                    <a:lnTo>
                      <a:pt x="1524" y="117348"/>
                    </a:lnTo>
                    <a:lnTo>
                      <a:pt x="0" y="124205"/>
                    </a:lnTo>
                    <a:lnTo>
                      <a:pt x="3048" y="129539"/>
                    </a:lnTo>
                    <a:lnTo>
                      <a:pt x="12192" y="131826"/>
                    </a:lnTo>
                    <a:lnTo>
                      <a:pt x="820674" y="131825"/>
                    </a:lnTo>
                    <a:lnTo>
                      <a:pt x="826770" y="130301"/>
                    </a:lnTo>
                    <a:lnTo>
                      <a:pt x="830580" y="12572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5" name="object 115">
                <a:extLst>
                  <a:ext uri="{FF2B5EF4-FFF2-40B4-BE49-F238E27FC236}">
                    <a16:creationId xmlns:a16="http://schemas.microsoft.com/office/drawing/2014/main" id="{449AA784-67B8-1B8F-A8BE-8094106F1BDB}"/>
                  </a:ext>
                </a:extLst>
              </p:cNvPr>
              <p:cNvSpPr/>
              <p:nvPr/>
            </p:nvSpPr>
            <p:spPr>
              <a:xfrm>
                <a:off x="4470539" y="6827519"/>
                <a:ext cx="83058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830579" h="132079">
                    <a:moveTo>
                      <a:pt x="102870" y="0"/>
                    </a:moveTo>
                    <a:lnTo>
                      <a:pt x="729996" y="0"/>
                    </a:lnTo>
                    <a:lnTo>
                      <a:pt x="829818" y="119633"/>
                    </a:lnTo>
                    <a:lnTo>
                      <a:pt x="830580" y="125729"/>
                    </a:lnTo>
                    <a:lnTo>
                      <a:pt x="826770" y="130301"/>
                    </a:lnTo>
                    <a:lnTo>
                      <a:pt x="820674" y="131825"/>
                    </a:lnTo>
                    <a:lnTo>
                      <a:pt x="12192" y="131826"/>
                    </a:lnTo>
                    <a:lnTo>
                      <a:pt x="3048" y="129539"/>
                    </a:lnTo>
                    <a:lnTo>
                      <a:pt x="0" y="124205"/>
                    </a:lnTo>
                    <a:lnTo>
                      <a:pt x="1524" y="117348"/>
                    </a:lnTo>
                    <a:lnTo>
                      <a:pt x="10287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6" name="object 116">
                <a:extLst>
                  <a:ext uri="{FF2B5EF4-FFF2-40B4-BE49-F238E27FC236}">
                    <a16:creationId xmlns:a16="http://schemas.microsoft.com/office/drawing/2014/main" id="{C53D2088-06F2-462E-6334-DAAD6F63FA1C}"/>
                  </a:ext>
                </a:extLst>
              </p:cNvPr>
              <p:cNvSpPr/>
              <p:nvPr/>
            </p:nvSpPr>
            <p:spPr>
              <a:xfrm>
                <a:off x="4517783" y="6857999"/>
                <a:ext cx="55118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551179" h="82550">
                    <a:moveTo>
                      <a:pt x="550926" y="82295"/>
                    </a:moveTo>
                    <a:lnTo>
                      <a:pt x="525780" y="0"/>
                    </a:lnTo>
                    <a:lnTo>
                      <a:pt x="74675" y="0"/>
                    </a:lnTo>
                    <a:lnTo>
                      <a:pt x="0" y="82296"/>
                    </a:lnTo>
                    <a:lnTo>
                      <a:pt x="550926" y="8229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7" name="object 117">
                <a:extLst>
                  <a:ext uri="{FF2B5EF4-FFF2-40B4-BE49-F238E27FC236}">
                    <a16:creationId xmlns:a16="http://schemas.microsoft.com/office/drawing/2014/main" id="{8E7F611E-50E7-541D-88BD-3BAB28054389}"/>
                  </a:ext>
                </a:extLst>
              </p:cNvPr>
              <p:cNvSpPr/>
              <p:nvPr/>
            </p:nvSpPr>
            <p:spPr>
              <a:xfrm>
                <a:off x="4517783" y="6857999"/>
                <a:ext cx="55118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551179" h="82550">
                    <a:moveTo>
                      <a:pt x="74675" y="0"/>
                    </a:moveTo>
                    <a:lnTo>
                      <a:pt x="525780" y="0"/>
                    </a:lnTo>
                    <a:lnTo>
                      <a:pt x="550926" y="82295"/>
                    </a:lnTo>
                    <a:lnTo>
                      <a:pt x="0" y="82296"/>
                    </a:lnTo>
                    <a:lnTo>
                      <a:pt x="74675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18" name="object 118">
                <a:extLst>
                  <a:ext uri="{FF2B5EF4-FFF2-40B4-BE49-F238E27FC236}">
                    <a16:creationId xmlns:a16="http://schemas.microsoft.com/office/drawing/2014/main" id="{C184A22C-DEF7-98B9-AD7B-06A6ADA8DA65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083124" y="6856412"/>
                <a:ext cx="171576" cy="85471"/>
              </a:xfrm>
              <a:prstGeom prst="rect">
                <a:avLst/>
              </a:prstGeom>
            </p:spPr>
          </p:pic>
          <p:sp>
            <p:nvSpPr>
              <p:cNvPr id="119" name="object 119">
                <a:extLst>
                  <a:ext uri="{FF2B5EF4-FFF2-40B4-BE49-F238E27FC236}">
                    <a16:creationId xmlns:a16="http://schemas.microsoft.com/office/drawing/2014/main" id="{F58FD452-3D1F-CFE6-DF7A-EE64F9B31227}"/>
                  </a:ext>
                </a:extLst>
              </p:cNvPr>
              <p:cNvSpPr/>
              <p:nvPr/>
            </p:nvSpPr>
            <p:spPr>
              <a:xfrm>
                <a:off x="4661039" y="6506717"/>
                <a:ext cx="449580" cy="318135"/>
              </a:xfrm>
              <a:custGeom>
                <a:avLst/>
                <a:gdLst/>
                <a:ahLst/>
                <a:cxnLst/>
                <a:rect l="l" t="t" r="r" b="b"/>
                <a:pathLst>
                  <a:path w="449579" h="318134">
                    <a:moveTo>
                      <a:pt x="449579" y="317753"/>
                    </a:moveTo>
                    <a:lnTo>
                      <a:pt x="449579" y="0"/>
                    </a:lnTo>
                    <a:lnTo>
                      <a:pt x="0" y="0"/>
                    </a:lnTo>
                    <a:lnTo>
                      <a:pt x="0" y="317753"/>
                    </a:lnTo>
                    <a:lnTo>
                      <a:pt x="449579" y="31775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0" name="object 120">
                <a:extLst>
                  <a:ext uri="{FF2B5EF4-FFF2-40B4-BE49-F238E27FC236}">
                    <a16:creationId xmlns:a16="http://schemas.microsoft.com/office/drawing/2014/main" id="{61C1941C-EBBB-F83C-04E9-117B9A162606}"/>
                  </a:ext>
                </a:extLst>
              </p:cNvPr>
              <p:cNvSpPr/>
              <p:nvPr/>
            </p:nvSpPr>
            <p:spPr>
              <a:xfrm>
                <a:off x="4661039" y="6506717"/>
                <a:ext cx="449580" cy="318135"/>
              </a:xfrm>
              <a:custGeom>
                <a:avLst/>
                <a:gdLst/>
                <a:ahLst/>
                <a:cxnLst/>
                <a:rect l="l" t="t" r="r" b="b"/>
                <a:pathLst>
                  <a:path w="449579" h="318134">
                    <a:moveTo>
                      <a:pt x="0" y="0"/>
                    </a:moveTo>
                    <a:lnTo>
                      <a:pt x="0" y="317753"/>
                    </a:lnTo>
                    <a:lnTo>
                      <a:pt x="449579" y="317753"/>
                    </a:lnTo>
                    <a:lnTo>
                      <a:pt x="449579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1" name="object 121">
                <a:extLst>
                  <a:ext uri="{FF2B5EF4-FFF2-40B4-BE49-F238E27FC236}">
                    <a16:creationId xmlns:a16="http://schemas.microsoft.com/office/drawing/2014/main" id="{FBE6F836-D33E-51F0-C929-0A4C4E6D195A}"/>
                  </a:ext>
                </a:extLst>
              </p:cNvPr>
              <p:cNvSpPr/>
              <p:nvPr/>
            </p:nvSpPr>
            <p:spPr>
              <a:xfrm>
                <a:off x="4721237" y="6553199"/>
                <a:ext cx="328930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328929" h="214629">
                    <a:moveTo>
                      <a:pt x="328422" y="214122"/>
                    </a:moveTo>
                    <a:lnTo>
                      <a:pt x="328422" y="0"/>
                    </a:lnTo>
                    <a:lnTo>
                      <a:pt x="0" y="0"/>
                    </a:lnTo>
                    <a:lnTo>
                      <a:pt x="0" y="214122"/>
                    </a:lnTo>
                    <a:lnTo>
                      <a:pt x="328422" y="214122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2" name="object 122">
                <a:extLst>
                  <a:ext uri="{FF2B5EF4-FFF2-40B4-BE49-F238E27FC236}">
                    <a16:creationId xmlns:a16="http://schemas.microsoft.com/office/drawing/2014/main" id="{2AE47008-69B3-0B89-268A-C397EE2C0907}"/>
                  </a:ext>
                </a:extLst>
              </p:cNvPr>
              <p:cNvSpPr/>
              <p:nvPr/>
            </p:nvSpPr>
            <p:spPr>
              <a:xfrm>
                <a:off x="4721237" y="6553199"/>
                <a:ext cx="328930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328929" h="214629">
                    <a:moveTo>
                      <a:pt x="0" y="0"/>
                    </a:moveTo>
                    <a:lnTo>
                      <a:pt x="0" y="214122"/>
                    </a:lnTo>
                    <a:lnTo>
                      <a:pt x="328422" y="214122"/>
                    </a:lnTo>
                    <a:lnTo>
                      <a:pt x="328422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3" name="object 123">
                <a:extLst>
                  <a:ext uri="{FF2B5EF4-FFF2-40B4-BE49-F238E27FC236}">
                    <a16:creationId xmlns:a16="http://schemas.microsoft.com/office/drawing/2014/main" id="{3F5A617F-810F-E34E-7426-851740347000}"/>
                  </a:ext>
                </a:extLst>
              </p:cNvPr>
              <p:cNvSpPr/>
              <p:nvPr/>
            </p:nvSpPr>
            <p:spPr>
              <a:xfrm>
                <a:off x="5008511" y="6789419"/>
                <a:ext cx="412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19050">
                    <a:moveTo>
                      <a:pt x="41148" y="19050"/>
                    </a:moveTo>
                    <a:lnTo>
                      <a:pt x="41148" y="0"/>
                    </a:lnTo>
                    <a:lnTo>
                      <a:pt x="0" y="0"/>
                    </a:lnTo>
                    <a:lnTo>
                      <a:pt x="0" y="19050"/>
                    </a:lnTo>
                    <a:lnTo>
                      <a:pt x="41148" y="190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4" name="object 124">
                <a:extLst>
                  <a:ext uri="{FF2B5EF4-FFF2-40B4-BE49-F238E27FC236}">
                    <a16:creationId xmlns:a16="http://schemas.microsoft.com/office/drawing/2014/main" id="{F04FC55E-99F0-DCF7-D7C8-C9A3955EB9D5}"/>
                  </a:ext>
                </a:extLst>
              </p:cNvPr>
              <p:cNvSpPr/>
              <p:nvPr/>
            </p:nvSpPr>
            <p:spPr>
              <a:xfrm>
                <a:off x="5307215" y="6300215"/>
                <a:ext cx="231775" cy="628650"/>
              </a:xfrm>
              <a:custGeom>
                <a:avLst/>
                <a:gdLst/>
                <a:ahLst/>
                <a:cxnLst/>
                <a:rect l="l" t="t" r="r" b="b"/>
                <a:pathLst>
                  <a:path w="231775" h="628650">
                    <a:moveTo>
                      <a:pt x="231648" y="628649"/>
                    </a:moveTo>
                    <a:lnTo>
                      <a:pt x="231648" y="0"/>
                    </a:lnTo>
                    <a:lnTo>
                      <a:pt x="0" y="0"/>
                    </a:lnTo>
                    <a:lnTo>
                      <a:pt x="0" y="628649"/>
                    </a:lnTo>
                    <a:lnTo>
                      <a:pt x="231648" y="62864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5" name="object 125">
                <a:extLst>
                  <a:ext uri="{FF2B5EF4-FFF2-40B4-BE49-F238E27FC236}">
                    <a16:creationId xmlns:a16="http://schemas.microsoft.com/office/drawing/2014/main" id="{F5BFE72D-DF14-0E14-DF33-0C8FFAE9B03F}"/>
                  </a:ext>
                </a:extLst>
              </p:cNvPr>
              <p:cNvSpPr/>
              <p:nvPr/>
            </p:nvSpPr>
            <p:spPr>
              <a:xfrm>
                <a:off x="5307215" y="6300215"/>
                <a:ext cx="231775" cy="628650"/>
              </a:xfrm>
              <a:custGeom>
                <a:avLst/>
                <a:gdLst/>
                <a:ahLst/>
                <a:cxnLst/>
                <a:rect l="l" t="t" r="r" b="b"/>
                <a:pathLst>
                  <a:path w="231775" h="628650">
                    <a:moveTo>
                      <a:pt x="0" y="0"/>
                    </a:moveTo>
                    <a:lnTo>
                      <a:pt x="0" y="628649"/>
                    </a:lnTo>
                    <a:lnTo>
                      <a:pt x="231648" y="628649"/>
                    </a:lnTo>
                    <a:lnTo>
                      <a:pt x="231648" y="0"/>
                    </a:lnTo>
                    <a:lnTo>
                      <a:pt x="0" y="0"/>
                    </a:lnTo>
                    <a:close/>
                  </a:path>
                  <a:path w="231775" h="628650">
                    <a:moveTo>
                      <a:pt x="60197" y="57150"/>
                    </a:moveTo>
                    <a:lnTo>
                      <a:pt x="60197" y="233934"/>
                    </a:lnTo>
                    <a:lnTo>
                      <a:pt x="199643" y="233934"/>
                    </a:lnTo>
                    <a:lnTo>
                      <a:pt x="199643" y="57150"/>
                    </a:lnTo>
                    <a:lnTo>
                      <a:pt x="60197" y="5715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6" name="object 126">
                <a:extLst>
                  <a:ext uri="{FF2B5EF4-FFF2-40B4-BE49-F238E27FC236}">
                    <a16:creationId xmlns:a16="http://schemas.microsoft.com/office/drawing/2014/main" id="{8EF90EC4-98CF-C075-B145-8E93A4BA2E69}"/>
                  </a:ext>
                </a:extLst>
              </p:cNvPr>
              <p:cNvSpPr/>
              <p:nvPr/>
            </p:nvSpPr>
            <p:spPr>
              <a:xfrm>
                <a:off x="5503811" y="6534149"/>
                <a:ext cx="6985" cy="394970"/>
              </a:xfrm>
              <a:custGeom>
                <a:avLst/>
                <a:gdLst/>
                <a:ahLst/>
                <a:cxnLst/>
                <a:rect l="l" t="t" r="r" b="b"/>
                <a:pathLst>
                  <a:path w="6985" h="394970">
                    <a:moveTo>
                      <a:pt x="6858" y="394716"/>
                    </a:moveTo>
                    <a:lnTo>
                      <a:pt x="6858" y="0"/>
                    </a:lnTo>
                    <a:lnTo>
                      <a:pt x="0" y="0"/>
                    </a:lnTo>
                    <a:lnTo>
                      <a:pt x="0" y="394716"/>
                    </a:lnTo>
                    <a:lnTo>
                      <a:pt x="6858" y="3947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7" name="object 127">
                <a:extLst>
                  <a:ext uri="{FF2B5EF4-FFF2-40B4-BE49-F238E27FC236}">
                    <a16:creationId xmlns:a16="http://schemas.microsoft.com/office/drawing/2014/main" id="{596D23D1-D27A-AF66-2810-D5DE14E2FB8B}"/>
                  </a:ext>
                </a:extLst>
              </p:cNvPr>
              <p:cNvSpPr/>
              <p:nvPr/>
            </p:nvSpPr>
            <p:spPr>
              <a:xfrm>
                <a:off x="5383415" y="6405371"/>
                <a:ext cx="41275" cy="83820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83820">
                    <a:moveTo>
                      <a:pt x="41148" y="83820"/>
                    </a:moveTo>
                    <a:lnTo>
                      <a:pt x="41148" y="0"/>
                    </a:lnTo>
                    <a:lnTo>
                      <a:pt x="0" y="0"/>
                    </a:lnTo>
                    <a:lnTo>
                      <a:pt x="0" y="83820"/>
                    </a:lnTo>
                    <a:lnTo>
                      <a:pt x="41148" y="83820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8" name="object 128">
                <a:extLst>
                  <a:ext uri="{FF2B5EF4-FFF2-40B4-BE49-F238E27FC236}">
                    <a16:creationId xmlns:a16="http://schemas.microsoft.com/office/drawing/2014/main" id="{272204B2-F053-21BC-84E3-3A84F7A91908}"/>
                  </a:ext>
                </a:extLst>
              </p:cNvPr>
              <p:cNvSpPr/>
              <p:nvPr/>
            </p:nvSpPr>
            <p:spPr>
              <a:xfrm>
                <a:off x="5399417" y="6357365"/>
                <a:ext cx="9525" cy="18034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0340">
                    <a:moveTo>
                      <a:pt x="9144" y="179832"/>
                    </a:moveTo>
                    <a:lnTo>
                      <a:pt x="9144" y="0"/>
                    </a:lnTo>
                    <a:lnTo>
                      <a:pt x="0" y="0"/>
                    </a:lnTo>
                    <a:lnTo>
                      <a:pt x="0" y="179832"/>
                    </a:lnTo>
                    <a:lnTo>
                      <a:pt x="9144" y="17983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9" name="object 129">
                <a:extLst>
                  <a:ext uri="{FF2B5EF4-FFF2-40B4-BE49-F238E27FC236}">
                    <a16:creationId xmlns:a16="http://schemas.microsoft.com/office/drawing/2014/main" id="{6ADFE6D1-BEB1-633C-4DA5-68AE3FA6EA7D}"/>
                  </a:ext>
                </a:extLst>
              </p:cNvPr>
              <p:cNvSpPr/>
              <p:nvPr/>
            </p:nvSpPr>
            <p:spPr>
              <a:xfrm>
                <a:off x="5478665" y="6390906"/>
                <a:ext cx="25400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13029">
                    <a:moveTo>
                      <a:pt x="25146" y="71628"/>
                    </a:moveTo>
                    <a:lnTo>
                      <a:pt x="0" y="71628"/>
                    </a:lnTo>
                    <a:lnTo>
                      <a:pt x="0" y="112776"/>
                    </a:lnTo>
                    <a:lnTo>
                      <a:pt x="25146" y="112776"/>
                    </a:lnTo>
                    <a:lnTo>
                      <a:pt x="25146" y="71628"/>
                    </a:lnTo>
                    <a:close/>
                  </a:path>
                  <a:path w="25400" h="113029">
                    <a:moveTo>
                      <a:pt x="25146" y="0"/>
                    </a:moveTo>
                    <a:lnTo>
                      <a:pt x="0" y="0"/>
                    </a:lnTo>
                    <a:lnTo>
                      <a:pt x="0" y="41148"/>
                    </a:lnTo>
                    <a:lnTo>
                      <a:pt x="25146" y="41148"/>
                    </a:lnTo>
                    <a:lnTo>
                      <a:pt x="25146" y="0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0" name="object 130">
                <a:extLst>
                  <a:ext uri="{FF2B5EF4-FFF2-40B4-BE49-F238E27FC236}">
                    <a16:creationId xmlns:a16="http://schemas.microsoft.com/office/drawing/2014/main" id="{B041B3C4-A15A-DCC5-22FA-92AFD4262688}"/>
                  </a:ext>
                </a:extLst>
              </p:cNvPr>
              <p:cNvSpPr/>
              <p:nvPr/>
            </p:nvSpPr>
            <p:spPr>
              <a:xfrm>
                <a:off x="9102725" y="6934199"/>
                <a:ext cx="1778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39700">
                    <a:moveTo>
                      <a:pt x="17525" y="139446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39446"/>
                    </a:lnTo>
                    <a:lnTo>
                      <a:pt x="17525" y="139446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1" name="object 131">
                <a:extLst>
                  <a:ext uri="{FF2B5EF4-FFF2-40B4-BE49-F238E27FC236}">
                    <a16:creationId xmlns:a16="http://schemas.microsoft.com/office/drawing/2014/main" id="{23A9F3B8-917C-5F96-F5E7-C426408A14D9}"/>
                  </a:ext>
                </a:extLst>
              </p:cNvPr>
              <p:cNvSpPr/>
              <p:nvPr/>
            </p:nvSpPr>
            <p:spPr>
              <a:xfrm>
                <a:off x="9097962" y="6929437"/>
                <a:ext cx="27305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146050">
                    <a:moveTo>
                      <a:pt x="0" y="145732"/>
                    </a:moveTo>
                    <a:lnTo>
                      <a:pt x="27051" y="145732"/>
                    </a:lnTo>
                    <a:lnTo>
                      <a:pt x="27051" y="0"/>
                    </a:lnTo>
                    <a:lnTo>
                      <a:pt x="0" y="0"/>
                    </a:lnTo>
                    <a:lnTo>
                      <a:pt x="0" y="145732"/>
                    </a:lnTo>
                    <a:close/>
                  </a:path>
                </a:pathLst>
              </a:custGeom>
              <a:solidFill>
                <a:srgbClr val="CC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2" name="object 132">
                <a:extLst>
                  <a:ext uri="{FF2B5EF4-FFF2-40B4-BE49-F238E27FC236}">
                    <a16:creationId xmlns:a16="http://schemas.microsoft.com/office/drawing/2014/main" id="{B29E63AC-2624-634C-CFC1-066B5BF2435C}"/>
                  </a:ext>
                </a:extLst>
              </p:cNvPr>
              <p:cNvSpPr/>
              <p:nvPr/>
            </p:nvSpPr>
            <p:spPr>
              <a:xfrm>
                <a:off x="8645525" y="6931151"/>
                <a:ext cx="1778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39700">
                    <a:moveTo>
                      <a:pt x="17525" y="139446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39446"/>
                    </a:lnTo>
                    <a:lnTo>
                      <a:pt x="17525" y="139446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3" name="object 133">
                <a:extLst>
                  <a:ext uri="{FF2B5EF4-FFF2-40B4-BE49-F238E27FC236}">
                    <a16:creationId xmlns:a16="http://schemas.microsoft.com/office/drawing/2014/main" id="{0D3CA774-C025-B386-49A1-CD6AAD2A249C}"/>
                  </a:ext>
                </a:extLst>
              </p:cNvPr>
              <p:cNvSpPr/>
              <p:nvPr/>
            </p:nvSpPr>
            <p:spPr>
              <a:xfrm>
                <a:off x="8645525" y="6930389"/>
                <a:ext cx="17780" cy="140335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334">
                    <a:moveTo>
                      <a:pt x="0" y="0"/>
                    </a:moveTo>
                    <a:lnTo>
                      <a:pt x="0" y="140207"/>
                    </a:lnTo>
                    <a:lnTo>
                      <a:pt x="17525" y="140207"/>
                    </a:lnTo>
                    <a:lnTo>
                      <a:pt x="175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4" name="object 134">
                <a:extLst>
                  <a:ext uri="{FF2B5EF4-FFF2-40B4-BE49-F238E27FC236}">
                    <a16:creationId xmlns:a16="http://schemas.microsoft.com/office/drawing/2014/main" id="{A2452486-7F8F-6BCD-7B55-52C1328EB130}"/>
                  </a:ext>
                </a:extLst>
              </p:cNvPr>
              <p:cNvSpPr/>
              <p:nvPr/>
            </p:nvSpPr>
            <p:spPr>
              <a:xfrm>
                <a:off x="8188325" y="6931151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970">
                    <a:moveTo>
                      <a:pt x="17525" y="140970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40970"/>
                    </a:lnTo>
                    <a:lnTo>
                      <a:pt x="17525" y="140970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5" name="object 135">
                <a:extLst>
                  <a:ext uri="{FF2B5EF4-FFF2-40B4-BE49-F238E27FC236}">
                    <a16:creationId xmlns:a16="http://schemas.microsoft.com/office/drawing/2014/main" id="{8C54FD59-12AC-BCA3-F43D-369C8BE6A0EA}"/>
                  </a:ext>
                </a:extLst>
              </p:cNvPr>
              <p:cNvSpPr/>
              <p:nvPr/>
            </p:nvSpPr>
            <p:spPr>
              <a:xfrm>
                <a:off x="8183562" y="6925627"/>
                <a:ext cx="27305" cy="149860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149859">
                    <a:moveTo>
                      <a:pt x="0" y="149542"/>
                    </a:moveTo>
                    <a:lnTo>
                      <a:pt x="27051" y="149542"/>
                    </a:lnTo>
                    <a:lnTo>
                      <a:pt x="27051" y="0"/>
                    </a:lnTo>
                    <a:lnTo>
                      <a:pt x="0" y="0"/>
                    </a:lnTo>
                    <a:lnTo>
                      <a:pt x="0" y="149542"/>
                    </a:lnTo>
                    <a:close/>
                  </a:path>
                </a:pathLst>
              </a:custGeom>
              <a:solidFill>
                <a:srgbClr val="CC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6" name="object 136">
                <a:extLst>
                  <a:ext uri="{FF2B5EF4-FFF2-40B4-BE49-F238E27FC236}">
                    <a16:creationId xmlns:a16="http://schemas.microsoft.com/office/drawing/2014/main" id="{B6C48169-24B8-CD4A-8E38-B67EB3CCF5D5}"/>
                  </a:ext>
                </a:extLst>
              </p:cNvPr>
              <p:cNvSpPr/>
              <p:nvPr/>
            </p:nvSpPr>
            <p:spPr>
              <a:xfrm>
                <a:off x="2700413" y="7075169"/>
                <a:ext cx="6553200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6553200" h="74929">
                    <a:moveTo>
                      <a:pt x="6553200" y="74675"/>
                    </a:moveTo>
                    <a:lnTo>
                      <a:pt x="6553200" y="0"/>
                    </a:lnTo>
                    <a:lnTo>
                      <a:pt x="0" y="0"/>
                    </a:lnTo>
                    <a:lnTo>
                      <a:pt x="0" y="74675"/>
                    </a:lnTo>
                    <a:lnTo>
                      <a:pt x="6553200" y="74675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7" name="object 137">
                <a:extLst>
                  <a:ext uri="{FF2B5EF4-FFF2-40B4-BE49-F238E27FC236}">
                    <a16:creationId xmlns:a16="http://schemas.microsoft.com/office/drawing/2014/main" id="{8EF91B98-3CA8-E4A3-52AE-F3E56C8FAE1A}"/>
                  </a:ext>
                </a:extLst>
              </p:cNvPr>
              <p:cNvSpPr/>
              <p:nvPr/>
            </p:nvSpPr>
            <p:spPr>
              <a:xfrm>
                <a:off x="2700413" y="7075169"/>
                <a:ext cx="6553200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6553200" h="74929">
                    <a:moveTo>
                      <a:pt x="0" y="74675"/>
                    </a:moveTo>
                    <a:lnTo>
                      <a:pt x="0" y="0"/>
                    </a:lnTo>
                    <a:lnTo>
                      <a:pt x="6553200" y="0"/>
                    </a:lnTo>
                    <a:lnTo>
                      <a:pt x="6553200" y="74675"/>
                    </a:lnTo>
                    <a:lnTo>
                      <a:pt x="0" y="74675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8" name="object 138">
                <a:extLst>
                  <a:ext uri="{FF2B5EF4-FFF2-40B4-BE49-F238E27FC236}">
                    <a16:creationId xmlns:a16="http://schemas.microsoft.com/office/drawing/2014/main" id="{BA4632AE-19AC-EFEE-1642-1488C015C6C7}"/>
                  </a:ext>
                </a:extLst>
              </p:cNvPr>
              <p:cNvSpPr/>
              <p:nvPr/>
            </p:nvSpPr>
            <p:spPr>
              <a:xfrm>
                <a:off x="7975727" y="6825995"/>
                <a:ext cx="381000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86359">
                    <a:moveTo>
                      <a:pt x="381000" y="86105"/>
                    </a:moveTo>
                    <a:lnTo>
                      <a:pt x="381000" y="0"/>
                    </a:lnTo>
                    <a:lnTo>
                      <a:pt x="0" y="0"/>
                    </a:lnTo>
                    <a:lnTo>
                      <a:pt x="0" y="86105"/>
                    </a:lnTo>
                    <a:lnTo>
                      <a:pt x="381000" y="8610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9" name="object 139">
                <a:extLst>
                  <a:ext uri="{FF2B5EF4-FFF2-40B4-BE49-F238E27FC236}">
                    <a16:creationId xmlns:a16="http://schemas.microsoft.com/office/drawing/2014/main" id="{13AAAA33-3A55-952B-9AD0-3C799F2352C9}"/>
                  </a:ext>
                </a:extLst>
              </p:cNvPr>
              <p:cNvSpPr/>
              <p:nvPr/>
            </p:nvSpPr>
            <p:spPr>
              <a:xfrm>
                <a:off x="7975727" y="6825995"/>
                <a:ext cx="3810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85725">
                    <a:moveTo>
                      <a:pt x="0" y="0"/>
                    </a:moveTo>
                    <a:lnTo>
                      <a:pt x="0" y="85344"/>
                    </a:lnTo>
                    <a:lnTo>
                      <a:pt x="381000" y="85344"/>
                    </a:lnTo>
                    <a:lnTo>
                      <a:pt x="38100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0" name="object 140">
                <a:extLst>
                  <a:ext uri="{FF2B5EF4-FFF2-40B4-BE49-F238E27FC236}">
                    <a16:creationId xmlns:a16="http://schemas.microsoft.com/office/drawing/2014/main" id="{E3483D64-700A-8AEC-7732-413B9148B577}"/>
                  </a:ext>
                </a:extLst>
              </p:cNvPr>
              <p:cNvSpPr/>
              <p:nvPr/>
            </p:nvSpPr>
            <p:spPr>
              <a:xfrm>
                <a:off x="8186801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133350" y="39624"/>
                    </a:moveTo>
                    <a:lnTo>
                      <a:pt x="133350" y="0"/>
                    </a:lnTo>
                    <a:lnTo>
                      <a:pt x="0" y="0"/>
                    </a:lnTo>
                    <a:lnTo>
                      <a:pt x="0" y="39624"/>
                    </a:lnTo>
                    <a:lnTo>
                      <a:pt x="133350" y="39624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1" name="object 141">
                <a:extLst>
                  <a:ext uri="{FF2B5EF4-FFF2-40B4-BE49-F238E27FC236}">
                    <a16:creationId xmlns:a16="http://schemas.microsoft.com/office/drawing/2014/main" id="{31883D5C-E01F-51B9-6BF9-F4C0D52BFFC2}"/>
                  </a:ext>
                </a:extLst>
              </p:cNvPr>
              <p:cNvSpPr/>
              <p:nvPr/>
            </p:nvSpPr>
            <p:spPr>
              <a:xfrm>
                <a:off x="8186801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0" y="0"/>
                    </a:moveTo>
                    <a:lnTo>
                      <a:pt x="0" y="39624"/>
                    </a:lnTo>
                    <a:lnTo>
                      <a:pt x="133350" y="39624"/>
                    </a:lnTo>
                    <a:lnTo>
                      <a:pt x="1333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2" name="object 142">
                <a:extLst>
                  <a:ext uri="{FF2B5EF4-FFF2-40B4-BE49-F238E27FC236}">
                    <a16:creationId xmlns:a16="http://schemas.microsoft.com/office/drawing/2014/main" id="{DA8364AD-88F0-808F-F77F-B52759BE1E13}"/>
                  </a:ext>
                </a:extLst>
              </p:cNvPr>
              <p:cNvSpPr/>
              <p:nvPr/>
            </p:nvSpPr>
            <p:spPr>
              <a:xfrm>
                <a:off x="7958213" y="6873239"/>
                <a:ext cx="416559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6559" h="55879">
                    <a:moveTo>
                      <a:pt x="416052" y="53339"/>
                    </a:moveTo>
                    <a:lnTo>
                      <a:pt x="415290" y="50291"/>
                    </a:lnTo>
                    <a:lnTo>
                      <a:pt x="365760" y="0"/>
                    </a:lnTo>
                    <a:lnTo>
                      <a:pt x="51816" y="0"/>
                    </a:lnTo>
                    <a:lnTo>
                      <a:pt x="762" y="49530"/>
                    </a:lnTo>
                    <a:lnTo>
                      <a:pt x="0" y="52577"/>
                    </a:lnTo>
                    <a:lnTo>
                      <a:pt x="2286" y="54864"/>
                    </a:lnTo>
                    <a:lnTo>
                      <a:pt x="6096" y="55626"/>
                    </a:lnTo>
                    <a:lnTo>
                      <a:pt x="410718" y="55625"/>
                    </a:lnTo>
                    <a:lnTo>
                      <a:pt x="413766" y="54863"/>
                    </a:lnTo>
                    <a:lnTo>
                      <a:pt x="416052" y="5333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3" name="object 143">
                <a:extLst>
                  <a:ext uri="{FF2B5EF4-FFF2-40B4-BE49-F238E27FC236}">
                    <a16:creationId xmlns:a16="http://schemas.microsoft.com/office/drawing/2014/main" id="{69165525-831D-842C-8CCA-409B8C1B182A}"/>
                  </a:ext>
                </a:extLst>
              </p:cNvPr>
              <p:cNvSpPr/>
              <p:nvPr/>
            </p:nvSpPr>
            <p:spPr>
              <a:xfrm>
                <a:off x="7958213" y="6873239"/>
                <a:ext cx="416559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6559" h="55879">
                    <a:moveTo>
                      <a:pt x="51816" y="0"/>
                    </a:moveTo>
                    <a:lnTo>
                      <a:pt x="365760" y="0"/>
                    </a:lnTo>
                    <a:lnTo>
                      <a:pt x="415290" y="50291"/>
                    </a:lnTo>
                    <a:lnTo>
                      <a:pt x="416052" y="53339"/>
                    </a:lnTo>
                    <a:lnTo>
                      <a:pt x="413766" y="54863"/>
                    </a:lnTo>
                    <a:lnTo>
                      <a:pt x="410718" y="55625"/>
                    </a:lnTo>
                    <a:lnTo>
                      <a:pt x="6096" y="55626"/>
                    </a:lnTo>
                    <a:lnTo>
                      <a:pt x="2286" y="54864"/>
                    </a:lnTo>
                    <a:lnTo>
                      <a:pt x="0" y="52577"/>
                    </a:lnTo>
                    <a:lnTo>
                      <a:pt x="762" y="49530"/>
                    </a:lnTo>
                    <a:lnTo>
                      <a:pt x="51816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4" name="object 144">
                <a:extLst>
                  <a:ext uri="{FF2B5EF4-FFF2-40B4-BE49-F238E27FC236}">
                    <a16:creationId xmlns:a16="http://schemas.microsoft.com/office/drawing/2014/main" id="{95AE4482-55E5-26D4-7B28-4AEB8399A1DF}"/>
                  </a:ext>
                </a:extLst>
              </p:cNvPr>
              <p:cNvSpPr/>
              <p:nvPr/>
            </p:nvSpPr>
            <p:spPr>
              <a:xfrm>
                <a:off x="7981835" y="6884669"/>
                <a:ext cx="27686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859" h="35559">
                    <a:moveTo>
                      <a:pt x="276606" y="35051"/>
                    </a:moveTo>
                    <a:lnTo>
                      <a:pt x="263652" y="0"/>
                    </a:lnTo>
                    <a:lnTo>
                      <a:pt x="37338" y="0"/>
                    </a:lnTo>
                    <a:lnTo>
                      <a:pt x="0" y="35052"/>
                    </a:lnTo>
                    <a:lnTo>
                      <a:pt x="276606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5" name="object 145">
                <a:extLst>
                  <a:ext uri="{FF2B5EF4-FFF2-40B4-BE49-F238E27FC236}">
                    <a16:creationId xmlns:a16="http://schemas.microsoft.com/office/drawing/2014/main" id="{2785D2BB-C7CB-7DBF-F25E-7B711D91099E}"/>
                  </a:ext>
                </a:extLst>
              </p:cNvPr>
              <p:cNvSpPr/>
              <p:nvPr/>
            </p:nvSpPr>
            <p:spPr>
              <a:xfrm>
                <a:off x="7981835" y="6884669"/>
                <a:ext cx="27686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859" h="35559">
                    <a:moveTo>
                      <a:pt x="37338" y="0"/>
                    </a:moveTo>
                    <a:lnTo>
                      <a:pt x="263652" y="0"/>
                    </a:lnTo>
                    <a:lnTo>
                      <a:pt x="276606" y="35051"/>
                    </a:lnTo>
                    <a:lnTo>
                      <a:pt x="0" y="35052"/>
                    </a:lnTo>
                    <a:lnTo>
                      <a:pt x="37338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6" name="object 146">
                <a:extLst>
                  <a:ext uri="{FF2B5EF4-FFF2-40B4-BE49-F238E27FC236}">
                    <a16:creationId xmlns:a16="http://schemas.microsoft.com/office/drawing/2014/main" id="{941B1B78-76C2-CC96-D176-C71F7EFE81FC}"/>
                  </a:ext>
                </a:extLst>
              </p:cNvPr>
              <p:cNvSpPr/>
              <p:nvPr/>
            </p:nvSpPr>
            <p:spPr>
              <a:xfrm>
                <a:off x="8266049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84582" y="35051"/>
                    </a:moveTo>
                    <a:lnTo>
                      <a:pt x="49530" y="0"/>
                    </a:lnTo>
                    <a:lnTo>
                      <a:pt x="0" y="0"/>
                    </a:lnTo>
                    <a:lnTo>
                      <a:pt x="16002" y="35052"/>
                    </a:lnTo>
                    <a:lnTo>
                      <a:pt x="84582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7" name="object 147">
                <a:extLst>
                  <a:ext uri="{FF2B5EF4-FFF2-40B4-BE49-F238E27FC236}">
                    <a16:creationId xmlns:a16="http://schemas.microsoft.com/office/drawing/2014/main" id="{4A948806-6448-0625-740D-246FB6A4A99F}"/>
                  </a:ext>
                </a:extLst>
              </p:cNvPr>
              <p:cNvSpPr/>
              <p:nvPr/>
            </p:nvSpPr>
            <p:spPr>
              <a:xfrm>
                <a:off x="8266049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0" y="0"/>
                    </a:moveTo>
                    <a:lnTo>
                      <a:pt x="49530" y="0"/>
                    </a:lnTo>
                    <a:lnTo>
                      <a:pt x="84582" y="35051"/>
                    </a:lnTo>
                    <a:lnTo>
                      <a:pt x="16002" y="35052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8" name="object 148">
                <a:extLst>
                  <a:ext uri="{FF2B5EF4-FFF2-40B4-BE49-F238E27FC236}">
                    <a16:creationId xmlns:a16="http://schemas.microsoft.com/office/drawing/2014/main" id="{1102B12E-D47F-887F-2A94-40DDEA45BD96}"/>
                  </a:ext>
                </a:extLst>
              </p:cNvPr>
              <p:cNvSpPr/>
              <p:nvPr/>
            </p:nvSpPr>
            <p:spPr>
              <a:xfrm>
                <a:off x="8028317" y="6654545"/>
                <a:ext cx="277495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168909">
                    <a:moveTo>
                      <a:pt x="277368" y="168401"/>
                    </a:moveTo>
                    <a:lnTo>
                      <a:pt x="277368" y="0"/>
                    </a:lnTo>
                    <a:lnTo>
                      <a:pt x="0" y="0"/>
                    </a:lnTo>
                    <a:lnTo>
                      <a:pt x="0" y="168401"/>
                    </a:lnTo>
                    <a:lnTo>
                      <a:pt x="277368" y="1684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9" name="object 149">
                <a:extLst>
                  <a:ext uri="{FF2B5EF4-FFF2-40B4-BE49-F238E27FC236}">
                    <a16:creationId xmlns:a16="http://schemas.microsoft.com/office/drawing/2014/main" id="{4946F402-28FA-2EBE-6475-654444BA00FD}"/>
                  </a:ext>
                </a:extLst>
              </p:cNvPr>
              <p:cNvSpPr/>
              <p:nvPr/>
            </p:nvSpPr>
            <p:spPr>
              <a:xfrm>
                <a:off x="8028317" y="6654545"/>
                <a:ext cx="277495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168909">
                    <a:moveTo>
                      <a:pt x="0" y="0"/>
                    </a:moveTo>
                    <a:lnTo>
                      <a:pt x="0" y="168401"/>
                    </a:lnTo>
                    <a:lnTo>
                      <a:pt x="277368" y="168401"/>
                    </a:lnTo>
                    <a:lnTo>
                      <a:pt x="27736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50" name="object 150">
                <a:extLst>
                  <a:ext uri="{FF2B5EF4-FFF2-40B4-BE49-F238E27FC236}">
                    <a16:creationId xmlns:a16="http://schemas.microsoft.com/office/drawing/2014/main" id="{D5309415-9372-2505-D6B4-42008BE6C32D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044256" y="6665912"/>
                <a:ext cx="243967" cy="145669"/>
              </a:xfrm>
              <a:prstGeom prst="rect">
                <a:avLst/>
              </a:prstGeom>
            </p:spPr>
          </p:pic>
          <p:sp>
            <p:nvSpPr>
              <p:cNvPr id="151" name="object 151">
                <a:extLst>
                  <a:ext uri="{FF2B5EF4-FFF2-40B4-BE49-F238E27FC236}">
                    <a16:creationId xmlns:a16="http://schemas.microsoft.com/office/drawing/2014/main" id="{731B4465-FF1E-B5DE-1559-C63FD58546E4}"/>
                  </a:ext>
                </a:extLst>
              </p:cNvPr>
              <p:cNvSpPr/>
              <p:nvPr/>
            </p:nvSpPr>
            <p:spPr>
              <a:xfrm>
                <a:off x="8415401" y="6825995"/>
                <a:ext cx="382905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6359">
                    <a:moveTo>
                      <a:pt x="382524" y="86105"/>
                    </a:moveTo>
                    <a:lnTo>
                      <a:pt x="382524" y="0"/>
                    </a:lnTo>
                    <a:lnTo>
                      <a:pt x="0" y="0"/>
                    </a:lnTo>
                    <a:lnTo>
                      <a:pt x="0" y="86105"/>
                    </a:lnTo>
                    <a:lnTo>
                      <a:pt x="382524" y="8610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2" name="object 152">
                <a:extLst>
                  <a:ext uri="{FF2B5EF4-FFF2-40B4-BE49-F238E27FC236}">
                    <a16:creationId xmlns:a16="http://schemas.microsoft.com/office/drawing/2014/main" id="{F2BE34DB-30E2-41CD-FD57-77224434880E}"/>
                  </a:ext>
                </a:extLst>
              </p:cNvPr>
              <p:cNvSpPr/>
              <p:nvPr/>
            </p:nvSpPr>
            <p:spPr>
              <a:xfrm>
                <a:off x="8415401" y="6825995"/>
                <a:ext cx="38290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5725">
                    <a:moveTo>
                      <a:pt x="0" y="0"/>
                    </a:moveTo>
                    <a:lnTo>
                      <a:pt x="0" y="85344"/>
                    </a:lnTo>
                    <a:lnTo>
                      <a:pt x="382524" y="85344"/>
                    </a:lnTo>
                    <a:lnTo>
                      <a:pt x="38252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3" name="object 153">
                <a:extLst>
                  <a:ext uri="{FF2B5EF4-FFF2-40B4-BE49-F238E27FC236}">
                    <a16:creationId xmlns:a16="http://schemas.microsoft.com/office/drawing/2014/main" id="{31890DE6-8999-071D-99B9-EF37A2DFBA05}"/>
                  </a:ext>
                </a:extLst>
              </p:cNvPr>
              <p:cNvSpPr/>
              <p:nvPr/>
            </p:nvSpPr>
            <p:spPr>
              <a:xfrm>
                <a:off x="8627999" y="6840473"/>
                <a:ext cx="13208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2079" h="40004">
                    <a:moveTo>
                      <a:pt x="131825" y="39624"/>
                    </a:moveTo>
                    <a:lnTo>
                      <a:pt x="131825" y="0"/>
                    </a:lnTo>
                    <a:lnTo>
                      <a:pt x="0" y="0"/>
                    </a:lnTo>
                    <a:lnTo>
                      <a:pt x="0" y="39624"/>
                    </a:lnTo>
                    <a:lnTo>
                      <a:pt x="131825" y="39624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4" name="object 154">
                <a:extLst>
                  <a:ext uri="{FF2B5EF4-FFF2-40B4-BE49-F238E27FC236}">
                    <a16:creationId xmlns:a16="http://schemas.microsoft.com/office/drawing/2014/main" id="{A5EC90B1-2208-65F5-5716-4EC45E9CC919}"/>
                  </a:ext>
                </a:extLst>
              </p:cNvPr>
              <p:cNvSpPr/>
              <p:nvPr/>
            </p:nvSpPr>
            <p:spPr>
              <a:xfrm>
                <a:off x="8627999" y="6840473"/>
                <a:ext cx="13208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2079" h="40004">
                    <a:moveTo>
                      <a:pt x="0" y="0"/>
                    </a:moveTo>
                    <a:lnTo>
                      <a:pt x="0" y="39624"/>
                    </a:lnTo>
                    <a:lnTo>
                      <a:pt x="131825" y="39624"/>
                    </a:lnTo>
                    <a:lnTo>
                      <a:pt x="1318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5" name="object 155">
                <a:extLst>
                  <a:ext uri="{FF2B5EF4-FFF2-40B4-BE49-F238E27FC236}">
                    <a16:creationId xmlns:a16="http://schemas.microsoft.com/office/drawing/2014/main" id="{7A48D635-06B1-94E6-3238-33773AA0E2E2}"/>
                  </a:ext>
                </a:extLst>
              </p:cNvPr>
              <p:cNvSpPr/>
              <p:nvPr/>
            </p:nvSpPr>
            <p:spPr>
              <a:xfrm>
                <a:off x="8399411" y="6873239"/>
                <a:ext cx="414655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4654" h="55879">
                    <a:moveTo>
                      <a:pt x="414528" y="53339"/>
                    </a:moveTo>
                    <a:lnTo>
                      <a:pt x="413766" y="50291"/>
                    </a:lnTo>
                    <a:lnTo>
                      <a:pt x="364998" y="0"/>
                    </a:lnTo>
                    <a:lnTo>
                      <a:pt x="51816" y="0"/>
                    </a:lnTo>
                    <a:lnTo>
                      <a:pt x="762" y="49530"/>
                    </a:lnTo>
                    <a:lnTo>
                      <a:pt x="0" y="52577"/>
                    </a:lnTo>
                    <a:lnTo>
                      <a:pt x="2286" y="54864"/>
                    </a:lnTo>
                    <a:lnTo>
                      <a:pt x="5334" y="55626"/>
                    </a:lnTo>
                    <a:lnTo>
                      <a:pt x="409194" y="55625"/>
                    </a:lnTo>
                    <a:lnTo>
                      <a:pt x="412242" y="54863"/>
                    </a:lnTo>
                    <a:lnTo>
                      <a:pt x="414528" y="5333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6" name="object 156">
                <a:extLst>
                  <a:ext uri="{FF2B5EF4-FFF2-40B4-BE49-F238E27FC236}">
                    <a16:creationId xmlns:a16="http://schemas.microsoft.com/office/drawing/2014/main" id="{1FF8BAC4-3E14-E0CF-A243-312468BC7A17}"/>
                  </a:ext>
                </a:extLst>
              </p:cNvPr>
              <p:cNvSpPr/>
              <p:nvPr/>
            </p:nvSpPr>
            <p:spPr>
              <a:xfrm>
                <a:off x="8399411" y="6873239"/>
                <a:ext cx="414655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4654" h="55879">
                    <a:moveTo>
                      <a:pt x="51816" y="0"/>
                    </a:moveTo>
                    <a:lnTo>
                      <a:pt x="364998" y="0"/>
                    </a:lnTo>
                    <a:lnTo>
                      <a:pt x="413766" y="50291"/>
                    </a:lnTo>
                    <a:lnTo>
                      <a:pt x="414528" y="53339"/>
                    </a:lnTo>
                    <a:lnTo>
                      <a:pt x="412242" y="54863"/>
                    </a:lnTo>
                    <a:lnTo>
                      <a:pt x="409194" y="55625"/>
                    </a:lnTo>
                    <a:lnTo>
                      <a:pt x="5334" y="55626"/>
                    </a:lnTo>
                    <a:lnTo>
                      <a:pt x="2286" y="54864"/>
                    </a:lnTo>
                    <a:lnTo>
                      <a:pt x="0" y="52577"/>
                    </a:lnTo>
                    <a:lnTo>
                      <a:pt x="762" y="49530"/>
                    </a:lnTo>
                    <a:lnTo>
                      <a:pt x="51816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7" name="object 157">
                <a:extLst>
                  <a:ext uri="{FF2B5EF4-FFF2-40B4-BE49-F238E27FC236}">
                    <a16:creationId xmlns:a16="http://schemas.microsoft.com/office/drawing/2014/main" id="{35D34127-DC30-5CAE-E80A-F73675363A02}"/>
                  </a:ext>
                </a:extLst>
              </p:cNvPr>
              <p:cNvSpPr/>
              <p:nvPr/>
            </p:nvSpPr>
            <p:spPr>
              <a:xfrm>
                <a:off x="8421509" y="6884669"/>
                <a:ext cx="27686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859" h="35559">
                    <a:moveTo>
                      <a:pt x="276606" y="35051"/>
                    </a:moveTo>
                    <a:lnTo>
                      <a:pt x="263652" y="0"/>
                    </a:lnTo>
                    <a:lnTo>
                      <a:pt x="37338" y="0"/>
                    </a:lnTo>
                    <a:lnTo>
                      <a:pt x="0" y="35052"/>
                    </a:lnTo>
                    <a:lnTo>
                      <a:pt x="276606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8" name="object 158">
                <a:extLst>
                  <a:ext uri="{FF2B5EF4-FFF2-40B4-BE49-F238E27FC236}">
                    <a16:creationId xmlns:a16="http://schemas.microsoft.com/office/drawing/2014/main" id="{5B21863E-30B1-EE31-8C56-F7E0E6F00856}"/>
                  </a:ext>
                </a:extLst>
              </p:cNvPr>
              <p:cNvSpPr/>
              <p:nvPr/>
            </p:nvSpPr>
            <p:spPr>
              <a:xfrm>
                <a:off x="8421509" y="6884669"/>
                <a:ext cx="27686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859" h="35559">
                    <a:moveTo>
                      <a:pt x="37338" y="0"/>
                    </a:moveTo>
                    <a:lnTo>
                      <a:pt x="263652" y="0"/>
                    </a:lnTo>
                    <a:lnTo>
                      <a:pt x="276606" y="35051"/>
                    </a:lnTo>
                    <a:lnTo>
                      <a:pt x="0" y="35052"/>
                    </a:lnTo>
                    <a:lnTo>
                      <a:pt x="37338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9" name="object 159">
                <a:extLst>
                  <a:ext uri="{FF2B5EF4-FFF2-40B4-BE49-F238E27FC236}">
                    <a16:creationId xmlns:a16="http://schemas.microsoft.com/office/drawing/2014/main" id="{41D1C11B-5EB5-C294-5980-58B7A94EAEFA}"/>
                  </a:ext>
                </a:extLst>
              </p:cNvPr>
              <p:cNvSpPr/>
              <p:nvPr/>
            </p:nvSpPr>
            <p:spPr>
              <a:xfrm>
                <a:off x="8707247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84582" y="35051"/>
                    </a:moveTo>
                    <a:lnTo>
                      <a:pt x="49530" y="0"/>
                    </a:lnTo>
                    <a:lnTo>
                      <a:pt x="0" y="0"/>
                    </a:lnTo>
                    <a:lnTo>
                      <a:pt x="16002" y="35052"/>
                    </a:lnTo>
                    <a:lnTo>
                      <a:pt x="84582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0" name="object 160">
                <a:extLst>
                  <a:ext uri="{FF2B5EF4-FFF2-40B4-BE49-F238E27FC236}">
                    <a16:creationId xmlns:a16="http://schemas.microsoft.com/office/drawing/2014/main" id="{333D1B1F-740D-9247-0BFE-F320E059101E}"/>
                  </a:ext>
                </a:extLst>
              </p:cNvPr>
              <p:cNvSpPr/>
              <p:nvPr/>
            </p:nvSpPr>
            <p:spPr>
              <a:xfrm>
                <a:off x="8707247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0" y="0"/>
                    </a:moveTo>
                    <a:lnTo>
                      <a:pt x="49530" y="0"/>
                    </a:lnTo>
                    <a:lnTo>
                      <a:pt x="84582" y="35051"/>
                    </a:lnTo>
                    <a:lnTo>
                      <a:pt x="16002" y="35052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1" name="object 161">
                <a:extLst>
                  <a:ext uri="{FF2B5EF4-FFF2-40B4-BE49-F238E27FC236}">
                    <a16:creationId xmlns:a16="http://schemas.microsoft.com/office/drawing/2014/main" id="{A4F0D031-C731-2DBB-F9E9-275541C096C3}"/>
                  </a:ext>
                </a:extLst>
              </p:cNvPr>
              <p:cNvSpPr/>
              <p:nvPr/>
            </p:nvSpPr>
            <p:spPr>
              <a:xfrm>
                <a:off x="8467991" y="6654545"/>
                <a:ext cx="277495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168909">
                    <a:moveTo>
                      <a:pt x="277368" y="168401"/>
                    </a:moveTo>
                    <a:lnTo>
                      <a:pt x="277368" y="0"/>
                    </a:lnTo>
                    <a:lnTo>
                      <a:pt x="0" y="0"/>
                    </a:lnTo>
                    <a:lnTo>
                      <a:pt x="0" y="168401"/>
                    </a:lnTo>
                    <a:lnTo>
                      <a:pt x="277368" y="1684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2" name="object 162">
                <a:extLst>
                  <a:ext uri="{FF2B5EF4-FFF2-40B4-BE49-F238E27FC236}">
                    <a16:creationId xmlns:a16="http://schemas.microsoft.com/office/drawing/2014/main" id="{DB73B34F-0FE5-72CF-630E-9413D9CAC75D}"/>
                  </a:ext>
                </a:extLst>
              </p:cNvPr>
              <p:cNvSpPr/>
              <p:nvPr/>
            </p:nvSpPr>
            <p:spPr>
              <a:xfrm>
                <a:off x="8467991" y="6654545"/>
                <a:ext cx="277495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168909">
                    <a:moveTo>
                      <a:pt x="0" y="0"/>
                    </a:moveTo>
                    <a:lnTo>
                      <a:pt x="0" y="168401"/>
                    </a:lnTo>
                    <a:lnTo>
                      <a:pt x="277368" y="168401"/>
                    </a:lnTo>
                    <a:lnTo>
                      <a:pt x="27736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63" name="object 163">
                <a:extLst>
                  <a:ext uri="{FF2B5EF4-FFF2-40B4-BE49-F238E27FC236}">
                    <a16:creationId xmlns:a16="http://schemas.microsoft.com/office/drawing/2014/main" id="{92F2A951-57D1-F268-4482-D1592F7C9DA0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485454" y="6665912"/>
                <a:ext cx="243967" cy="145669"/>
              </a:xfrm>
              <a:prstGeom prst="rect">
                <a:avLst/>
              </a:prstGeom>
            </p:spPr>
          </p:pic>
          <p:sp>
            <p:nvSpPr>
              <p:cNvPr id="164" name="object 164">
                <a:extLst>
                  <a:ext uri="{FF2B5EF4-FFF2-40B4-BE49-F238E27FC236}">
                    <a16:creationId xmlns:a16="http://schemas.microsoft.com/office/drawing/2014/main" id="{55752D4D-3753-5D92-2B8C-931C4339F94D}"/>
                  </a:ext>
                </a:extLst>
              </p:cNvPr>
              <p:cNvSpPr/>
              <p:nvPr/>
            </p:nvSpPr>
            <p:spPr>
              <a:xfrm>
                <a:off x="8872601" y="6825995"/>
                <a:ext cx="382905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6359">
                    <a:moveTo>
                      <a:pt x="382524" y="86105"/>
                    </a:moveTo>
                    <a:lnTo>
                      <a:pt x="382524" y="0"/>
                    </a:lnTo>
                    <a:lnTo>
                      <a:pt x="0" y="0"/>
                    </a:lnTo>
                    <a:lnTo>
                      <a:pt x="0" y="86105"/>
                    </a:lnTo>
                    <a:lnTo>
                      <a:pt x="382524" y="8610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5" name="object 165">
                <a:extLst>
                  <a:ext uri="{FF2B5EF4-FFF2-40B4-BE49-F238E27FC236}">
                    <a16:creationId xmlns:a16="http://schemas.microsoft.com/office/drawing/2014/main" id="{BCA23FCE-F9EF-9E1A-09AB-81FB5F2B0CB9}"/>
                  </a:ext>
                </a:extLst>
              </p:cNvPr>
              <p:cNvSpPr/>
              <p:nvPr/>
            </p:nvSpPr>
            <p:spPr>
              <a:xfrm>
                <a:off x="8872601" y="6825995"/>
                <a:ext cx="38290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5725">
                    <a:moveTo>
                      <a:pt x="0" y="0"/>
                    </a:moveTo>
                    <a:lnTo>
                      <a:pt x="0" y="85344"/>
                    </a:lnTo>
                    <a:lnTo>
                      <a:pt x="382524" y="85344"/>
                    </a:lnTo>
                    <a:lnTo>
                      <a:pt x="38252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6" name="object 166">
                <a:extLst>
                  <a:ext uri="{FF2B5EF4-FFF2-40B4-BE49-F238E27FC236}">
                    <a16:creationId xmlns:a16="http://schemas.microsoft.com/office/drawing/2014/main" id="{5AA751F1-25BF-54AA-D993-46D2EDB0C035}"/>
                  </a:ext>
                </a:extLst>
              </p:cNvPr>
              <p:cNvSpPr/>
              <p:nvPr/>
            </p:nvSpPr>
            <p:spPr>
              <a:xfrm>
                <a:off x="9085199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133350" y="39624"/>
                    </a:moveTo>
                    <a:lnTo>
                      <a:pt x="133350" y="0"/>
                    </a:lnTo>
                    <a:lnTo>
                      <a:pt x="0" y="0"/>
                    </a:lnTo>
                    <a:lnTo>
                      <a:pt x="0" y="39624"/>
                    </a:lnTo>
                    <a:lnTo>
                      <a:pt x="133350" y="39624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7" name="object 167">
                <a:extLst>
                  <a:ext uri="{FF2B5EF4-FFF2-40B4-BE49-F238E27FC236}">
                    <a16:creationId xmlns:a16="http://schemas.microsoft.com/office/drawing/2014/main" id="{4250A420-6421-CA17-536E-DB2B604141BE}"/>
                  </a:ext>
                </a:extLst>
              </p:cNvPr>
              <p:cNvSpPr/>
              <p:nvPr/>
            </p:nvSpPr>
            <p:spPr>
              <a:xfrm>
                <a:off x="9085199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0" y="0"/>
                    </a:moveTo>
                    <a:lnTo>
                      <a:pt x="0" y="39624"/>
                    </a:lnTo>
                    <a:lnTo>
                      <a:pt x="133350" y="39624"/>
                    </a:lnTo>
                    <a:lnTo>
                      <a:pt x="1333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8" name="object 168">
                <a:extLst>
                  <a:ext uri="{FF2B5EF4-FFF2-40B4-BE49-F238E27FC236}">
                    <a16:creationId xmlns:a16="http://schemas.microsoft.com/office/drawing/2014/main" id="{EC3A5A3F-EEFB-A96B-7EFF-67EB03A8E45E}"/>
                  </a:ext>
                </a:extLst>
              </p:cNvPr>
              <p:cNvSpPr/>
              <p:nvPr/>
            </p:nvSpPr>
            <p:spPr>
              <a:xfrm>
                <a:off x="8856599" y="6873239"/>
                <a:ext cx="416559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6559" h="55879">
                    <a:moveTo>
                      <a:pt x="416051" y="53339"/>
                    </a:moveTo>
                    <a:lnTo>
                      <a:pt x="416051" y="50291"/>
                    </a:lnTo>
                    <a:lnTo>
                      <a:pt x="365759" y="0"/>
                    </a:lnTo>
                    <a:lnTo>
                      <a:pt x="52577" y="0"/>
                    </a:lnTo>
                    <a:lnTo>
                      <a:pt x="761" y="49530"/>
                    </a:lnTo>
                    <a:lnTo>
                      <a:pt x="0" y="52577"/>
                    </a:lnTo>
                    <a:lnTo>
                      <a:pt x="2285" y="54864"/>
                    </a:lnTo>
                    <a:lnTo>
                      <a:pt x="6095" y="55626"/>
                    </a:lnTo>
                    <a:lnTo>
                      <a:pt x="411479" y="55625"/>
                    </a:lnTo>
                    <a:lnTo>
                      <a:pt x="414527" y="54863"/>
                    </a:lnTo>
                    <a:lnTo>
                      <a:pt x="416051" y="5333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9" name="object 169">
                <a:extLst>
                  <a:ext uri="{FF2B5EF4-FFF2-40B4-BE49-F238E27FC236}">
                    <a16:creationId xmlns:a16="http://schemas.microsoft.com/office/drawing/2014/main" id="{FA7FC217-4127-B550-1371-43AF0A6891EE}"/>
                  </a:ext>
                </a:extLst>
              </p:cNvPr>
              <p:cNvSpPr/>
              <p:nvPr/>
            </p:nvSpPr>
            <p:spPr>
              <a:xfrm>
                <a:off x="8856599" y="6873239"/>
                <a:ext cx="416559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6559" h="55879">
                    <a:moveTo>
                      <a:pt x="52577" y="0"/>
                    </a:moveTo>
                    <a:lnTo>
                      <a:pt x="365759" y="0"/>
                    </a:lnTo>
                    <a:lnTo>
                      <a:pt x="416051" y="50291"/>
                    </a:lnTo>
                    <a:lnTo>
                      <a:pt x="416051" y="53339"/>
                    </a:lnTo>
                    <a:lnTo>
                      <a:pt x="414527" y="54863"/>
                    </a:lnTo>
                    <a:lnTo>
                      <a:pt x="411479" y="55625"/>
                    </a:lnTo>
                    <a:lnTo>
                      <a:pt x="6095" y="55626"/>
                    </a:lnTo>
                    <a:lnTo>
                      <a:pt x="2285" y="54864"/>
                    </a:lnTo>
                    <a:lnTo>
                      <a:pt x="0" y="52577"/>
                    </a:lnTo>
                    <a:lnTo>
                      <a:pt x="761" y="49530"/>
                    </a:lnTo>
                    <a:lnTo>
                      <a:pt x="52577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0" name="object 170">
                <a:extLst>
                  <a:ext uri="{FF2B5EF4-FFF2-40B4-BE49-F238E27FC236}">
                    <a16:creationId xmlns:a16="http://schemas.microsoft.com/office/drawing/2014/main" id="{0A574341-72CD-C466-667D-62493AFB2726}"/>
                  </a:ext>
                </a:extLst>
              </p:cNvPr>
              <p:cNvSpPr/>
              <p:nvPr/>
            </p:nvSpPr>
            <p:spPr>
              <a:xfrm>
                <a:off x="8878709" y="6884669"/>
                <a:ext cx="27813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35559">
                    <a:moveTo>
                      <a:pt x="278130" y="35051"/>
                    </a:moveTo>
                    <a:lnTo>
                      <a:pt x="265176" y="0"/>
                    </a:lnTo>
                    <a:lnTo>
                      <a:pt x="37338" y="0"/>
                    </a:lnTo>
                    <a:lnTo>
                      <a:pt x="0" y="35052"/>
                    </a:lnTo>
                    <a:lnTo>
                      <a:pt x="278130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1" name="object 171">
                <a:extLst>
                  <a:ext uri="{FF2B5EF4-FFF2-40B4-BE49-F238E27FC236}">
                    <a16:creationId xmlns:a16="http://schemas.microsoft.com/office/drawing/2014/main" id="{48B6B70E-1B13-40D1-E5E5-3082C6910132}"/>
                  </a:ext>
                </a:extLst>
              </p:cNvPr>
              <p:cNvSpPr/>
              <p:nvPr/>
            </p:nvSpPr>
            <p:spPr>
              <a:xfrm>
                <a:off x="8878709" y="6884669"/>
                <a:ext cx="27813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35559">
                    <a:moveTo>
                      <a:pt x="37338" y="0"/>
                    </a:moveTo>
                    <a:lnTo>
                      <a:pt x="265176" y="0"/>
                    </a:lnTo>
                    <a:lnTo>
                      <a:pt x="278130" y="35051"/>
                    </a:lnTo>
                    <a:lnTo>
                      <a:pt x="0" y="35052"/>
                    </a:lnTo>
                    <a:lnTo>
                      <a:pt x="37338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2" name="object 172">
                <a:extLst>
                  <a:ext uri="{FF2B5EF4-FFF2-40B4-BE49-F238E27FC236}">
                    <a16:creationId xmlns:a16="http://schemas.microsoft.com/office/drawing/2014/main" id="{53537F36-7324-A930-B62C-27F983208421}"/>
                  </a:ext>
                </a:extLst>
              </p:cNvPr>
              <p:cNvSpPr/>
              <p:nvPr/>
            </p:nvSpPr>
            <p:spPr>
              <a:xfrm>
                <a:off x="9164447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84582" y="35051"/>
                    </a:moveTo>
                    <a:lnTo>
                      <a:pt x="49530" y="0"/>
                    </a:lnTo>
                    <a:lnTo>
                      <a:pt x="0" y="0"/>
                    </a:lnTo>
                    <a:lnTo>
                      <a:pt x="16002" y="35052"/>
                    </a:lnTo>
                    <a:lnTo>
                      <a:pt x="84582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3" name="object 173">
                <a:extLst>
                  <a:ext uri="{FF2B5EF4-FFF2-40B4-BE49-F238E27FC236}">
                    <a16:creationId xmlns:a16="http://schemas.microsoft.com/office/drawing/2014/main" id="{23DF838F-E1F8-B66E-90B2-5C576BDC04AC}"/>
                  </a:ext>
                </a:extLst>
              </p:cNvPr>
              <p:cNvSpPr/>
              <p:nvPr/>
            </p:nvSpPr>
            <p:spPr>
              <a:xfrm>
                <a:off x="9164447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0" y="0"/>
                    </a:moveTo>
                    <a:lnTo>
                      <a:pt x="49530" y="0"/>
                    </a:lnTo>
                    <a:lnTo>
                      <a:pt x="84582" y="35051"/>
                    </a:lnTo>
                    <a:lnTo>
                      <a:pt x="16002" y="35052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4" name="object 174">
                <a:extLst>
                  <a:ext uri="{FF2B5EF4-FFF2-40B4-BE49-F238E27FC236}">
                    <a16:creationId xmlns:a16="http://schemas.microsoft.com/office/drawing/2014/main" id="{973D05BE-A823-539B-EB78-D8E617AD7798}"/>
                  </a:ext>
                </a:extLst>
              </p:cNvPr>
              <p:cNvSpPr/>
              <p:nvPr/>
            </p:nvSpPr>
            <p:spPr>
              <a:xfrm>
                <a:off x="8926715" y="6654545"/>
                <a:ext cx="278130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168909">
                    <a:moveTo>
                      <a:pt x="278129" y="168401"/>
                    </a:moveTo>
                    <a:lnTo>
                      <a:pt x="278129" y="0"/>
                    </a:lnTo>
                    <a:lnTo>
                      <a:pt x="0" y="0"/>
                    </a:lnTo>
                    <a:lnTo>
                      <a:pt x="0" y="168401"/>
                    </a:lnTo>
                    <a:lnTo>
                      <a:pt x="278129" y="1684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5" name="object 175">
                <a:extLst>
                  <a:ext uri="{FF2B5EF4-FFF2-40B4-BE49-F238E27FC236}">
                    <a16:creationId xmlns:a16="http://schemas.microsoft.com/office/drawing/2014/main" id="{540FBA81-D1C2-4194-5ECD-12927EE243DF}"/>
                  </a:ext>
                </a:extLst>
              </p:cNvPr>
              <p:cNvSpPr/>
              <p:nvPr/>
            </p:nvSpPr>
            <p:spPr>
              <a:xfrm>
                <a:off x="8926715" y="6654545"/>
                <a:ext cx="277495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168909">
                    <a:moveTo>
                      <a:pt x="0" y="0"/>
                    </a:moveTo>
                    <a:lnTo>
                      <a:pt x="0" y="168401"/>
                    </a:lnTo>
                    <a:lnTo>
                      <a:pt x="277368" y="168401"/>
                    </a:lnTo>
                    <a:lnTo>
                      <a:pt x="27736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6" name="object 176">
                <a:extLst>
                  <a:ext uri="{FF2B5EF4-FFF2-40B4-BE49-F238E27FC236}">
                    <a16:creationId xmlns:a16="http://schemas.microsoft.com/office/drawing/2014/main" id="{117710A0-FDD9-9ACD-CE01-B8998669F255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942654" y="6665912"/>
                <a:ext cx="243967" cy="145669"/>
              </a:xfrm>
              <a:prstGeom prst="rect">
                <a:avLst/>
              </a:prstGeom>
            </p:spPr>
          </p:pic>
          <p:sp>
            <p:nvSpPr>
              <p:cNvPr id="177" name="object 177">
                <a:extLst>
                  <a:ext uri="{FF2B5EF4-FFF2-40B4-BE49-F238E27FC236}">
                    <a16:creationId xmlns:a16="http://schemas.microsoft.com/office/drawing/2014/main" id="{1620173C-0759-03FC-DE20-A42683B71C35}"/>
                  </a:ext>
                </a:extLst>
              </p:cNvPr>
              <p:cNvSpPr/>
              <p:nvPr/>
            </p:nvSpPr>
            <p:spPr>
              <a:xfrm>
                <a:off x="6629273" y="6825995"/>
                <a:ext cx="381000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86359">
                    <a:moveTo>
                      <a:pt x="381000" y="86105"/>
                    </a:moveTo>
                    <a:lnTo>
                      <a:pt x="381000" y="0"/>
                    </a:lnTo>
                    <a:lnTo>
                      <a:pt x="0" y="0"/>
                    </a:lnTo>
                    <a:lnTo>
                      <a:pt x="0" y="86105"/>
                    </a:lnTo>
                    <a:lnTo>
                      <a:pt x="381000" y="8610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8" name="object 178">
                <a:extLst>
                  <a:ext uri="{FF2B5EF4-FFF2-40B4-BE49-F238E27FC236}">
                    <a16:creationId xmlns:a16="http://schemas.microsoft.com/office/drawing/2014/main" id="{0D68823B-F382-C01E-67D7-B74F53FB556E}"/>
                  </a:ext>
                </a:extLst>
              </p:cNvPr>
              <p:cNvSpPr/>
              <p:nvPr/>
            </p:nvSpPr>
            <p:spPr>
              <a:xfrm>
                <a:off x="6629273" y="6825995"/>
                <a:ext cx="3810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85725">
                    <a:moveTo>
                      <a:pt x="0" y="0"/>
                    </a:moveTo>
                    <a:lnTo>
                      <a:pt x="0" y="85344"/>
                    </a:lnTo>
                    <a:lnTo>
                      <a:pt x="381000" y="85344"/>
                    </a:lnTo>
                    <a:lnTo>
                      <a:pt x="38100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9" name="object 179">
                <a:extLst>
                  <a:ext uri="{FF2B5EF4-FFF2-40B4-BE49-F238E27FC236}">
                    <a16:creationId xmlns:a16="http://schemas.microsoft.com/office/drawing/2014/main" id="{691F1D7C-936D-A6DC-214E-67C312E0AB65}"/>
                  </a:ext>
                </a:extLst>
              </p:cNvPr>
              <p:cNvSpPr/>
              <p:nvPr/>
            </p:nvSpPr>
            <p:spPr>
              <a:xfrm>
                <a:off x="6840347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133350" y="39624"/>
                    </a:moveTo>
                    <a:lnTo>
                      <a:pt x="133350" y="0"/>
                    </a:lnTo>
                    <a:lnTo>
                      <a:pt x="0" y="0"/>
                    </a:lnTo>
                    <a:lnTo>
                      <a:pt x="0" y="39624"/>
                    </a:lnTo>
                    <a:lnTo>
                      <a:pt x="133350" y="39624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" name="object 180">
                <a:extLst>
                  <a:ext uri="{FF2B5EF4-FFF2-40B4-BE49-F238E27FC236}">
                    <a16:creationId xmlns:a16="http://schemas.microsoft.com/office/drawing/2014/main" id="{95817510-3E74-6C8C-52B4-03538C87EB7E}"/>
                  </a:ext>
                </a:extLst>
              </p:cNvPr>
              <p:cNvSpPr/>
              <p:nvPr/>
            </p:nvSpPr>
            <p:spPr>
              <a:xfrm>
                <a:off x="6840347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0" y="0"/>
                    </a:moveTo>
                    <a:lnTo>
                      <a:pt x="0" y="39624"/>
                    </a:lnTo>
                    <a:lnTo>
                      <a:pt x="133350" y="39624"/>
                    </a:lnTo>
                    <a:lnTo>
                      <a:pt x="1333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" name="object 181">
                <a:extLst>
                  <a:ext uri="{FF2B5EF4-FFF2-40B4-BE49-F238E27FC236}">
                    <a16:creationId xmlns:a16="http://schemas.microsoft.com/office/drawing/2014/main" id="{5EA50CD8-B3F7-CA9B-42B4-C62062C84185}"/>
                  </a:ext>
                </a:extLst>
              </p:cNvPr>
              <p:cNvSpPr/>
              <p:nvPr/>
            </p:nvSpPr>
            <p:spPr>
              <a:xfrm>
                <a:off x="6611747" y="6873239"/>
                <a:ext cx="416559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6559" h="55879">
                    <a:moveTo>
                      <a:pt x="416051" y="53339"/>
                    </a:moveTo>
                    <a:lnTo>
                      <a:pt x="415289" y="50291"/>
                    </a:lnTo>
                    <a:lnTo>
                      <a:pt x="365759" y="0"/>
                    </a:lnTo>
                    <a:lnTo>
                      <a:pt x="52577" y="0"/>
                    </a:lnTo>
                    <a:lnTo>
                      <a:pt x="761" y="49530"/>
                    </a:lnTo>
                    <a:lnTo>
                      <a:pt x="0" y="52577"/>
                    </a:lnTo>
                    <a:lnTo>
                      <a:pt x="3047" y="54864"/>
                    </a:lnTo>
                    <a:lnTo>
                      <a:pt x="6095" y="55626"/>
                    </a:lnTo>
                    <a:lnTo>
                      <a:pt x="410717" y="55625"/>
                    </a:lnTo>
                    <a:lnTo>
                      <a:pt x="414527" y="54863"/>
                    </a:lnTo>
                    <a:lnTo>
                      <a:pt x="416051" y="5333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" name="object 182">
                <a:extLst>
                  <a:ext uri="{FF2B5EF4-FFF2-40B4-BE49-F238E27FC236}">
                    <a16:creationId xmlns:a16="http://schemas.microsoft.com/office/drawing/2014/main" id="{639BCC54-B90B-B24C-2679-7FB6ED8F5675}"/>
                  </a:ext>
                </a:extLst>
              </p:cNvPr>
              <p:cNvSpPr/>
              <p:nvPr/>
            </p:nvSpPr>
            <p:spPr>
              <a:xfrm>
                <a:off x="6611747" y="6873239"/>
                <a:ext cx="416559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6559" h="55879">
                    <a:moveTo>
                      <a:pt x="52577" y="0"/>
                    </a:moveTo>
                    <a:lnTo>
                      <a:pt x="365759" y="0"/>
                    </a:lnTo>
                    <a:lnTo>
                      <a:pt x="415289" y="50291"/>
                    </a:lnTo>
                    <a:lnTo>
                      <a:pt x="416051" y="53339"/>
                    </a:lnTo>
                    <a:lnTo>
                      <a:pt x="414527" y="54863"/>
                    </a:lnTo>
                    <a:lnTo>
                      <a:pt x="410717" y="55625"/>
                    </a:lnTo>
                    <a:lnTo>
                      <a:pt x="6095" y="55626"/>
                    </a:lnTo>
                    <a:lnTo>
                      <a:pt x="3047" y="54864"/>
                    </a:lnTo>
                    <a:lnTo>
                      <a:pt x="0" y="52577"/>
                    </a:lnTo>
                    <a:lnTo>
                      <a:pt x="761" y="49530"/>
                    </a:lnTo>
                    <a:lnTo>
                      <a:pt x="52577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" name="object 183">
                <a:extLst>
                  <a:ext uri="{FF2B5EF4-FFF2-40B4-BE49-F238E27FC236}">
                    <a16:creationId xmlns:a16="http://schemas.microsoft.com/office/drawing/2014/main" id="{E92A1AB1-DD29-092D-2A3B-3AE2D8AAB814}"/>
                  </a:ext>
                </a:extLst>
              </p:cNvPr>
              <p:cNvSpPr/>
              <p:nvPr/>
            </p:nvSpPr>
            <p:spPr>
              <a:xfrm>
                <a:off x="6636143" y="6884669"/>
                <a:ext cx="276225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35559">
                    <a:moveTo>
                      <a:pt x="275844" y="35051"/>
                    </a:moveTo>
                    <a:lnTo>
                      <a:pt x="262890" y="0"/>
                    </a:lnTo>
                    <a:lnTo>
                      <a:pt x="37338" y="0"/>
                    </a:lnTo>
                    <a:lnTo>
                      <a:pt x="0" y="35052"/>
                    </a:lnTo>
                    <a:lnTo>
                      <a:pt x="275844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" name="object 184">
                <a:extLst>
                  <a:ext uri="{FF2B5EF4-FFF2-40B4-BE49-F238E27FC236}">
                    <a16:creationId xmlns:a16="http://schemas.microsoft.com/office/drawing/2014/main" id="{8AAB577B-88FA-42DF-8922-9A060028A773}"/>
                  </a:ext>
                </a:extLst>
              </p:cNvPr>
              <p:cNvSpPr/>
              <p:nvPr/>
            </p:nvSpPr>
            <p:spPr>
              <a:xfrm>
                <a:off x="6636143" y="6884669"/>
                <a:ext cx="276225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35559">
                    <a:moveTo>
                      <a:pt x="37338" y="0"/>
                    </a:moveTo>
                    <a:lnTo>
                      <a:pt x="262890" y="0"/>
                    </a:lnTo>
                    <a:lnTo>
                      <a:pt x="275844" y="35051"/>
                    </a:lnTo>
                    <a:lnTo>
                      <a:pt x="0" y="35052"/>
                    </a:lnTo>
                    <a:lnTo>
                      <a:pt x="37338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" name="object 185">
                <a:extLst>
                  <a:ext uri="{FF2B5EF4-FFF2-40B4-BE49-F238E27FC236}">
                    <a16:creationId xmlns:a16="http://schemas.microsoft.com/office/drawing/2014/main" id="{27067058-3298-D3E3-5960-7750F8D0EAB4}"/>
                  </a:ext>
                </a:extLst>
              </p:cNvPr>
              <p:cNvSpPr/>
              <p:nvPr/>
            </p:nvSpPr>
            <p:spPr>
              <a:xfrm>
                <a:off x="6920369" y="6884669"/>
                <a:ext cx="8382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35559">
                    <a:moveTo>
                      <a:pt x="83820" y="35051"/>
                    </a:moveTo>
                    <a:lnTo>
                      <a:pt x="48768" y="0"/>
                    </a:lnTo>
                    <a:lnTo>
                      <a:pt x="0" y="0"/>
                    </a:lnTo>
                    <a:lnTo>
                      <a:pt x="15240" y="35052"/>
                    </a:lnTo>
                    <a:lnTo>
                      <a:pt x="83820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" name="object 186">
                <a:extLst>
                  <a:ext uri="{FF2B5EF4-FFF2-40B4-BE49-F238E27FC236}">
                    <a16:creationId xmlns:a16="http://schemas.microsoft.com/office/drawing/2014/main" id="{44D3A4FD-E77A-353A-33DD-96606559966F}"/>
                  </a:ext>
                </a:extLst>
              </p:cNvPr>
              <p:cNvSpPr/>
              <p:nvPr/>
            </p:nvSpPr>
            <p:spPr>
              <a:xfrm>
                <a:off x="6920369" y="6884669"/>
                <a:ext cx="8382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35559">
                    <a:moveTo>
                      <a:pt x="0" y="0"/>
                    </a:moveTo>
                    <a:lnTo>
                      <a:pt x="48768" y="0"/>
                    </a:lnTo>
                    <a:lnTo>
                      <a:pt x="83820" y="35051"/>
                    </a:lnTo>
                    <a:lnTo>
                      <a:pt x="15240" y="35052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" name="object 187">
                <a:extLst>
                  <a:ext uri="{FF2B5EF4-FFF2-40B4-BE49-F238E27FC236}">
                    <a16:creationId xmlns:a16="http://schemas.microsoft.com/office/drawing/2014/main" id="{7081164B-74E6-9D9D-8BE6-729317D49058}"/>
                  </a:ext>
                </a:extLst>
              </p:cNvPr>
              <p:cNvSpPr/>
              <p:nvPr/>
            </p:nvSpPr>
            <p:spPr>
              <a:xfrm>
                <a:off x="6681850" y="6654545"/>
                <a:ext cx="278130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168909">
                    <a:moveTo>
                      <a:pt x="278129" y="168401"/>
                    </a:moveTo>
                    <a:lnTo>
                      <a:pt x="278129" y="0"/>
                    </a:lnTo>
                    <a:lnTo>
                      <a:pt x="0" y="0"/>
                    </a:lnTo>
                    <a:lnTo>
                      <a:pt x="0" y="168401"/>
                    </a:lnTo>
                    <a:lnTo>
                      <a:pt x="278129" y="1684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" name="object 188">
                <a:extLst>
                  <a:ext uri="{FF2B5EF4-FFF2-40B4-BE49-F238E27FC236}">
                    <a16:creationId xmlns:a16="http://schemas.microsoft.com/office/drawing/2014/main" id="{BF7DCE2B-408D-34FA-D254-FCC6804E689F}"/>
                  </a:ext>
                </a:extLst>
              </p:cNvPr>
              <p:cNvSpPr/>
              <p:nvPr/>
            </p:nvSpPr>
            <p:spPr>
              <a:xfrm>
                <a:off x="6681850" y="6654545"/>
                <a:ext cx="278130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168909">
                    <a:moveTo>
                      <a:pt x="0" y="0"/>
                    </a:moveTo>
                    <a:lnTo>
                      <a:pt x="0" y="168401"/>
                    </a:lnTo>
                    <a:lnTo>
                      <a:pt x="278129" y="168401"/>
                    </a:lnTo>
                    <a:lnTo>
                      <a:pt x="278129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89" name="object 189">
                <a:extLst>
                  <a:ext uri="{FF2B5EF4-FFF2-40B4-BE49-F238E27FC236}">
                    <a16:creationId xmlns:a16="http://schemas.microsoft.com/office/drawing/2014/main" id="{63A71C38-E9DC-5823-4A03-CCE86948F397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6697789" y="6665912"/>
                <a:ext cx="244741" cy="145669"/>
              </a:xfrm>
              <a:prstGeom prst="rect">
                <a:avLst/>
              </a:prstGeom>
            </p:spPr>
          </p:pic>
          <p:sp>
            <p:nvSpPr>
              <p:cNvPr id="190" name="object 190">
                <a:extLst>
                  <a:ext uri="{FF2B5EF4-FFF2-40B4-BE49-F238E27FC236}">
                    <a16:creationId xmlns:a16="http://schemas.microsoft.com/office/drawing/2014/main" id="{DB2F78C3-C3FB-43FC-86AA-7F7C21D71FBE}"/>
                  </a:ext>
                </a:extLst>
              </p:cNvPr>
              <p:cNvSpPr/>
              <p:nvPr/>
            </p:nvSpPr>
            <p:spPr>
              <a:xfrm>
                <a:off x="7077341" y="6825995"/>
                <a:ext cx="382905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6359">
                    <a:moveTo>
                      <a:pt x="382524" y="86105"/>
                    </a:moveTo>
                    <a:lnTo>
                      <a:pt x="382524" y="0"/>
                    </a:lnTo>
                    <a:lnTo>
                      <a:pt x="0" y="0"/>
                    </a:lnTo>
                    <a:lnTo>
                      <a:pt x="0" y="86105"/>
                    </a:lnTo>
                    <a:lnTo>
                      <a:pt x="382524" y="8610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" name="object 191">
                <a:extLst>
                  <a:ext uri="{FF2B5EF4-FFF2-40B4-BE49-F238E27FC236}">
                    <a16:creationId xmlns:a16="http://schemas.microsoft.com/office/drawing/2014/main" id="{362AA21A-4096-6801-E534-34587F2D7806}"/>
                  </a:ext>
                </a:extLst>
              </p:cNvPr>
              <p:cNvSpPr/>
              <p:nvPr/>
            </p:nvSpPr>
            <p:spPr>
              <a:xfrm>
                <a:off x="7077341" y="6825995"/>
                <a:ext cx="38290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5725">
                    <a:moveTo>
                      <a:pt x="0" y="0"/>
                    </a:moveTo>
                    <a:lnTo>
                      <a:pt x="0" y="85344"/>
                    </a:lnTo>
                    <a:lnTo>
                      <a:pt x="382524" y="85344"/>
                    </a:lnTo>
                    <a:lnTo>
                      <a:pt x="38252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" name="object 192">
                <a:extLst>
                  <a:ext uri="{FF2B5EF4-FFF2-40B4-BE49-F238E27FC236}">
                    <a16:creationId xmlns:a16="http://schemas.microsoft.com/office/drawing/2014/main" id="{3C9D94BD-63AB-C1EF-32A3-1A20AF3EC4DE}"/>
                  </a:ext>
                </a:extLst>
              </p:cNvPr>
              <p:cNvSpPr/>
              <p:nvPr/>
            </p:nvSpPr>
            <p:spPr>
              <a:xfrm>
                <a:off x="7289926" y="6840473"/>
                <a:ext cx="13208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2079" h="40004">
                    <a:moveTo>
                      <a:pt x="131825" y="39624"/>
                    </a:moveTo>
                    <a:lnTo>
                      <a:pt x="131825" y="0"/>
                    </a:lnTo>
                    <a:lnTo>
                      <a:pt x="0" y="0"/>
                    </a:lnTo>
                    <a:lnTo>
                      <a:pt x="0" y="39624"/>
                    </a:lnTo>
                    <a:lnTo>
                      <a:pt x="131825" y="39624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" name="object 193">
                <a:extLst>
                  <a:ext uri="{FF2B5EF4-FFF2-40B4-BE49-F238E27FC236}">
                    <a16:creationId xmlns:a16="http://schemas.microsoft.com/office/drawing/2014/main" id="{4EE1BCB0-7A74-2F7A-66CF-E739B099ECB8}"/>
                  </a:ext>
                </a:extLst>
              </p:cNvPr>
              <p:cNvSpPr/>
              <p:nvPr/>
            </p:nvSpPr>
            <p:spPr>
              <a:xfrm>
                <a:off x="7289926" y="6840473"/>
                <a:ext cx="13208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2079" h="40004">
                    <a:moveTo>
                      <a:pt x="0" y="0"/>
                    </a:moveTo>
                    <a:lnTo>
                      <a:pt x="0" y="39624"/>
                    </a:lnTo>
                    <a:lnTo>
                      <a:pt x="131825" y="39624"/>
                    </a:lnTo>
                    <a:lnTo>
                      <a:pt x="1318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" name="object 194">
                <a:extLst>
                  <a:ext uri="{FF2B5EF4-FFF2-40B4-BE49-F238E27FC236}">
                    <a16:creationId xmlns:a16="http://schemas.microsoft.com/office/drawing/2014/main" id="{6E33ABE6-2C68-F0B8-AF10-12DE739509A8}"/>
                  </a:ext>
                </a:extLst>
              </p:cNvPr>
              <p:cNvSpPr/>
              <p:nvPr/>
            </p:nvSpPr>
            <p:spPr>
              <a:xfrm>
                <a:off x="7061339" y="6873239"/>
                <a:ext cx="414655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4654" h="55879">
                    <a:moveTo>
                      <a:pt x="414528" y="53339"/>
                    </a:moveTo>
                    <a:lnTo>
                      <a:pt x="413766" y="50291"/>
                    </a:lnTo>
                    <a:lnTo>
                      <a:pt x="364236" y="0"/>
                    </a:lnTo>
                    <a:lnTo>
                      <a:pt x="51816" y="0"/>
                    </a:lnTo>
                    <a:lnTo>
                      <a:pt x="0" y="49530"/>
                    </a:lnTo>
                    <a:lnTo>
                      <a:pt x="0" y="52577"/>
                    </a:lnTo>
                    <a:lnTo>
                      <a:pt x="2286" y="54864"/>
                    </a:lnTo>
                    <a:lnTo>
                      <a:pt x="5334" y="55626"/>
                    </a:lnTo>
                    <a:lnTo>
                      <a:pt x="409194" y="55625"/>
                    </a:lnTo>
                    <a:lnTo>
                      <a:pt x="412242" y="54863"/>
                    </a:lnTo>
                    <a:lnTo>
                      <a:pt x="414528" y="5333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" name="object 195">
                <a:extLst>
                  <a:ext uri="{FF2B5EF4-FFF2-40B4-BE49-F238E27FC236}">
                    <a16:creationId xmlns:a16="http://schemas.microsoft.com/office/drawing/2014/main" id="{F1020652-1E7B-5B47-AF06-830A2EA61910}"/>
                  </a:ext>
                </a:extLst>
              </p:cNvPr>
              <p:cNvSpPr/>
              <p:nvPr/>
            </p:nvSpPr>
            <p:spPr>
              <a:xfrm>
                <a:off x="7061339" y="6873239"/>
                <a:ext cx="414655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4654" h="55879">
                    <a:moveTo>
                      <a:pt x="51816" y="0"/>
                    </a:moveTo>
                    <a:lnTo>
                      <a:pt x="364236" y="0"/>
                    </a:lnTo>
                    <a:lnTo>
                      <a:pt x="413766" y="50291"/>
                    </a:lnTo>
                    <a:lnTo>
                      <a:pt x="414528" y="53339"/>
                    </a:lnTo>
                    <a:lnTo>
                      <a:pt x="412242" y="54863"/>
                    </a:lnTo>
                    <a:lnTo>
                      <a:pt x="409194" y="55625"/>
                    </a:lnTo>
                    <a:lnTo>
                      <a:pt x="5334" y="55626"/>
                    </a:lnTo>
                    <a:lnTo>
                      <a:pt x="2286" y="54864"/>
                    </a:lnTo>
                    <a:lnTo>
                      <a:pt x="0" y="52577"/>
                    </a:lnTo>
                    <a:lnTo>
                      <a:pt x="0" y="49530"/>
                    </a:lnTo>
                    <a:lnTo>
                      <a:pt x="51816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" name="object 196">
                <a:extLst>
                  <a:ext uri="{FF2B5EF4-FFF2-40B4-BE49-F238E27FC236}">
                    <a16:creationId xmlns:a16="http://schemas.microsoft.com/office/drawing/2014/main" id="{72A67F9B-AF4D-A72B-1A1B-C31236A24A1B}"/>
                  </a:ext>
                </a:extLst>
              </p:cNvPr>
              <p:cNvSpPr/>
              <p:nvPr/>
            </p:nvSpPr>
            <p:spPr>
              <a:xfrm>
                <a:off x="7083424" y="6884669"/>
                <a:ext cx="27686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859" h="35559">
                    <a:moveTo>
                      <a:pt x="276606" y="35051"/>
                    </a:moveTo>
                    <a:lnTo>
                      <a:pt x="262890" y="0"/>
                    </a:lnTo>
                    <a:lnTo>
                      <a:pt x="37338" y="0"/>
                    </a:lnTo>
                    <a:lnTo>
                      <a:pt x="0" y="35052"/>
                    </a:lnTo>
                    <a:lnTo>
                      <a:pt x="276606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" name="object 197">
                <a:extLst>
                  <a:ext uri="{FF2B5EF4-FFF2-40B4-BE49-F238E27FC236}">
                    <a16:creationId xmlns:a16="http://schemas.microsoft.com/office/drawing/2014/main" id="{21986A90-408F-9A29-5782-498A6C024F1C}"/>
                  </a:ext>
                </a:extLst>
              </p:cNvPr>
              <p:cNvSpPr/>
              <p:nvPr/>
            </p:nvSpPr>
            <p:spPr>
              <a:xfrm>
                <a:off x="7083424" y="6884669"/>
                <a:ext cx="27686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6859" h="35559">
                    <a:moveTo>
                      <a:pt x="37338" y="0"/>
                    </a:moveTo>
                    <a:lnTo>
                      <a:pt x="262890" y="0"/>
                    </a:lnTo>
                    <a:lnTo>
                      <a:pt x="276606" y="35051"/>
                    </a:lnTo>
                    <a:lnTo>
                      <a:pt x="0" y="35052"/>
                    </a:lnTo>
                    <a:lnTo>
                      <a:pt x="37338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" name="object 198">
                <a:extLst>
                  <a:ext uri="{FF2B5EF4-FFF2-40B4-BE49-F238E27FC236}">
                    <a16:creationId xmlns:a16="http://schemas.microsoft.com/office/drawing/2014/main" id="{ECF8A56B-A65C-0CDC-94F8-628EBC08C91D}"/>
                  </a:ext>
                </a:extLst>
              </p:cNvPr>
              <p:cNvSpPr/>
              <p:nvPr/>
            </p:nvSpPr>
            <p:spPr>
              <a:xfrm>
                <a:off x="7369174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84582" y="35051"/>
                    </a:moveTo>
                    <a:lnTo>
                      <a:pt x="49530" y="0"/>
                    </a:lnTo>
                    <a:lnTo>
                      <a:pt x="0" y="0"/>
                    </a:lnTo>
                    <a:lnTo>
                      <a:pt x="15240" y="35052"/>
                    </a:lnTo>
                    <a:lnTo>
                      <a:pt x="84582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" name="object 199">
                <a:extLst>
                  <a:ext uri="{FF2B5EF4-FFF2-40B4-BE49-F238E27FC236}">
                    <a16:creationId xmlns:a16="http://schemas.microsoft.com/office/drawing/2014/main" id="{BB8E7C03-9BAA-9C45-D4ED-DC4636C8FE4A}"/>
                  </a:ext>
                </a:extLst>
              </p:cNvPr>
              <p:cNvSpPr/>
              <p:nvPr/>
            </p:nvSpPr>
            <p:spPr>
              <a:xfrm>
                <a:off x="7369174" y="6884669"/>
                <a:ext cx="8509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5090" h="35559">
                    <a:moveTo>
                      <a:pt x="0" y="0"/>
                    </a:moveTo>
                    <a:lnTo>
                      <a:pt x="49530" y="0"/>
                    </a:lnTo>
                    <a:lnTo>
                      <a:pt x="84582" y="35051"/>
                    </a:lnTo>
                    <a:lnTo>
                      <a:pt x="15240" y="35052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" name="object 200">
                <a:extLst>
                  <a:ext uri="{FF2B5EF4-FFF2-40B4-BE49-F238E27FC236}">
                    <a16:creationId xmlns:a16="http://schemas.microsoft.com/office/drawing/2014/main" id="{536A77B5-AC0C-293E-EE8C-4B8E9C5B837B}"/>
                  </a:ext>
                </a:extLst>
              </p:cNvPr>
              <p:cNvSpPr/>
              <p:nvPr/>
            </p:nvSpPr>
            <p:spPr>
              <a:xfrm>
                <a:off x="7129919" y="6654545"/>
                <a:ext cx="277495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168909">
                    <a:moveTo>
                      <a:pt x="277368" y="168401"/>
                    </a:moveTo>
                    <a:lnTo>
                      <a:pt x="277368" y="0"/>
                    </a:lnTo>
                    <a:lnTo>
                      <a:pt x="0" y="0"/>
                    </a:lnTo>
                    <a:lnTo>
                      <a:pt x="0" y="168401"/>
                    </a:lnTo>
                    <a:lnTo>
                      <a:pt x="277368" y="1684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" name="object 201">
                <a:extLst>
                  <a:ext uri="{FF2B5EF4-FFF2-40B4-BE49-F238E27FC236}">
                    <a16:creationId xmlns:a16="http://schemas.microsoft.com/office/drawing/2014/main" id="{62E8C9C1-93B3-36DB-DAAC-8E463A7D7160}"/>
                  </a:ext>
                </a:extLst>
              </p:cNvPr>
              <p:cNvSpPr/>
              <p:nvPr/>
            </p:nvSpPr>
            <p:spPr>
              <a:xfrm>
                <a:off x="7129919" y="6654545"/>
                <a:ext cx="277495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168909">
                    <a:moveTo>
                      <a:pt x="0" y="0"/>
                    </a:moveTo>
                    <a:lnTo>
                      <a:pt x="0" y="168401"/>
                    </a:lnTo>
                    <a:lnTo>
                      <a:pt x="277368" y="168401"/>
                    </a:lnTo>
                    <a:lnTo>
                      <a:pt x="27736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02" name="object 202">
                <a:extLst>
                  <a:ext uri="{FF2B5EF4-FFF2-40B4-BE49-F238E27FC236}">
                    <a16:creationId xmlns:a16="http://schemas.microsoft.com/office/drawing/2014/main" id="{DA5A62F0-5583-FFCE-22F8-A5B66375CD1F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7147382" y="6665912"/>
                <a:ext cx="243967" cy="145669"/>
              </a:xfrm>
              <a:prstGeom prst="rect">
                <a:avLst/>
              </a:prstGeom>
            </p:spPr>
          </p:pic>
          <p:sp>
            <p:nvSpPr>
              <p:cNvPr id="203" name="object 203">
                <a:extLst>
                  <a:ext uri="{FF2B5EF4-FFF2-40B4-BE49-F238E27FC236}">
                    <a16:creationId xmlns:a16="http://schemas.microsoft.com/office/drawing/2014/main" id="{FAF6DE50-E8C3-F79B-6E39-3C7BEDE300D1}"/>
                  </a:ext>
                </a:extLst>
              </p:cNvPr>
              <p:cNvSpPr/>
              <p:nvPr/>
            </p:nvSpPr>
            <p:spPr>
              <a:xfrm>
                <a:off x="7526147" y="6825995"/>
                <a:ext cx="383540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383540" h="86359">
                    <a:moveTo>
                      <a:pt x="383285" y="86105"/>
                    </a:moveTo>
                    <a:lnTo>
                      <a:pt x="383285" y="0"/>
                    </a:lnTo>
                    <a:lnTo>
                      <a:pt x="0" y="0"/>
                    </a:lnTo>
                    <a:lnTo>
                      <a:pt x="0" y="86105"/>
                    </a:lnTo>
                    <a:lnTo>
                      <a:pt x="383285" y="8610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" name="object 204">
                <a:extLst>
                  <a:ext uri="{FF2B5EF4-FFF2-40B4-BE49-F238E27FC236}">
                    <a16:creationId xmlns:a16="http://schemas.microsoft.com/office/drawing/2014/main" id="{09F374F2-BB95-BC85-C0A8-63A9694DE101}"/>
                  </a:ext>
                </a:extLst>
              </p:cNvPr>
              <p:cNvSpPr/>
              <p:nvPr/>
            </p:nvSpPr>
            <p:spPr>
              <a:xfrm>
                <a:off x="7526147" y="6825995"/>
                <a:ext cx="38290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82904" h="85725">
                    <a:moveTo>
                      <a:pt x="0" y="0"/>
                    </a:moveTo>
                    <a:lnTo>
                      <a:pt x="0" y="85344"/>
                    </a:lnTo>
                    <a:lnTo>
                      <a:pt x="382524" y="85344"/>
                    </a:lnTo>
                    <a:lnTo>
                      <a:pt x="38252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" name="object 205">
                <a:extLst>
                  <a:ext uri="{FF2B5EF4-FFF2-40B4-BE49-F238E27FC236}">
                    <a16:creationId xmlns:a16="http://schemas.microsoft.com/office/drawing/2014/main" id="{7FE0C6DF-AC57-9365-8D13-9E5549907356}"/>
                  </a:ext>
                </a:extLst>
              </p:cNvPr>
              <p:cNvSpPr/>
              <p:nvPr/>
            </p:nvSpPr>
            <p:spPr>
              <a:xfrm>
                <a:off x="7739520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133350" y="39624"/>
                    </a:moveTo>
                    <a:lnTo>
                      <a:pt x="133350" y="0"/>
                    </a:lnTo>
                    <a:lnTo>
                      <a:pt x="0" y="0"/>
                    </a:lnTo>
                    <a:lnTo>
                      <a:pt x="0" y="39624"/>
                    </a:lnTo>
                    <a:lnTo>
                      <a:pt x="133350" y="39624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" name="object 206">
                <a:extLst>
                  <a:ext uri="{FF2B5EF4-FFF2-40B4-BE49-F238E27FC236}">
                    <a16:creationId xmlns:a16="http://schemas.microsoft.com/office/drawing/2014/main" id="{6CAAEBBB-5898-496A-8136-71BB6F0B0BA5}"/>
                  </a:ext>
                </a:extLst>
              </p:cNvPr>
              <p:cNvSpPr/>
              <p:nvPr/>
            </p:nvSpPr>
            <p:spPr>
              <a:xfrm>
                <a:off x="7739520" y="6840473"/>
                <a:ext cx="1333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0004">
                    <a:moveTo>
                      <a:pt x="0" y="0"/>
                    </a:moveTo>
                    <a:lnTo>
                      <a:pt x="0" y="39624"/>
                    </a:lnTo>
                    <a:lnTo>
                      <a:pt x="133350" y="39624"/>
                    </a:lnTo>
                    <a:lnTo>
                      <a:pt x="13335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" name="object 207">
                <a:extLst>
                  <a:ext uri="{FF2B5EF4-FFF2-40B4-BE49-F238E27FC236}">
                    <a16:creationId xmlns:a16="http://schemas.microsoft.com/office/drawing/2014/main" id="{502F44B0-00F6-1A2A-3ECC-4E62B21F6482}"/>
                  </a:ext>
                </a:extLst>
              </p:cNvPr>
              <p:cNvSpPr/>
              <p:nvPr/>
            </p:nvSpPr>
            <p:spPr>
              <a:xfrm>
                <a:off x="7510906" y="6873239"/>
                <a:ext cx="415290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5290" h="55879">
                    <a:moveTo>
                      <a:pt x="415290" y="53339"/>
                    </a:moveTo>
                    <a:lnTo>
                      <a:pt x="415290" y="50291"/>
                    </a:lnTo>
                    <a:lnTo>
                      <a:pt x="365760" y="0"/>
                    </a:lnTo>
                    <a:lnTo>
                      <a:pt x="51816" y="0"/>
                    </a:lnTo>
                    <a:lnTo>
                      <a:pt x="762" y="49530"/>
                    </a:lnTo>
                    <a:lnTo>
                      <a:pt x="0" y="52577"/>
                    </a:lnTo>
                    <a:lnTo>
                      <a:pt x="1524" y="54864"/>
                    </a:lnTo>
                    <a:lnTo>
                      <a:pt x="5334" y="55626"/>
                    </a:lnTo>
                    <a:lnTo>
                      <a:pt x="411480" y="55625"/>
                    </a:lnTo>
                    <a:lnTo>
                      <a:pt x="414528" y="54863"/>
                    </a:lnTo>
                    <a:lnTo>
                      <a:pt x="415290" y="5333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" name="object 208">
                <a:extLst>
                  <a:ext uri="{FF2B5EF4-FFF2-40B4-BE49-F238E27FC236}">
                    <a16:creationId xmlns:a16="http://schemas.microsoft.com/office/drawing/2014/main" id="{B4DEB6BF-6CE8-7BB5-8556-606FE9D4C11D}"/>
                  </a:ext>
                </a:extLst>
              </p:cNvPr>
              <p:cNvSpPr/>
              <p:nvPr/>
            </p:nvSpPr>
            <p:spPr>
              <a:xfrm>
                <a:off x="7510906" y="6873239"/>
                <a:ext cx="415290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5290" h="55879">
                    <a:moveTo>
                      <a:pt x="51816" y="0"/>
                    </a:moveTo>
                    <a:lnTo>
                      <a:pt x="365760" y="0"/>
                    </a:lnTo>
                    <a:lnTo>
                      <a:pt x="415290" y="50291"/>
                    </a:lnTo>
                    <a:lnTo>
                      <a:pt x="415290" y="53339"/>
                    </a:lnTo>
                    <a:lnTo>
                      <a:pt x="414528" y="54863"/>
                    </a:lnTo>
                    <a:lnTo>
                      <a:pt x="411480" y="55625"/>
                    </a:lnTo>
                    <a:lnTo>
                      <a:pt x="5334" y="55626"/>
                    </a:lnTo>
                    <a:lnTo>
                      <a:pt x="1524" y="54864"/>
                    </a:lnTo>
                    <a:lnTo>
                      <a:pt x="0" y="52577"/>
                    </a:lnTo>
                    <a:lnTo>
                      <a:pt x="762" y="49530"/>
                    </a:lnTo>
                    <a:lnTo>
                      <a:pt x="51816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" name="object 209">
                <a:extLst>
                  <a:ext uri="{FF2B5EF4-FFF2-40B4-BE49-F238E27FC236}">
                    <a16:creationId xmlns:a16="http://schemas.microsoft.com/office/drawing/2014/main" id="{428AAF49-4150-0F2E-0953-36F2816F7D02}"/>
                  </a:ext>
                </a:extLst>
              </p:cNvPr>
              <p:cNvSpPr/>
              <p:nvPr/>
            </p:nvSpPr>
            <p:spPr>
              <a:xfrm>
                <a:off x="7533017" y="6884669"/>
                <a:ext cx="277495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35559">
                    <a:moveTo>
                      <a:pt x="277367" y="35051"/>
                    </a:moveTo>
                    <a:lnTo>
                      <a:pt x="264413" y="0"/>
                    </a:lnTo>
                    <a:lnTo>
                      <a:pt x="36575" y="0"/>
                    </a:lnTo>
                    <a:lnTo>
                      <a:pt x="0" y="35052"/>
                    </a:lnTo>
                    <a:lnTo>
                      <a:pt x="277367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" name="object 210">
                <a:extLst>
                  <a:ext uri="{FF2B5EF4-FFF2-40B4-BE49-F238E27FC236}">
                    <a16:creationId xmlns:a16="http://schemas.microsoft.com/office/drawing/2014/main" id="{55DD74D1-6475-C235-CCAE-A6CFBB5BB3FF}"/>
                  </a:ext>
                </a:extLst>
              </p:cNvPr>
              <p:cNvSpPr/>
              <p:nvPr/>
            </p:nvSpPr>
            <p:spPr>
              <a:xfrm>
                <a:off x="7533017" y="6884669"/>
                <a:ext cx="277495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35559">
                    <a:moveTo>
                      <a:pt x="36575" y="0"/>
                    </a:moveTo>
                    <a:lnTo>
                      <a:pt x="264413" y="0"/>
                    </a:lnTo>
                    <a:lnTo>
                      <a:pt x="277367" y="35051"/>
                    </a:lnTo>
                    <a:lnTo>
                      <a:pt x="0" y="35052"/>
                    </a:lnTo>
                    <a:lnTo>
                      <a:pt x="36575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" name="object 211">
                <a:extLst>
                  <a:ext uri="{FF2B5EF4-FFF2-40B4-BE49-F238E27FC236}">
                    <a16:creationId xmlns:a16="http://schemas.microsoft.com/office/drawing/2014/main" id="{631F0158-F25F-735F-0191-5A897C6DC8EB}"/>
                  </a:ext>
                </a:extLst>
              </p:cNvPr>
              <p:cNvSpPr/>
              <p:nvPr/>
            </p:nvSpPr>
            <p:spPr>
              <a:xfrm>
                <a:off x="7818767" y="6884669"/>
                <a:ext cx="8382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35559">
                    <a:moveTo>
                      <a:pt x="83820" y="35051"/>
                    </a:moveTo>
                    <a:lnTo>
                      <a:pt x="49530" y="0"/>
                    </a:lnTo>
                    <a:lnTo>
                      <a:pt x="0" y="0"/>
                    </a:lnTo>
                    <a:lnTo>
                      <a:pt x="16002" y="35052"/>
                    </a:lnTo>
                    <a:lnTo>
                      <a:pt x="83820" y="350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" name="object 212">
                <a:extLst>
                  <a:ext uri="{FF2B5EF4-FFF2-40B4-BE49-F238E27FC236}">
                    <a16:creationId xmlns:a16="http://schemas.microsoft.com/office/drawing/2014/main" id="{46EB467B-DCFF-FA3B-8A0D-7AED19CAE381}"/>
                  </a:ext>
                </a:extLst>
              </p:cNvPr>
              <p:cNvSpPr/>
              <p:nvPr/>
            </p:nvSpPr>
            <p:spPr>
              <a:xfrm>
                <a:off x="7818767" y="6884669"/>
                <a:ext cx="83820" cy="3556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35559">
                    <a:moveTo>
                      <a:pt x="0" y="0"/>
                    </a:moveTo>
                    <a:lnTo>
                      <a:pt x="49530" y="0"/>
                    </a:lnTo>
                    <a:lnTo>
                      <a:pt x="83820" y="35051"/>
                    </a:lnTo>
                    <a:lnTo>
                      <a:pt x="16002" y="35052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3" name="object 213">
                <a:extLst>
                  <a:ext uri="{FF2B5EF4-FFF2-40B4-BE49-F238E27FC236}">
                    <a16:creationId xmlns:a16="http://schemas.microsoft.com/office/drawing/2014/main" id="{07FB6D32-FA9A-C22D-1D26-4D245F363FA9}"/>
                  </a:ext>
                </a:extLst>
              </p:cNvPr>
              <p:cNvSpPr/>
              <p:nvPr/>
            </p:nvSpPr>
            <p:spPr>
              <a:xfrm>
                <a:off x="7580249" y="6654545"/>
                <a:ext cx="278130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168909">
                    <a:moveTo>
                      <a:pt x="278129" y="168401"/>
                    </a:moveTo>
                    <a:lnTo>
                      <a:pt x="278129" y="0"/>
                    </a:lnTo>
                    <a:lnTo>
                      <a:pt x="0" y="0"/>
                    </a:lnTo>
                    <a:lnTo>
                      <a:pt x="0" y="168401"/>
                    </a:lnTo>
                    <a:lnTo>
                      <a:pt x="278129" y="1684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4" name="object 214">
                <a:extLst>
                  <a:ext uri="{FF2B5EF4-FFF2-40B4-BE49-F238E27FC236}">
                    <a16:creationId xmlns:a16="http://schemas.microsoft.com/office/drawing/2014/main" id="{F0BAF938-6DF0-532D-E756-20BA05710E56}"/>
                  </a:ext>
                </a:extLst>
              </p:cNvPr>
              <p:cNvSpPr/>
              <p:nvPr/>
            </p:nvSpPr>
            <p:spPr>
              <a:xfrm>
                <a:off x="7580249" y="6654545"/>
                <a:ext cx="278130" cy="168910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168909">
                    <a:moveTo>
                      <a:pt x="0" y="0"/>
                    </a:moveTo>
                    <a:lnTo>
                      <a:pt x="0" y="168401"/>
                    </a:lnTo>
                    <a:lnTo>
                      <a:pt x="278129" y="168401"/>
                    </a:lnTo>
                    <a:lnTo>
                      <a:pt x="278129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15" name="object 215">
                <a:extLst>
                  <a:ext uri="{FF2B5EF4-FFF2-40B4-BE49-F238E27FC236}">
                    <a16:creationId xmlns:a16="http://schemas.microsoft.com/office/drawing/2014/main" id="{C85EBC2E-FEBA-64F6-B88D-8E2D85F86C95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7596187" y="6665912"/>
                <a:ext cx="244728" cy="145669"/>
              </a:xfrm>
              <a:prstGeom prst="rect">
                <a:avLst/>
              </a:prstGeom>
            </p:spPr>
          </p:pic>
          <p:sp>
            <p:nvSpPr>
              <p:cNvPr id="216" name="object 216">
                <a:extLst>
                  <a:ext uri="{FF2B5EF4-FFF2-40B4-BE49-F238E27FC236}">
                    <a16:creationId xmlns:a16="http://schemas.microsoft.com/office/drawing/2014/main" id="{B68A51E6-D205-D21A-1DE4-BC2B2AD7EDBB}"/>
                  </a:ext>
                </a:extLst>
              </p:cNvPr>
              <p:cNvSpPr/>
              <p:nvPr/>
            </p:nvSpPr>
            <p:spPr>
              <a:xfrm>
                <a:off x="7748651" y="6924293"/>
                <a:ext cx="17780" cy="140335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334">
                    <a:moveTo>
                      <a:pt x="17525" y="140207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40207"/>
                    </a:lnTo>
                    <a:lnTo>
                      <a:pt x="17525" y="140207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7" name="object 217">
                <a:extLst>
                  <a:ext uri="{FF2B5EF4-FFF2-40B4-BE49-F238E27FC236}">
                    <a16:creationId xmlns:a16="http://schemas.microsoft.com/office/drawing/2014/main" id="{611DA5F3-296B-D868-C3C0-FEF161DD4150}"/>
                  </a:ext>
                </a:extLst>
              </p:cNvPr>
              <p:cNvSpPr/>
              <p:nvPr/>
            </p:nvSpPr>
            <p:spPr>
              <a:xfrm>
                <a:off x="7748651" y="6924293"/>
                <a:ext cx="1778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39700">
                    <a:moveTo>
                      <a:pt x="0" y="0"/>
                    </a:moveTo>
                    <a:lnTo>
                      <a:pt x="0" y="139446"/>
                    </a:lnTo>
                    <a:lnTo>
                      <a:pt x="17525" y="139446"/>
                    </a:lnTo>
                    <a:lnTo>
                      <a:pt x="175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8" name="object 218">
                <a:extLst>
                  <a:ext uri="{FF2B5EF4-FFF2-40B4-BE49-F238E27FC236}">
                    <a16:creationId xmlns:a16="http://schemas.microsoft.com/office/drawing/2014/main" id="{8587990C-6CB4-A99B-010A-C78D2242F2B9}"/>
                  </a:ext>
                </a:extLst>
              </p:cNvPr>
              <p:cNvSpPr/>
              <p:nvPr/>
            </p:nvSpPr>
            <p:spPr>
              <a:xfrm>
                <a:off x="7291450" y="6921245"/>
                <a:ext cx="1778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39700">
                    <a:moveTo>
                      <a:pt x="17525" y="139446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39446"/>
                    </a:lnTo>
                    <a:lnTo>
                      <a:pt x="17525" y="139446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9" name="object 219">
                <a:extLst>
                  <a:ext uri="{FF2B5EF4-FFF2-40B4-BE49-F238E27FC236}">
                    <a16:creationId xmlns:a16="http://schemas.microsoft.com/office/drawing/2014/main" id="{765431BF-8E75-AD8F-4E50-E1FB2CF975FE}"/>
                  </a:ext>
                </a:extLst>
              </p:cNvPr>
              <p:cNvSpPr/>
              <p:nvPr/>
            </p:nvSpPr>
            <p:spPr>
              <a:xfrm>
                <a:off x="7291450" y="6921245"/>
                <a:ext cx="1778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39700">
                    <a:moveTo>
                      <a:pt x="0" y="0"/>
                    </a:moveTo>
                    <a:lnTo>
                      <a:pt x="0" y="139446"/>
                    </a:lnTo>
                    <a:lnTo>
                      <a:pt x="17525" y="139446"/>
                    </a:lnTo>
                    <a:lnTo>
                      <a:pt x="175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0" name="object 220">
                <a:extLst>
                  <a:ext uri="{FF2B5EF4-FFF2-40B4-BE49-F238E27FC236}">
                    <a16:creationId xmlns:a16="http://schemas.microsoft.com/office/drawing/2014/main" id="{56F18AB7-4CF0-D3C3-88B3-000D249C9BCC}"/>
                  </a:ext>
                </a:extLst>
              </p:cNvPr>
              <p:cNvSpPr/>
              <p:nvPr/>
            </p:nvSpPr>
            <p:spPr>
              <a:xfrm>
                <a:off x="6834250" y="6921245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970">
                    <a:moveTo>
                      <a:pt x="17525" y="140970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40970"/>
                    </a:lnTo>
                    <a:lnTo>
                      <a:pt x="17525" y="140970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1" name="object 221">
                <a:extLst>
                  <a:ext uri="{FF2B5EF4-FFF2-40B4-BE49-F238E27FC236}">
                    <a16:creationId xmlns:a16="http://schemas.microsoft.com/office/drawing/2014/main" id="{0C523813-E65E-4784-9E16-8BCC44CA5095}"/>
                  </a:ext>
                </a:extLst>
              </p:cNvPr>
              <p:cNvSpPr/>
              <p:nvPr/>
            </p:nvSpPr>
            <p:spPr>
              <a:xfrm>
                <a:off x="6834250" y="6921245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970">
                    <a:moveTo>
                      <a:pt x="0" y="0"/>
                    </a:moveTo>
                    <a:lnTo>
                      <a:pt x="0" y="140970"/>
                    </a:lnTo>
                    <a:lnTo>
                      <a:pt x="17525" y="140970"/>
                    </a:lnTo>
                    <a:lnTo>
                      <a:pt x="175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2" name="object 222">
                <a:extLst>
                  <a:ext uri="{FF2B5EF4-FFF2-40B4-BE49-F238E27FC236}">
                    <a16:creationId xmlns:a16="http://schemas.microsoft.com/office/drawing/2014/main" id="{29659393-BB9F-306E-C2E0-4535A31C31F7}"/>
                  </a:ext>
                </a:extLst>
              </p:cNvPr>
              <p:cNvSpPr/>
              <p:nvPr/>
            </p:nvSpPr>
            <p:spPr>
              <a:xfrm>
                <a:off x="5405513" y="6921245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970">
                    <a:moveTo>
                      <a:pt x="17525" y="140970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40970"/>
                    </a:lnTo>
                    <a:lnTo>
                      <a:pt x="17525" y="140970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3" name="object 223">
                <a:extLst>
                  <a:ext uri="{FF2B5EF4-FFF2-40B4-BE49-F238E27FC236}">
                    <a16:creationId xmlns:a16="http://schemas.microsoft.com/office/drawing/2014/main" id="{0859D71A-E8AF-2C11-AD5B-37D49075F437}"/>
                  </a:ext>
                </a:extLst>
              </p:cNvPr>
              <p:cNvSpPr/>
              <p:nvPr/>
            </p:nvSpPr>
            <p:spPr>
              <a:xfrm>
                <a:off x="5405513" y="6921245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970">
                    <a:moveTo>
                      <a:pt x="0" y="0"/>
                    </a:moveTo>
                    <a:lnTo>
                      <a:pt x="0" y="140970"/>
                    </a:lnTo>
                    <a:lnTo>
                      <a:pt x="17525" y="140970"/>
                    </a:lnTo>
                    <a:lnTo>
                      <a:pt x="175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4" name="object 224">
                <a:extLst>
                  <a:ext uri="{FF2B5EF4-FFF2-40B4-BE49-F238E27FC236}">
                    <a16:creationId xmlns:a16="http://schemas.microsoft.com/office/drawing/2014/main" id="{9431CFA9-F1DF-C9C0-8E87-A4F08AF2E885}"/>
                  </a:ext>
                </a:extLst>
              </p:cNvPr>
              <p:cNvSpPr/>
              <p:nvPr/>
            </p:nvSpPr>
            <p:spPr>
              <a:xfrm>
                <a:off x="4149737" y="6932675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970">
                    <a:moveTo>
                      <a:pt x="17525" y="140970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40970"/>
                    </a:lnTo>
                    <a:lnTo>
                      <a:pt x="17525" y="140970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5" name="object 225">
                <a:extLst>
                  <a:ext uri="{FF2B5EF4-FFF2-40B4-BE49-F238E27FC236}">
                    <a16:creationId xmlns:a16="http://schemas.microsoft.com/office/drawing/2014/main" id="{FFEDEB53-9584-1CF4-94A2-7E1D2CD463B3}"/>
                  </a:ext>
                </a:extLst>
              </p:cNvPr>
              <p:cNvSpPr/>
              <p:nvPr/>
            </p:nvSpPr>
            <p:spPr>
              <a:xfrm>
                <a:off x="4149737" y="6932675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40970">
                    <a:moveTo>
                      <a:pt x="0" y="0"/>
                    </a:moveTo>
                    <a:lnTo>
                      <a:pt x="0" y="140970"/>
                    </a:lnTo>
                    <a:lnTo>
                      <a:pt x="17525" y="140970"/>
                    </a:lnTo>
                    <a:lnTo>
                      <a:pt x="175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6" name="object 226">
                <a:extLst>
                  <a:ext uri="{FF2B5EF4-FFF2-40B4-BE49-F238E27FC236}">
                    <a16:creationId xmlns:a16="http://schemas.microsoft.com/office/drawing/2014/main" id="{FAA6AAE0-A315-D003-D6F0-34D2AB944D25}"/>
                  </a:ext>
                </a:extLst>
              </p:cNvPr>
              <p:cNvSpPr/>
              <p:nvPr/>
            </p:nvSpPr>
            <p:spPr>
              <a:xfrm>
                <a:off x="2665361" y="6414515"/>
                <a:ext cx="2768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276860" h="10160">
                    <a:moveTo>
                      <a:pt x="276606" y="0"/>
                    </a:moveTo>
                    <a:lnTo>
                      <a:pt x="8382" y="0"/>
                    </a:lnTo>
                    <a:lnTo>
                      <a:pt x="0" y="9906"/>
                    </a:lnTo>
                    <a:lnTo>
                      <a:pt x="260604" y="9906"/>
                    </a:lnTo>
                    <a:lnTo>
                      <a:pt x="276606" y="0"/>
                    </a:lnTo>
                    <a:close/>
                  </a:path>
                </a:pathLst>
              </a:custGeom>
              <a:solidFill>
                <a:srgbClr val="E0E0E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7" name="object 227">
                <a:extLst>
                  <a:ext uri="{FF2B5EF4-FFF2-40B4-BE49-F238E27FC236}">
                    <a16:creationId xmlns:a16="http://schemas.microsoft.com/office/drawing/2014/main" id="{E4157993-127E-0ED5-5CBD-6B60A7C45107}"/>
                  </a:ext>
                </a:extLst>
              </p:cNvPr>
              <p:cNvSpPr/>
              <p:nvPr/>
            </p:nvSpPr>
            <p:spPr>
              <a:xfrm>
                <a:off x="2665361" y="6414515"/>
                <a:ext cx="2768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276860" h="10160">
                    <a:moveTo>
                      <a:pt x="276606" y="0"/>
                    </a:moveTo>
                    <a:lnTo>
                      <a:pt x="260604" y="9906"/>
                    </a:lnTo>
                    <a:lnTo>
                      <a:pt x="0" y="9906"/>
                    </a:lnTo>
                    <a:lnTo>
                      <a:pt x="8382" y="0"/>
                    </a:lnTo>
                    <a:lnTo>
                      <a:pt x="276606" y="0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8" name="object 228">
                <a:extLst>
                  <a:ext uri="{FF2B5EF4-FFF2-40B4-BE49-F238E27FC236}">
                    <a16:creationId xmlns:a16="http://schemas.microsoft.com/office/drawing/2014/main" id="{D32AB7E4-956D-1E55-8C0F-B56166C58CDE}"/>
                  </a:ext>
                </a:extLst>
              </p:cNvPr>
              <p:cNvSpPr/>
              <p:nvPr/>
            </p:nvSpPr>
            <p:spPr>
              <a:xfrm>
                <a:off x="2873387" y="6412991"/>
                <a:ext cx="70485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70485" h="539750">
                    <a:moveTo>
                      <a:pt x="70104" y="521207"/>
                    </a:moveTo>
                    <a:lnTo>
                      <a:pt x="70104" y="197357"/>
                    </a:lnTo>
                    <a:lnTo>
                      <a:pt x="69342" y="0"/>
                    </a:lnTo>
                    <a:lnTo>
                      <a:pt x="51816" y="10667"/>
                    </a:lnTo>
                    <a:lnTo>
                      <a:pt x="0" y="179069"/>
                    </a:lnTo>
                    <a:lnTo>
                      <a:pt x="55626" y="539495"/>
                    </a:lnTo>
                    <a:lnTo>
                      <a:pt x="70104" y="521207"/>
                    </a:lnTo>
                    <a:close/>
                  </a:path>
                </a:pathLst>
              </a:custGeom>
              <a:solidFill>
                <a:srgbClr val="A0A0A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9" name="object 229">
                <a:extLst>
                  <a:ext uri="{FF2B5EF4-FFF2-40B4-BE49-F238E27FC236}">
                    <a16:creationId xmlns:a16="http://schemas.microsoft.com/office/drawing/2014/main" id="{D1638FB0-EBDA-886C-6ECF-35688DEF4657}"/>
                  </a:ext>
                </a:extLst>
              </p:cNvPr>
              <p:cNvSpPr/>
              <p:nvPr/>
            </p:nvSpPr>
            <p:spPr>
              <a:xfrm>
                <a:off x="2873387" y="6412991"/>
                <a:ext cx="70485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70485" h="539750">
                    <a:moveTo>
                      <a:pt x="70104" y="521207"/>
                    </a:moveTo>
                    <a:lnTo>
                      <a:pt x="55626" y="539495"/>
                    </a:lnTo>
                    <a:lnTo>
                      <a:pt x="0" y="179069"/>
                    </a:lnTo>
                    <a:lnTo>
                      <a:pt x="51816" y="10667"/>
                    </a:lnTo>
                    <a:lnTo>
                      <a:pt x="69342" y="0"/>
                    </a:lnTo>
                    <a:lnTo>
                      <a:pt x="70104" y="197357"/>
                    </a:lnTo>
                    <a:lnTo>
                      <a:pt x="70104" y="521207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0" name="object 230">
                <a:extLst>
                  <a:ext uri="{FF2B5EF4-FFF2-40B4-BE49-F238E27FC236}">
                    <a16:creationId xmlns:a16="http://schemas.microsoft.com/office/drawing/2014/main" id="{F936A9EE-0C5F-F1F9-0F13-B68753CF2DED}"/>
                  </a:ext>
                </a:extLst>
              </p:cNvPr>
              <p:cNvSpPr/>
              <p:nvPr/>
            </p:nvSpPr>
            <p:spPr>
              <a:xfrm>
                <a:off x="2941967" y="6376415"/>
                <a:ext cx="121285" cy="558165"/>
              </a:xfrm>
              <a:custGeom>
                <a:avLst/>
                <a:gdLst/>
                <a:ahLst/>
                <a:cxnLst/>
                <a:rect l="l" t="t" r="r" b="b"/>
                <a:pathLst>
                  <a:path w="121285" h="558165">
                    <a:moveTo>
                      <a:pt x="121157" y="424434"/>
                    </a:moveTo>
                    <a:lnTo>
                      <a:pt x="121157" y="0"/>
                    </a:lnTo>
                    <a:lnTo>
                      <a:pt x="0" y="36576"/>
                    </a:lnTo>
                    <a:lnTo>
                      <a:pt x="0" y="557784"/>
                    </a:lnTo>
                    <a:lnTo>
                      <a:pt x="121157" y="424434"/>
                    </a:lnTo>
                    <a:close/>
                  </a:path>
                </a:pathLst>
              </a:custGeom>
              <a:solidFill>
                <a:srgbClr val="A0A0A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1" name="object 231">
                <a:extLst>
                  <a:ext uri="{FF2B5EF4-FFF2-40B4-BE49-F238E27FC236}">
                    <a16:creationId xmlns:a16="http://schemas.microsoft.com/office/drawing/2014/main" id="{880D2D69-B92E-33E4-A19B-5E81018DC100}"/>
                  </a:ext>
                </a:extLst>
              </p:cNvPr>
              <p:cNvSpPr/>
              <p:nvPr/>
            </p:nvSpPr>
            <p:spPr>
              <a:xfrm>
                <a:off x="2941967" y="6376415"/>
                <a:ext cx="121285" cy="558165"/>
              </a:xfrm>
              <a:custGeom>
                <a:avLst/>
                <a:gdLst/>
                <a:ahLst/>
                <a:cxnLst/>
                <a:rect l="l" t="t" r="r" b="b"/>
                <a:pathLst>
                  <a:path w="121285" h="558165">
                    <a:moveTo>
                      <a:pt x="121157" y="0"/>
                    </a:moveTo>
                    <a:lnTo>
                      <a:pt x="0" y="36576"/>
                    </a:lnTo>
                    <a:lnTo>
                      <a:pt x="0" y="557784"/>
                    </a:lnTo>
                    <a:lnTo>
                      <a:pt x="121157" y="424434"/>
                    </a:lnTo>
                    <a:lnTo>
                      <a:pt x="121157" y="0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2" name="object 232">
                <a:extLst>
                  <a:ext uri="{FF2B5EF4-FFF2-40B4-BE49-F238E27FC236}">
                    <a16:creationId xmlns:a16="http://schemas.microsoft.com/office/drawing/2014/main" id="{5CFD74AC-31C0-E2E4-8B03-C5E9326B9ED1}"/>
                  </a:ext>
                </a:extLst>
              </p:cNvPr>
              <p:cNvSpPr/>
              <p:nvPr/>
            </p:nvSpPr>
            <p:spPr>
              <a:xfrm>
                <a:off x="2672981" y="6375653"/>
                <a:ext cx="390525" cy="39370"/>
              </a:xfrm>
              <a:custGeom>
                <a:avLst/>
                <a:gdLst/>
                <a:ahLst/>
                <a:cxnLst/>
                <a:rect l="l" t="t" r="r" b="b"/>
                <a:pathLst>
                  <a:path w="390525" h="39370">
                    <a:moveTo>
                      <a:pt x="390144" y="0"/>
                    </a:moveTo>
                    <a:lnTo>
                      <a:pt x="188214" y="0"/>
                    </a:lnTo>
                    <a:lnTo>
                      <a:pt x="0" y="38862"/>
                    </a:lnTo>
                    <a:lnTo>
                      <a:pt x="268224" y="38862"/>
                    </a:lnTo>
                    <a:lnTo>
                      <a:pt x="390144" y="0"/>
                    </a:lnTo>
                    <a:close/>
                  </a:path>
                </a:pathLst>
              </a:custGeom>
              <a:solidFill>
                <a:srgbClr val="E0E0E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3" name="object 233">
                <a:extLst>
                  <a:ext uri="{FF2B5EF4-FFF2-40B4-BE49-F238E27FC236}">
                    <a16:creationId xmlns:a16="http://schemas.microsoft.com/office/drawing/2014/main" id="{7AFFA3BE-E7A2-90AE-9701-32FC22D4ED24}"/>
                  </a:ext>
                </a:extLst>
              </p:cNvPr>
              <p:cNvSpPr/>
              <p:nvPr/>
            </p:nvSpPr>
            <p:spPr>
              <a:xfrm>
                <a:off x="2672981" y="6375653"/>
                <a:ext cx="390525" cy="39370"/>
              </a:xfrm>
              <a:custGeom>
                <a:avLst/>
                <a:gdLst/>
                <a:ahLst/>
                <a:cxnLst/>
                <a:rect l="l" t="t" r="r" b="b"/>
                <a:pathLst>
                  <a:path w="390525" h="39370">
                    <a:moveTo>
                      <a:pt x="268224" y="38862"/>
                    </a:moveTo>
                    <a:lnTo>
                      <a:pt x="0" y="38862"/>
                    </a:lnTo>
                    <a:lnTo>
                      <a:pt x="188214" y="0"/>
                    </a:lnTo>
                    <a:lnTo>
                      <a:pt x="390144" y="0"/>
                    </a:lnTo>
                    <a:lnTo>
                      <a:pt x="268224" y="38862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4" name="object 234">
                <a:extLst>
                  <a:ext uri="{FF2B5EF4-FFF2-40B4-BE49-F238E27FC236}">
                    <a16:creationId xmlns:a16="http://schemas.microsoft.com/office/drawing/2014/main" id="{52731880-E7DF-5E8C-43E7-7024D50339C1}"/>
                  </a:ext>
                </a:extLst>
              </p:cNvPr>
              <p:cNvSpPr/>
              <p:nvPr/>
            </p:nvSpPr>
            <p:spPr>
              <a:xfrm>
                <a:off x="2672981" y="6613397"/>
                <a:ext cx="256540" cy="340360"/>
              </a:xfrm>
              <a:custGeom>
                <a:avLst/>
                <a:gdLst/>
                <a:ahLst/>
                <a:cxnLst/>
                <a:rect l="l" t="t" r="r" b="b"/>
                <a:pathLst>
                  <a:path w="256539" h="340359">
                    <a:moveTo>
                      <a:pt x="256031" y="339851"/>
                    </a:moveTo>
                    <a:lnTo>
                      <a:pt x="256031" y="0"/>
                    </a:lnTo>
                    <a:lnTo>
                      <a:pt x="0" y="0"/>
                    </a:lnTo>
                    <a:lnTo>
                      <a:pt x="0" y="339851"/>
                    </a:lnTo>
                    <a:lnTo>
                      <a:pt x="256031" y="339851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5" name="object 235">
                <a:extLst>
                  <a:ext uri="{FF2B5EF4-FFF2-40B4-BE49-F238E27FC236}">
                    <a16:creationId xmlns:a16="http://schemas.microsoft.com/office/drawing/2014/main" id="{4854BAD4-0E83-0431-D703-151F8D412173}"/>
                  </a:ext>
                </a:extLst>
              </p:cNvPr>
              <p:cNvSpPr/>
              <p:nvPr/>
            </p:nvSpPr>
            <p:spPr>
              <a:xfrm>
                <a:off x="2672981" y="6613397"/>
                <a:ext cx="256540" cy="340360"/>
              </a:xfrm>
              <a:custGeom>
                <a:avLst/>
                <a:gdLst/>
                <a:ahLst/>
                <a:cxnLst/>
                <a:rect l="l" t="t" r="r" b="b"/>
                <a:pathLst>
                  <a:path w="256539" h="340359">
                    <a:moveTo>
                      <a:pt x="256031" y="0"/>
                    </a:moveTo>
                    <a:lnTo>
                      <a:pt x="256031" y="339851"/>
                    </a:lnTo>
                    <a:lnTo>
                      <a:pt x="0" y="339851"/>
                    </a:lnTo>
                    <a:lnTo>
                      <a:pt x="0" y="0"/>
                    </a:lnTo>
                    <a:lnTo>
                      <a:pt x="256031" y="0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6" name="object 236">
                <a:extLst>
                  <a:ext uri="{FF2B5EF4-FFF2-40B4-BE49-F238E27FC236}">
                    <a16:creationId xmlns:a16="http://schemas.microsoft.com/office/drawing/2014/main" id="{25C29616-DC18-9A05-E6E4-53BB9273E6B3}"/>
                  </a:ext>
                </a:extLst>
              </p:cNvPr>
              <p:cNvSpPr/>
              <p:nvPr/>
            </p:nvSpPr>
            <p:spPr>
              <a:xfrm>
                <a:off x="2653169" y="6423659"/>
                <a:ext cx="273050" cy="170180"/>
              </a:xfrm>
              <a:custGeom>
                <a:avLst/>
                <a:gdLst/>
                <a:ahLst/>
                <a:cxnLst/>
                <a:rect l="l" t="t" r="r" b="b"/>
                <a:pathLst>
                  <a:path w="273050" h="170179">
                    <a:moveTo>
                      <a:pt x="272795" y="0"/>
                    </a:moveTo>
                    <a:lnTo>
                      <a:pt x="12191" y="0"/>
                    </a:lnTo>
                    <a:lnTo>
                      <a:pt x="0" y="169926"/>
                    </a:lnTo>
                    <a:lnTo>
                      <a:pt x="261365" y="169926"/>
                    </a:lnTo>
                    <a:lnTo>
                      <a:pt x="272795" y="0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7" name="object 237">
                <a:extLst>
                  <a:ext uri="{FF2B5EF4-FFF2-40B4-BE49-F238E27FC236}">
                    <a16:creationId xmlns:a16="http://schemas.microsoft.com/office/drawing/2014/main" id="{3FD118FA-DD35-CCFA-86B7-5C2ADC147416}"/>
                  </a:ext>
                </a:extLst>
              </p:cNvPr>
              <p:cNvSpPr/>
              <p:nvPr/>
            </p:nvSpPr>
            <p:spPr>
              <a:xfrm>
                <a:off x="2653169" y="6423659"/>
                <a:ext cx="273050" cy="170180"/>
              </a:xfrm>
              <a:custGeom>
                <a:avLst/>
                <a:gdLst/>
                <a:ahLst/>
                <a:cxnLst/>
                <a:rect l="l" t="t" r="r" b="b"/>
                <a:pathLst>
                  <a:path w="273050" h="170179">
                    <a:moveTo>
                      <a:pt x="272795" y="0"/>
                    </a:moveTo>
                    <a:lnTo>
                      <a:pt x="12191" y="0"/>
                    </a:lnTo>
                    <a:lnTo>
                      <a:pt x="0" y="169926"/>
                    </a:lnTo>
                    <a:lnTo>
                      <a:pt x="261365" y="169926"/>
                    </a:lnTo>
                    <a:lnTo>
                      <a:pt x="272795" y="0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8" name="object 238">
                <a:extLst>
                  <a:ext uri="{FF2B5EF4-FFF2-40B4-BE49-F238E27FC236}">
                    <a16:creationId xmlns:a16="http://schemas.microsoft.com/office/drawing/2014/main" id="{DCD55D54-7E48-6289-BC61-77CFB705C8FF}"/>
                  </a:ext>
                </a:extLst>
              </p:cNvPr>
              <p:cNvSpPr/>
              <p:nvPr/>
            </p:nvSpPr>
            <p:spPr>
              <a:xfrm>
                <a:off x="2652407" y="6593585"/>
                <a:ext cx="276225" cy="2032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20320">
                    <a:moveTo>
                      <a:pt x="275844" y="19811"/>
                    </a:moveTo>
                    <a:lnTo>
                      <a:pt x="261365" y="0"/>
                    </a:lnTo>
                    <a:lnTo>
                      <a:pt x="0" y="0"/>
                    </a:lnTo>
                    <a:lnTo>
                      <a:pt x="21335" y="19811"/>
                    </a:lnTo>
                    <a:lnTo>
                      <a:pt x="275844" y="19811"/>
                    </a:lnTo>
                    <a:close/>
                  </a:path>
                </a:pathLst>
              </a:custGeom>
              <a:solidFill>
                <a:srgbClr val="A0A0A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9" name="object 239">
                <a:extLst>
                  <a:ext uri="{FF2B5EF4-FFF2-40B4-BE49-F238E27FC236}">
                    <a16:creationId xmlns:a16="http://schemas.microsoft.com/office/drawing/2014/main" id="{AD85C6EE-C7A1-6FCE-8FCF-FF824B8E1407}"/>
                  </a:ext>
                </a:extLst>
              </p:cNvPr>
              <p:cNvSpPr/>
              <p:nvPr/>
            </p:nvSpPr>
            <p:spPr>
              <a:xfrm>
                <a:off x="2652407" y="6593585"/>
                <a:ext cx="276225" cy="20320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20320">
                    <a:moveTo>
                      <a:pt x="275844" y="19811"/>
                    </a:moveTo>
                    <a:lnTo>
                      <a:pt x="21335" y="19811"/>
                    </a:lnTo>
                    <a:lnTo>
                      <a:pt x="0" y="0"/>
                    </a:lnTo>
                    <a:lnTo>
                      <a:pt x="261365" y="0"/>
                    </a:lnTo>
                    <a:lnTo>
                      <a:pt x="275844" y="19811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0" name="object 240">
                <a:extLst>
                  <a:ext uri="{FF2B5EF4-FFF2-40B4-BE49-F238E27FC236}">
                    <a16:creationId xmlns:a16="http://schemas.microsoft.com/office/drawing/2014/main" id="{781DEB66-D859-D791-AEBC-3AE1504DA2C8}"/>
                  </a:ext>
                </a:extLst>
              </p:cNvPr>
              <p:cNvSpPr/>
              <p:nvPr/>
            </p:nvSpPr>
            <p:spPr>
              <a:xfrm>
                <a:off x="2902343" y="6414515"/>
                <a:ext cx="22860" cy="538480"/>
              </a:xfrm>
              <a:custGeom>
                <a:avLst/>
                <a:gdLst/>
                <a:ahLst/>
                <a:cxnLst/>
                <a:rect l="l" t="t" r="r" b="b"/>
                <a:pathLst>
                  <a:path w="22860" h="538479">
                    <a:moveTo>
                      <a:pt x="22860" y="0"/>
                    </a:moveTo>
                    <a:lnTo>
                      <a:pt x="11430" y="9144"/>
                    </a:lnTo>
                    <a:lnTo>
                      <a:pt x="0" y="180594"/>
                    </a:lnTo>
                    <a:lnTo>
                      <a:pt x="11430" y="199644"/>
                    </a:lnTo>
                    <a:lnTo>
                      <a:pt x="12192" y="537972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1" name="object 241">
                <a:extLst>
                  <a:ext uri="{FF2B5EF4-FFF2-40B4-BE49-F238E27FC236}">
                    <a16:creationId xmlns:a16="http://schemas.microsoft.com/office/drawing/2014/main" id="{AE67FDC3-08E1-3D61-AA3A-C80D7C6D2F8D}"/>
                  </a:ext>
                </a:extLst>
              </p:cNvPr>
              <p:cNvSpPr/>
              <p:nvPr/>
            </p:nvSpPr>
            <p:spPr>
              <a:xfrm>
                <a:off x="2894723" y="6415277"/>
                <a:ext cx="21590" cy="53848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538479">
                    <a:moveTo>
                      <a:pt x="21336" y="0"/>
                    </a:moveTo>
                    <a:lnTo>
                      <a:pt x="11430" y="9144"/>
                    </a:lnTo>
                    <a:lnTo>
                      <a:pt x="0" y="180594"/>
                    </a:lnTo>
                    <a:lnTo>
                      <a:pt x="11430" y="199644"/>
                    </a:lnTo>
                    <a:lnTo>
                      <a:pt x="12192" y="537972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2" name="object 242">
                <a:extLst>
                  <a:ext uri="{FF2B5EF4-FFF2-40B4-BE49-F238E27FC236}">
                    <a16:creationId xmlns:a16="http://schemas.microsoft.com/office/drawing/2014/main" id="{FA3C446F-F414-7F2C-34A9-6CED6132C79E}"/>
                  </a:ext>
                </a:extLst>
              </p:cNvPr>
              <p:cNvSpPr/>
              <p:nvPr/>
            </p:nvSpPr>
            <p:spPr>
              <a:xfrm>
                <a:off x="2886341" y="6414515"/>
                <a:ext cx="22860" cy="539115"/>
              </a:xfrm>
              <a:custGeom>
                <a:avLst/>
                <a:gdLst/>
                <a:ahLst/>
                <a:cxnLst/>
                <a:rect l="l" t="t" r="r" b="b"/>
                <a:pathLst>
                  <a:path w="22860" h="539115">
                    <a:moveTo>
                      <a:pt x="22860" y="0"/>
                    </a:moveTo>
                    <a:lnTo>
                      <a:pt x="12192" y="9144"/>
                    </a:lnTo>
                    <a:lnTo>
                      <a:pt x="0" y="179070"/>
                    </a:lnTo>
                    <a:lnTo>
                      <a:pt x="12954" y="198882"/>
                    </a:lnTo>
                    <a:lnTo>
                      <a:pt x="12954" y="538734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3" name="object 243">
                <a:extLst>
                  <a:ext uri="{FF2B5EF4-FFF2-40B4-BE49-F238E27FC236}">
                    <a16:creationId xmlns:a16="http://schemas.microsoft.com/office/drawing/2014/main" id="{EC5F5086-3878-7278-C83C-79A0AAFA71DC}"/>
                  </a:ext>
                </a:extLst>
              </p:cNvPr>
              <p:cNvSpPr/>
              <p:nvPr/>
            </p:nvSpPr>
            <p:spPr>
              <a:xfrm>
                <a:off x="2879483" y="6415277"/>
                <a:ext cx="21590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536575">
                    <a:moveTo>
                      <a:pt x="21336" y="0"/>
                    </a:moveTo>
                    <a:lnTo>
                      <a:pt x="10668" y="7620"/>
                    </a:lnTo>
                    <a:lnTo>
                      <a:pt x="0" y="179070"/>
                    </a:lnTo>
                    <a:lnTo>
                      <a:pt x="11430" y="198882"/>
                    </a:lnTo>
                    <a:lnTo>
                      <a:pt x="12192" y="536448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4" name="object 244">
                <a:extLst>
                  <a:ext uri="{FF2B5EF4-FFF2-40B4-BE49-F238E27FC236}">
                    <a16:creationId xmlns:a16="http://schemas.microsoft.com/office/drawing/2014/main" id="{3DC25892-A5DE-A632-5CEE-187A0124A03F}"/>
                  </a:ext>
                </a:extLst>
              </p:cNvPr>
              <p:cNvSpPr/>
              <p:nvPr/>
            </p:nvSpPr>
            <p:spPr>
              <a:xfrm>
                <a:off x="2871101" y="6414515"/>
                <a:ext cx="22225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536575">
                    <a:moveTo>
                      <a:pt x="22098" y="0"/>
                    </a:moveTo>
                    <a:lnTo>
                      <a:pt x="11430" y="9906"/>
                    </a:lnTo>
                    <a:lnTo>
                      <a:pt x="0" y="179070"/>
                    </a:lnTo>
                    <a:lnTo>
                      <a:pt x="12192" y="198120"/>
                    </a:lnTo>
                    <a:lnTo>
                      <a:pt x="12192" y="536448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5" name="object 245">
                <a:extLst>
                  <a:ext uri="{FF2B5EF4-FFF2-40B4-BE49-F238E27FC236}">
                    <a16:creationId xmlns:a16="http://schemas.microsoft.com/office/drawing/2014/main" id="{870A6FCF-2EB3-11F1-948B-C20493ED788E}"/>
                  </a:ext>
                </a:extLst>
              </p:cNvPr>
              <p:cNvSpPr/>
              <p:nvPr/>
            </p:nvSpPr>
            <p:spPr>
              <a:xfrm>
                <a:off x="2863481" y="6415277"/>
                <a:ext cx="20955" cy="53657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536575">
                    <a:moveTo>
                      <a:pt x="20574" y="0"/>
                    </a:moveTo>
                    <a:lnTo>
                      <a:pt x="11430" y="9144"/>
                    </a:lnTo>
                    <a:lnTo>
                      <a:pt x="0" y="178308"/>
                    </a:lnTo>
                    <a:lnTo>
                      <a:pt x="11430" y="198120"/>
                    </a:lnTo>
                    <a:lnTo>
                      <a:pt x="12192" y="536448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6" name="object 246">
                <a:extLst>
                  <a:ext uri="{FF2B5EF4-FFF2-40B4-BE49-F238E27FC236}">
                    <a16:creationId xmlns:a16="http://schemas.microsoft.com/office/drawing/2014/main" id="{0C397095-1905-E2DB-8C0C-693D5FFF82AD}"/>
                  </a:ext>
                </a:extLst>
              </p:cNvPr>
              <p:cNvSpPr/>
              <p:nvPr/>
            </p:nvSpPr>
            <p:spPr>
              <a:xfrm>
                <a:off x="2855861" y="6415277"/>
                <a:ext cx="20955" cy="538480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538479">
                    <a:moveTo>
                      <a:pt x="20574" y="0"/>
                    </a:moveTo>
                    <a:lnTo>
                      <a:pt x="11430" y="9144"/>
                    </a:lnTo>
                    <a:lnTo>
                      <a:pt x="0" y="176784"/>
                    </a:lnTo>
                    <a:lnTo>
                      <a:pt x="12192" y="198120"/>
                    </a:lnTo>
                    <a:lnTo>
                      <a:pt x="12192" y="537972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7" name="object 247">
                <a:extLst>
                  <a:ext uri="{FF2B5EF4-FFF2-40B4-BE49-F238E27FC236}">
                    <a16:creationId xmlns:a16="http://schemas.microsoft.com/office/drawing/2014/main" id="{47C01700-155D-D4B3-CA7E-AEDD8A2107BA}"/>
                  </a:ext>
                </a:extLst>
              </p:cNvPr>
              <p:cNvSpPr/>
              <p:nvPr/>
            </p:nvSpPr>
            <p:spPr>
              <a:xfrm>
                <a:off x="2848241" y="6415277"/>
                <a:ext cx="20955" cy="53530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535304">
                    <a:moveTo>
                      <a:pt x="20574" y="0"/>
                    </a:moveTo>
                    <a:lnTo>
                      <a:pt x="11430" y="9144"/>
                    </a:lnTo>
                    <a:lnTo>
                      <a:pt x="0" y="177546"/>
                    </a:lnTo>
                    <a:lnTo>
                      <a:pt x="11430" y="196596"/>
                    </a:lnTo>
                    <a:lnTo>
                      <a:pt x="12192" y="534924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8" name="object 248">
                <a:extLst>
                  <a:ext uri="{FF2B5EF4-FFF2-40B4-BE49-F238E27FC236}">
                    <a16:creationId xmlns:a16="http://schemas.microsoft.com/office/drawing/2014/main" id="{210B763D-E079-88B5-0ED3-32293CE10017}"/>
                  </a:ext>
                </a:extLst>
              </p:cNvPr>
              <p:cNvSpPr/>
              <p:nvPr/>
            </p:nvSpPr>
            <p:spPr>
              <a:xfrm>
                <a:off x="2685173" y="6658355"/>
                <a:ext cx="165100" cy="26606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266065">
                    <a:moveTo>
                      <a:pt x="0" y="265938"/>
                    </a:moveTo>
                    <a:lnTo>
                      <a:pt x="0" y="0"/>
                    </a:lnTo>
                    <a:lnTo>
                      <a:pt x="164592" y="0"/>
                    </a:lnTo>
                    <a:lnTo>
                      <a:pt x="164592" y="265938"/>
                    </a:lnTo>
                    <a:lnTo>
                      <a:pt x="0" y="265938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9" name="object 249">
                <a:extLst>
                  <a:ext uri="{FF2B5EF4-FFF2-40B4-BE49-F238E27FC236}">
                    <a16:creationId xmlns:a16="http://schemas.microsoft.com/office/drawing/2014/main" id="{8746B16C-1FBE-40FA-5FE6-63E6DC45F4EC}"/>
                  </a:ext>
                </a:extLst>
              </p:cNvPr>
              <p:cNvSpPr/>
              <p:nvPr/>
            </p:nvSpPr>
            <p:spPr>
              <a:xfrm>
                <a:off x="2685173" y="6710933"/>
                <a:ext cx="165100" cy="520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52070">
                    <a:moveTo>
                      <a:pt x="0" y="51816"/>
                    </a:moveTo>
                    <a:lnTo>
                      <a:pt x="164592" y="51816"/>
                    </a:lnTo>
                    <a:lnTo>
                      <a:pt x="164592" y="0"/>
                    </a:lnTo>
                    <a:lnTo>
                      <a:pt x="0" y="0"/>
                    </a:lnTo>
                    <a:lnTo>
                      <a:pt x="0" y="51816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0" name="object 250">
                <a:extLst>
                  <a:ext uri="{FF2B5EF4-FFF2-40B4-BE49-F238E27FC236}">
                    <a16:creationId xmlns:a16="http://schemas.microsoft.com/office/drawing/2014/main" id="{744648E5-871B-A9B7-617A-6B5A7108CEAF}"/>
                  </a:ext>
                </a:extLst>
              </p:cNvPr>
              <p:cNvSpPr/>
              <p:nvPr/>
            </p:nvSpPr>
            <p:spPr>
              <a:xfrm>
                <a:off x="2685173" y="6710171"/>
                <a:ext cx="165100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52704">
                    <a:moveTo>
                      <a:pt x="0" y="52577"/>
                    </a:moveTo>
                    <a:lnTo>
                      <a:pt x="0" y="0"/>
                    </a:lnTo>
                    <a:lnTo>
                      <a:pt x="164592" y="0"/>
                    </a:lnTo>
                    <a:lnTo>
                      <a:pt x="164592" y="52577"/>
                    </a:lnTo>
                    <a:lnTo>
                      <a:pt x="0" y="52577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1" name="object 251">
                <a:extLst>
                  <a:ext uri="{FF2B5EF4-FFF2-40B4-BE49-F238E27FC236}">
                    <a16:creationId xmlns:a16="http://schemas.microsoft.com/office/drawing/2014/main" id="{F59BCB96-5885-D597-777A-AAC93767A54A}"/>
                  </a:ext>
                </a:extLst>
              </p:cNvPr>
              <p:cNvSpPr/>
              <p:nvPr/>
            </p:nvSpPr>
            <p:spPr>
              <a:xfrm>
                <a:off x="2685173" y="6763511"/>
                <a:ext cx="165100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52704">
                    <a:moveTo>
                      <a:pt x="0" y="52577"/>
                    </a:moveTo>
                    <a:lnTo>
                      <a:pt x="0" y="0"/>
                    </a:lnTo>
                    <a:lnTo>
                      <a:pt x="164592" y="0"/>
                    </a:lnTo>
                    <a:lnTo>
                      <a:pt x="164592" y="52577"/>
                    </a:lnTo>
                    <a:lnTo>
                      <a:pt x="0" y="52577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2" name="object 252">
                <a:extLst>
                  <a:ext uri="{FF2B5EF4-FFF2-40B4-BE49-F238E27FC236}">
                    <a16:creationId xmlns:a16="http://schemas.microsoft.com/office/drawing/2014/main" id="{EA35867F-378C-680F-71CD-7279CE9C0697}"/>
                  </a:ext>
                </a:extLst>
              </p:cNvPr>
              <p:cNvSpPr/>
              <p:nvPr/>
            </p:nvSpPr>
            <p:spPr>
              <a:xfrm>
                <a:off x="2685173" y="6763511"/>
                <a:ext cx="165100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52704">
                    <a:moveTo>
                      <a:pt x="0" y="52577"/>
                    </a:moveTo>
                    <a:lnTo>
                      <a:pt x="0" y="0"/>
                    </a:lnTo>
                    <a:lnTo>
                      <a:pt x="164592" y="0"/>
                    </a:lnTo>
                    <a:lnTo>
                      <a:pt x="164592" y="52577"/>
                    </a:lnTo>
                    <a:lnTo>
                      <a:pt x="0" y="52577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3" name="object 253">
                <a:extLst>
                  <a:ext uri="{FF2B5EF4-FFF2-40B4-BE49-F238E27FC236}">
                    <a16:creationId xmlns:a16="http://schemas.microsoft.com/office/drawing/2014/main" id="{2614536A-F351-EE8D-99C5-D31368F99F5C}"/>
                  </a:ext>
                </a:extLst>
              </p:cNvPr>
              <p:cNvSpPr/>
              <p:nvPr/>
            </p:nvSpPr>
            <p:spPr>
              <a:xfrm>
                <a:off x="2685173" y="6815327"/>
                <a:ext cx="165100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52704">
                    <a:moveTo>
                      <a:pt x="0" y="52577"/>
                    </a:moveTo>
                    <a:lnTo>
                      <a:pt x="0" y="0"/>
                    </a:lnTo>
                    <a:lnTo>
                      <a:pt x="164592" y="0"/>
                    </a:lnTo>
                    <a:lnTo>
                      <a:pt x="164592" y="52577"/>
                    </a:lnTo>
                    <a:lnTo>
                      <a:pt x="0" y="52577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4" name="object 254">
                <a:extLst>
                  <a:ext uri="{FF2B5EF4-FFF2-40B4-BE49-F238E27FC236}">
                    <a16:creationId xmlns:a16="http://schemas.microsoft.com/office/drawing/2014/main" id="{50181CE6-49E1-4A74-B74E-5D9FDE83B03C}"/>
                  </a:ext>
                </a:extLst>
              </p:cNvPr>
              <p:cNvSpPr/>
              <p:nvPr/>
            </p:nvSpPr>
            <p:spPr>
              <a:xfrm>
                <a:off x="2685173" y="6720077"/>
                <a:ext cx="165100" cy="14795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47954">
                    <a:moveTo>
                      <a:pt x="0" y="147827"/>
                    </a:moveTo>
                    <a:lnTo>
                      <a:pt x="0" y="95250"/>
                    </a:lnTo>
                    <a:lnTo>
                      <a:pt x="164592" y="95250"/>
                    </a:lnTo>
                    <a:lnTo>
                      <a:pt x="164592" y="147827"/>
                    </a:lnTo>
                    <a:lnTo>
                      <a:pt x="0" y="147827"/>
                    </a:lnTo>
                    <a:close/>
                  </a:path>
                  <a:path w="165100" h="147954">
                    <a:moveTo>
                      <a:pt x="28956" y="31242"/>
                    </a:moveTo>
                    <a:lnTo>
                      <a:pt x="28956" y="0"/>
                    </a:lnTo>
                    <a:lnTo>
                      <a:pt x="136398" y="0"/>
                    </a:lnTo>
                    <a:lnTo>
                      <a:pt x="136398" y="31242"/>
                    </a:lnTo>
                    <a:lnTo>
                      <a:pt x="28956" y="31242"/>
                    </a:lnTo>
                    <a:close/>
                  </a:path>
                  <a:path w="165100" h="147954">
                    <a:moveTo>
                      <a:pt x="28956" y="84581"/>
                    </a:moveTo>
                    <a:lnTo>
                      <a:pt x="28956" y="53339"/>
                    </a:lnTo>
                    <a:lnTo>
                      <a:pt x="136398" y="53339"/>
                    </a:lnTo>
                    <a:lnTo>
                      <a:pt x="136398" y="84581"/>
                    </a:lnTo>
                    <a:lnTo>
                      <a:pt x="28956" y="84581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5" name="object 255">
                <a:extLst>
                  <a:ext uri="{FF2B5EF4-FFF2-40B4-BE49-F238E27FC236}">
                    <a16:creationId xmlns:a16="http://schemas.microsoft.com/office/drawing/2014/main" id="{DA51A825-BF88-E0B5-132A-A21F00E67F8D}"/>
                  </a:ext>
                </a:extLst>
              </p:cNvPr>
              <p:cNvSpPr/>
              <p:nvPr/>
            </p:nvSpPr>
            <p:spPr>
              <a:xfrm>
                <a:off x="2685173" y="6658355"/>
                <a:ext cx="165100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52704">
                    <a:moveTo>
                      <a:pt x="0" y="52577"/>
                    </a:moveTo>
                    <a:lnTo>
                      <a:pt x="0" y="0"/>
                    </a:lnTo>
                    <a:lnTo>
                      <a:pt x="164592" y="0"/>
                    </a:lnTo>
                    <a:lnTo>
                      <a:pt x="164592" y="52577"/>
                    </a:lnTo>
                    <a:lnTo>
                      <a:pt x="0" y="52577"/>
                    </a:lnTo>
                    <a:close/>
                  </a:path>
                </a:pathLst>
              </a:custGeom>
              <a:solidFill>
                <a:srgbClr val="A0A0A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6" name="object 256">
                <a:extLst>
                  <a:ext uri="{FF2B5EF4-FFF2-40B4-BE49-F238E27FC236}">
                    <a16:creationId xmlns:a16="http://schemas.microsoft.com/office/drawing/2014/main" id="{EC5A5E94-99BC-832D-753D-EDA9F7094310}"/>
                  </a:ext>
                </a:extLst>
              </p:cNvPr>
              <p:cNvSpPr/>
              <p:nvPr/>
            </p:nvSpPr>
            <p:spPr>
              <a:xfrm>
                <a:off x="2685173" y="6658355"/>
                <a:ext cx="165100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52704">
                    <a:moveTo>
                      <a:pt x="0" y="52577"/>
                    </a:moveTo>
                    <a:lnTo>
                      <a:pt x="0" y="0"/>
                    </a:lnTo>
                    <a:lnTo>
                      <a:pt x="164592" y="0"/>
                    </a:lnTo>
                    <a:lnTo>
                      <a:pt x="164592" y="52577"/>
                    </a:lnTo>
                    <a:lnTo>
                      <a:pt x="0" y="52577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7" name="object 257">
                <a:extLst>
                  <a:ext uri="{FF2B5EF4-FFF2-40B4-BE49-F238E27FC236}">
                    <a16:creationId xmlns:a16="http://schemas.microsoft.com/office/drawing/2014/main" id="{17F23831-A43F-26D1-9C0E-251A649B1541}"/>
                  </a:ext>
                </a:extLst>
              </p:cNvPr>
              <p:cNvSpPr/>
              <p:nvPr/>
            </p:nvSpPr>
            <p:spPr>
              <a:xfrm>
                <a:off x="2822333" y="6665213"/>
                <a:ext cx="12700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715">
                    <a:moveTo>
                      <a:pt x="12192" y="5334"/>
                    </a:moveTo>
                    <a:lnTo>
                      <a:pt x="12192" y="0"/>
                    </a:lnTo>
                    <a:lnTo>
                      <a:pt x="0" y="0"/>
                    </a:lnTo>
                    <a:lnTo>
                      <a:pt x="0" y="5334"/>
                    </a:lnTo>
                    <a:lnTo>
                      <a:pt x="12192" y="5334"/>
                    </a:lnTo>
                    <a:close/>
                  </a:path>
                </a:pathLst>
              </a:custGeom>
              <a:solidFill>
                <a:srgbClr val="5F5F5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8" name="object 258">
                <a:extLst>
                  <a:ext uri="{FF2B5EF4-FFF2-40B4-BE49-F238E27FC236}">
                    <a16:creationId xmlns:a16="http://schemas.microsoft.com/office/drawing/2014/main" id="{FE54B96E-C248-A79B-E016-5DCD0F0EDDCD}"/>
                  </a:ext>
                </a:extLst>
              </p:cNvPr>
              <p:cNvSpPr/>
              <p:nvPr/>
            </p:nvSpPr>
            <p:spPr>
              <a:xfrm>
                <a:off x="2740037" y="6663689"/>
                <a:ext cx="34290" cy="15240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15240">
                    <a:moveTo>
                      <a:pt x="34290" y="15239"/>
                    </a:moveTo>
                    <a:lnTo>
                      <a:pt x="32004" y="0"/>
                    </a:lnTo>
                    <a:lnTo>
                      <a:pt x="0" y="0"/>
                    </a:lnTo>
                    <a:lnTo>
                      <a:pt x="3810" y="14478"/>
                    </a:lnTo>
                    <a:lnTo>
                      <a:pt x="34290" y="15239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9" name="object 259">
                <a:extLst>
                  <a:ext uri="{FF2B5EF4-FFF2-40B4-BE49-F238E27FC236}">
                    <a16:creationId xmlns:a16="http://schemas.microsoft.com/office/drawing/2014/main" id="{4BE649C9-F4A2-777F-A769-9B8C5931E474}"/>
                  </a:ext>
                </a:extLst>
              </p:cNvPr>
              <p:cNvSpPr/>
              <p:nvPr/>
            </p:nvSpPr>
            <p:spPr>
              <a:xfrm>
                <a:off x="2697365" y="6683501"/>
                <a:ext cx="77470" cy="15240"/>
              </a:xfrm>
              <a:custGeom>
                <a:avLst/>
                <a:gdLst/>
                <a:ahLst/>
                <a:cxnLst/>
                <a:rect l="l" t="t" r="r" b="b"/>
                <a:pathLst>
                  <a:path w="77469" h="15240">
                    <a:moveTo>
                      <a:pt x="76962" y="0"/>
                    </a:moveTo>
                    <a:lnTo>
                      <a:pt x="3809" y="0"/>
                    </a:lnTo>
                    <a:lnTo>
                      <a:pt x="0" y="15240"/>
                    </a:lnTo>
                    <a:lnTo>
                      <a:pt x="74676" y="15240"/>
                    </a:lnTo>
                    <a:lnTo>
                      <a:pt x="76962" y="0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0" name="object 260">
                <a:extLst>
                  <a:ext uri="{FF2B5EF4-FFF2-40B4-BE49-F238E27FC236}">
                    <a16:creationId xmlns:a16="http://schemas.microsoft.com/office/drawing/2014/main" id="{930077A1-0796-25CD-7B13-E667CB1F034F}"/>
                  </a:ext>
                </a:extLst>
              </p:cNvPr>
              <p:cNvSpPr/>
              <p:nvPr/>
            </p:nvSpPr>
            <p:spPr>
              <a:xfrm>
                <a:off x="2697365" y="6670547"/>
                <a:ext cx="45085" cy="7620"/>
              </a:xfrm>
              <a:custGeom>
                <a:avLst/>
                <a:gdLst/>
                <a:ahLst/>
                <a:cxnLst/>
                <a:rect l="l" t="t" r="r" b="b"/>
                <a:pathLst>
                  <a:path w="45085" h="7620">
                    <a:moveTo>
                      <a:pt x="44958" y="7619"/>
                    </a:moveTo>
                    <a:lnTo>
                      <a:pt x="42672" y="0"/>
                    </a:lnTo>
                    <a:lnTo>
                      <a:pt x="0" y="0"/>
                    </a:lnTo>
                    <a:lnTo>
                      <a:pt x="3810" y="7620"/>
                    </a:lnTo>
                    <a:lnTo>
                      <a:pt x="44958" y="7619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1" name="object 261">
                <a:extLst>
                  <a:ext uri="{FF2B5EF4-FFF2-40B4-BE49-F238E27FC236}">
                    <a16:creationId xmlns:a16="http://schemas.microsoft.com/office/drawing/2014/main" id="{BF9B9E37-5FEF-0CCA-93C5-7CC0DC05BABC}"/>
                  </a:ext>
                </a:extLst>
              </p:cNvPr>
              <p:cNvSpPr/>
              <p:nvPr/>
            </p:nvSpPr>
            <p:spPr>
              <a:xfrm>
                <a:off x="2697365" y="6669785"/>
                <a:ext cx="508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080" h="28575">
                    <a:moveTo>
                      <a:pt x="4572" y="9144"/>
                    </a:moveTo>
                    <a:lnTo>
                      <a:pt x="0" y="0"/>
                    </a:lnTo>
                    <a:lnTo>
                      <a:pt x="0" y="28194"/>
                    </a:lnTo>
                    <a:lnTo>
                      <a:pt x="4572" y="9144"/>
                    </a:lnTo>
                    <a:close/>
                  </a:path>
                </a:pathLst>
              </a:custGeom>
              <a:solidFill>
                <a:srgbClr val="5F5F5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2" name="object 262">
                <a:extLst>
                  <a:ext uri="{FF2B5EF4-FFF2-40B4-BE49-F238E27FC236}">
                    <a16:creationId xmlns:a16="http://schemas.microsoft.com/office/drawing/2014/main" id="{112AE4C1-F550-0618-5502-39A2EE685647}"/>
                  </a:ext>
                </a:extLst>
              </p:cNvPr>
              <p:cNvSpPr/>
              <p:nvPr/>
            </p:nvSpPr>
            <p:spPr>
              <a:xfrm>
                <a:off x="2726321" y="6685025"/>
                <a:ext cx="13335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3335" h="10159">
                    <a:moveTo>
                      <a:pt x="12954" y="7619"/>
                    </a:moveTo>
                    <a:lnTo>
                      <a:pt x="12954" y="2285"/>
                    </a:lnTo>
                    <a:lnTo>
                      <a:pt x="9906" y="0"/>
                    </a:lnTo>
                    <a:lnTo>
                      <a:pt x="3047" y="0"/>
                    </a:lnTo>
                    <a:lnTo>
                      <a:pt x="0" y="2285"/>
                    </a:lnTo>
                    <a:lnTo>
                      <a:pt x="0" y="5333"/>
                    </a:lnTo>
                    <a:lnTo>
                      <a:pt x="0" y="7619"/>
                    </a:lnTo>
                    <a:lnTo>
                      <a:pt x="3048" y="9905"/>
                    </a:lnTo>
                    <a:lnTo>
                      <a:pt x="9906" y="9905"/>
                    </a:lnTo>
                    <a:lnTo>
                      <a:pt x="12954" y="7619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3" name="object 263">
                <a:extLst>
                  <a:ext uri="{FF2B5EF4-FFF2-40B4-BE49-F238E27FC236}">
                    <a16:creationId xmlns:a16="http://schemas.microsoft.com/office/drawing/2014/main" id="{93E8503A-9802-A371-AE9C-4EAC527F81A3}"/>
                  </a:ext>
                </a:extLst>
              </p:cNvPr>
              <p:cNvSpPr/>
              <p:nvPr/>
            </p:nvSpPr>
            <p:spPr>
              <a:xfrm>
                <a:off x="2726321" y="6685025"/>
                <a:ext cx="13335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3335" h="10159">
                    <a:moveTo>
                      <a:pt x="0" y="5333"/>
                    </a:moveTo>
                    <a:lnTo>
                      <a:pt x="0" y="2285"/>
                    </a:lnTo>
                    <a:lnTo>
                      <a:pt x="3047" y="0"/>
                    </a:lnTo>
                    <a:lnTo>
                      <a:pt x="6096" y="0"/>
                    </a:lnTo>
                    <a:lnTo>
                      <a:pt x="9906" y="0"/>
                    </a:lnTo>
                    <a:lnTo>
                      <a:pt x="12954" y="2285"/>
                    </a:lnTo>
                    <a:lnTo>
                      <a:pt x="12954" y="5333"/>
                    </a:lnTo>
                    <a:lnTo>
                      <a:pt x="12954" y="7619"/>
                    </a:lnTo>
                    <a:lnTo>
                      <a:pt x="9906" y="9905"/>
                    </a:lnTo>
                    <a:lnTo>
                      <a:pt x="6096" y="9905"/>
                    </a:lnTo>
                    <a:lnTo>
                      <a:pt x="3048" y="9905"/>
                    </a:lnTo>
                    <a:lnTo>
                      <a:pt x="0" y="7619"/>
                    </a:lnTo>
                    <a:lnTo>
                      <a:pt x="0" y="5333"/>
                    </a:lnTo>
                    <a:close/>
                  </a:path>
                </a:pathLst>
              </a:custGeom>
              <a:ln w="3175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4" name="object 264">
                <a:extLst>
                  <a:ext uri="{FF2B5EF4-FFF2-40B4-BE49-F238E27FC236}">
                    <a16:creationId xmlns:a16="http://schemas.microsoft.com/office/drawing/2014/main" id="{BD78F289-5D60-1EC2-C7C7-BCB214DC55DE}"/>
                  </a:ext>
                </a:extLst>
              </p:cNvPr>
              <p:cNvSpPr/>
              <p:nvPr/>
            </p:nvSpPr>
            <p:spPr>
              <a:xfrm>
                <a:off x="2692793" y="6678167"/>
                <a:ext cx="146685" cy="5080"/>
              </a:xfrm>
              <a:custGeom>
                <a:avLst/>
                <a:gdLst/>
                <a:ahLst/>
                <a:cxnLst/>
                <a:rect l="l" t="t" r="r" b="b"/>
                <a:pathLst>
                  <a:path w="146685" h="5079">
                    <a:moveTo>
                      <a:pt x="146304" y="4571"/>
                    </a:moveTo>
                    <a:lnTo>
                      <a:pt x="146304" y="0"/>
                    </a:lnTo>
                    <a:lnTo>
                      <a:pt x="0" y="0"/>
                    </a:lnTo>
                    <a:lnTo>
                      <a:pt x="0" y="4571"/>
                    </a:lnTo>
                    <a:lnTo>
                      <a:pt x="146304" y="4571"/>
                    </a:lnTo>
                    <a:close/>
                  </a:path>
                </a:pathLst>
              </a:custGeom>
              <a:solidFill>
                <a:srgbClr val="5F5F5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5" name="object 265">
                <a:extLst>
                  <a:ext uri="{FF2B5EF4-FFF2-40B4-BE49-F238E27FC236}">
                    <a16:creationId xmlns:a16="http://schemas.microsoft.com/office/drawing/2014/main" id="{7D6CC647-9737-381D-AA77-D7AB31A3B5AD}"/>
                  </a:ext>
                </a:extLst>
              </p:cNvPr>
              <p:cNvSpPr/>
              <p:nvPr/>
            </p:nvSpPr>
            <p:spPr>
              <a:xfrm>
                <a:off x="2728607" y="6661403"/>
                <a:ext cx="14604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4605" h="41275">
                    <a:moveTo>
                      <a:pt x="14478" y="16764"/>
                    </a:moveTo>
                    <a:lnTo>
                      <a:pt x="12954" y="7620"/>
                    </a:lnTo>
                    <a:lnTo>
                      <a:pt x="11430" y="2286"/>
                    </a:lnTo>
                    <a:lnTo>
                      <a:pt x="8382" y="0"/>
                    </a:lnTo>
                    <a:lnTo>
                      <a:pt x="2286" y="762"/>
                    </a:lnTo>
                    <a:lnTo>
                      <a:pt x="0" y="3048"/>
                    </a:lnTo>
                    <a:lnTo>
                      <a:pt x="0" y="6858"/>
                    </a:lnTo>
                    <a:lnTo>
                      <a:pt x="1524" y="11430"/>
                    </a:lnTo>
                    <a:lnTo>
                      <a:pt x="8382" y="19812"/>
                    </a:lnTo>
                    <a:lnTo>
                      <a:pt x="8382" y="41148"/>
                    </a:lnTo>
                    <a:lnTo>
                      <a:pt x="10668" y="41148"/>
                    </a:lnTo>
                    <a:lnTo>
                      <a:pt x="14478" y="16764"/>
                    </a:lnTo>
                    <a:close/>
                  </a:path>
                </a:pathLst>
              </a:custGeom>
              <a:solidFill>
                <a:srgbClr val="3F3F3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6" name="object 266">
                <a:extLst>
                  <a:ext uri="{FF2B5EF4-FFF2-40B4-BE49-F238E27FC236}">
                    <a16:creationId xmlns:a16="http://schemas.microsoft.com/office/drawing/2014/main" id="{C530D960-9758-5A14-DB51-B15424AB2D8F}"/>
                  </a:ext>
                </a:extLst>
              </p:cNvPr>
              <p:cNvSpPr/>
              <p:nvPr/>
            </p:nvSpPr>
            <p:spPr>
              <a:xfrm>
                <a:off x="2727083" y="6661403"/>
                <a:ext cx="15240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5239" h="41275">
                    <a:moveTo>
                      <a:pt x="15240" y="16002"/>
                    </a:moveTo>
                    <a:lnTo>
                      <a:pt x="12954" y="6858"/>
                    </a:lnTo>
                    <a:lnTo>
                      <a:pt x="11430" y="2285"/>
                    </a:lnTo>
                    <a:lnTo>
                      <a:pt x="8382" y="0"/>
                    </a:lnTo>
                    <a:lnTo>
                      <a:pt x="3048" y="0"/>
                    </a:lnTo>
                    <a:lnTo>
                      <a:pt x="0" y="2286"/>
                    </a:lnTo>
                    <a:lnTo>
                      <a:pt x="0" y="6096"/>
                    </a:lnTo>
                    <a:lnTo>
                      <a:pt x="1524" y="10668"/>
                    </a:lnTo>
                    <a:lnTo>
                      <a:pt x="8382" y="19812"/>
                    </a:lnTo>
                    <a:lnTo>
                      <a:pt x="8382" y="41148"/>
                    </a:lnTo>
                    <a:lnTo>
                      <a:pt x="10668" y="40386"/>
                    </a:lnTo>
                    <a:lnTo>
                      <a:pt x="15240" y="16002"/>
                    </a:lnTo>
                    <a:close/>
                  </a:path>
                </a:pathLst>
              </a:custGeom>
              <a:solidFill>
                <a:srgbClr val="E0E0E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7" name="object 267">
                <a:extLst>
                  <a:ext uri="{FF2B5EF4-FFF2-40B4-BE49-F238E27FC236}">
                    <a16:creationId xmlns:a16="http://schemas.microsoft.com/office/drawing/2014/main" id="{D5B16780-61DB-58D0-FD62-395D76638741}"/>
                  </a:ext>
                </a:extLst>
              </p:cNvPr>
              <p:cNvSpPr/>
              <p:nvPr/>
            </p:nvSpPr>
            <p:spPr>
              <a:xfrm>
                <a:off x="2719463" y="6729221"/>
                <a:ext cx="96520" cy="5080"/>
              </a:xfrm>
              <a:custGeom>
                <a:avLst/>
                <a:gdLst/>
                <a:ahLst/>
                <a:cxnLst/>
                <a:rect l="l" t="t" r="r" b="b"/>
                <a:pathLst>
                  <a:path w="96519" h="5079">
                    <a:moveTo>
                      <a:pt x="96012" y="4571"/>
                    </a:moveTo>
                    <a:lnTo>
                      <a:pt x="96012" y="0"/>
                    </a:lnTo>
                    <a:lnTo>
                      <a:pt x="0" y="0"/>
                    </a:lnTo>
                    <a:lnTo>
                      <a:pt x="0" y="4571"/>
                    </a:lnTo>
                    <a:lnTo>
                      <a:pt x="96012" y="4571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8" name="object 268">
                <a:extLst>
                  <a:ext uri="{FF2B5EF4-FFF2-40B4-BE49-F238E27FC236}">
                    <a16:creationId xmlns:a16="http://schemas.microsoft.com/office/drawing/2014/main" id="{831288F9-8B55-D86B-5BB9-7A4F962B4CEA}"/>
                  </a:ext>
                </a:extLst>
              </p:cNvPr>
              <p:cNvSpPr/>
              <p:nvPr/>
            </p:nvSpPr>
            <p:spPr>
              <a:xfrm>
                <a:off x="2743847" y="6739889"/>
                <a:ext cx="43180" cy="8890"/>
              </a:xfrm>
              <a:custGeom>
                <a:avLst/>
                <a:gdLst/>
                <a:ahLst/>
                <a:cxnLst/>
                <a:rect l="l" t="t" r="r" b="b"/>
                <a:pathLst>
                  <a:path w="43180" h="8890">
                    <a:moveTo>
                      <a:pt x="41910" y="8381"/>
                    </a:moveTo>
                    <a:lnTo>
                      <a:pt x="42672" y="0"/>
                    </a:lnTo>
                    <a:lnTo>
                      <a:pt x="762" y="0"/>
                    </a:lnTo>
                    <a:lnTo>
                      <a:pt x="0" y="7619"/>
                    </a:lnTo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9" name="object 269">
                <a:extLst>
                  <a:ext uri="{FF2B5EF4-FFF2-40B4-BE49-F238E27FC236}">
                    <a16:creationId xmlns:a16="http://schemas.microsoft.com/office/drawing/2014/main" id="{045B1265-B19C-3D0F-CE62-9CE6FA7DAF8A}"/>
                  </a:ext>
                </a:extLst>
              </p:cNvPr>
              <p:cNvSpPr/>
              <p:nvPr/>
            </p:nvSpPr>
            <p:spPr>
              <a:xfrm>
                <a:off x="2864243" y="6449567"/>
                <a:ext cx="38100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41275">
                    <a:moveTo>
                      <a:pt x="38100" y="0"/>
                    </a:moveTo>
                    <a:lnTo>
                      <a:pt x="3048" y="0"/>
                    </a:lnTo>
                    <a:lnTo>
                      <a:pt x="0" y="41148"/>
                    </a:lnTo>
                    <a:lnTo>
                      <a:pt x="35814" y="41148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0" name="object 270">
                <a:extLst>
                  <a:ext uri="{FF2B5EF4-FFF2-40B4-BE49-F238E27FC236}">
                    <a16:creationId xmlns:a16="http://schemas.microsoft.com/office/drawing/2014/main" id="{64DE0329-BB5E-513A-E397-6AE78A5A6614}"/>
                  </a:ext>
                </a:extLst>
              </p:cNvPr>
              <p:cNvSpPr/>
              <p:nvPr/>
            </p:nvSpPr>
            <p:spPr>
              <a:xfrm>
                <a:off x="2864243" y="6449567"/>
                <a:ext cx="38100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41275">
                    <a:moveTo>
                      <a:pt x="3048" y="0"/>
                    </a:moveTo>
                    <a:lnTo>
                      <a:pt x="38100" y="0"/>
                    </a:lnTo>
                    <a:lnTo>
                      <a:pt x="35814" y="41148"/>
                    </a:lnTo>
                    <a:lnTo>
                      <a:pt x="0" y="41148"/>
                    </a:lnTo>
                    <a:lnTo>
                      <a:pt x="3048" y="0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1" name="object 271">
                <a:extLst>
                  <a:ext uri="{FF2B5EF4-FFF2-40B4-BE49-F238E27FC236}">
                    <a16:creationId xmlns:a16="http://schemas.microsoft.com/office/drawing/2014/main" id="{630FCDE8-79E1-30A3-B443-F29A1575D842}"/>
                  </a:ext>
                </a:extLst>
              </p:cNvPr>
              <p:cNvSpPr/>
              <p:nvPr/>
            </p:nvSpPr>
            <p:spPr>
              <a:xfrm>
                <a:off x="2858909" y="6518909"/>
                <a:ext cx="4000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0005" h="41275">
                    <a:moveTo>
                      <a:pt x="39624" y="0"/>
                    </a:moveTo>
                    <a:lnTo>
                      <a:pt x="3048" y="0"/>
                    </a:lnTo>
                    <a:lnTo>
                      <a:pt x="0" y="41148"/>
                    </a:lnTo>
                    <a:lnTo>
                      <a:pt x="36576" y="41148"/>
                    </a:lnTo>
                    <a:lnTo>
                      <a:pt x="39624" y="0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2" name="object 272">
                <a:extLst>
                  <a:ext uri="{FF2B5EF4-FFF2-40B4-BE49-F238E27FC236}">
                    <a16:creationId xmlns:a16="http://schemas.microsoft.com/office/drawing/2014/main" id="{2C6FBC42-473E-F4ED-B2E4-6D03E128B87B}"/>
                  </a:ext>
                </a:extLst>
              </p:cNvPr>
              <p:cNvSpPr/>
              <p:nvPr/>
            </p:nvSpPr>
            <p:spPr>
              <a:xfrm>
                <a:off x="2858909" y="6518909"/>
                <a:ext cx="4000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0005" h="41275">
                    <a:moveTo>
                      <a:pt x="3048" y="0"/>
                    </a:moveTo>
                    <a:lnTo>
                      <a:pt x="39624" y="0"/>
                    </a:lnTo>
                    <a:lnTo>
                      <a:pt x="36576" y="41148"/>
                    </a:lnTo>
                    <a:lnTo>
                      <a:pt x="0" y="41148"/>
                    </a:lnTo>
                    <a:lnTo>
                      <a:pt x="3048" y="0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3" name="object 273">
                <a:extLst>
                  <a:ext uri="{FF2B5EF4-FFF2-40B4-BE49-F238E27FC236}">
                    <a16:creationId xmlns:a16="http://schemas.microsoft.com/office/drawing/2014/main" id="{68EDB824-DAAC-BBC3-CC10-EE4A4091B01B}"/>
                  </a:ext>
                </a:extLst>
              </p:cNvPr>
              <p:cNvSpPr/>
              <p:nvPr/>
            </p:nvSpPr>
            <p:spPr>
              <a:xfrm>
                <a:off x="2676029" y="6515861"/>
                <a:ext cx="165735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165735" h="43179">
                    <a:moveTo>
                      <a:pt x="0" y="42672"/>
                    </a:moveTo>
                    <a:lnTo>
                      <a:pt x="0" y="0"/>
                    </a:lnTo>
                    <a:lnTo>
                      <a:pt x="165354" y="0"/>
                    </a:lnTo>
                    <a:lnTo>
                      <a:pt x="165354" y="42672"/>
                    </a:lnTo>
                    <a:lnTo>
                      <a:pt x="0" y="42672"/>
                    </a:lnTo>
                    <a:close/>
                  </a:path>
                </a:pathLst>
              </a:custGeom>
              <a:solidFill>
                <a:srgbClr val="5F5F5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4" name="object 274">
                <a:extLst>
                  <a:ext uri="{FF2B5EF4-FFF2-40B4-BE49-F238E27FC236}">
                    <a16:creationId xmlns:a16="http://schemas.microsoft.com/office/drawing/2014/main" id="{CFAACDBA-FABE-9777-3647-1F32381B9D3E}"/>
                  </a:ext>
                </a:extLst>
              </p:cNvPr>
              <p:cNvSpPr/>
              <p:nvPr/>
            </p:nvSpPr>
            <p:spPr>
              <a:xfrm>
                <a:off x="2676029" y="6515861"/>
                <a:ext cx="165735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165735" h="43179">
                    <a:moveTo>
                      <a:pt x="0" y="42672"/>
                    </a:moveTo>
                    <a:lnTo>
                      <a:pt x="0" y="0"/>
                    </a:lnTo>
                    <a:lnTo>
                      <a:pt x="165354" y="0"/>
                    </a:lnTo>
                    <a:lnTo>
                      <a:pt x="165354" y="42672"/>
                    </a:lnTo>
                    <a:lnTo>
                      <a:pt x="0" y="42672"/>
                    </a:lnTo>
                    <a:close/>
                  </a:path>
                </a:pathLst>
              </a:custGeom>
              <a:ln w="3873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5" name="object 275">
                <a:extLst>
                  <a:ext uri="{FF2B5EF4-FFF2-40B4-BE49-F238E27FC236}">
                    <a16:creationId xmlns:a16="http://schemas.microsoft.com/office/drawing/2014/main" id="{66A7BC89-EAD0-F3DC-F3BF-AA9AA1210554}"/>
                  </a:ext>
                </a:extLst>
              </p:cNvPr>
              <p:cNvSpPr/>
              <p:nvPr/>
            </p:nvSpPr>
            <p:spPr>
              <a:xfrm>
                <a:off x="2791091" y="6521208"/>
                <a:ext cx="20320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20319" h="32384">
                    <a:moveTo>
                      <a:pt x="19812" y="18288"/>
                    </a:moveTo>
                    <a:lnTo>
                      <a:pt x="0" y="18288"/>
                    </a:lnTo>
                    <a:lnTo>
                      <a:pt x="0" y="32004"/>
                    </a:lnTo>
                    <a:lnTo>
                      <a:pt x="19812" y="32004"/>
                    </a:lnTo>
                    <a:lnTo>
                      <a:pt x="19812" y="18288"/>
                    </a:lnTo>
                    <a:close/>
                  </a:path>
                  <a:path w="20319" h="32384">
                    <a:moveTo>
                      <a:pt x="19812" y="0"/>
                    </a:moveTo>
                    <a:lnTo>
                      <a:pt x="0" y="0"/>
                    </a:lnTo>
                    <a:lnTo>
                      <a:pt x="0" y="13716"/>
                    </a:lnTo>
                    <a:lnTo>
                      <a:pt x="19812" y="13716"/>
                    </a:lnTo>
                    <a:lnTo>
                      <a:pt x="19812" y="0"/>
                    </a:lnTo>
                    <a:close/>
                  </a:path>
                </a:pathLst>
              </a:custGeom>
              <a:solidFill>
                <a:srgbClr val="C0C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6" name="object 276">
                <a:extLst>
                  <a:ext uri="{FF2B5EF4-FFF2-40B4-BE49-F238E27FC236}">
                    <a16:creationId xmlns:a16="http://schemas.microsoft.com/office/drawing/2014/main" id="{5CE5034E-2D13-ADE7-A62A-03BE74984CFF}"/>
                  </a:ext>
                </a:extLst>
              </p:cNvPr>
              <p:cNvSpPr/>
              <p:nvPr/>
            </p:nvSpPr>
            <p:spPr>
              <a:xfrm>
                <a:off x="2750705" y="6530339"/>
                <a:ext cx="20320" cy="13335"/>
              </a:xfrm>
              <a:custGeom>
                <a:avLst/>
                <a:gdLst/>
                <a:ahLst/>
                <a:cxnLst/>
                <a:rect l="l" t="t" r="r" b="b"/>
                <a:pathLst>
                  <a:path w="20319" h="13334">
                    <a:moveTo>
                      <a:pt x="19812" y="12953"/>
                    </a:moveTo>
                    <a:lnTo>
                      <a:pt x="19812" y="0"/>
                    </a:lnTo>
                    <a:lnTo>
                      <a:pt x="0" y="0"/>
                    </a:lnTo>
                    <a:lnTo>
                      <a:pt x="0" y="12953"/>
                    </a:lnTo>
                    <a:lnTo>
                      <a:pt x="19812" y="12953"/>
                    </a:lnTo>
                    <a:close/>
                  </a:path>
                </a:pathLst>
              </a:custGeom>
              <a:solidFill>
                <a:srgbClr val="008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7" name="object 277">
                <a:extLst>
                  <a:ext uri="{FF2B5EF4-FFF2-40B4-BE49-F238E27FC236}">
                    <a16:creationId xmlns:a16="http://schemas.microsoft.com/office/drawing/2014/main" id="{2B1E037F-AF51-3ADE-45AB-ABC4D5EB3196}"/>
                  </a:ext>
                </a:extLst>
              </p:cNvPr>
              <p:cNvSpPr/>
              <p:nvPr/>
            </p:nvSpPr>
            <p:spPr>
              <a:xfrm>
                <a:off x="2818523" y="6529577"/>
                <a:ext cx="14604" cy="16510"/>
              </a:xfrm>
              <a:custGeom>
                <a:avLst/>
                <a:gdLst/>
                <a:ahLst/>
                <a:cxnLst/>
                <a:rect l="l" t="t" r="r" b="b"/>
                <a:pathLst>
                  <a:path w="14605" h="16509">
                    <a:moveTo>
                      <a:pt x="14478" y="12191"/>
                    </a:moveTo>
                    <a:lnTo>
                      <a:pt x="14478" y="3809"/>
                    </a:lnTo>
                    <a:lnTo>
                      <a:pt x="11430" y="0"/>
                    </a:lnTo>
                    <a:lnTo>
                      <a:pt x="3047" y="0"/>
                    </a:lnTo>
                    <a:lnTo>
                      <a:pt x="0" y="3809"/>
                    </a:lnTo>
                    <a:lnTo>
                      <a:pt x="0" y="8381"/>
                    </a:lnTo>
                    <a:lnTo>
                      <a:pt x="0" y="12191"/>
                    </a:lnTo>
                    <a:lnTo>
                      <a:pt x="3048" y="16001"/>
                    </a:lnTo>
                    <a:lnTo>
                      <a:pt x="11430" y="16001"/>
                    </a:lnTo>
                    <a:lnTo>
                      <a:pt x="14478" y="12191"/>
                    </a:lnTo>
                    <a:close/>
                  </a:path>
                </a:pathLst>
              </a:custGeom>
              <a:solidFill>
                <a:srgbClr val="1F1F1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8" name="object 278">
                <a:extLst>
                  <a:ext uri="{FF2B5EF4-FFF2-40B4-BE49-F238E27FC236}">
                    <a16:creationId xmlns:a16="http://schemas.microsoft.com/office/drawing/2014/main" id="{BC3C5031-1160-50C1-91B2-2C2B2A9B14EC}"/>
                  </a:ext>
                </a:extLst>
              </p:cNvPr>
              <p:cNvSpPr/>
              <p:nvPr/>
            </p:nvSpPr>
            <p:spPr>
              <a:xfrm>
                <a:off x="2892437" y="6941819"/>
                <a:ext cx="17780" cy="142240"/>
              </a:xfrm>
              <a:custGeom>
                <a:avLst/>
                <a:gdLst/>
                <a:ahLst/>
                <a:cxnLst/>
                <a:rect l="l" t="t" r="r" b="b"/>
                <a:pathLst>
                  <a:path w="17780" h="142240">
                    <a:moveTo>
                      <a:pt x="17525" y="141731"/>
                    </a:moveTo>
                    <a:lnTo>
                      <a:pt x="17525" y="0"/>
                    </a:lnTo>
                    <a:lnTo>
                      <a:pt x="0" y="0"/>
                    </a:lnTo>
                    <a:lnTo>
                      <a:pt x="0" y="141731"/>
                    </a:lnTo>
                    <a:lnTo>
                      <a:pt x="17525" y="141731"/>
                    </a:lnTo>
                    <a:close/>
                  </a:path>
                </a:pathLst>
              </a:custGeom>
              <a:solidFill>
                <a:srgbClr val="114F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9" name="object 279">
                <a:extLst>
                  <a:ext uri="{FF2B5EF4-FFF2-40B4-BE49-F238E27FC236}">
                    <a16:creationId xmlns:a16="http://schemas.microsoft.com/office/drawing/2014/main" id="{453CBD5B-C125-0C09-EB5F-E45557A45952}"/>
                  </a:ext>
                </a:extLst>
              </p:cNvPr>
              <p:cNvSpPr/>
              <p:nvPr/>
            </p:nvSpPr>
            <p:spPr>
              <a:xfrm>
                <a:off x="2892437" y="6941819"/>
                <a:ext cx="17780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780" h="140970">
                    <a:moveTo>
                      <a:pt x="0" y="0"/>
                    </a:moveTo>
                    <a:lnTo>
                      <a:pt x="0" y="140970"/>
                    </a:lnTo>
                    <a:lnTo>
                      <a:pt x="17525" y="140970"/>
                    </a:lnTo>
                    <a:lnTo>
                      <a:pt x="1752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0" name="object 280">
                <a:extLst>
                  <a:ext uri="{FF2B5EF4-FFF2-40B4-BE49-F238E27FC236}">
                    <a16:creationId xmlns:a16="http://schemas.microsoft.com/office/drawing/2014/main" id="{B6F643A1-AA3B-56C5-7588-231FCA39F816}"/>
                  </a:ext>
                </a:extLst>
              </p:cNvPr>
              <p:cNvSpPr/>
              <p:nvPr/>
            </p:nvSpPr>
            <p:spPr>
              <a:xfrm>
                <a:off x="1233563" y="4422647"/>
                <a:ext cx="2362200" cy="1871980"/>
              </a:xfrm>
              <a:custGeom>
                <a:avLst/>
                <a:gdLst/>
                <a:ahLst/>
                <a:cxnLst/>
                <a:rect l="l" t="t" r="r" b="b"/>
                <a:pathLst>
                  <a:path w="2362200" h="1871979">
                    <a:moveTo>
                      <a:pt x="2362200" y="1637538"/>
                    </a:moveTo>
                    <a:lnTo>
                      <a:pt x="2362200" y="233933"/>
                    </a:lnTo>
                    <a:lnTo>
                      <a:pt x="2359876" y="219103"/>
                    </a:lnTo>
                    <a:lnTo>
                      <a:pt x="2326126" y="176220"/>
                    </a:lnTo>
                    <a:lnTo>
                      <a:pt x="2282694" y="149243"/>
                    </a:lnTo>
                    <a:lnTo>
                      <a:pt x="2223809" y="123809"/>
                    </a:lnTo>
                    <a:lnTo>
                      <a:pt x="2150577" y="100133"/>
                    </a:lnTo>
                    <a:lnTo>
                      <a:pt x="2108927" y="89022"/>
                    </a:lnTo>
                    <a:lnTo>
                      <a:pt x="2064106" y="78431"/>
                    </a:lnTo>
                    <a:lnTo>
                      <a:pt x="2016252" y="68389"/>
                    </a:lnTo>
                    <a:lnTo>
                      <a:pt x="1965502" y="58921"/>
                    </a:lnTo>
                    <a:lnTo>
                      <a:pt x="1911997" y="50056"/>
                    </a:lnTo>
                    <a:lnTo>
                      <a:pt x="1855874" y="41819"/>
                    </a:lnTo>
                    <a:lnTo>
                      <a:pt x="1797271" y="34239"/>
                    </a:lnTo>
                    <a:lnTo>
                      <a:pt x="1736327" y="27341"/>
                    </a:lnTo>
                    <a:lnTo>
                      <a:pt x="1673180" y="21154"/>
                    </a:lnTo>
                    <a:lnTo>
                      <a:pt x="1607969" y="15704"/>
                    </a:lnTo>
                    <a:lnTo>
                      <a:pt x="1540831" y="11018"/>
                    </a:lnTo>
                    <a:lnTo>
                      <a:pt x="1471907" y="7124"/>
                    </a:lnTo>
                    <a:lnTo>
                      <a:pt x="1401333" y="4047"/>
                    </a:lnTo>
                    <a:lnTo>
                      <a:pt x="1329248" y="1817"/>
                    </a:lnTo>
                    <a:lnTo>
                      <a:pt x="1255791" y="458"/>
                    </a:lnTo>
                    <a:lnTo>
                      <a:pt x="1181100" y="0"/>
                    </a:lnTo>
                    <a:lnTo>
                      <a:pt x="1106408" y="458"/>
                    </a:lnTo>
                    <a:lnTo>
                      <a:pt x="1032951" y="1817"/>
                    </a:lnTo>
                    <a:lnTo>
                      <a:pt x="960866" y="4047"/>
                    </a:lnTo>
                    <a:lnTo>
                      <a:pt x="890292" y="7124"/>
                    </a:lnTo>
                    <a:lnTo>
                      <a:pt x="821368" y="11018"/>
                    </a:lnTo>
                    <a:lnTo>
                      <a:pt x="754230" y="15704"/>
                    </a:lnTo>
                    <a:lnTo>
                      <a:pt x="689019" y="21154"/>
                    </a:lnTo>
                    <a:lnTo>
                      <a:pt x="625872" y="27341"/>
                    </a:lnTo>
                    <a:lnTo>
                      <a:pt x="564928" y="34239"/>
                    </a:lnTo>
                    <a:lnTo>
                      <a:pt x="506325" y="41819"/>
                    </a:lnTo>
                    <a:lnTo>
                      <a:pt x="450202" y="50056"/>
                    </a:lnTo>
                    <a:lnTo>
                      <a:pt x="396697" y="58921"/>
                    </a:lnTo>
                    <a:lnTo>
                      <a:pt x="345948" y="68389"/>
                    </a:lnTo>
                    <a:lnTo>
                      <a:pt x="298093" y="78431"/>
                    </a:lnTo>
                    <a:lnTo>
                      <a:pt x="253272" y="89022"/>
                    </a:lnTo>
                    <a:lnTo>
                      <a:pt x="211622" y="100133"/>
                    </a:lnTo>
                    <a:lnTo>
                      <a:pt x="173282" y="111737"/>
                    </a:lnTo>
                    <a:lnTo>
                      <a:pt x="107085" y="136320"/>
                    </a:lnTo>
                    <a:lnTo>
                      <a:pt x="55788" y="162552"/>
                    </a:lnTo>
                    <a:lnTo>
                      <a:pt x="20499" y="190219"/>
                    </a:lnTo>
                    <a:lnTo>
                      <a:pt x="0" y="233934"/>
                    </a:lnTo>
                    <a:lnTo>
                      <a:pt x="0" y="1637538"/>
                    </a:lnTo>
                    <a:lnTo>
                      <a:pt x="20499" y="1681252"/>
                    </a:lnTo>
                    <a:lnTo>
                      <a:pt x="55788" y="1708919"/>
                    </a:lnTo>
                    <a:lnTo>
                      <a:pt x="107085" y="1735151"/>
                    </a:lnTo>
                    <a:lnTo>
                      <a:pt x="173282" y="1759734"/>
                    </a:lnTo>
                    <a:lnTo>
                      <a:pt x="211622" y="1771338"/>
                    </a:lnTo>
                    <a:lnTo>
                      <a:pt x="253272" y="1782449"/>
                    </a:lnTo>
                    <a:lnTo>
                      <a:pt x="298093" y="1793040"/>
                    </a:lnTo>
                    <a:lnTo>
                      <a:pt x="345947" y="1803082"/>
                    </a:lnTo>
                    <a:lnTo>
                      <a:pt x="396697" y="1812550"/>
                    </a:lnTo>
                    <a:lnTo>
                      <a:pt x="450202" y="1821415"/>
                    </a:lnTo>
                    <a:lnTo>
                      <a:pt x="506325" y="1829652"/>
                    </a:lnTo>
                    <a:lnTo>
                      <a:pt x="564928" y="1837232"/>
                    </a:lnTo>
                    <a:lnTo>
                      <a:pt x="625872" y="1844130"/>
                    </a:lnTo>
                    <a:lnTo>
                      <a:pt x="689019" y="1850317"/>
                    </a:lnTo>
                    <a:lnTo>
                      <a:pt x="754230" y="1855767"/>
                    </a:lnTo>
                    <a:lnTo>
                      <a:pt x="821368" y="1860453"/>
                    </a:lnTo>
                    <a:lnTo>
                      <a:pt x="890292" y="1864347"/>
                    </a:lnTo>
                    <a:lnTo>
                      <a:pt x="960866" y="1867424"/>
                    </a:lnTo>
                    <a:lnTo>
                      <a:pt x="1032951" y="1869654"/>
                    </a:lnTo>
                    <a:lnTo>
                      <a:pt x="1106408" y="1871013"/>
                    </a:lnTo>
                    <a:lnTo>
                      <a:pt x="1181100" y="1871472"/>
                    </a:lnTo>
                    <a:lnTo>
                      <a:pt x="1255791" y="1871013"/>
                    </a:lnTo>
                    <a:lnTo>
                      <a:pt x="1329248" y="1869654"/>
                    </a:lnTo>
                    <a:lnTo>
                      <a:pt x="1401333" y="1867424"/>
                    </a:lnTo>
                    <a:lnTo>
                      <a:pt x="1471907" y="1864347"/>
                    </a:lnTo>
                    <a:lnTo>
                      <a:pt x="1540831" y="1860453"/>
                    </a:lnTo>
                    <a:lnTo>
                      <a:pt x="1607969" y="1855767"/>
                    </a:lnTo>
                    <a:lnTo>
                      <a:pt x="1673180" y="1850317"/>
                    </a:lnTo>
                    <a:lnTo>
                      <a:pt x="1736327" y="1844130"/>
                    </a:lnTo>
                    <a:lnTo>
                      <a:pt x="1797271" y="1837232"/>
                    </a:lnTo>
                    <a:lnTo>
                      <a:pt x="1855874" y="1829652"/>
                    </a:lnTo>
                    <a:lnTo>
                      <a:pt x="1911997" y="1821415"/>
                    </a:lnTo>
                    <a:lnTo>
                      <a:pt x="1965502" y="1812550"/>
                    </a:lnTo>
                    <a:lnTo>
                      <a:pt x="2016252" y="1803082"/>
                    </a:lnTo>
                    <a:lnTo>
                      <a:pt x="2064106" y="1793040"/>
                    </a:lnTo>
                    <a:lnTo>
                      <a:pt x="2108927" y="1782449"/>
                    </a:lnTo>
                    <a:lnTo>
                      <a:pt x="2150577" y="1771338"/>
                    </a:lnTo>
                    <a:lnTo>
                      <a:pt x="2188917" y="1759734"/>
                    </a:lnTo>
                    <a:lnTo>
                      <a:pt x="2255114" y="1735151"/>
                    </a:lnTo>
                    <a:lnTo>
                      <a:pt x="2306411" y="1708919"/>
                    </a:lnTo>
                    <a:lnTo>
                      <a:pt x="2341700" y="1681252"/>
                    </a:lnTo>
                    <a:lnTo>
                      <a:pt x="2362200" y="1637538"/>
                    </a:lnTo>
                    <a:close/>
                  </a:path>
                </a:pathLst>
              </a:custGeom>
              <a:solidFill>
                <a:srgbClr val="CCCC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1" name="object 281">
                <a:extLst>
                  <a:ext uri="{FF2B5EF4-FFF2-40B4-BE49-F238E27FC236}">
                    <a16:creationId xmlns:a16="http://schemas.microsoft.com/office/drawing/2014/main" id="{32DA5641-69D6-255F-780A-3932C5520F5A}"/>
                  </a:ext>
                </a:extLst>
              </p:cNvPr>
              <p:cNvSpPr/>
              <p:nvPr/>
            </p:nvSpPr>
            <p:spPr>
              <a:xfrm>
                <a:off x="1233563" y="4422647"/>
                <a:ext cx="2362200" cy="467995"/>
              </a:xfrm>
              <a:custGeom>
                <a:avLst/>
                <a:gdLst/>
                <a:ahLst/>
                <a:cxnLst/>
                <a:rect l="l" t="t" r="r" b="b"/>
                <a:pathLst>
                  <a:path w="2362200" h="467995">
                    <a:moveTo>
                      <a:pt x="2362200" y="233934"/>
                    </a:moveTo>
                    <a:lnTo>
                      <a:pt x="2341700" y="190219"/>
                    </a:lnTo>
                    <a:lnTo>
                      <a:pt x="2306411" y="162552"/>
                    </a:lnTo>
                    <a:lnTo>
                      <a:pt x="2255114" y="136320"/>
                    </a:lnTo>
                    <a:lnTo>
                      <a:pt x="2188917" y="111737"/>
                    </a:lnTo>
                    <a:lnTo>
                      <a:pt x="2150577" y="100133"/>
                    </a:lnTo>
                    <a:lnTo>
                      <a:pt x="2108927" y="89022"/>
                    </a:lnTo>
                    <a:lnTo>
                      <a:pt x="2064106" y="78431"/>
                    </a:lnTo>
                    <a:lnTo>
                      <a:pt x="2016251" y="68389"/>
                    </a:lnTo>
                    <a:lnTo>
                      <a:pt x="1965502" y="58921"/>
                    </a:lnTo>
                    <a:lnTo>
                      <a:pt x="1911997" y="50056"/>
                    </a:lnTo>
                    <a:lnTo>
                      <a:pt x="1855874" y="41819"/>
                    </a:lnTo>
                    <a:lnTo>
                      <a:pt x="1797271" y="34239"/>
                    </a:lnTo>
                    <a:lnTo>
                      <a:pt x="1736327" y="27341"/>
                    </a:lnTo>
                    <a:lnTo>
                      <a:pt x="1673180" y="21154"/>
                    </a:lnTo>
                    <a:lnTo>
                      <a:pt x="1607969" y="15704"/>
                    </a:lnTo>
                    <a:lnTo>
                      <a:pt x="1540831" y="11018"/>
                    </a:lnTo>
                    <a:lnTo>
                      <a:pt x="1471907" y="7124"/>
                    </a:lnTo>
                    <a:lnTo>
                      <a:pt x="1401333" y="4047"/>
                    </a:lnTo>
                    <a:lnTo>
                      <a:pt x="1329248" y="1817"/>
                    </a:lnTo>
                    <a:lnTo>
                      <a:pt x="1255791" y="458"/>
                    </a:lnTo>
                    <a:lnTo>
                      <a:pt x="1181100" y="0"/>
                    </a:lnTo>
                    <a:lnTo>
                      <a:pt x="1106408" y="458"/>
                    </a:lnTo>
                    <a:lnTo>
                      <a:pt x="1032951" y="1817"/>
                    </a:lnTo>
                    <a:lnTo>
                      <a:pt x="960866" y="4047"/>
                    </a:lnTo>
                    <a:lnTo>
                      <a:pt x="890292" y="7124"/>
                    </a:lnTo>
                    <a:lnTo>
                      <a:pt x="821368" y="11018"/>
                    </a:lnTo>
                    <a:lnTo>
                      <a:pt x="754230" y="15704"/>
                    </a:lnTo>
                    <a:lnTo>
                      <a:pt x="689019" y="21154"/>
                    </a:lnTo>
                    <a:lnTo>
                      <a:pt x="625872" y="27341"/>
                    </a:lnTo>
                    <a:lnTo>
                      <a:pt x="564928" y="34239"/>
                    </a:lnTo>
                    <a:lnTo>
                      <a:pt x="506325" y="41819"/>
                    </a:lnTo>
                    <a:lnTo>
                      <a:pt x="450202" y="50056"/>
                    </a:lnTo>
                    <a:lnTo>
                      <a:pt x="396697" y="58921"/>
                    </a:lnTo>
                    <a:lnTo>
                      <a:pt x="345948" y="68389"/>
                    </a:lnTo>
                    <a:lnTo>
                      <a:pt x="298093" y="78431"/>
                    </a:lnTo>
                    <a:lnTo>
                      <a:pt x="253272" y="89022"/>
                    </a:lnTo>
                    <a:lnTo>
                      <a:pt x="211622" y="100133"/>
                    </a:lnTo>
                    <a:lnTo>
                      <a:pt x="173282" y="111737"/>
                    </a:lnTo>
                    <a:lnTo>
                      <a:pt x="107085" y="136320"/>
                    </a:lnTo>
                    <a:lnTo>
                      <a:pt x="55788" y="162552"/>
                    </a:lnTo>
                    <a:lnTo>
                      <a:pt x="20499" y="190219"/>
                    </a:lnTo>
                    <a:lnTo>
                      <a:pt x="0" y="233934"/>
                    </a:lnTo>
                    <a:lnTo>
                      <a:pt x="2323" y="248683"/>
                    </a:lnTo>
                    <a:lnTo>
                      <a:pt x="36073" y="291395"/>
                    </a:lnTo>
                    <a:lnTo>
                      <a:pt x="79505" y="318312"/>
                    </a:lnTo>
                    <a:lnTo>
                      <a:pt x="138390" y="343721"/>
                    </a:lnTo>
                    <a:lnTo>
                      <a:pt x="211622" y="367401"/>
                    </a:lnTo>
                    <a:lnTo>
                      <a:pt x="253272" y="378523"/>
                    </a:lnTo>
                    <a:lnTo>
                      <a:pt x="298093" y="389130"/>
                    </a:lnTo>
                    <a:lnTo>
                      <a:pt x="345947" y="399192"/>
                    </a:lnTo>
                    <a:lnTo>
                      <a:pt x="396697" y="408683"/>
                    </a:lnTo>
                    <a:lnTo>
                      <a:pt x="450202" y="417575"/>
                    </a:lnTo>
                    <a:lnTo>
                      <a:pt x="506325" y="425840"/>
                    </a:lnTo>
                    <a:lnTo>
                      <a:pt x="564928" y="433449"/>
                    </a:lnTo>
                    <a:lnTo>
                      <a:pt x="625872" y="440376"/>
                    </a:lnTo>
                    <a:lnTo>
                      <a:pt x="689019" y="446592"/>
                    </a:lnTo>
                    <a:lnTo>
                      <a:pt x="754230" y="452069"/>
                    </a:lnTo>
                    <a:lnTo>
                      <a:pt x="821368" y="456781"/>
                    </a:lnTo>
                    <a:lnTo>
                      <a:pt x="890292" y="460698"/>
                    </a:lnTo>
                    <a:lnTo>
                      <a:pt x="960866" y="463793"/>
                    </a:lnTo>
                    <a:lnTo>
                      <a:pt x="1032951" y="466038"/>
                    </a:lnTo>
                    <a:lnTo>
                      <a:pt x="1106408" y="467405"/>
                    </a:lnTo>
                    <a:lnTo>
                      <a:pt x="1181100" y="467868"/>
                    </a:lnTo>
                    <a:lnTo>
                      <a:pt x="1255791" y="467405"/>
                    </a:lnTo>
                    <a:lnTo>
                      <a:pt x="1329248" y="466038"/>
                    </a:lnTo>
                    <a:lnTo>
                      <a:pt x="1401333" y="463793"/>
                    </a:lnTo>
                    <a:lnTo>
                      <a:pt x="1471907" y="460698"/>
                    </a:lnTo>
                    <a:lnTo>
                      <a:pt x="1540831" y="456781"/>
                    </a:lnTo>
                    <a:lnTo>
                      <a:pt x="1607969" y="452069"/>
                    </a:lnTo>
                    <a:lnTo>
                      <a:pt x="1673180" y="446592"/>
                    </a:lnTo>
                    <a:lnTo>
                      <a:pt x="1736327" y="440376"/>
                    </a:lnTo>
                    <a:lnTo>
                      <a:pt x="1797271" y="433449"/>
                    </a:lnTo>
                    <a:lnTo>
                      <a:pt x="1855874" y="425840"/>
                    </a:lnTo>
                    <a:lnTo>
                      <a:pt x="1911997" y="417575"/>
                    </a:lnTo>
                    <a:lnTo>
                      <a:pt x="1965502" y="408683"/>
                    </a:lnTo>
                    <a:lnTo>
                      <a:pt x="2016251" y="399192"/>
                    </a:lnTo>
                    <a:lnTo>
                      <a:pt x="2064106" y="389130"/>
                    </a:lnTo>
                    <a:lnTo>
                      <a:pt x="2108927" y="378523"/>
                    </a:lnTo>
                    <a:lnTo>
                      <a:pt x="2150577" y="367401"/>
                    </a:lnTo>
                    <a:lnTo>
                      <a:pt x="2188917" y="355791"/>
                    </a:lnTo>
                    <a:lnTo>
                      <a:pt x="2255114" y="331219"/>
                    </a:lnTo>
                    <a:lnTo>
                      <a:pt x="2306411" y="305028"/>
                    </a:lnTo>
                    <a:lnTo>
                      <a:pt x="2341700" y="277442"/>
                    </a:lnTo>
                    <a:lnTo>
                      <a:pt x="2362200" y="233934"/>
                    </a:lnTo>
                    <a:close/>
                  </a:path>
                </a:pathLst>
              </a:custGeom>
              <a:solidFill>
                <a:srgbClr val="D6D6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2" name="object 282">
                <a:extLst>
                  <a:ext uri="{FF2B5EF4-FFF2-40B4-BE49-F238E27FC236}">
                    <a16:creationId xmlns:a16="http://schemas.microsoft.com/office/drawing/2014/main" id="{DA7C4A07-8B01-CCA3-EA8C-567838E71F7F}"/>
                  </a:ext>
                </a:extLst>
              </p:cNvPr>
              <p:cNvSpPr/>
              <p:nvPr/>
            </p:nvSpPr>
            <p:spPr>
              <a:xfrm>
                <a:off x="1233563" y="4422647"/>
                <a:ext cx="2362200" cy="1871980"/>
              </a:xfrm>
              <a:custGeom>
                <a:avLst/>
                <a:gdLst/>
                <a:ahLst/>
                <a:cxnLst/>
                <a:rect l="l" t="t" r="r" b="b"/>
                <a:pathLst>
                  <a:path w="2362200" h="1871979">
                    <a:moveTo>
                      <a:pt x="1181100" y="0"/>
                    </a:moveTo>
                    <a:lnTo>
                      <a:pt x="1106408" y="458"/>
                    </a:lnTo>
                    <a:lnTo>
                      <a:pt x="1032951" y="1817"/>
                    </a:lnTo>
                    <a:lnTo>
                      <a:pt x="960866" y="4047"/>
                    </a:lnTo>
                    <a:lnTo>
                      <a:pt x="890292" y="7124"/>
                    </a:lnTo>
                    <a:lnTo>
                      <a:pt x="821368" y="11018"/>
                    </a:lnTo>
                    <a:lnTo>
                      <a:pt x="754230" y="15704"/>
                    </a:lnTo>
                    <a:lnTo>
                      <a:pt x="689019" y="21154"/>
                    </a:lnTo>
                    <a:lnTo>
                      <a:pt x="625872" y="27341"/>
                    </a:lnTo>
                    <a:lnTo>
                      <a:pt x="564928" y="34239"/>
                    </a:lnTo>
                    <a:lnTo>
                      <a:pt x="506325" y="41819"/>
                    </a:lnTo>
                    <a:lnTo>
                      <a:pt x="450202" y="50056"/>
                    </a:lnTo>
                    <a:lnTo>
                      <a:pt x="396697" y="58921"/>
                    </a:lnTo>
                    <a:lnTo>
                      <a:pt x="345948" y="68389"/>
                    </a:lnTo>
                    <a:lnTo>
                      <a:pt x="298093" y="78431"/>
                    </a:lnTo>
                    <a:lnTo>
                      <a:pt x="253272" y="89022"/>
                    </a:lnTo>
                    <a:lnTo>
                      <a:pt x="211622" y="100133"/>
                    </a:lnTo>
                    <a:lnTo>
                      <a:pt x="173282" y="111737"/>
                    </a:lnTo>
                    <a:lnTo>
                      <a:pt x="107085" y="136320"/>
                    </a:lnTo>
                    <a:lnTo>
                      <a:pt x="55788" y="162552"/>
                    </a:lnTo>
                    <a:lnTo>
                      <a:pt x="20499" y="190219"/>
                    </a:lnTo>
                    <a:lnTo>
                      <a:pt x="0" y="233934"/>
                    </a:lnTo>
                    <a:lnTo>
                      <a:pt x="0" y="1637538"/>
                    </a:lnTo>
                    <a:lnTo>
                      <a:pt x="20499" y="1681252"/>
                    </a:lnTo>
                    <a:lnTo>
                      <a:pt x="55788" y="1708919"/>
                    </a:lnTo>
                    <a:lnTo>
                      <a:pt x="107085" y="1735151"/>
                    </a:lnTo>
                    <a:lnTo>
                      <a:pt x="173282" y="1759734"/>
                    </a:lnTo>
                    <a:lnTo>
                      <a:pt x="211622" y="1771338"/>
                    </a:lnTo>
                    <a:lnTo>
                      <a:pt x="253272" y="1782449"/>
                    </a:lnTo>
                    <a:lnTo>
                      <a:pt x="298093" y="1793040"/>
                    </a:lnTo>
                    <a:lnTo>
                      <a:pt x="345947" y="1803082"/>
                    </a:lnTo>
                    <a:lnTo>
                      <a:pt x="396697" y="1812550"/>
                    </a:lnTo>
                    <a:lnTo>
                      <a:pt x="450202" y="1821415"/>
                    </a:lnTo>
                    <a:lnTo>
                      <a:pt x="506325" y="1829652"/>
                    </a:lnTo>
                    <a:lnTo>
                      <a:pt x="564928" y="1837232"/>
                    </a:lnTo>
                    <a:lnTo>
                      <a:pt x="625872" y="1844130"/>
                    </a:lnTo>
                    <a:lnTo>
                      <a:pt x="689019" y="1850317"/>
                    </a:lnTo>
                    <a:lnTo>
                      <a:pt x="754230" y="1855767"/>
                    </a:lnTo>
                    <a:lnTo>
                      <a:pt x="821368" y="1860453"/>
                    </a:lnTo>
                    <a:lnTo>
                      <a:pt x="890292" y="1864347"/>
                    </a:lnTo>
                    <a:lnTo>
                      <a:pt x="960866" y="1867424"/>
                    </a:lnTo>
                    <a:lnTo>
                      <a:pt x="1032951" y="1869654"/>
                    </a:lnTo>
                    <a:lnTo>
                      <a:pt x="1106408" y="1871013"/>
                    </a:lnTo>
                    <a:lnTo>
                      <a:pt x="1181100" y="1871472"/>
                    </a:lnTo>
                    <a:lnTo>
                      <a:pt x="1255791" y="1871013"/>
                    </a:lnTo>
                    <a:lnTo>
                      <a:pt x="1329248" y="1869654"/>
                    </a:lnTo>
                    <a:lnTo>
                      <a:pt x="1401333" y="1867424"/>
                    </a:lnTo>
                    <a:lnTo>
                      <a:pt x="1471907" y="1864347"/>
                    </a:lnTo>
                    <a:lnTo>
                      <a:pt x="1540831" y="1860453"/>
                    </a:lnTo>
                    <a:lnTo>
                      <a:pt x="1607969" y="1855767"/>
                    </a:lnTo>
                    <a:lnTo>
                      <a:pt x="1673180" y="1850317"/>
                    </a:lnTo>
                    <a:lnTo>
                      <a:pt x="1736327" y="1844130"/>
                    </a:lnTo>
                    <a:lnTo>
                      <a:pt x="1797271" y="1837232"/>
                    </a:lnTo>
                    <a:lnTo>
                      <a:pt x="1855874" y="1829652"/>
                    </a:lnTo>
                    <a:lnTo>
                      <a:pt x="1911997" y="1821415"/>
                    </a:lnTo>
                    <a:lnTo>
                      <a:pt x="1965502" y="1812550"/>
                    </a:lnTo>
                    <a:lnTo>
                      <a:pt x="2016252" y="1803082"/>
                    </a:lnTo>
                    <a:lnTo>
                      <a:pt x="2064106" y="1793040"/>
                    </a:lnTo>
                    <a:lnTo>
                      <a:pt x="2108927" y="1782449"/>
                    </a:lnTo>
                    <a:lnTo>
                      <a:pt x="2150577" y="1771338"/>
                    </a:lnTo>
                    <a:lnTo>
                      <a:pt x="2188917" y="1759734"/>
                    </a:lnTo>
                    <a:lnTo>
                      <a:pt x="2255114" y="1735151"/>
                    </a:lnTo>
                    <a:lnTo>
                      <a:pt x="2306411" y="1708919"/>
                    </a:lnTo>
                    <a:lnTo>
                      <a:pt x="2341700" y="1681252"/>
                    </a:lnTo>
                    <a:lnTo>
                      <a:pt x="2362200" y="1637538"/>
                    </a:lnTo>
                    <a:lnTo>
                      <a:pt x="2362200" y="233933"/>
                    </a:lnTo>
                    <a:lnTo>
                      <a:pt x="2341700" y="190219"/>
                    </a:lnTo>
                    <a:lnTo>
                      <a:pt x="2306411" y="162552"/>
                    </a:lnTo>
                    <a:lnTo>
                      <a:pt x="2255114" y="136320"/>
                    </a:lnTo>
                    <a:lnTo>
                      <a:pt x="2188917" y="111737"/>
                    </a:lnTo>
                    <a:lnTo>
                      <a:pt x="2150577" y="100133"/>
                    </a:lnTo>
                    <a:lnTo>
                      <a:pt x="2108927" y="89022"/>
                    </a:lnTo>
                    <a:lnTo>
                      <a:pt x="2064106" y="78431"/>
                    </a:lnTo>
                    <a:lnTo>
                      <a:pt x="2016252" y="68389"/>
                    </a:lnTo>
                    <a:lnTo>
                      <a:pt x="1965502" y="58921"/>
                    </a:lnTo>
                    <a:lnTo>
                      <a:pt x="1911997" y="50056"/>
                    </a:lnTo>
                    <a:lnTo>
                      <a:pt x="1855874" y="41819"/>
                    </a:lnTo>
                    <a:lnTo>
                      <a:pt x="1797271" y="34239"/>
                    </a:lnTo>
                    <a:lnTo>
                      <a:pt x="1736327" y="27341"/>
                    </a:lnTo>
                    <a:lnTo>
                      <a:pt x="1673180" y="21154"/>
                    </a:lnTo>
                    <a:lnTo>
                      <a:pt x="1607969" y="15704"/>
                    </a:lnTo>
                    <a:lnTo>
                      <a:pt x="1540831" y="11018"/>
                    </a:lnTo>
                    <a:lnTo>
                      <a:pt x="1471907" y="7124"/>
                    </a:lnTo>
                    <a:lnTo>
                      <a:pt x="1401333" y="4047"/>
                    </a:lnTo>
                    <a:lnTo>
                      <a:pt x="1329248" y="1817"/>
                    </a:lnTo>
                    <a:lnTo>
                      <a:pt x="1255791" y="458"/>
                    </a:lnTo>
                    <a:lnTo>
                      <a:pt x="1181100" y="0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3" name="object 283">
                <a:extLst>
                  <a:ext uri="{FF2B5EF4-FFF2-40B4-BE49-F238E27FC236}">
                    <a16:creationId xmlns:a16="http://schemas.microsoft.com/office/drawing/2014/main" id="{D7879228-2813-5BC5-0AB0-5A87F294B51C}"/>
                  </a:ext>
                </a:extLst>
              </p:cNvPr>
              <p:cNvSpPr/>
              <p:nvPr/>
            </p:nvSpPr>
            <p:spPr>
              <a:xfrm>
                <a:off x="1233563" y="4656581"/>
                <a:ext cx="2362200" cy="234315"/>
              </a:xfrm>
              <a:custGeom>
                <a:avLst/>
                <a:gdLst/>
                <a:ahLst/>
                <a:cxnLst/>
                <a:rect l="l" t="t" r="r" b="b"/>
                <a:pathLst>
                  <a:path w="2362200" h="234314">
                    <a:moveTo>
                      <a:pt x="0" y="0"/>
                    </a:moveTo>
                    <a:lnTo>
                      <a:pt x="20499" y="43508"/>
                    </a:lnTo>
                    <a:lnTo>
                      <a:pt x="55788" y="71094"/>
                    </a:lnTo>
                    <a:lnTo>
                      <a:pt x="107085" y="97285"/>
                    </a:lnTo>
                    <a:lnTo>
                      <a:pt x="173282" y="121857"/>
                    </a:lnTo>
                    <a:lnTo>
                      <a:pt x="211622" y="133467"/>
                    </a:lnTo>
                    <a:lnTo>
                      <a:pt x="253272" y="144589"/>
                    </a:lnTo>
                    <a:lnTo>
                      <a:pt x="298093" y="155196"/>
                    </a:lnTo>
                    <a:lnTo>
                      <a:pt x="345947" y="165258"/>
                    </a:lnTo>
                    <a:lnTo>
                      <a:pt x="396697" y="174749"/>
                    </a:lnTo>
                    <a:lnTo>
                      <a:pt x="450202" y="183641"/>
                    </a:lnTo>
                    <a:lnTo>
                      <a:pt x="506325" y="191906"/>
                    </a:lnTo>
                    <a:lnTo>
                      <a:pt x="564928" y="199515"/>
                    </a:lnTo>
                    <a:lnTo>
                      <a:pt x="625872" y="206442"/>
                    </a:lnTo>
                    <a:lnTo>
                      <a:pt x="689019" y="212658"/>
                    </a:lnTo>
                    <a:lnTo>
                      <a:pt x="754230" y="218135"/>
                    </a:lnTo>
                    <a:lnTo>
                      <a:pt x="821368" y="222847"/>
                    </a:lnTo>
                    <a:lnTo>
                      <a:pt x="890292" y="226764"/>
                    </a:lnTo>
                    <a:lnTo>
                      <a:pt x="960866" y="229859"/>
                    </a:lnTo>
                    <a:lnTo>
                      <a:pt x="1032951" y="232104"/>
                    </a:lnTo>
                    <a:lnTo>
                      <a:pt x="1106408" y="233471"/>
                    </a:lnTo>
                    <a:lnTo>
                      <a:pt x="1181100" y="233933"/>
                    </a:lnTo>
                    <a:lnTo>
                      <a:pt x="1255791" y="233471"/>
                    </a:lnTo>
                    <a:lnTo>
                      <a:pt x="1329248" y="232104"/>
                    </a:lnTo>
                    <a:lnTo>
                      <a:pt x="1401333" y="229859"/>
                    </a:lnTo>
                    <a:lnTo>
                      <a:pt x="1471907" y="226764"/>
                    </a:lnTo>
                    <a:lnTo>
                      <a:pt x="1540831" y="222847"/>
                    </a:lnTo>
                    <a:lnTo>
                      <a:pt x="1607969" y="218135"/>
                    </a:lnTo>
                    <a:lnTo>
                      <a:pt x="1673180" y="212658"/>
                    </a:lnTo>
                    <a:lnTo>
                      <a:pt x="1736327" y="206442"/>
                    </a:lnTo>
                    <a:lnTo>
                      <a:pt x="1797271" y="199515"/>
                    </a:lnTo>
                    <a:lnTo>
                      <a:pt x="1855874" y="191906"/>
                    </a:lnTo>
                    <a:lnTo>
                      <a:pt x="1911997" y="183641"/>
                    </a:lnTo>
                    <a:lnTo>
                      <a:pt x="1965502" y="174749"/>
                    </a:lnTo>
                    <a:lnTo>
                      <a:pt x="2016251" y="165258"/>
                    </a:lnTo>
                    <a:lnTo>
                      <a:pt x="2064106" y="155196"/>
                    </a:lnTo>
                    <a:lnTo>
                      <a:pt x="2108927" y="144589"/>
                    </a:lnTo>
                    <a:lnTo>
                      <a:pt x="2150577" y="133467"/>
                    </a:lnTo>
                    <a:lnTo>
                      <a:pt x="2188917" y="121857"/>
                    </a:lnTo>
                    <a:lnTo>
                      <a:pt x="2255114" y="97285"/>
                    </a:lnTo>
                    <a:lnTo>
                      <a:pt x="2306411" y="71094"/>
                    </a:lnTo>
                    <a:lnTo>
                      <a:pt x="2341700" y="43508"/>
                    </a:lnTo>
                    <a:lnTo>
                      <a:pt x="2359876" y="14749"/>
                    </a:lnTo>
                    <a:lnTo>
                      <a:pt x="2362200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84" name="object 284">
              <a:extLst>
                <a:ext uri="{FF2B5EF4-FFF2-40B4-BE49-F238E27FC236}">
                  <a16:creationId xmlns:a16="http://schemas.microsoft.com/office/drawing/2014/main" id="{11B071D9-97E7-919F-49B5-A04D90D55B7E}"/>
                </a:ext>
              </a:extLst>
            </p:cNvPr>
            <p:cNvSpPr txBox="1"/>
            <p:nvPr/>
          </p:nvSpPr>
          <p:spPr>
            <a:xfrm>
              <a:off x="1527943" y="5242052"/>
              <a:ext cx="1803400" cy="6350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39065" marR="5080" indent="-127000">
                <a:lnSpc>
                  <a:spcPct val="100000"/>
                </a:lnSpc>
                <a:spcBef>
                  <a:spcPts val="95"/>
                </a:spcBef>
              </a:pPr>
              <a:r>
                <a:rPr sz="2000" b="1" spc="-25" dirty="0">
                  <a:latin typeface="Lantinghei SC Heavy"/>
                  <a:cs typeface="Lantinghei SC Heavy"/>
                </a:rPr>
                <a:t>相互有关联关系的数据的集合</a:t>
              </a:r>
              <a:endParaRPr sz="2000" dirty="0">
                <a:latin typeface="Lantinghei SC Heavy"/>
                <a:cs typeface="Lantinghei SC Heavy"/>
              </a:endParaRPr>
            </a:p>
          </p:txBody>
        </p:sp>
        <p:sp>
          <p:nvSpPr>
            <p:cNvPr id="285" name="object 285">
              <a:extLst>
                <a:ext uri="{FF2B5EF4-FFF2-40B4-BE49-F238E27FC236}">
                  <a16:creationId xmlns:a16="http://schemas.microsoft.com/office/drawing/2014/main" id="{13648D94-C7F0-AE05-E2A3-7C2FFC2C4E26}"/>
                </a:ext>
              </a:extLst>
            </p:cNvPr>
            <p:cNvSpPr txBox="1"/>
            <p:nvPr/>
          </p:nvSpPr>
          <p:spPr>
            <a:xfrm>
              <a:off x="1405261" y="4489195"/>
              <a:ext cx="199771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175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数据库</a:t>
              </a:r>
              <a:r>
                <a:rPr sz="1800" b="1" spc="-90" dirty="0">
                  <a:solidFill>
                    <a:srgbClr val="CC0000"/>
                  </a:solidFill>
                  <a:latin typeface="Lantinghei SC Heavy"/>
                  <a:cs typeface="Lantinghei SC Heavy"/>
                </a:rPr>
                <a:t>//Database</a:t>
              </a:r>
              <a:endParaRPr sz="1800">
                <a:latin typeface="Lantinghei SC Heavy"/>
                <a:cs typeface="Lantinghei SC Heavy"/>
              </a:endParaRPr>
            </a:p>
          </p:txBody>
        </p:sp>
        <p:sp>
          <p:nvSpPr>
            <p:cNvPr id="286" name="object 288">
              <a:extLst>
                <a:ext uri="{FF2B5EF4-FFF2-40B4-BE49-F238E27FC236}">
                  <a16:creationId xmlns:a16="http://schemas.microsoft.com/office/drawing/2014/main" id="{A14D3346-B27D-AF4C-466C-E197757FD328}"/>
                </a:ext>
              </a:extLst>
            </p:cNvPr>
            <p:cNvSpPr txBox="1"/>
            <p:nvPr/>
          </p:nvSpPr>
          <p:spPr>
            <a:xfrm>
              <a:off x="6635629" y="5607050"/>
              <a:ext cx="2800350" cy="2387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400" b="1" spc="-10" dirty="0">
                  <a:latin typeface="Kaiti SC Black"/>
                  <a:cs typeface="Kaiti SC Black"/>
                </a:rPr>
                <a:t>用户</a:t>
              </a:r>
              <a:r>
                <a:rPr sz="1400" b="1" spc="-10" dirty="0">
                  <a:latin typeface="Arial"/>
                  <a:cs typeface="Arial"/>
                </a:rPr>
                <a:t>n</a:t>
              </a:r>
              <a:r>
                <a:rPr sz="1400" b="1" spc="-25" dirty="0">
                  <a:latin typeface="Kaiti SC Black"/>
                  <a:cs typeface="Kaiti SC Black"/>
                </a:rPr>
                <a:t>使用的完成某功能的应用程序</a:t>
              </a:r>
              <a:endParaRPr sz="1400">
                <a:latin typeface="Kaiti SC Black"/>
                <a:cs typeface="Kaiti SC Black"/>
              </a:endParaRPr>
            </a:p>
          </p:txBody>
        </p:sp>
      </p:grpSp>
      <p:pic>
        <p:nvPicPr>
          <p:cNvPr id="3" name="图形 2" descr="困惑的人 纯色填充">
            <a:extLst>
              <a:ext uri="{FF2B5EF4-FFF2-40B4-BE49-F238E27FC236}">
                <a16:creationId xmlns:a16="http://schemas.microsoft.com/office/drawing/2014/main" id="{B166D7D4-B6A7-179E-928B-7DD98F9C1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43084" y="1487775"/>
            <a:ext cx="625874" cy="625874"/>
          </a:xfrm>
          <a:prstGeom prst="rect">
            <a:avLst/>
          </a:prstGeom>
        </p:spPr>
      </p:pic>
      <p:sp>
        <p:nvSpPr>
          <p:cNvPr id="288" name="右大括号 287">
            <a:extLst>
              <a:ext uri="{FF2B5EF4-FFF2-40B4-BE49-F238E27FC236}">
                <a16:creationId xmlns:a16="http://schemas.microsoft.com/office/drawing/2014/main" id="{E0C5762C-932A-258C-5E53-A2C3E40F1A03}"/>
              </a:ext>
            </a:extLst>
          </p:cNvPr>
          <p:cNvSpPr/>
          <p:nvPr/>
        </p:nvSpPr>
        <p:spPr>
          <a:xfrm rot="16200000">
            <a:off x="5267659" y="620413"/>
            <a:ext cx="495945" cy="306154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776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CB993CFD-5762-309A-A73C-8AD06CB49BEC}"/>
              </a:ext>
            </a:extLst>
          </p:cNvPr>
          <p:cNvGrpSpPr/>
          <p:nvPr/>
        </p:nvGrpSpPr>
        <p:grpSpPr>
          <a:xfrm>
            <a:off x="558863" y="3810783"/>
            <a:ext cx="5235702" cy="3047217"/>
            <a:chOff x="618498" y="3192883"/>
            <a:chExt cx="5235702" cy="3047217"/>
          </a:xfrm>
        </p:grpSpPr>
        <p:grpSp>
          <p:nvGrpSpPr>
            <p:cNvPr id="3" name="object 5">
              <a:extLst>
                <a:ext uri="{FF2B5EF4-FFF2-40B4-BE49-F238E27FC236}">
                  <a16:creationId xmlns:a16="http://schemas.microsoft.com/office/drawing/2014/main" id="{62ED4459-326A-4FA6-87CA-94538FD29374}"/>
                </a:ext>
              </a:extLst>
            </p:cNvPr>
            <p:cNvGrpSpPr/>
            <p:nvPr/>
          </p:nvGrpSpPr>
          <p:grpSpPr>
            <a:xfrm>
              <a:off x="618498" y="3192883"/>
              <a:ext cx="5235702" cy="2827020"/>
              <a:chOff x="693802" y="4892591"/>
              <a:chExt cx="5235702" cy="2827020"/>
            </a:xfrm>
          </p:grpSpPr>
          <p:pic>
            <p:nvPicPr>
              <p:cNvPr id="4" name="object 6">
                <a:extLst>
                  <a:ext uri="{FF2B5EF4-FFF2-40B4-BE49-F238E27FC236}">
                    <a16:creationId xmlns:a16="http://schemas.microsoft.com/office/drawing/2014/main" id="{A05EB49A-8C99-BF4C-591B-7FFC2186FFF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93802" y="4892591"/>
                <a:ext cx="5235702" cy="2827020"/>
              </a:xfrm>
              <a:prstGeom prst="rect">
                <a:avLst/>
              </a:prstGeom>
            </p:spPr>
          </p:pic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42726910-D9FF-C29A-50D7-EC4087F4FF7A}"/>
                  </a:ext>
                </a:extLst>
              </p:cNvPr>
              <p:cNvSpPr/>
              <p:nvPr/>
            </p:nvSpPr>
            <p:spPr>
              <a:xfrm>
                <a:off x="1219329" y="5267433"/>
                <a:ext cx="4472305" cy="1891030"/>
              </a:xfrm>
              <a:custGeom>
                <a:avLst/>
                <a:gdLst/>
                <a:ahLst/>
                <a:cxnLst/>
                <a:rect l="l" t="t" r="r" b="b"/>
                <a:pathLst>
                  <a:path w="4472305" h="1891029">
                    <a:moveTo>
                      <a:pt x="749046" y="0"/>
                    </a:moveTo>
                    <a:lnTo>
                      <a:pt x="680855" y="1133"/>
                    </a:lnTo>
                    <a:lnTo>
                      <a:pt x="614383" y="4470"/>
                    </a:lnTo>
                    <a:lnTo>
                      <a:pt x="549892" y="9913"/>
                    </a:lnTo>
                    <a:lnTo>
                      <a:pt x="487647" y="17363"/>
                    </a:lnTo>
                    <a:lnTo>
                      <a:pt x="427913" y="26726"/>
                    </a:lnTo>
                    <a:lnTo>
                      <a:pt x="370952" y="37902"/>
                    </a:lnTo>
                    <a:lnTo>
                      <a:pt x="317031" y="50795"/>
                    </a:lnTo>
                    <a:lnTo>
                      <a:pt x="266412" y="65308"/>
                    </a:lnTo>
                    <a:lnTo>
                      <a:pt x="219360" y="81343"/>
                    </a:lnTo>
                    <a:lnTo>
                      <a:pt x="176140" y="98803"/>
                    </a:lnTo>
                    <a:lnTo>
                      <a:pt x="137014" y="117592"/>
                    </a:lnTo>
                    <a:lnTo>
                      <a:pt x="102249" y="137611"/>
                    </a:lnTo>
                    <a:lnTo>
                      <a:pt x="46853" y="180953"/>
                    </a:lnTo>
                    <a:lnTo>
                      <a:pt x="12065" y="228052"/>
                    </a:lnTo>
                    <a:lnTo>
                      <a:pt x="0" y="278129"/>
                    </a:lnTo>
                    <a:lnTo>
                      <a:pt x="3060" y="303372"/>
                    </a:lnTo>
                    <a:lnTo>
                      <a:pt x="26751" y="351857"/>
                    </a:lnTo>
                    <a:lnTo>
                      <a:pt x="72107" y="397020"/>
                    </a:lnTo>
                    <a:lnTo>
                      <a:pt x="137014" y="438079"/>
                    </a:lnTo>
                    <a:lnTo>
                      <a:pt x="176140" y="456824"/>
                    </a:lnTo>
                    <a:lnTo>
                      <a:pt x="219360" y="474249"/>
                    </a:lnTo>
                    <a:lnTo>
                      <a:pt x="266412" y="490256"/>
                    </a:lnTo>
                    <a:lnTo>
                      <a:pt x="317031" y="504747"/>
                    </a:lnTo>
                    <a:lnTo>
                      <a:pt x="370952" y="517623"/>
                    </a:lnTo>
                    <a:lnTo>
                      <a:pt x="427913" y="528788"/>
                    </a:lnTo>
                    <a:lnTo>
                      <a:pt x="487647" y="538142"/>
                    </a:lnTo>
                    <a:lnTo>
                      <a:pt x="549892" y="545588"/>
                    </a:lnTo>
                    <a:lnTo>
                      <a:pt x="614383" y="551028"/>
                    </a:lnTo>
                    <a:lnTo>
                      <a:pt x="680855" y="554364"/>
                    </a:lnTo>
                    <a:lnTo>
                      <a:pt x="749046" y="555497"/>
                    </a:lnTo>
                    <a:lnTo>
                      <a:pt x="817116" y="554364"/>
                    </a:lnTo>
                    <a:lnTo>
                      <a:pt x="883482" y="551028"/>
                    </a:lnTo>
                    <a:lnTo>
                      <a:pt x="947878" y="545588"/>
                    </a:lnTo>
                    <a:lnTo>
                      <a:pt x="1010040" y="538142"/>
                    </a:lnTo>
                    <a:lnTo>
                      <a:pt x="1069704" y="528788"/>
                    </a:lnTo>
                    <a:lnTo>
                      <a:pt x="1126602" y="517623"/>
                    </a:lnTo>
                    <a:lnTo>
                      <a:pt x="1180472" y="504747"/>
                    </a:lnTo>
                    <a:lnTo>
                      <a:pt x="1231048" y="490256"/>
                    </a:lnTo>
                    <a:lnTo>
                      <a:pt x="1278064" y="474249"/>
                    </a:lnTo>
                    <a:lnTo>
                      <a:pt x="1321256" y="456824"/>
                    </a:lnTo>
                    <a:lnTo>
                      <a:pt x="1360359" y="438079"/>
                    </a:lnTo>
                    <a:lnTo>
                      <a:pt x="1395109" y="418112"/>
                    </a:lnTo>
                    <a:lnTo>
                      <a:pt x="1450485" y="374902"/>
                    </a:lnTo>
                    <a:lnTo>
                      <a:pt x="1485265" y="327980"/>
                    </a:lnTo>
                    <a:lnTo>
                      <a:pt x="1497330" y="278129"/>
                    </a:lnTo>
                    <a:lnTo>
                      <a:pt x="1494269" y="252767"/>
                    </a:lnTo>
                    <a:lnTo>
                      <a:pt x="1470582" y="204081"/>
                    </a:lnTo>
                    <a:lnTo>
                      <a:pt x="1425239" y="158764"/>
                    </a:lnTo>
                    <a:lnTo>
                      <a:pt x="1360359" y="117592"/>
                    </a:lnTo>
                    <a:lnTo>
                      <a:pt x="1321256" y="98803"/>
                    </a:lnTo>
                    <a:lnTo>
                      <a:pt x="1278064" y="81343"/>
                    </a:lnTo>
                    <a:lnTo>
                      <a:pt x="1231048" y="65308"/>
                    </a:lnTo>
                    <a:lnTo>
                      <a:pt x="1180472" y="50795"/>
                    </a:lnTo>
                    <a:lnTo>
                      <a:pt x="1126602" y="37902"/>
                    </a:lnTo>
                    <a:lnTo>
                      <a:pt x="1069704" y="26726"/>
                    </a:lnTo>
                    <a:lnTo>
                      <a:pt x="1010040" y="17363"/>
                    </a:lnTo>
                    <a:lnTo>
                      <a:pt x="947878" y="9913"/>
                    </a:lnTo>
                    <a:lnTo>
                      <a:pt x="883482" y="4470"/>
                    </a:lnTo>
                    <a:lnTo>
                      <a:pt x="817116" y="1133"/>
                    </a:lnTo>
                    <a:lnTo>
                      <a:pt x="749046" y="0"/>
                    </a:lnTo>
                    <a:close/>
                  </a:path>
                  <a:path w="4472305" h="1891029">
                    <a:moveTo>
                      <a:pt x="3737609" y="1415795"/>
                    </a:moveTo>
                    <a:lnTo>
                      <a:pt x="3666787" y="1416886"/>
                    </a:lnTo>
                    <a:lnTo>
                      <a:pt x="3597870" y="1420091"/>
                    </a:lnTo>
                    <a:lnTo>
                      <a:pt x="3531166" y="1425310"/>
                    </a:lnTo>
                    <a:lnTo>
                      <a:pt x="3466985" y="1432442"/>
                    </a:lnTo>
                    <a:lnTo>
                      <a:pt x="3405633" y="1441387"/>
                    </a:lnTo>
                    <a:lnTo>
                      <a:pt x="3347419" y="1452044"/>
                    </a:lnTo>
                    <a:lnTo>
                      <a:pt x="3292651" y="1464313"/>
                    </a:lnTo>
                    <a:lnTo>
                      <a:pt x="3241636" y="1478093"/>
                    </a:lnTo>
                    <a:lnTo>
                      <a:pt x="3194684" y="1493284"/>
                    </a:lnTo>
                    <a:lnTo>
                      <a:pt x="3152102" y="1509785"/>
                    </a:lnTo>
                    <a:lnTo>
                      <a:pt x="3114198" y="1527496"/>
                    </a:lnTo>
                    <a:lnTo>
                      <a:pt x="3053657" y="1566146"/>
                    </a:lnTo>
                    <a:lnTo>
                      <a:pt x="3015525" y="1608428"/>
                    </a:lnTo>
                    <a:lnTo>
                      <a:pt x="3002267" y="1653539"/>
                    </a:lnTo>
                    <a:lnTo>
                      <a:pt x="3005633" y="1676391"/>
                    </a:lnTo>
                    <a:lnTo>
                      <a:pt x="3031636" y="1720133"/>
                    </a:lnTo>
                    <a:lnTo>
                      <a:pt x="3081281" y="1760603"/>
                    </a:lnTo>
                    <a:lnTo>
                      <a:pt x="3152102" y="1797012"/>
                    </a:lnTo>
                    <a:lnTo>
                      <a:pt x="3194684" y="1813448"/>
                    </a:lnTo>
                    <a:lnTo>
                      <a:pt x="3241636" y="1828571"/>
                    </a:lnTo>
                    <a:lnTo>
                      <a:pt x="3292651" y="1842285"/>
                    </a:lnTo>
                    <a:lnTo>
                      <a:pt x="3347419" y="1854491"/>
                    </a:lnTo>
                    <a:lnTo>
                      <a:pt x="3405633" y="1865089"/>
                    </a:lnTo>
                    <a:lnTo>
                      <a:pt x="3466985" y="1873982"/>
                    </a:lnTo>
                    <a:lnTo>
                      <a:pt x="3531166" y="1881070"/>
                    </a:lnTo>
                    <a:lnTo>
                      <a:pt x="3597870" y="1886255"/>
                    </a:lnTo>
                    <a:lnTo>
                      <a:pt x="3666787" y="1889438"/>
                    </a:lnTo>
                    <a:lnTo>
                      <a:pt x="3737609" y="1890521"/>
                    </a:lnTo>
                    <a:lnTo>
                      <a:pt x="3808305" y="1889438"/>
                    </a:lnTo>
                    <a:lnTo>
                      <a:pt x="3877110" y="1886255"/>
                    </a:lnTo>
                    <a:lnTo>
                      <a:pt x="3943714" y="1881070"/>
                    </a:lnTo>
                    <a:lnTo>
                      <a:pt x="4007810" y="1873982"/>
                    </a:lnTo>
                    <a:lnTo>
                      <a:pt x="4069087" y="1865089"/>
                    </a:lnTo>
                    <a:lnTo>
                      <a:pt x="4127237" y="1854491"/>
                    </a:lnTo>
                    <a:lnTo>
                      <a:pt x="4181952" y="1842285"/>
                    </a:lnTo>
                    <a:lnTo>
                      <a:pt x="4232922" y="1828571"/>
                    </a:lnTo>
                    <a:lnTo>
                      <a:pt x="4279838" y="1813448"/>
                    </a:lnTo>
                    <a:lnTo>
                      <a:pt x="4322392" y="1797012"/>
                    </a:lnTo>
                    <a:lnTo>
                      <a:pt x="4360274" y="1779365"/>
                    </a:lnTo>
                    <a:lnTo>
                      <a:pt x="4420788" y="1740827"/>
                    </a:lnTo>
                    <a:lnTo>
                      <a:pt x="4458909" y="1698622"/>
                    </a:lnTo>
                    <a:lnTo>
                      <a:pt x="4472165" y="1653539"/>
                    </a:lnTo>
                    <a:lnTo>
                      <a:pt x="4468799" y="1630680"/>
                    </a:lnTo>
                    <a:lnTo>
                      <a:pt x="4442802" y="1586883"/>
                    </a:lnTo>
                    <a:lnTo>
                      <a:pt x="4393176" y="1546317"/>
                    </a:lnTo>
                    <a:lnTo>
                      <a:pt x="4322392" y="1509785"/>
                    </a:lnTo>
                    <a:lnTo>
                      <a:pt x="4279838" y="1493284"/>
                    </a:lnTo>
                    <a:lnTo>
                      <a:pt x="4232922" y="1478093"/>
                    </a:lnTo>
                    <a:lnTo>
                      <a:pt x="4181952" y="1464313"/>
                    </a:lnTo>
                    <a:lnTo>
                      <a:pt x="4127237" y="1452044"/>
                    </a:lnTo>
                    <a:lnTo>
                      <a:pt x="4069087" y="1441387"/>
                    </a:lnTo>
                    <a:lnTo>
                      <a:pt x="4007810" y="1432442"/>
                    </a:lnTo>
                    <a:lnTo>
                      <a:pt x="3943714" y="1425310"/>
                    </a:lnTo>
                    <a:lnTo>
                      <a:pt x="3877110" y="1420091"/>
                    </a:lnTo>
                    <a:lnTo>
                      <a:pt x="3808305" y="1416886"/>
                    </a:lnTo>
                    <a:lnTo>
                      <a:pt x="3737609" y="1415795"/>
                    </a:lnTo>
                    <a:close/>
                  </a:path>
                </a:pathLst>
              </a:custGeom>
              <a:ln w="28575">
                <a:solidFill>
                  <a:srgbClr val="FF0066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3C7BFFCE-7F79-5BD6-0195-5AE60B534002}"/>
                </a:ext>
              </a:extLst>
            </p:cNvPr>
            <p:cNvSpPr txBox="1"/>
            <p:nvPr/>
          </p:nvSpPr>
          <p:spPr>
            <a:xfrm>
              <a:off x="1391802" y="5620975"/>
              <a:ext cx="1802764" cy="61912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ts val="2335"/>
                </a:lnSpc>
                <a:spcBef>
                  <a:spcPts val="95"/>
                </a:spcBef>
              </a:pPr>
              <a:r>
                <a:rPr sz="2000" b="1" spc="-25" dirty="0">
                  <a:solidFill>
                    <a:srgbClr val="FF0065"/>
                  </a:solidFill>
                  <a:latin typeface="Kaiti SC Black"/>
                  <a:cs typeface="Kaiti SC Black"/>
                </a:rPr>
                <a:t>不符合第一范式</a:t>
              </a:r>
              <a:endParaRPr sz="2000" dirty="0">
                <a:latin typeface="Kaiti SC Black"/>
                <a:cs typeface="Kaiti SC Black"/>
              </a:endParaRPr>
            </a:p>
            <a:p>
              <a:pPr algn="ctr">
                <a:lnSpc>
                  <a:spcPts val="2335"/>
                </a:lnSpc>
              </a:pPr>
              <a:r>
                <a:rPr sz="2000" b="1" dirty="0">
                  <a:solidFill>
                    <a:srgbClr val="FF0065"/>
                  </a:solidFill>
                  <a:latin typeface="Times New Roman"/>
                  <a:cs typeface="Times New Roman"/>
                </a:rPr>
                <a:t>(</a:t>
              </a:r>
              <a:r>
                <a:rPr sz="2000" b="1" dirty="0">
                  <a:solidFill>
                    <a:srgbClr val="FF0065"/>
                  </a:solidFill>
                  <a:latin typeface="Arial"/>
                  <a:cs typeface="Arial"/>
                </a:rPr>
                <a:t>Not</a:t>
              </a:r>
              <a:r>
                <a:rPr sz="2000" b="1" spc="-35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sz="2000" b="1" spc="-10" dirty="0">
                  <a:solidFill>
                    <a:srgbClr val="FF0065"/>
                  </a:solidFill>
                  <a:latin typeface="Arial"/>
                  <a:cs typeface="Arial"/>
                </a:rPr>
                <a:t>Table</a:t>
              </a:r>
              <a:r>
                <a:rPr sz="2000" b="1" spc="-10" dirty="0">
                  <a:solidFill>
                    <a:srgbClr val="FF0065"/>
                  </a:solidFill>
                  <a:latin typeface="Times New Roman"/>
                  <a:cs typeface="Times New Roman"/>
                </a:rPr>
                <a:t>)</a:t>
              </a:r>
              <a:endParaRPr sz="2000" dirty="0">
                <a:latin typeface="Times New Roman"/>
                <a:cs typeface="Times New Roman"/>
              </a:endParaRPr>
            </a:p>
          </p:txBody>
        </p:sp>
      </p:grp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9EC982C-CE6A-8DCB-015E-305D79C0A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396164"/>
              </p:ext>
            </p:extLst>
          </p:nvPr>
        </p:nvGraphicFramePr>
        <p:xfrm>
          <a:off x="1863020" y="885678"/>
          <a:ext cx="3589447" cy="157466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23163">
                  <a:extLst>
                    <a:ext uri="{9D8B030D-6E8A-4147-A177-3AD203B41FA5}">
                      <a16:colId xmlns:a16="http://schemas.microsoft.com/office/drawing/2014/main" val="1459682515"/>
                    </a:ext>
                  </a:extLst>
                </a:gridCol>
                <a:gridCol w="753036">
                  <a:extLst>
                    <a:ext uri="{9D8B030D-6E8A-4147-A177-3AD203B41FA5}">
                      <a16:colId xmlns:a16="http://schemas.microsoft.com/office/drawing/2014/main" val="3454614319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86062236"/>
                    </a:ext>
                  </a:extLst>
                </a:gridCol>
                <a:gridCol w="494852">
                  <a:extLst>
                    <a:ext uri="{9D8B030D-6E8A-4147-A177-3AD203B41FA5}">
                      <a16:colId xmlns:a16="http://schemas.microsoft.com/office/drawing/2014/main" val="3990395669"/>
                    </a:ext>
                  </a:extLst>
                </a:gridCol>
                <a:gridCol w="1011573">
                  <a:extLst>
                    <a:ext uri="{9D8B030D-6E8A-4147-A177-3AD203B41FA5}">
                      <a16:colId xmlns:a16="http://schemas.microsoft.com/office/drawing/2014/main" val="882775375"/>
                    </a:ext>
                  </a:extLst>
                </a:gridCol>
              </a:tblGrid>
              <a:tr h="391986">
                <a:tc>
                  <a:txBody>
                    <a:bodyPr/>
                    <a:lstStyle/>
                    <a:p>
                      <a:r>
                        <a:rPr lang="en-US" altLang="zh-CN" sz="1100" dirty="0" err="1"/>
                        <a:t>sid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err="1"/>
                        <a:t>Iname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err="1"/>
                        <a:t>Fname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class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telephone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283098"/>
                  </a:ext>
                </a:extLst>
              </a:tr>
              <a:tr h="295670"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1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Jones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Allan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2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555-1234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377033"/>
                  </a:ext>
                </a:extLst>
              </a:tr>
              <a:tr h="295670"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2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Smith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3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555-4321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715852"/>
                  </a:ext>
                </a:extLst>
              </a:tr>
              <a:tr h="295670"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3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Brown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Harry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2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555-1122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12655"/>
                  </a:ext>
                </a:extLst>
              </a:tr>
              <a:tr h="295670"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White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Edward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3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555-3344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810236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86E6F62E-0008-13D0-2AA9-7D5F0B28CCB1}"/>
              </a:ext>
            </a:extLst>
          </p:cNvPr>
          <p:cNvSpPr/>
          <p:nvPr/>
        </p:nvSpPr>
        <p:spPr>
          <a:xfrm>
            <a:off x="1863020" y="509023"/>
            <a:ext cx="1218240" cy="3317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Students</a:t>
            </a:r>
            <a:endParaRPr kumimoji="1" lang="zh-CN" altLang="en-US" dirty="0"/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F29B4284-1BE1-D4BD-A8C8-2A91D3FCF36B}"/>
              </a:ext>
            </a:extLst>
          </p:cNvPr>
          <p:cNvSpPr txBox="1"/>
          <p:nvPr/>
        </p:nvSpPr>
        <p:spPr>
          <a:xfrm>
            <a:off x="2383939" y="2575818"/>
            <a:ext cx="23818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0" dirty="0">
                <a:solidFill>
                  <a:srgbClr val="FF0065"/>
                </a:solidFill>
                <a:latin typeface="Kaiti SC Black"/>
                <a:cs typeface="Kaiti SC Black"/>
              </a:rPr>
              <a:t>符合第一范式</a:t>
            </a:r>
            <a:r>
              <a:rPr sz="2000" b="1" spc="-10" dirty="0">
                <a:solidFill>
                  <a:srgbClr val="FF0065"/>
                </a:solidFill>
                <a:latin typeface="Times New Roman"/>
                <a:cs typeface="Times New Roman"/>
              </a:rPr>
              <a:t>(</a:t>
            </a:r>
            <a:r>
              <a:rPr sz="2000" b="1" spc="-10" dirty="0">
                <a:solidFill>
                  <a:srgbClr val="FF0065"/>
                </a:solidFill>
                <a:latin typeface="Arial"/>
                <a:cs typeface="Arial"/>
              </a:rPr>
              <a:t>Table</a:t>
            </a:r>
            <a:r>
              <a:rPr sz="2000" b="1" spc="-10" dirty="0">
                <a:solidFill>
                  <a:srgbClr val="FF0065"/>
                </a:solidFill>
                <a:latin typeface="Times New Roman"/>
                <a:cs typeface="Times New Roman"/>
              </a:rPr>
              <a:t>)</a:t>
            </a:r>
            <a:endParaRPr sz="2000" dirty="0">
              <a:latin typeface="Times New Roman"/>
              <a:cs typeface="Times New Roman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E1E76FC-5874-3018-0EA3-804F55AD1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670402"/>
              </p:ext>
            </p:extLst>
          </p:nvPr>
        </p:nvGraphicFramePr>
        <p:xfrm>
          <a:off x="6096000" y="539602"/>
          <a:ext cx="3589447" cy="218914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23163">
                  <a:extLst>
                    <a:ext uri="{9D8B030D-6E8A-4147-A177-3AD203B41FA5}">
                      <a16:colId xmlns:a16="http://schemas.microsoft.com/office/drawing/2014/main" val="1459682515"/>
                    </a:ext>
                  </a:extLst>
                </a:gridCol>
                <a:gridCol w="753036">
                  <a:extLst>
                    <a:ext uri="{9D8B030D-6E8A-4147-A177-3AD203B41FA5}">
                      <a16:colId xmlns:a16="http://schemas.microsoft.com/office/drawing/2014/main" val="3454614319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86062236"/>
                    </a:ext>
                  </a:extLst>
                </a:gridCol>
                <a:gridCol w="494852">
                  <a:extLst>
                    <a:ext uri="{9D8B030D-6E8A-4147-A177-3AD203B41FA5}">
                      <a16:colId xmlns:a16="http://schemas.microsoft.com/office/drawing/2014/main" val="3990395669"/>
                    </a:ext>
                  </a:extLst>
                </a:gridCol>
                <a:gridCol w="1011573">
                  <a:extLst>
                    <a:ext uri="{9D8B030D-6E8A-4147-A177-3AD203B41FA5}">
                      <a16:colId xmlns:a16="http://schemas.microsoft.com/office/drawing/2014/main" val="882775375"/>
                    </a:ext>
                  </a:extLst>
                </a:gridCol>
              </a:tblGrid>
              <a:tr h="39198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100" dirty="0" err="1"/>
                        <a:t>sid</a:t>
                      </a:r>
                      <a:endParaRPr lang="zh-CN" altLang="en-US" sz="11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name</a:t>
                      </a:r>
                      <a:endParaRPr lang="zh-CN" alt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class</a:t>
                      </a:r>
                      <a:endParaRPr lang="zh-CN" altLang="en-US" sz="11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telephone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05065"/>
                  </a:ext>
                </a:extLst>
              </a:tr>
              <a:tr h="39198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err="1"/>
                        <a:t>Iname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err="1"/>
                        <a:t>Fname</a:t>
                      </a:r>
                      <a:endParaRPr lang="zh-CN" altLang="en-US" sz="11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283098"/>
                  </a:ext>
                </a:extLst>
              </a:tr>
              <a:tr h="295670"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1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Jones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Allan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2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555-1234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377033"/>
                  </a:ext>
                </a:extLst>
              </a:tr>
              <a:tr h="295670"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2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Smith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3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555-4321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715852"/>
                  </a:ext>
                </a:extLst>
              </a:tr>
              <a:tr h="295670"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3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Brown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Harry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2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555-1122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12655"/>
                  </a:ext>
                </a:extLst>
              </a:tr>
              <a:tr h="147835">
                <a:tc rowSpan="2">
                  <a:txBody>
                    <a:bodyPr/>
                    <a:lstStyle/>
                    <a:p>
                      <a:r>
                        <a:rPr lang="en-US" altLang="zh-CN" sz="1100" dirty="0"/>
                        <a:t>5</a:t>
                      </a:r>
                      <a:endParaRPr lang="zh-CN" altLang="en-US" sz="11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sz="1100" dirty="0"/>
                        <a:t>White</a:t>
                      </a:r>
                      <a:endParaRPr lang="zh-CN" altLang="en-US" sz="11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sz="1100" dirty="0"/>
                        <a:t>Edward</a:t>
                      </a:r>
                      <a:endParaRPr lang="zh-CN" altLang="en-US" sz="11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sz="1100" dirty="0"/>
                        <a:t>3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555-3344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810236"/>
                  </a:ext>
                </a:extLst>
              </a:tr>
              <a:tr h="14783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555-3456</a:t>
                      </a:r>
                      <a:endParaRPr lang="zh-CN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535152"/>
                  </a:ext>
                </a:extLst>
              </a:tr>
            </a:tbl>
          </a:graphicData>
        </a:graphic>
      </p:graphicFrame>
      <p:sp>
        <p:nvSpPr>
          <p:cNvPr id="6" name="object 8">
            <a:extLst>
              <a:ext uri="{FF2B5EF4-FFF2-40B4-BE49-F238E27FC236}">
                <a16:creationId xmlns:a16="http://schemas.microsoft.com/office/drawing/2014/main" id="{4EE1AEBE-E8BF-D7A9-5AFD-F8DF154A4115}"/>
              </a:ext>
            </a:extLst>
          </p:cNvPr>
          <p:cNvSpPr txBox="1"/>
          <p:nvPr/>
        </p:nvSpPr>
        <p:spPr>
          <a:xfrm>
            <a:off x="6989341" y="2895691"/>
            <a:ext cx="1802764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335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0065"/>
                </a:solidFill>
                <a:latin typeface="Kaiti SC Black"/>
                <a:cs typeface="Kaiti SC Black"/>
              </a:rPr>
              <a:t>不符合第一范式</a:t>
            </a:r>
            <a:endParaRPr sz="2000" dirty="0">
              <a:latin typeface="Kaiti SC Black"/>
              <a:cs typeface="Kaiti SC Black"/>
            </a:endParaRPr>
          </a:p>
          <a:p>
            <a:pPr algn="ctr">
              <a:lnSpc>
                <a:spcPts val="2335"/>
              </a:lnSpc>
            </a:pPr>
            <a:r>
              <a:rPr sz="2000" b="1" dirty="0">
                <a:solidFill>
                  <a:srgbClr val="FF0065"/>
                </a:solidFill>
                <a:latin typeface="Times New Roman"/>
                <a:cs typeface="Times New Roman"/>
              </a:rPr>
              <a:t>(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Not</a:t>
            </a:r>
            <a:r>
              <a:rPr sz="2000" b="1" spc="-3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0065"/>
                </a:solidFill>
                <a:latin typeface="Arial"/>
                <a:cs typeface="Arial"/>
              </a:rPr>
              <a:t>Table</a:t>
            </a:r>
            <a:r>
              <a:rPr sz="2000" b="1" spc="-10" dirty="0">
                <a:solidFill>
                  <a:srgbClr val="FF0065"/>
                </a:solidFill>
                <a:latin typeface="Times New Roman"/>
                <a:cs typeface="Times New Roman"/>
              </a:rPr>
              <a:t>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08F7C8F-C76D-57B1-C1EF-F53361B24131}"/>
              </a:ext>
            </a:extLst>
          </p:cNvPr>
          <p:cNvSpPr/>
          <p:nvPr/>
        </p:nvSpPr>
        <p:spPr>
          <a:xfrm>
            <a:off x="6589304" y="432453"/>
            <a:ext cx="1624405" cy="902807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A124B2C-D2FF-2B0A-FDC4-1AC5F54D2143}"/>
              </a:ext>
            </a:extLst>
          </p:cNvPr>
          <p:cNvSpPr/>
          <p:nvPr/>
        </p:nvSpPr>
        <p:spPr>
          <a:xfrm>
            <a:off x="8398381" y="2195533"/>
            <a:ext cx="1624405" cy="533211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5872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F721-C0E4-9438-4E4D-32CA1ABDA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74378DE2-C6F1-292E-6CC4-138743C9D1B5}"/>
              </a:ext>
            </a:extLst>
          </p:cNvPr>
          <p:cNvGrpSpPr/>
          <p:nvPr/>
        </p:nvGrpSpPr>
        <p:grpSpPr>
          <a:xfrm>
            <a:off x="781069" y="742278"/>
            <a:ext cx="7927848" cy="4277957"/>
            <a:chOff x="781069" y="742278"/>
            <a:chExt cx="7927848" cy="4277957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FC2ADAC-9798-B441-1196-902D472585D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30593" y="2496491"/>
              <a:ext cx="2114549" cy="2523744"/>
            </a:xfrm>
            <a:prstGeom prst="rect">
              <a:avLst/>
            </a:prstGeom>
          </p:spPr>
        </p:pic>
        <p:grpSp>
          <p:nvGrpSpPr>
            <p:cNvPr id="5" name="object 5">
              <a:extLst>
                <a:ext uri="{FF2B5EF4-FFF2-40B4-BE49-F238E27FC236}">
                  <a16:creationId xmlns:a16="http://schemas.microsoft.com/office/drawing/2014/main" id="{A29985F4-46CF-BD2D-4EB0-5A6649BF5161}"/>
                </a:ext>
              </a:extLst>
            </p:cNvPr>
            <p:cNvGrpSpPr/>
            <p:nvPr/>
          </p:nvGrpSpPr>
          <p:grpSpPr>
            <a:xfrm>
              <a:off x="781069" y="1605713"/>
              <a:ext cx="2613025" cy="1562100"/>
              <a:chOff x="1405013" y="2498598"/>
              <a:chExt cx="2613025" cy="1562100"/>
            </a:xfrm>
          </p:grpSpPr>
          <p:pic>
            <p:nvPicPr>
              <p:cNvPr id="6" name="object 6">
                <a:extLst>
                  <a:ext uri="{FF2B5EF4-FFF2-40B4-BE49-F238E27FC236}">
                    <a16:creationId xmlns:a16="http://schemas.microsoft.com/office/drawing/2014/main" id="{82BED2A1-3BF6-CAA5-D21C-9B0604B81205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405013" y="2498598"/>
                <a:ext cx="1075944" cy="1257300"/>
              </a:xfrm>
              <a:prstGeom prst="rect">
                <a:avLst/>
              </a:prstGeom>
            </p:spPr>
          </p:pic>
          <p:pic>
            <p:nvPicPr>
              <p:cNvPr id="7" name="object 7">
                <a:extLst>
                  <a:ext uri="{FF2B5EF4-FFF2-40B4-BE49-F238E27FC236}">
                    <a16:creationId xmlns:a16="http://schemas.microsoft.com/office/drawing/2014/main" id="{490D0EB4-65F6-7049-CF26-85747315DB71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941967" y="2498598"/>
                <a:ext cx="1075944" cy="1562100"/>
              </a:xfrm>
              <a:prstGeom prst="rect">
                <a:avLst/>
              </a:prstGeom>
            </p:spPr>
          </p:pic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05AF9323-703A-2C99-9783-1A390659EB0D}"/>
                  </a:ext>
                </a:extLst>
              </p:cNvPr>
              <p:cNvSpPr/>
              <p:nvPr/>
            </p:nvSpPr>
            <p:spPr>
              <a:xfrm>
                <a:off x="2045093" y="3165348"/>
                <a:ext cx="13589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1358900" h="825500">
                    <a:moveTo>
                      <a:pt x="171450" y="12191"/>
                    </a:moveTo>
                    <a:lnTo>
                      <a:pt x="117043" y="17739"/>
                    </a:lnTo>
                    <a:lnTo>
                      <a:pt x="69951" y="33162"/>
                    </a:lnTo>
                    <a:lnTo>
                      <a:pt x="32918" y="56631"/>
                    </a:lnTo>
                    <a:lnTo>
                      <a:pt x="8686" y="86319"/>
                    </a:lnTo>
                    <a:lnTo>
                      <a:pt x="0" y="120396"/>
                    </a:lnTo>
                    <a:lnTo>
                      <a:pt x="8686" y="154472"/>
                    </a:lnTo>
                    <a:lnTo>
                      <a:pt x="32918" y="184160"/>
                    </a:lnTo>
                    <a:lnTo>
                      <a:pt x="69951" y="207629"/>
                    </a:lnTo>
                    <a:lnTo>
                      <a:pt x="117043" y="223052"/>
                    </a:lnTo>
                    <a:lnTo>
                      <a:pt x="171450" y="228600"/>
                    </a:lnTo>
                    <a:lnTo>
                      <a:pt x="225564" y="223052"/>
                    </a:lnTo>
                    <a:lnTo>
                      <a:pt x="272619" y="207629"/>
                    </a:lnTo>
                    <a:lnTo>
                      <a:pt x="309762" y="184160"/>
                    </a:lnTo>
                    <a:lnTo>
                      <a:pt x="334140" y="154472"/>
                    </a:lnTo>
                    <a:lnTo>
                      <a:pt x="342900" y="120396"/>
                    </a:lnTo>
                    <a:lnTo>
                      <a:pt x="334140" y="86319"/>
                    </a:lnTo>
                    <a:lnTo>
                      <a:pt x="309762" y="56631"/>
                    </a:lnTo>
                    <a:lnTo>
                      <a:pt x="272619" y="33162"/>
                    </a:lnTo>
                    <a:lnTo>
                      <a:pt x="225564" y="17739"/>
                    </a:lnTo>
                    <a:lnTo>
                      <a:pt x="171450" y="12191"/>
                    </a:lnTo>
                    <a:close/>
                  </a:path>
                  <a:path w="1358900" h="825500">
                    <a:moveTo>
                      <a:pt x="171450" y="329946"/>
                    </a:moveTo>
                    <a:lnTo>
                      <a:pt x="117043" y="335493"/>
                    </a:lnTo>
                    <a:lnTo>
                      <a:pt x="69951" y="350916"/>
                    </a:lnTo>
                    <a:lnTo>
                      <a:pt x="32918" y="374385"/>
                    </a:lnTo>
                    <a:lnTo>
                      <a:pt x="8686" y="404073"/>
                    </a:lnTo>
                    <a:lnTo>
                      <a:pt x="0" y="438150"/>
                    </a:lnTo>
                    <a:lnTo>
                      <a:pt x="8686" y="472147"/>
                    </a:lnTo>
                    <a:lnTo>
                      <a:pt x="32918" y="501645"/>
                    </a:lnTo>
                    <a:lnTo>
                      <a:pt x="69951" y="524889"/>
                    </a:lnTo>
                    <a:lnTo>
                      <a:pt x="117043" y="540123"/>
                    </a:lnTo>
                    <a:lnTo>
                      <a:pt x="171450" y="545591"/>
                    </a:lnTo>
                    <a:lnTo>
                      <a:pt x="225564" y="540123"/>
                    </a:lnTo>
                    <a:lnTo>
                      <a:pt x="272619" y="524889"/>
                    </a:lnTo>
                    <a:lnTo>
                      <a:pt x="309762" y="501645"/>
                    </a:lnTo>
                    <a:lnTo>
                      <a:pt x="334140" y="472147"/>
                    </a:lnTo>
                    <a:lnTo>
                      <a:pt x="342900" y="438150"/>
                    </a:lnTo>
                    <a:lnTo>
                      <a:pt x="334140" y="404073"/>
                    </a:lnTo>
                    <a:lnTo>
                      <a:pt x="309762" y="374385"/>
                    </a:lnTo>
                    <a:lnTo>
                      <a:pt x="272619" y="350916"/>
                    </a:lnTo>
                    <a:lnTo>
                      <a:pt x="225564" y="335493"/>
                    </a:lnTo>
                    <a:lnTo>
                      <a:pt x="171450" y="329946"/>
                    </a:lnTo>
                    <a:close/>
                  </a:path>
                  <a:path w="1358900" h="825500">
                    <a:moveTo>
                      <a:pt x="1174242" y="0"/>
                    </a:moveTo>
                    <a:lnTo>
                      <a:pt x="1120127" y="5468"/>
                    </a:lnTo>
                    <a:lnTo>
                      <a:pt x="1073072" y="20702"/>
                    </a:lnTo>
                    <a:lnTo>
                      <a:pt x="1035929" y="43946"/>
                    </a:lnTo>
                    <a:lnTo>
                      <a:pt x="1011551" y="73444"/>
                    </a:lnTo>
                    <a:lnTo>
                      <a:pt x="1002792" y="107441"/>
                    </a:lnTo>
                    <a:lnTo>
                      <a:pt x="1011551" y="141811"/>
                    </a:lnTo>
                    <a:lnTo>
                      <a:pt x="1035929" y="171535"/>
                    </a:lnTo>
                    <a:lnTo>
                      <a:pt x="1073072" y="194895"/>
                    </a:lnTo>
                    <a:lnTo>
                      <a:pt x="1120127" y="210171"/>
                    </a:lnTo>
                    <a:lnTo>
                      <a:pt x="1174242" y="215646"/>
                    </a:lnTo>
                    <a:lnTo>
                      <a:pt x="1228648" y="210171"/>
                    </a:lnTo>
                    <a:lnTo>
                      <a:pt x="1275740" y="194895"/>
                    </a:lnTo>
                    <a:lnTo>
                      <a:pt x="1312773" y="171535"/>
                    </a:lnTo>
                    <a:lnTo>
                      <a:pt x="1337005" y="141811"/>
                    </a:lnTo>
                    <a:lnTo>
                      <a:pt x="1345691" y="107441"/>
                    </a:lnTo>
                    <a:lnTo>
                      <a:pt x="1337005" y="73444"/>
                    </a:lnTo>
                    <a:lnTo>
                      <a:pt x="1312773" y="43946"/>
                    </a:lnTo>
                    <a:lnTo>
                      <a:pt x="1275740" y="20702"/>
                    </a:lnTo>
                    <a:lnTo>
                      <a:pt x="1228648" y="5468"/>
                    </a:lnTo>
                    <a:lnTo>
                      <a:pt x="1174242" y="0"/>
                    </a:lnTo>
                    <a:close/>
                  </a:path>
                  <a:path w="1358900" h="825500">
                    <a:moveTo>
                      <a:pt x="1187195" y="304800"/>
                    </a:moveTo>
                    <a:lnTo>
                      <a:pt x="1133081" y="310268"/>
                    </a:lnTo>
                    <a:lnTo>
                      <a:pt x="1086026" y="325502"/>
                    </a:lnTo>
                    <a:lnTo>
                      <a:pt x="1048883" y="348746"/>
                    </a:lnTo>
                    <a:lnTo>
                      <a:pt x="1024505" y="378244"/>
                    </a:lnTo>
                    <a:lnTo>
                      <a:pt x="1015745" y="412241"/>
                    </a:lnTo>
                    <a:lnTo>
                      <a:pt x="1024505" y="446611"/>
                    </a:lnTo>
                    <a:lnTo>
                      <a:pt x="1048883" y="476335"/>
                    </a:lnTo>
                    <a:lnTo>
                      <a:pt x="1086026" y="499695"/>
                    </a:lnTo>
                    <a:lnTo>
                      <a:pt x="1133081" y="514971"/>
                    </a:lnTo>
                    <a:lnTo>
                      <a:pt x="1187195" y="520446"/>
                    </a:lnTo>
                    <a:lnTo>
                      <a:pt x="1241310" y="514971"/>
                    </a:lnTo>
                    <a:lnTo>
                      <a:pt x="1288365" y="499695"/>
                    </a:lnTo>
                    <a:lnTo>
                      <a:pt x="1325508" y="476335"/>
                    </a:lnTo>
                    <a:lnTo>
                      <a:pt x="1349886" y="446611"/>
                    </a:lnTo>
                    <a:lnTo>
                      <a:pt x="1358645" y="412241"/>
                    </a:lnTo>
                    <a:lnTo>
                      <a:pt x="1349886" y="378244"/>
                    </a:lnTo>
                    <a:lnTo>
                      <a:pt x="1325508" y="348746"/>
                    </a:lnTo>
                    <a:lnTo>
                      <a:pt x="1288365" y="325502"/>
                    </a:lnTo>
                    <a:lnTo>
                      <a:pt x="1241310" y="310268"/>
                    </a:lnTo>
                    <a:lnTo>
                      <a:pt x="1187195" y="304800"/>
                    </a:lnTo>
                    <a:close/>
                  </a:path>
                  <a:path w="1358900" h="825500">
                    <a:moveTo>
                      <a:pt x="1174242" y="609600"/>
                    </a:moveTo>
                    <a:lnTo>
                      <a:pt x="1120127" y="615068"/>
                    </a:lnTo>
                    <a:lnTo>
                      <a:pt x="1073072" y="630302"/>
                    </a:lnTo>
                    <a:lnTo>
                      <a:pt x="1035929" y="653546"/>
                    </a:lnTo>
                    <a:lnTo>
                      <a:pt x="1011551" y="683044"/>
                    </a:lnTo>
                    <a:lnTo>
                      <a:pt x="1002792" y="717041"/>
                    </a:lnTo>
                    <a:lnTo>
                      <a:pt x="1011551" y="751411"/>
                    </a:lnTo>
                    <a:lnTo>
                      <a:pt x="1035929" y="781135"/>
                    </a:lnTo>
                    <a:lnTo>
                      <a:pt x="1073072" y="804495"/>
                    </a:lnTo>
                    <a:lnTo>
                      <a:pt x="1120127" y="819771"/>
                    </a:lnTo>
                    <a:lnTo>
                      <a:pt x="1174242" y="825246"/>
                    </a:lnTo>
                    <a:lnTo>
                      <a:pt x="1228648" y="819771"/>
                    </a:lnTo>
                    <a:lnTo>
                      <a:pt x="1275740" y="804495"/>
                    </a:lnTo>
                    <a:lnTo>
                      <a:pt x="1312773" y="781135"/>
                    </a:lnTo>
                    <a:lnTo>
                      <a:pt x="1337005" y="751411"/>
                    </a:lnTo>
                    <a:lnTo>
                      <a:pt x="1345691" y="717041"/>
                    </a:lnTo>
                    <a:lnTo>
                      <a:pt x="1337005" y="683044"/>
                    </a:lnTo>
                    <a:lnTo>
                      <a:pt x="1312773" y="653546"/>
                    </a:lnTo>
                    <a:lnTo>
                      <a:pt x="1275740" y="630302"/>
                    </a:lnTo>
                    <a:lnTo>
                      <a:pt x="1228648" y="615068"/>
                    </a:lnTo>
                    <a:lnTo>
                      <a:pt x="1174242" y="609600"/>
                    </a:lnTo>
                    <a:close/>
                  </a:path>
                  <a:path w="1358900" h="825500">
                    <a:moveTo>
                      <a:pt x="368045" y="126491"/>
                    </a:moveTo>
                    <a:lnTo>
                      <a:pt x="1002792" y="126491"/>
                    </a:lnTo>
                  </a:path>
                  <a:path w="1358900" h="825500">
                    <a:moveTo>
                      <a:pt x="368045" y="126491"/>
                    </a:moveTo>
                    <a:lnTo>
                      <a:pt x="1015745" y="419100"/>
                    </a:lnTo>
                  </a:path>
                  <a:path w="1358900" h="825500">
                    <a:moveTo>
                      <a:pt x="329945" y="469391"/>
                    </a:moveTo>
                    <a:lnTo>
                      <a:pt x="1002792" y="749046"/>
                    </a:lnTo>
                  </a:path>
                  <a:path w="1358900" h="825500">
                    <a:moveTo>
                      <a:pt x="339089" y="133350"/>
                    </a:moveTo>
                    <a:lnTo>
                      <a:pt x="1034795" y="675893"/>
                    </a:lnTo>
                  </a:path>
                </a:pathLst>
              </a:custGeom>
              <a:ln w="28575">
                <a:solidFill>
                  <a:srgbClr val="FF00FF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2ADBDBAE-48F8-8A72-7D50-ED6FA3350DB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66173" y="1591235"/>
              <a:ext cx="2142744" cy="1933955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68E938C-648C-1282-A690-0D50B7C421FB}"/>
                </a:ext>
              </a:extLst>
            </p:cNvPr>
            <p:cNvSpPr txBox="1"/>
            <p:nvPr/>
          </p:nvSpPr>
          <p:spPr>
            <a:xfrm>
              <a:off x="4294595" y="742278"/>
              <a:ext cx="11865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altLang="zh-CN" sz="2400" b="1" dirty="0"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Θ-</a:t>
              </a:r>
              <a:r>
                <a:rPr kumimoji="1" lang="zh-CN" altLang="en-US" sz="2400" b="1" dirty="0"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连接</a:t>
              </a:r>
              <a:endParaRPr lang="el-GR" altLang="zh-CN" sz="2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1675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AEFD8-0B8E-44F2-76A6-8AFEDE2FB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C5D78D89-7EBE-8E6E-4FF1-894E2A815946}"/>
              </a:ext>
            </a:extLst>
          </p:cNvPr>
          <p:cNvGrpSpPr/>
          <p:nvPr/>
        </p:nvGrpSpPr>
        <p:grpSpPr>
          <a:xfrm>
            <a:off x="1453152" y="1325027"/>
            <a:ext cx="7972349" cy="4552569"/>
            <a:chOff x="1453152" y="1325027"/>
            <a:chExt cx="7972349" cy="4552569"/>
          </a:xfrm>
        </p:grpSpPr>
        <p:pic>
          <p:nvPicPr>
            <p:cNvPr id="2" name="object 4">
              <a:extLst>
                <a:ext uri="{FF2B5EF4-FFF2-40B4-BE49-F238E27FC236}">
                  <a16:creationId xmlns:a16="http://schemas.microsoft.com/office/drawing/2014/main" id="{5C54C2F2-35F4-5DCE-C657-611D01589DE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3152" y="2387445"/>
              <a:ext cx="1619250" cy="3095244"/>
            </a:xfrm>
            <a:prstGeom prst="rect">
              <a:avLst/>
            </a:prstGeom>
          </p:spPr>
        </p:pic>
        <p:grpSp>
          <p:nvGrpSpPr>
            <p:cNvPr id="3" name="object 5">
              <a:extLst>
                <a:ext uri="{FF2B5EF4-FFF2-40B4-BE49-F238E27FC236}">
                  <a16:creationId xmlns:a16="http://schemas.microsoft.com/office/drawing/2014/main" id="{30F37324-5FFD-7483-801D-6FA586FF55A4}"/>
                </a:ext>
              </a:extLst>
            </p:cNvPr>
            <p:cNvGrpSpPr/>
            <p:nvPr/>
          </p:nvGrpSpPr>
          <p:grpSpPr>
            <a:xfrm>
              <a:off x="3527888" y="2094647"/>
              <a:ext cx="2701925" cy="1672589"/>
              <a:chOff x="3259531" y="2979229"/>
              <a:chExt cx="2701925" cy="1672589"/>
            </a:xfrm>
          </p:grpSpPr>
          <p:pic>
            <p:nvPicPr>
              <p:cNvPr id="4" name="object 6">
                <a:extLst>
                  <a:ext uri="{FF2B5EF4-FFF2-40B4-BE49-F238E27FC236}">
                    <a16:creationId xmlns:a16="http://schemas.microsoft.com/office/drawing/2014/main" id="{AAAEA5C5-0942-70AD-3D33-4EE476330E07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575189" y="3022092"/>
                <a:ext cx="571500" cy="952500"/>
              </a:xfrm>
              <a:prstGeom prst="rect">
                <a:avLst/>
              </a:prstGeom>
            </p:spPr>
          </p:pic>
          <p:pic>
            <p:nvPicPr>
              <p:cNvPr id="5" name="object 7">
                <a:extLst>
                  <a:ext uri="{FF2B5EF4-FFF2-40B4-BE49-F238E27FC236}">
                    <a16:creationId xmlns:a16="http://schemas.microsoft.com/office/drawing/2014/main" id="{B5EB2ADC-82F7-9273-B3DD-33FE972C546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545215" y="3028950"/>
                <a:ext cx="1095755" cy="1600200"/>
              </a:xfrm>
              <a:prstGeom prst="rect">
                <a:avLst/>
              </a:prstGeom>
            </p:spPr>
          </p:pic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2E506484-7F50-C6A8-071E-49F3D899564D}"/>
                  </a:ext>
                </a:extLst>
              </p:cNvPr>
              <p:cNvSpPr/>
              <p:nvPr/>
            </p:nvSpPr>
            <p:spPr>
              <a:xfrm>
                <a:off x="3264293" y="2983992"/>
                <a:ext cx="2692400" cy="1663064"/>
              </a:xfrm>
              <a:custGeom>
                <a:avLst/>
                <a:gdLst/>
                <a:ahLst/>
                <a:cxnLst/>
                <a:rect l="l" t="t" r="r" b="b"/>
                <a:pathLst>
                  <a:path w="2692400" h="1663064">
                    <a:moveTo>
                      <a:pt x="276606" y="0"/>
                    </a:moveTo>
                    <a:lnTo>
                      <a:pt x="226781" y="4469"/>
                    </a:lnTo>
                    <a:lnTo>
                      <a:pt x="179929" y="17355"/>
                    </a:lnTo>
                    <a:lnTo>
                      <a:pt x="136821" y="37874"/>
                    </a:lnTo>
                    <a:lnTo>
                      <a:pt x="98229" y="65241"/>
                    </a:lnTo>
                    <a:lnTo>
                      <a:pt x="64923" y="98673"/>
                    </a:lnTo>
                    <a:lnTo>
                      <a:pt x="37676" y="137385"/>
                    </a:lnTo>
                    <a:lnTo>
                      <a:pt x="17259" y="180595"/>
                    </a:lnTo>
                    <a:lnTo>
                      <a:pt x="4443" y="227517"/>
                    </a:lnTo>
                    <a:lnTo>
                      <a:pt x="0" y="277368"/>
                    </a:lnTo>
                    <a:lnTo>
                      <a:pt x="0" y="1385316"/>
                    </a:lnTo>
                    <a:lnTo>
                      <a:pt x="4443" y="1435166"/>
                    </a:lnTo>
                    <a:lnTo>
                      <a:pt x="17259" y="1482088"/>
                    </a:lnTo>
                    <a:lnTo>
                      <a:pt x="37676" y="1525298"/>
                    </a:lnTo>
                    <a:lnTo>
                      <a:pt x="64923" y="1564010"/>
                    </a:lnTo>
                    <a:lnTo>
                      <a:pt x="98229" y="1597442"/>
                    </a:lnTo>
                    <a:lnTo>
                      <a:pt x="136821" y="1624809"/>
                    </a:lnTo>
                    <a:lnTo>
                      <a:pt x="179929" y="1645328"/>
                    </a:lnTo>
                    <a:lnTo>
                      <a:pt x="226781" y="1658214"/>
                    </a:lnTo>
                    <a:lnTo>
                      <a:pt x="276606" y="1662683"/>
                    </a:lnTo>
                    <a:lnTo>
                      <a:pt x="2414778" y="1662683"/>
                    </a:lnTo>
                    <a:lnTo>
                      <a:pt x="2464628" y="1658214"/>
                    </a:lnTo>
                    <a:lnTo>
                      <a:pt x="2511550" y="1645328"/>
                    </a:lnTo>
                    <a:lnTo>
                      <a:pt x="2554760" y="1624809"/>
                    </a:lnTo>
                    <a:lnTo>
                      <a:pt x="2593472" y="1597442"/>
                    </a:lnTo>
                    <a:lnTo>
                      <a:pt x="2626904" y="1564010"/>
                    </a:lnTo>
                    <a:lnTo>
                      <a:pt x="2654271" y="1525298"/>
                    </a:lnTo>
                    <a:lnTo>
                      <a:pt x="2674790" y="1482088"/>
                    </a:lnTo>
                    <a:lnTo>
                      <a:pt x="2687676" y="1435166"/>
                    </a:lnTo>
                    <a:lnTo>
                      <a:pt x="2692146" y="1385315"/>
                    </a:lnTo>
                    <a:lnTo>
                      <a:pt x="2692146" y="277367"/>
                    </a:lnTo>
                    <a:lnTo>
                      <a:pt x="2687676" y="227517"/>
                    </a:lnTo>
                    <a:lnTo>
                      <a:pt x="2674790" y="180595"/>
                    </a:lnTo>
                    <a:lnTo>
                      <a:pt x="2654271" y="137385"/>
                    </a:lnTo>
                    <a:lnTo>
                      <a:pt x="2626904" y="98673"/>
                    </a:lnTo>
                    <a:lnTo>
                      <a:pt x="2593472" y="65241"/>
                    </a:lnTo>
                    <a:lnTo>
                      <a:pt x="2554760" y="37874"/>
                    </a:lnTo>
                    <a:lnTo>
                      <a:pt x="2511550" y="17355"/>
                    </a:lnTo>
                    <a:lnTo>
                      <a:pt x="2464628" y="4469"/>
                    </a:lnTo>
                    <a:lnTo>
                      <a:pt x="2414778" y="0"/>
                    </a:lnTo>
                    <a:lnTo>
                      <a:pt x="276606" y="0"/>
                    </a:lnTo>
                    <a:close/>
                  </a:path>
                </a:pathLst>
              </a:custGeom>
              <a:ln w="9525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" name="object 9">
              <a:extLst>
                <a:ext uri="{FF2B5EF4-FFF2-40B4-BE49-F238E27FC236}">
                  <a16:creationId xmlns:a16="http://schemas.microsoft.com/office/drawing/2014/main" id="{F5607CA5-9A72-6C9D-12ED-F71153868175}"/>
                </a:ext>
              </a:extLst>
            </p:cNvPr>
            <p:cNvGrpSpPr/>
            <p:nvPr/>
          </p:nvGrpSpPr>
          <p:grpSpPr>
            <a:xfrm>
              <a:off x="3540080" y="4104803"/>
              <a:ext cx="2716530" cy="1769745"/>
              <a:chOff x="3271723" y="4989385"/>
              <a:chExt cx="2716530" cy="1769745"/>
            </a:xfrm>
          </p:grpSpPr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362C16E4-D015-F1BE-DBB2-058E1633AC88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562235" y="5130545"/>
                <a:ext cx="571500" cy="1257300"/>
              </a:xfrm>
              <a:prstGeom prst="rect">
                <a:avLst/>
              </a:prstGeom>
            </p:spPr>
          </p:pic>
          <p:pic>
            <p:nvPicPr>
              <p:cNvPr id="9" name="object 11">
                <a:extLst>
                  <a:ext uri="{FF2B5EF4-FFF2-40B4-BE49-F238E27FC236}">
                    <a16:creationId xmlns:a16="http://schemas.microsoft.com/office/drawing/2014/main" id="{C12005C1-C567-2AFF-4D84-ABCF47C64DEB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608461" y="5103113"/>
                <a:ext cx="1095755" cy="1286255"/>
              </a:xfrm>
              <a:prstGeom prst="rect">
                <a:avLst/>
              </a:prstGeom>
            </p:spPr>
          </p:pic>
          <p:sp>
            <p:nvSpPr>
              <p:cNvPr id="10" name="object 12">
                <a:extLst>
                  <a:ext uri="{FF2B5EF4-FFF2-40B4-BE49-F238E27FC236}">
                    <a16:creationId xmlns:a16="http://schemas.microsoft.com/office/drawing/2014/main" id="{26E922AC-1A92-E172-0F5C-6231DE806AB6}"/>
                  </a:ext>
                </a:extLst>
              </p:cNvPr>
              <p:cNvSpPr/>
              <p:nvPr/>
            </p:nvSpPr>
            <p:spPr>
              <a:xfrm>
                <a:off x="3276485" y="4994147"/>
                <a:ext cx="2707005" cy="1760220"/>
              </a:xfrm>
              <a:custGeom>
                <a:avLst/>
                <a:gdLst/>
                <a:ahLst/>
                <a:cxnLst/>
                <a:rect l="l" t="t" r="r" b="b"/>
                <a:pathLst>
                  <a:path w="2707004" h="1760220">
                    <a:moveTo>
                      <a:pt x="293370" y="0"/>
                    </a:moveTo>
                    <a:lnTo>
                      <a:pt x="245900" y="3832"/>
                    </a:lnTo>
                    <a:lnTo>
                      <a:pt x="200826" y="14929"/>
                    </a:lnTo>
                    <a:lnTo>
                      <a:pt x="158761" y="32692"/>
                    </a:lnTo>
                    <a:lnTo>
                      <a:pt x="120316" y="56522"/>
                    </a:lnTo>
                    <a:lnTo>
                      <a:pt x="86106" y="85820"/>
                    </a:lnTo>
                    <a:lnTo>
                      <a:pt x="56741" y="119987"/>
                    </a:lnTo>
                    <a:lnTo>
                      <a:pt x="32836" y="158425"/>
                    </a:lnTo>
                    <a:lnTo>
                      <a:pt x="15002" y="200534"/>
                    </a:lnTo>
                    <a:lnTo>
                      <a:pt x="3852" y="245715"/>
                    </a:lnTo>
                    <a:lnTo>
                      <a:pt x="0" y="293370"/>
                    </a:lnTo>
                    <a:lnTo>
                      <a:pt x="0" y="1466850"/>
                    </a:lnTo>
                    <a:lnTo>
                      <a:pt x="3852" y="1514504"/>
                    </a:lnTo>
                    <a:lnTo>
                      <a:pt x="15002" y="1559685"/>
                    </a:lnTo>
                    <a:lnTo>
                      <a:pt x="32836" y="1601794"/>
                    </a:lnTo>
                    <a:lnTo>
                      <a:pt x="56741" y="1640232"/>
                    </a:lnTo>
                    <a:lnTo>
                      <a:pt x="86106" y="1674399"/>
                    </a:lnTo>
                    <a:lnTo>
                      <a:pt x="120316" y="1703697"/>
                    </a:lnTo>
                    <a:lnTo>
                      <a:pt x="158761" y="1727527"/>
                    </a:lnTo>
                    <a:lnTo>
                      <a:pt x="200826" y="1745290"/>
                    </a:lnTo>
                    <a:lnTo>
                      <a:pt x="245900" y="1756387"/>
                    </a:lnTo>
                    <a:lnTo>
                      <a:pt x="293370" y="1760220"/>
                    </a:lnTo>
                    <a:lnTo>
                      <a:pt x="2413254" y="1760220"/>
                    </a:lnTo>
                    <a:lnTo>
                      <a:pt x="2460908" y="1756387"/>
                    </a:lnTo>
                    <a:lnTo>
                      <a:pt x="2506089" y="1745290"/>
                    </a:lnTo>
                    <a:lnTo>
                      <a:pt x="2548198" y="1727527"/>
                    </a:lnTo>
                    <a:lnTo>
                      <a:pt x="2586636" y="1703697"/>
                    </a:lnTo>
                    <a:lnTo>
                      <a:pt x="2620803" y="1674399"/>
                    </a:lnTo>
                    <a:lnTo>
                      <a:pt x="2650101" y="1640232"/>
                    </a:lnTo>
                    <a:lnTo>
                      <a:pt x="2673931" y="1601794"/>
                    </a:lnTo>
                    <a:lnTo>
                      <a:pt x="2691694" y="1559685"/>
                    </a:lnTo>
                    <a:lnTo>
                      <a:pt x="2702791" y="1514504"/>
                    </a:lnTo>
                    <a:lnTo>
                      <a:pt x="2706624" y="1466849"/>
                    </a:lnTo>
                    <a:lnTo>
                      <a:pt x="2706624" y="293369"/>
                    </a:lnTo>
                    <a:lnTo>
                      <a:pt x="2702791" y="245715"/>
                    </a:lnTo>
                    <a:lnTo>
                      <a:pt x="2691694" y="200534"/>
                    </a:lnTo>
                    <a:lnTo>
                      <a:pt x="2673931" y="158425"/>
                    </a:lnTo>
                    <a:lnTo>
                      <a:pt x="2650101" y="119987"/>
                    </a:lnTo>
                    <a:lnTo>
                      <a:pt x="2620803" y="85820"/>
                    </a:lnTo>
                    <a:lnTo>
                      <a:pt x="2586636" y="56522"/>
                    </a:lnTo>
                    <a:lnTo>
                      <a:pt x="2548198" y="32692"/>
                    </a:lnTo>
                    <a:lnTo>
                      <a:pt x="2506089" y="14929"/>
                    </a:lnTo>
                    <a:lnTo>
                      <a:pt x="2460908" y="3832"/>
                    </a:lnTo>
                    <a:lnTo>
                      <a:pt x="2413254" y="0"/>
                    </a:lnTo>
                    <a:lnTo>
                      <a:pt x="293370" y="0"/>
                    </a:lnTo>
                    <a:close/>
                  </a:path>
                </a:pathLst>
              </a:custGeom>
              <a:ln w="9525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1" name="object 13">
              <a:extLst>
                <a:ext uri="{FF2B5EF4-FFF2-40B4-BE49-F238E27FC236}">
                  <a16:creationId xmlns:a16="http://schemas.microsoft.com/office/drawing/2014/main" id="{5CE5A51C-730B-F4E0-2774-F90765BF795E}"/>
                </a:ext>
              </a:extLst>
            </p:cNvPr>
            <p:cNvGrpSpPr/>
            <p:nvPr/>
          </p:nvGrpSpPr>
          <p:grpSpPr>
            <a:xfrm>
              <a:off x="6996499" y="1325027"/>
              <a:ext cx="2397125" cy="2348230"/>
              <a:chOff x="6728142" y="2209609"/>
              <a:chExt cx="2397125" cy="2348230"/>
            </a:xfrm>
          </p:grpSpPr>
          <p:pic>
            <p:nvPicPr>
              <p:cNvPr id="12" name="object 14">
                <a:extLst>
                  <a:ext uri="{FF2B5EF4-FFF2-40B4-BE49-F238E27FC236}">
                    <a16:creationId xmlns:a16="http://schemas.microsoft.com/office/drawing/2014/main" id="{03BCCF1D-B5B2-2CB4-A97A-4EE3267957B6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953123" y="2514600"/>
                <a:ext cx="571500" cy="1866900"/>
              </a:xfrm>
              <a:prstGeom prst="rect">
                <a:avLst/>
              </a:prstGeom>
            </p:spPr>
          </p:pic>
          <p:pic>
            <p:nvPicPr>
              <p:cNvPr id="13" name="object 15">
                <a:extLst>
                  <a:ext uri="{FF2B5EF4-FFF2-40B4-BE49-F238E27FC236}">
                    <a16:creationId xmlns:a16="http://schemas.microsoft.com/office/drawing/2014/main" id="{FECE1F4C-8B19-A54A-9549-67FB7CFC489A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7910207" y="2538222"/>
                <a:ext cx="1095755" cy="981455"/>
              </a:xfrm>
              <a:prstGeom prst="rect">
                <a:avLst/>
              </a:prstGeom>
            </p:spPr>
          </p:pic>
          <p:sp>
            <p:nvSpPr>
              <p:cNvPr id="14" name="object 16">
                <a:extLst>
                  <a:ext uri="{FF2B5EF4-FFF2-40B4-BE49-F238E27FC236}">
                    <a16:creationId xmlns:a16="http://schemas.microsoft.com/office/drawing/2014/main" id="{409B30E9-6AC1-E28B-18F9-4308639ECF68}"/>
                  </a:ext>
                </a:extLst>
              </p:cNvPr>
              <p:cNvSpPr/>
              <p:nvPr/>
            </p:nvSpPr>
            <p:spPr>
              <a:xfrm>
                <a:off x="6732905" y="2214372"/>
                <a:ext cx="2387600" cy="2338705"/>
              </a:xfrm>
              <a:custGeom>
                <a:avLst/>
                <a:gdLst/>
                <a:ahLst/>
                <a:cxnLst/>
                <a:rect l="l" t="t" r="r" b="b"/>
                <a:pathLst>
                  <a:path w="2387600" h="2338704">
                    <a:moveTo>
                      <a:pt x="389381" y="0"/>
                    </a:moveTo>
                    <a:lnTo>
                      <a:pt x="340571" y="3036"/>
                    </a:lnTo>
                    <a:lnTo>
                      <a:pt x="293560" y="11902"/>
                    </a:lnTo>
                    <a:lnTo>
                      <a:pt x="248716" y="26230"/>
                    </a:lnTo>
                    <a:lnTo>
                      <a:pt x="206404" y="45654"/>
                    </a:lnTo>
                    <a:lnTo>
                      <a:pt x="166992" y="69809"/>
                    </a:lnTo>
                    <a:lnTo>
                      <a:pt x="130844" y="98328"/>
                    </a:lnTo>
                    <a:lnTo>
                      <a:pt x="98328" y="130844"/>
                    </a:lnTo>
                    <a:lnTo>
                      <a:pt x="69809" y="166992"/>
                    </a:lnTo>
                    <a:lnTo>
                      <a:pt x="45654" y="206404"/>
                    </a:lnTo>
                    <a:lnTo>
                      <a:pt x="26230" y="248716"/>
                    </a:lnTo>
                    <a:lnTo>
                      <a:pt x="11902" y="293560"/>
                    </a:lnTo>
                    <a:lnTo>
                      <a:pt x="3036" y="340571"/>
                    </a:lnTo>
                    <a:lnTo>
                      <a:pt x="0" y="389382"/>
                    </a:lnTo>
                    <a:lnTo>
                      <a:pt x="0" y="1948433"/>
                    </a:lnTo>
                    <a:lnTo>
                      <a:pt x="3036" y="1997407"/>
                    </a:lnTo>
                    <a:lnTo>
                      <a:pt x="11902" y="2044555"/>
                    </a:lnTo>
                    <a:lnTo>
                      <a:pt x="26230" y="2089514"/>
                    </a:lnTo>
                    <a:lnTo>
                      <a:pt x="45654" y="2131920"/>
                    </a:lnTo>
                    <a:lnTo>
                      <a:pt x="69809" y="2171408"/>
                    </a:lnTo>
                    <a:lnTo>
                      <a:pt x="98328" y="2207614"/>
                    </a:lnTo>
                    <a:lnTo>
                      <a:pt x="130844" y="2240174"/>
                    </a:lnTo>
                    <a:lnTo>
                      <a:pt x="166992" y="2268725"/>
                    </a:lnTo>
                    <a:lnTo>
                      <a:pt x="206404" y="2292901"/>
                    </a:lnTo>
                    <a:lnTo>
                      <a:pt x="248716" y="2312338"/>
                    </a:lnTo>
                    <a:lnTo>
                      <a:pt x="293560" y="2326673"/>
                    </a:lnTo>
                    <a:lnTo>
                      <a:pt x="340571" y="2335541"/>
                    </a:lnTo>
                    <a:lnTo>
                      <a:pt x="389381" y="2338578"/>
                    </a:lnTo>
                    <a:lnTo>
                      <a:pt x="1997964" y="2338578"/>
                    </a:lnTo>
                    <a:lnTo>
                      <a:pt x="2046774" y="2335541"/>
                    </a:lnTo>
                    <a:lnTo>
                      <a:pt x="2093785" y="2326673"/>
                    </a:lnTo>
                    <a:lnTo>
                      <a:pt x="2138629" y="2312338"/>
                    </a:lnTo>
                    <a:lnTo>
                      <a:pt x="2180941" y="2292901"/>
                    </a:lnTo>
                    <a:lnTo>
                      <a:pt x="2220353" y="2268725"/>
                    </a:lnTo>
                    <a:lnTo>
                      <a:pt x="2256501" y="2240174"/>
                    </a:lnTo>
                    <a:lnTo>
                      <a:pt x="2289017" y="2207614"/>
                    </a:lnTo>
                    <a:lnTo>
                      <a:pt x="2317536" y="2171408"/>
                    </a:lnTo>
                    <a:lnTo>
                      <a:pt x="2341691" y="2131920"/>
                    </a:lnTo>
                    <a:lnTo>
                      <a:pt x="2361115" y="2089514"/>
                    </a:lnTo>
                    <a:lnTo>
                      <a:pt x="2375443" y="2044555"/>
                    </a:lnTo>
                    <a:lnTo>
                      <a:pt x="2384309" y="1997407"/>
                    </a:lnTo>
                    <a:lnTo>
                      <a:pt x="2387345" y="1948433"/>
                    </a:lnTo>
                    <a:lnTo>
                      <a:pt x="2387345" y="389381"/>
                    </a:lnTo>
                    <a:lnTo>
                      <a:pt x="2384309" y="340571"/>
                    </a:lnTo>
                    <a:lnTo>
                      <a:pt x="2375443" y="293560"/>
                    </a:lnTo>
                    <a:lnTo>
                      <a:pt x="2361115" y="248716"/>
                    </a:lnTo>
                    <a:lnTo>
                      <a:pt x="2341691" y="206404"/>
                    </a:lnTo>
                    <a:lnTo>
                      <a:pt x="2317536" y="166992"/>
                    </a:lnTo>
                    <a:lnTo>
                      <a:pt x="2289017" y="130844"/>
                    </a:lnTo>
                    <a:lnTo>
                      <a:pt x="2256501" y="98328"/>
                    </a:lnTo>
                    <a:lnTo>
                      <a:pt x="2220353" y="69809"/>
                    </a:lnTo>
                    <a:lnTo>
                      <a:pt x="2180941" y="45654"/>
                    </a:lnTo>
                    <a:lnTo>
                      <a:pt x="2138629" y="26230"/>
                    </a:lnTo>
                    <a:lnTo>
                      <a:pt x="2093785" y="11902"/>
                    </a:lnTo>
                    <a:lnTo>
                      <a:pt x="2046774" y="3036"/>
                    </a:lnTo>
                    <a:lnTo>
                      <a:pt x="1997963" y="0"/>
                    </a:lnTo>
                    <a:lnTo>
                      <a:pt x="389381" y="0"/>
                    </a:lnTo>
                    <a:close/>
                  </a:path>
                </a:pathLst>
              </a:custGeom>
              <a:ln w="9525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5" name="object 17">
              <a:extLst>
                <a:ext uri="{FF2B5EF4-FFF2-40B4-BE49-F238E27FC236}">
                  <a16:creationId xmlns:a16="http://schemas.microsoft.com/office/drawing/2014/main" id="{F2EBD4F0-BF9D-6AD7-DBFF-D55F44293FE6}"/>
                </a:ext>
              </a:extLst>
            </p:cNvPr>
            <p:cNvGrpSpPr/>
            <p:nvPr/>
          </p:nvGrpSpPr>
          <p:grpSpPr>
            <a:xfrm>
              <a:off x="6951541" y="4001171"/>
              <a:ext cx="2473960" cy="1876425"/>
              <a:chOff x="6683184" y="4885753"/>
              <a:chExt cx="2473960" cy="1876425"/>
            </a:xfrm>
          </p:grpSpPr>
          <p:pic>
            <p:nvPicPr>
              <p:cNvPr id="16" name="object 18">
                <a:extLst>
                  <a:ext uri="{FF2B5EF4-FFF2-40B4-BE49-F238E27FC236}">
                    <a16:creationId xmlns:a16="http://schemas.microsoft.com/office/drawing/2014/main" id="{5D4BDE44-A643-F052-426F-383406C8B540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917321" y="5117591"/>
                <a:ext cx="1075944" cy="952500"/>
              </a:xfrm>
              <a:prstGeom prst="rect">
                <a:avLst/>
              </a:prstGeom>
            </p:spPr>
          </p:pic>
          <p:pic>
            <p:nvPicPr>
              <p:cNvPr id="17" name="object 19">
                <a:extLst>
                  <a:ext uri="{FF2B5EF4-FFF2-40B4-BE49-F238E27FC236}">
                    <a16:creationId xmlns:a16="http://schemas.microsoft.com/office/drawing/2014/main" id="{FDBADEDD-D93C-BA61-A1A2-4BF331F2C5C4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8255393" y="5090921"/>
                <a:ext cx="762000" cy="1286255"/>
              </a:xfrm>
              <a:prstGeom prst="rect">
                <a:avLst/>
              </a:prstGeom>
            </p:spPr>
          </p:pic>
          <p:sp>
            <p:nvSpPr>
              <p:cNvPr id="18" name="object 20">
                <a:extLst>
                  <a:ext uri="{FF2B5EF4-FFF2-40B4-BE49-F238E27FC236}">
                    <a16:creationId xmlns:a16="http://schemas.microsoft.com/office/drawing/2014/main" id="{FFF25072-14C2-40C0-AE02-6F488C69F3B9}"/>
                  </a:ext>
                </a:extLst>
              </p:cNvPr>
              <p:cNvSpPr/>
              <p:nvPr/>
            </p:nvSpPr>
            <p:spPr>
              <a:xfrm>
                <a:off x="6687946" y="4890515"/>
                <a:ext cx="2464435" cy="1866900"/>
              </a:xfrm>
              <a:custGeom>
                <a:avLst/>
                <a:gdLst/>
                <a:ahLst/>
                <a:cxnLst/>
                <a:rect l="l" t="t" r="r" b="b"/>
                <a:pathLst>
                  <a:path w="2464434" h="1866900">
                    <a:moveTo>
                      <a:pt x="311657" y="0"/>
                    </a:moveTo>
                    <a:lnTo>
                      <a:pt x="265583" y="3377"/>
                    </a:lnTo>
                    <a:lnTo>
                      <a:pt x="221614" y="13188"/>
                    </a:lnTo>
                    <a:lnTo>
                      <a:pt x="180232" y="28951"/>
                    </a:lnTo>
                    <a:lnTo>
                      <a:pt x="141918" y="50187"/>
                    </a:lnTo>
                    <a:lnTo>
                      <a:pt x="107151" y="76414"/>
                    </a:lnTo>
                    <a:lnTo>
                      <a:pt x="76414" y="107151"/>
                    </a:lnTo>
                    <a:lnTo>
                      <a:pt x="50187" y="141918"/>
                    </a:lnTo>
                    <a:lnTo>
                      <a:pt x="28951" y="180232"/>
                    </a:lnTo>
                    <a:lnTo>
                      <a:pt x="13188" y="221614"/>
                    </a:lnTo>
                    <a:lnTo>
                      <a:pt x="3377" y="265583"/>
                    </a:lnTo>
                    <a:lnTo>
                      <a:pt x="0" y="311657"/>
                    </a:lnTo>
                    <a:lnTo>
                      <a:pt x="0" y="1556003"/>
                    </a:lnTo>
                    <a:lnTo>
                      <a:pt x="3377" y="1602060"/>
                    </a:lnTo>
                    <a:lnTo>
                      <a:pt x="13188" y="1645980"/>
                    </a:lnTo>
                    <a:lnTo>
                      <a:pt x="28951" y="1687290"/>
                    </a:lnTo>
                    <a:lnTo>
                      <a:pt x="50187" y="1725514"/>
                    </a:lnTo>
                    <a:lnTo>
                      <a:pt x="76414" y="1760181"/>
                    </a:lnTo>
                    <a:lnTo>
                      <a:pt x="107151" y="1790814"/>
                    </a:lnTo>
                    <a:lnTo>
                      <a:pt x="141918" y="1816941"/>
                    </a:lnTo>
                    <a:lnTo>
                      <a:pt x="180232" y="1838087"/>
                    </a:lnTo>
                    <a:lnTo>
                      <a:pt x="221614" y="1853778"/>
                    </a:lnTo>
                    <a:lnTo>
                      <a:pt x="265583" y="1863540"/>
                    </a:lnTo>
                    <a:lnTo>
                      <a:pt x="311657" y="1866899"/>
                    </a:lnTo>
                    <a:lnTo>
                      <a:pt x="2152649" y="1866899"/>
                    </a:lnTo>
                    <a:lnTo>
                      <a:pt x="2198724" y="1863540"/>
                    </a:lnTo>
                    <a:lnTo>
                      <a:pt x="2242693" y="1853778"/>
                    </a:lnTo>
                    <a:lnTo>
                      <a:pt x="2284075" y="1838087"/>
                    </a:lnTo>
                    <a:lnTo>
                      <a:pt x="2322389" y="1816941"/>
                    </a:lnTo>
                    <a:lnTo>
                      <a:pt x="2357156" y="1790814"/>
                    </a:lnTo>
                    <a:lnTo>
                      <a:pt x="2387893" y="1760181"/>
                    </a:lnTo>
                    <a:lnTo>
                      <a:pt x="2414120" y="1725514"/>
                    </a:lnTo>
                    <a:lnTo>
                      <a:pt x="2435356" y="1687290"/>
                    </a:lnTo>
                    <a:lnTo>
                      <a:pt x="2451119" y="1645980"/>
                    </a:lnTo>
                    <a:lnTo>
                      <a:pt x="2460930" y="1602060"/>
                    </a:lnTo>
                    <a:lnTo>
                      <a:pt x="2464307" y="1556003"/>
                    </a:lnTo>
                    <a:lnTo>
                      <a:pt x="2464307" y="311657"/>
                    </a:lnTo>
                    <a:lnTo>
                      <a:pt x="2460930" y="265583"/>
                    </a:lnTo>
                    <a:lnTo>
                      <a:pt x="2451119" y="221614"/>
                    </a:lnTo>
                    <a:lnTo>
                      <a:pt x="2435356" y="180232"/>
                    </a:lnTo>
                    <a:lnTo>
                      <a:pt x="2414120" y="141918"/>
                    </a:lnTo>
                    <a:lnTo>
                      <a:pt x="2387893" y="107151"/>
                    </a:lnTo>
                    <a:lnTo>
                      <a:pt x="2357156" y="76414"/>
                    </a:lnTo>
                    <a:lnTo>
                      <a:pt x="2322389" y="50187"/>
                    </a:lnTo>
                    <a:lnTo>
                      <a:pt x="2284075" y="28951"/>
                    </a:lnTo>
                    <a:lnTo>
                      <a:pt x="2242693" y="13188"/>
                    </a:lnTo>
                    <a:lnTo>
                      <a:pt x="2198724" y="3377"/>
                    </a:lnTo>
                    <a:lnTo>
                      <a:pt x="2152649" y="0"/>
                    </a:lnTo>
                    <a:lnTo>
                      <a:pt x="311657" y="0"/>
                    </a:lnTo>
                    <a:close/>
                  </a:path>
                </a:pathLst>
              </a:custGeom>
              <a:ln w="9525">
                <a:solidFill>
                  <a:srgbClr val="FF0066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9" name="object 21">
              <a:extLst>
                <a:ext uri="{FF2B5EF4-FFF2-40B4-BE49-F238E27FC236}">
                  <a16:creationId xmlns:a16="http://schemas.microsoft.com/office/drawing/2014/main" id="{6BD4B629-0304-2A5D-9089-E2412E85D5B7}"/>
                </a:ext>
              </a:extLst>
            </p:cNvPr>
            <p:cNvSpPr txBox="1"/>
            <p:nvPr/>
          </p:nvSpPr>
          <p:spPr>
            <a:xfrm>
              <a:off x="3740162" y="3379823"/>
              <a:ext cx="322580" cy="3302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00" spc="-25" dirty="0">
                  <a:latin typeface="Times New Roman"/>
                  <a:cs typeface="Times New Roman"/>
                </a:rPr>
                <a:t>(1)</a:t>
              </a:r>
              <a:endParaRPr sz="2000">
                <a:latin typeface="Times New Roman"/>
                <a:cs typeface="Times New Roman"/>
              </a:endParaRPr>
            </a:p>
          </p:txBody>
        </p:sp>
        <p:sp>
          <p:nvSpPr>
            <p:cNvPr id="20" name="object 22">
              <a:extLst>
                <a:ext uri="{FF2B5EF4-FFF2-40B4-BE49-F238E27FC236}">
                  <a16:creationId xmlns:a16="http://schemas.microsoft.com/office/drawing/2014/main" id="{758F0ECB-9258-D503-EE5C-F50C96FDECCB}"/>
                </a:ext>
              </a:extLst>
            </p:cNvPr>
            <p:cNvSpPr txBox="1"/>
            <p:nvPr/>
          </p:nvSpPr>
          <p:spPr>
            <a:xfrm>
              <a:off x="3740162" y="5513422"/>
              <a:ext cx="322580" cy="3302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00" spc="-25" dirty="0">
                  <a:latin typeface="Times New Roman"/>
                  <a:cs typeface="Times New Roman"/>
                </a:rPr>
                <a:t>(2)</a:t>
              </a:r>
              <a:endParaRPr sz="2000">
                <a:latin typeface="Times New Roman"/>
                <a:cs typeface="Times New Roman"/>
              </a:endParaRPr>
            </a:p>
          </p:txBody>
        </p:sp>
        <p:sp>
          <p:nvSpPr>
            <p:cNvPr id="21" name="object 23">
              <a:extLst>
                <a:ext uri="{FF2B5EF4-FFF2-40B4-BE49-F238E27FC236}">
                  <a16:creationId xmlns:a16="http://schemas.microsoft.com/office/drawing/2014/main" id="{CBB10F8F-56FD-1D37-8503-75389CB31FEC}"/>
                </a:ext>
              </a:extLst>
            </p:cNvPr>
            <p:cNvSpPr txBox="1"/>
            <p:nvPr/>
          </p:nvSpPr>
          <p:spPr>
            <a:xfrm>
              <a:off x="8847086" y="3209897"/>
              <a:ext cx="322580" cy="3302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00" spc="-25" dirty="0">
                  <a:latin typeface="Times New Roman"/>
                  <a:cs typeface="Times New Roman"/>
                </a:rPr>
                <a:t>(3)</a:t>
              </a:r>
              <a:endParaRPr sz="2000">
                <a:latin typeface="Times New Roman"/>
                <a:cs typeface="Times New Roman"/>
              </a:endParaRPr>
            </a:p>
          </p:txBody>
        </p:sp>
        <p:sp>
          <p:nvSpPr>
            <p:cNvPr id="22" name="object 24">
              <a:extLst>
                <a:ext uri="{FF2B5EF4-FFF2-40B4-BE49-F238E27FC236}">
                  <a16:creationId xmlns:a16="http://schemas.microsoft.com/office/drawing/2014/main" id="{D49EA620-4B54-BFEB-8FB5-8345FDCB6BE4}"/>
                </a:ext>
              </a:extLst>
            </p:cNvPr>
            <p:cNvSpPr txBox="1"/>
            <p:nvPr/>
          </p:nvSpPr>
          <p:spPr>
            <a:xfrm>
              <a:off x="8798316" y="5503507"/>
              <a:ext cx="322580" cy="3302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00" spc="-25" dirty="0">
                  <a:latin typeface="Times New Roman"/>
                  <a:cs typeface="Times New Roman"/>
                </a:rPr>
                <a:t>(4)</a:t>
              </a:r>
              <a:endParaRPr sz="2000">
                <a:latin typeface="Times New Roman"/>
                <a:cs typeface="Times New Roman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9E1DCD5-2DCE-3263-8B91-52D2562FDEAD}"/>
                </a:ext>
              </a:extLst>
            </p:cNvPr>
            <p:cNvSpPr txBox="1"/>
            <p:nvPr/>
          </p:nvSpPr>
          <p:spPr>
            <a:xfrm>
              <a:off x="2803138" y="1353214"/>
              <a:ext cx="23567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除（</a:t>
              </a:r>
              <a:r>
                <a:rPr lang="en-US" altLang="zh-CN" sz="24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Division</a:t>
              </a:r>
              <a:r>
                <a:rPr lang="zh-CN" altLang="en-US" sz="24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）</a:t>
              </a:r>
              <a:endParaRPr lang="el-GR" altLang="zh-CN" sz="2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0659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423EC-A1C7-9979-A425-3F1FD393E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8B99615-D514-3431-9E2C-B7B5BE475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150751"/>
              </p:ext>
            </p:extLst>
          </p:nvPr>
        </p:nvGraphicFramePr>
        <p:xfrm>
          <a:off x="469418" y="854652"/>
          <a:ext cx="896395" cy="378540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96395">
                  <a:extLst>
                    <a:ext uri="{9D8B030D-6E8A-4147-A177-3AD203B41FA5}">
                      <a16:colId xmlns:a16="http://schemas.microsoft.com/office/drawing/2014/main" val="358739297"/>
                    </a:ext>
                  </a:extLst>
                </a:gridCol>
              </a:tblGrid>
              <a:tr h="473176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记录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944333"/>
                  </a:ext>
                </a:extLst>
              </a:tr>
              <a:tr h="473176">
                <a:tc>
                  <a:txBody>
                    <a:bodyPr/>
                    <a:lstStyle/>
                    <a:p>
                      <a:r>
                        <a:rPr lang="zh-CN" altLang="en-US" dirty="0"/>
                        <a:t>记录</a:t>
                      </a: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263788"/>
                  </a:ext>
                </a:extLst>
              </a:tr>
              <a:tr h="473176">
                <a:tc>
                  <a:txBody>
                    <a:bodyPr/>
                    <a:lstStyle/>
                    <a:p>
                      <a:r>
                        <a:rPr lang="zh-CN" altLang="en-US" dirty="0"/>
                        <a:t>记录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512138"/>
                  </a:ext>
                </a:extLst>
              </a:tr>
              <a:tr h="473176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被删除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541786"/>
                  </a:ext>
                </a:extLst>
              </a:tr>
              <a:tr h="473176">
                <a:tc>
                  <a:txBody>
                    <a:bodyPr/>
                    <a:lstStyle/>
                    <a:p>
                      <a:r>
                        <a:rPr lang="zh-CN" altLang="en-US" dirty="0"/>
                        <a:t>记录</a:t>
                      </a:r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897012"/>
                  </a:ext>
                </a:extLst>
              </a:tr>
              <a:tr h="473176">
                <a:tc>
                  <a:txBody>
                    <a:bodyPr/>
                    <a:lstStyle/>
                    <a:p>
                      <a:r>
                        <a:rPr lang="zh-CN" altLang="en-US" dirty="0"/>
                        <a:t>记录</a:t>
                      </a: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434794"/>
                  </a:ext>
                </a:extLst>
              </a:tr>
              <a:tr h="473176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被删除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910222"/>
                  </a:ext>
                </a:extLst>
              </a:tr>
              <a:tr h="473176">
                <a:tc>
                  <a:txBody>
                    <a:bodyPr/>
                    <a:lstStyle/>
                    <a:p>
                      <a:r>
                        <a:rPr lang="zh-CN" altLang="en-US" dirty="0"/>
                        <a:t>记录</a:t>
                      </a:r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745664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DFA6B61-71DD-4A70-86BC-B64B5F12E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79524"/>
              </p:ext>
            </p:extLst>
          </p:nvPr>
        </p:nvGraphicFramePr>
        <p:xfrm>
          <a:off x="2032000" y="854649"/>
          <a:ext cx="896395" cy="378540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96395">
                  <a:extLst>
                    <a:ext uri="{9D8B030D-6E8A-4147-A177-3AD203B41FA5}">
                      <a16:colId xmlns:a16="http://schemas.microsoft.com/office/drawing/2014/main" val="1219010009"/>
                    </a:ext>
                  </a:extLst>
                </a:gridCol>
              </a:tblGrid>
              <a:tr h="420601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记录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29489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r>
                        <a:rPr lang="zh-CN" altLang="en-US" dirty="0"/>
                        <a:t>记录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16838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r>
                        <a:rPr lang="zh-CN" altLang="en-US" dirty="0"/>
                        <a:t>记录</a:t>
                      </a: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148465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r>
                        <a:rPr lang="zh-CN" altLang="en-US" dirty="0"/>
                        <a:t>记录</a:t>
                      </a: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964010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r>
                        <a:rPr lang="zh-CN" altLang="en-US" dirty="0"/>
                        <a:t>记录</a:t>
                      </a:r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355392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r>
                        <a:rPr lang="zh-CN" altLang="en-US" dirty="0"/>
                        <a:t>记录</a:t>
                      </a:r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003641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670129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07509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1583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E26D799-6E05-58EB-1571-D34408B97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632404"/>
              </p:ext>
            </p:extLst>
          </p:nvPr>
        </p:nvGraphicFramePr>
        <p:xfrm>
          <a:off x="3916382" y="854649"/>
          <a:ext cx="896395" cy="378540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96395">
                  <a:extLst>
                    <a:ext uri="{9D8B030D-6E8A-4147-A177-3AD203B41FA5}">
                      <a16:colId xmlns:a16="http://schemas.microsoft.com/office/drawing/2014/main" val="1219010009"/>
                    </a:ext>
                  </a:extLst>
                </a:gridCol>
              </a:tblGrid>
              <a:tr h="420601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Hash 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29489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Hash 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16838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Hash 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148465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Hash 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964010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Hash 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355392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Hash 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003641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670129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07509"/>
                  </a:ext>
                </a:extLst>
              </a:tr>
              <a:tr h="420601">
                <a:tc>
                  <a:txBody>
                    <a:bodyPr/>
                    <a:lstStyle/>
                    <a:p>
                      <a:r>
                        <a:rPr lang="en-US" altLang="zh-CN" dirty="0"/>
                        <a:t>Hash 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841583"/>
                  </a:ext>
                </a:extLst>
              </a:tr>
            </a:tbl>
          </a:graphicData>
        </a:graphic>
      </p:graphicFrame>
      <p:sp>
        <p:nvSpPr>
          <p:cNvPr id="5" name="磁盘 4">
            <a:extLst>
              <a:ext uri="{FF2B5EF4-FFF2-40B4-BE49-F238E27FC236}">
                <a16:creationId xmlns:a16="http://schemas.microsoft.com/office/drawing/2014/main" id="{58EC14FF-3FCF-BD00-6C56-760684C07A84}"/>
              </a:ext>
            </a:extLst>
          </p:cNvPr>
          <p:cNvSpPr/>
          <p:nvPr/>
        </p:nvSpPr>
        <p:spPr>
          <a:xfrm>
            <a:off x="5325035" y="1473798"/>
            <a:ext cx="2721685" cy="2861534"/>
          </a:xfrm>
          <a:prstGeom prst="flowChartMagneticDisk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7D22F9-0F81-30B0-75CC-8492B19F63A3}"/>
              </a:ext>
            </a:extLst>
          </p:cNvPr>
          <p:cNvSpPr/>
          <p:nvPr/>
        </p:nvSpPr>
        <p:spPr>
          <a:xfrm>
            <a:off x="5536602" y="2452743"/>
            <a:ext cx="692076" cy="301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53434C-EB15-FD0F-7AC7-A6119496CFB2}"/>
              </a:ext>
            </a:extLst>
          </p:cNvPr>
          <p:cNvSpPr/>
          <p:nvPr/>
        </p:nvSpPr>
        <p:spPr>
          <a:xfrm>
            <a:off x="6339839" y="2452743"/>
            <a:ext cx="692076" cy="301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1E8B3F-C76F-4212-0FF4-69899DFCFC5D}"/>
              </a:ext>
            </a:extLst>
          </p:cNvPr>
          <p:cNvSpPr/>
          <p:nvPr/>
        </p:nvSpPr>
        <p:spPr>
          <a:xfrm>
            <a:off x="7143076" y="2446138"/>
            <a:ext cx="692076" cy="301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723603-86CF-70B2-1C4A-BA5C27051206}"/>
              </a:ext>
            </a:extLst>
          </p:cNvPr>
          <p:cNvSpPr/>
          <p:nvPr/>
        </p:nvSpPr>
        <p:spPr>
          <a:xfrm>
            <a:off x="5550945" y="2825109"/>
            <a:ext cx="692076" cy="301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23F6CB-2A42-E0A5-A287-98781067A753}"/>
              </a:ext>
            </a:extLst>
          </p:cNvPr>
          <p:cNvSpPr/>
          <p:nvPr/>
        </p:nvSpPr>
        <p:spPr>
          <a:xfrm>
            <a:off x="6354182" y="2825109"/>
            <a:ext cx="692076" cy="301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BD1E25-3496-4AC7-A70B-49BEAA43AD35}"/>
              </a:ext>
            </a:extLst>
          </p:cNvPr>
          <p:cNvSpPr/>
          <p:nvPr/>
        </p:nvSpPr>
        <p:spPr>
          <a:xfrm>
            <a:off x="7157419" y="2818504"/>
            <a:ext cx="692076" cy="301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32A1D0-7CD4-0A13-0E7B-3CAFD08F70A2}"/>
              </a:ext>
            </a:extLst>
          </p:cNvPr>
          <p:cNvSpPr/>
          <p:nvPr/>
        </p:nvSpPr>
        <p:spPr>
          <a:xfrm>
            <a:off x="5550945" y="3575690"/>
            <a:ext cx="692076" cy="301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C288EB-5AF5-3882-E7FA-1C4BCA9649BD}"/>
              </a:ext>
            </a:extLst>
          </p:cNvPr>
          <p:cNvSpPr/>
          <p:nvPr/>
        </p:nvSpPr>
        <p:spPr>
          <a:xfrm>
            <a:off x="6354182" y="3575690"/>
            <a:ext cx="692076" cy="301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23E2D8-EEB2-5167-89E3-B979293D2001}"/>
              </a:ext>
            </a:extLst>
          </p:cNvPr>
          <p:cNvSpPr/>
          <p:nvPr/>
        </p:nvSpPr>
        <p:spPr>
          <a:xfrm>
            <a:off x="7157419" y="3569085"/>
            <a:ext cx="692076" cy="301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曲线连接符 15">
            <a:extLst>
              <a:ext uri="{FF2B5EF4-FFF2-40B4-BE49-F238E27FC236}">
                <a16:creationId xmlns:a16="http://schemas.microsoft.com/office/drawing/2014/main" id="{738B85F9-BC64-85CE-F5B6-A761471F6D28}"/>
              </a:ext>
            </a:extLst>
          </p:cNvPr>
          <p:cNvCxnSpPr/>
          <p:nvPr/>
        </p:nvCxnSpPr>
        <p:spPr>
          <a:xfrm rot="16200000" flipH="1">
            <a:off x="4604251" y="1295048"/>
            <a:ext cx="1359616" cy="94256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曲线连接符 18">
            <a:extLst>
              <a:ext uri="{FF2B5EF4-FFF2-40B4-BE49-F238E27FC236}">
                <a16:creationId xmlns:a16="http://schemas.microsoft.com/office/drawing/2014/main" id="{EA5B7A18-3E6A-163A-A9B0-6F8CF7FBCE91}"/>
              </a:ext>
            </a:extLst>
          </p:cNvPr>
          <p:cNvCxnSpPr>
            <a:endCxn id="12" idx="1"/>
          </p:cNvCxnSpPr>
          <p:nvPr/>
        </p:nvCxnSpPr>
        <p:spPr>
          <a:xfrm rot="16200000" flipH="1">
            <a:off x="4695691" y="2871044"/>
            <a:ext cx="972340" cy="73816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曲线连接符 20">
            <a:extLst>
              <a:ext uri="{FF2B5EF4-FFF2-40B4-BE49-F238E27FC236}">
                <a16:creationId xmlns:a16="http://schemas.microsoft.com/office/drawing/2014/main" id="{63FB4433-FAA9-073C-96E2-42696A5C6358}"/>
              </a:ext>
            </a:extLst>
          </p:cNvPr>
          <p:cNvCxnSpPr>
            <a:endCxn id="9" idx="1"/>
          </p:cNvCxnSpPr>
          <p:nvPr/>
        </p:nvCxnSpPr>
        <p:spPr>
          <a:xfrm rot="16200000" flipH="1">
            <a:off x="4430902" y="1855673"/>
            <a:ext cx="1501919" cy="73816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61FB54F-219A-26AE-C8DC-D5557BCD8AF9}"/>
              </a:ext>
            </a:extLst>
          </p:cNvPr>
          <p:cNvSpPr txBox="1"/>
          <p:nvPr/>
        </p:nvSpPr>
        <p:spPr>
          <a:xfrm>
            <a:off x="363617" y="3119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无序记录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9F40C9-85DE-37A2-0101-48B01CB32D91}"/>
              </a:ext>
            </a:extLst>
          </p:cNvPr>
          <p:cNvSpPr txBox="1"/>
          <p:nvPr/>
        </p:nvSpPr>
        <p:spPr>
          <a:xfrm>
            <a:off x="1926199" y="3119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有序记录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0FE678-C94B-8C8D-6901-B44B9F023604}"/>
              </a:ext>
            </a:extLst>
          </p:cNvPr>
          <p:cNvSpPr txBox="1"/>
          <p:nvPr/>
        </p:nvSpPr>
        <p:spPr>
          <a:xfrm>
            <a:off x="4647345" y="31264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散列文件</a:t>
            </a:r>
          </a:p>
        </p:txBody>
      </p:sp>
    </p:spTree>
    <p:extLst>
      <p:ext uri="{BB962C8B-B14F-4D97-AF65-F5344CB8AC3E}">
        <p14:creationId xmlns:p14="http://schemas.microsoft.com/office/powerpoint/2010/main" val="3999040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5E4A83E8-746F-28EC-C3BE-C187A27DB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592302"/>
              </p:ext>
            </p:extLst>
          </p:nvPr>
        </p:nvGraphicFramePr>
        <p:xfrm>
          <a:off x="7734214" y="1858035"/>
          <a:ext cx="2900597" cy="37110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0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057">
                <a:tc>
                  <a:txBody>
                    <a:bodyPr/>
                    <a:lstStyle/>
                    <a:p>
                      <a:pPr marR="222250"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olid"/>
                    </a:lnR>
                    <a:lnT w="9525">
                      <a:solidFill>
                        <a:srgbClr val="3333CC"/>
                      </a:solidFill>
                      <a:prstDash val="solid"/>
                    </a:lnT>
                    <a:lnB w="19050">
                      <a:solidFill>
                        <a:srgbClr val="3333CC"/>
                      </a:solidFill>
                      <a:prstDash val="solid"/>
                    </a:lnB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290195" algn="l">
                        <a:lnSpc>
                          <a:spcPts val="1800"/>
                        </a:lnSpc>
                        <a:spcBef>
                          <a:spcPts val="525"/>
                        </a:spcBef>
                      </a:pPr>
                      <a:r>
                        <a:rPr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(系1的)记录</a:t>
                      </a:r>
                    </a:p>
                  </a:txBody>
                  <a:tcPr marL="0" marR="0" marT="66675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FF0066"/>
                      </a:solidFill>
                      <a:prstDash val="solid"/>
                    </a:lnR>
                    <a:lnT w="9525">
                      <a:solidFill>
                        <a:srgbClr val="FF0066"/>
                      </a:solidFill>
                      <a:prstDash val="solid"/>
                    </a:lnT>
                    <a:lnB w="19050">
                      <a:solidFill>
                        <a:srgbClr val="FF0066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048">
                <a:tc>
                  <a:txBody>
                    <a:bodyPr/>
                    <a:lstStyle/>
                    <a:p>
                      <a:pPr marR="2540" algn="r">
                        <a:lnSpc>
                          <a:spcPts val="1805"/>
                        </a:lnSpc>
                        <a:spcBef>
                          <a:spcPts val="545"/>
                        </a:spcBef>
                      </a:pPr>
                      <a:endParaRPr sz="16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69215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olid"/>
                    </a:lnR>
                    <a:lnT w="19050">
                      <a:solidFill>
                        <a:srgbClr val="3333CC"/>
                      </a:solidFill>
                      <a:prstDash val="solid"/>
                    </a:lnT>
                    <a:lnB w="19050">
                      <a:solidFill>
                        <a:srgbClr val="3333CC"/>
                      </a:solidFill>
                      <a:prstDash val="solid"/>
                    </a:lnB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6670" lvl="0" indent="0" algn="l" defTabSz="914400" rtl="0" eaLnBrk="1" fontAlgn="auto" latinLnBrk="0" hangingPunct="1">
                        <a:lnSpc>
                          <a:spcPts val="1805"/>
                        </a:lnSpc>
                        <a:spcBef>
                          <a:spcPts val="54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(</a:t>
                      </a:r>
                      <a:r>
                        <a:rPr lang="zh-CN" altLang="en-US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系</a:t>
                      </a:r>
                      <a:r>
                        <a:rPr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1的教师1的)</a:t>
                      </a:r>
                      <a:r>
                        <a:rPr lang="zh-CN" altLang="en-US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记录</a:t>
                      </a:r>
                      <a:endParaRPr lang="en-US" sz="1600" b="1" kern="1200" spc="-20" dirty="0">
                        <a:solidFill>
                          <a:schemeClr val="tx1"/>
                        </a:solidFill>
                        <a:latin typeface="SimHei" panose="02010609060101010101" pitchFamily="49" charset="-122"/>
                        <a:ea typeface="SimHei" panose="02010609060101010101" pitchFamily="49" charset="-122"/>
                        <a:cs typeface="Lantinghei SC Heavy"/>
                      </a:endParaRPr>
                    </a:p>
                  </a:txBody>
                  <a:tcPr marL="0" marR="0" marT="69215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FF0066"/>
                      </a:solidFill>
                      <a:prstDash val="solid"/>
                    </a:lnR>
                    <a:lnT w="19050">
                      <a:solidFill>
                        <a:srgbClr val="FF0066"/>
                      </a:solidFill>
                      <a:prstDash val="solid"/>
                    </a:lnT>
                    <a:lnB w="19050">
                      <a:solidFill>
                        <a:srgbClr val="FF0066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278">
                <a:tc>
                  <a:txBody>
                    <a:bodyPr/>
                    <a:lstStyle/>
                    <a:p>
                      <a:pPr marR="2540" algn="r">
                        <a:lnSpc>
                          <a:spcPts val="1895"/>
                        </a:lnSpc>
                        <a:spcBef>
                          <a:spcPts val="445"/>
                        </a:spcBef>
                      </a:pPr>
                      <a:endParaRPr sz="16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56515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olid"/>
                    </a:lnR>
                    <a:lnT w="19050">
                      <a:solidFill>
                        <a:srgbClr val="3333CC"/>
                      </a:solidFill>
                      <a:prstDash val="solid"/>
                    </a:lnT>
                    <a:lnB w="12700">
                      <a:solidFill>
                        <a:srgbClr val="3333CC"/>
                      </a:solidFill>
                      <a:prstDash val="solid"/>
                    </a:lnB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7780" lvl="0" indent="0" algn="l" defTabSz="914400" rtl="0" eaLnBrk="1" fontAlgn="auto" latinLnBrk="0" hangingPunct="1">
                        <a:lnSpc>
                          <a:spcPts val="1895"/>
                        </a:lnSpc>
                        <a:spcBef>
                          <a:spcPts val="44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(</a:t>
                      </a:r>
                      <a:r>
                        <a:rPr lang="zh-CN" altLang="en-US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系</a:t>
                      </a:r>
                      <a:r>
                        <a:rPr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1的教师2的)记录</a:t>
                      </a:r>
                    </a:p>
                  </a:txBody>
                  <a:tcPr marL="0" marR="0" marT="56515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FF0066"/>
                      </a:solidFill>
                      <a:prstDash val="solid"/>
                    </a:lnR>
                    <a:lnT w="19050">
                      <a:solidFill>
                        <a:srgbClr val="FF0066"/>
                      </a:solidFill>
                      <a:prstDash val="solid"/>
                    </a:lnT>
                    <a:lnB w="19050">
                      <a:solidFill>
                        <a:srgbClr val="FF0066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395">
                <a:tc>
                  <a:txBody>
                    <a:bodyPr/>
                    <a:lstStyle/>
                    <a:p>
                      <a:pPr marR="11430" algn="r">
                        <a:lnSpc>
                          <a:spcPts val="1800"/>
                        </a:lnSpc>
                        <a:spcBef>
                          <a:spcPts val="540"/>
                        </a:spcBef>
                      </a:pPr>
                      <a:endParaRPr sz="16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68580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olid"/>
                    </a:lnR>
                    <a:lnT w="12700">
                      <a:solidFill>
                        <a:srgbClr val="3333CC"/>
                      </a:solidFill>
                      <a:prstDash val="solid"/>
                    </a:lnT>
                    <a:lnB w="19050">
                      <a:solidFill>
                        <a:srgbClr val="3333CC"/>
                      </a:solidFill>
                      <a:prstDash val="solid"/>
                    </a:lnB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1115" lvl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(</a:t>
                      </a:r>
                      <a:r>
                        <a:rPr lang="zh-CN" altLang="en-US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系</a:t>
                      </a:r>
                      <a:r>
                        <a:rPr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1的教师3的)记录</a:t>
                      </a:r>
                    </a:p>
                  </a:txBody>
                  <a:tcPr marL="0" marR="0" marT="68580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FF0066"/>
                      </a:solidFill>
                      <a:prstDash val="solid"/>
                    </a:lnR>
                    <a:lnT w="19050">
                      <a:solidFill>
                        <a:srgbClr val="FF0066"/>
                      </a:solidFill>
                      <a:prstDash val="solid"/>
                    </a:lnT>
                    <a:lnB w="19050">
                      <a:solidFill>
                        <a:srgbClr val="FF0066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74">
                <a:tc>
                  <a:txBody>
                    <a:bodyPr/>
                    <a:lstStyle/>
                    <a:p>
                      <a:pPr marR="222250"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olid"/>
                    </a:lnR>
                    <a:lnT w="19050">
                      <a:solidFill>
                        <a:srgbClr val="3333CC"/>
                      </a:solidFill>
                      <a:prstDash val="solid"/>
                    </a:lnT>
                    <a:lnB w="12700">
                      <a:solidFill>
                        <a:srgbClr val="3333CC"/>
                      </a:solidFill>
                      <a:prstDash val="solid"/>
                    </a:lnB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292100" algn="l">
                        <a:lnSpc>
                          <a:spcPts val="1795"/>
                        </a:lnSpc>
                        <a:spcBef>
                          <a:spcPts val="545"/>
                        </a:spcBef>
                      </a:pPr>
                      <a:r>
                        <a:rPr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(系2的)记录</a:t>
                      </a:r>
                    </a:p>
                  </a:txBody>
                  <a:tcPr marL="0" marR="0" marT="69215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FF0066"/>
                      </a:solidFill>
                      <a:prstDash val="solid"/>
                    </a:lnR>
                    <a:lnT w="19050">
                      <a:solidFill>
                        <a:srgbClr val="FF0066"/>
                      </a:solidFill>
                      <a:prstDash val="solid"/>
                    </a:lnT>
                    <a:lnB w="19050">
                      <a:solidFill>
                        <a:srgbClr val="FF0066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160">
                <a:tc>
                  <a:txBody>
                    <a:bodyPr/>
                    <a:lstStyle/>
                    <a:p>
                      <a:pPr algn="r">
                        <a:lnSpc>
                          <a:spcPts val="1914"/>
                        </a:lnSpc>
                        <a:spcBef>
                          <a:spcPts val="425"/>
                        </a:spcBef>
                      </a:pPr>
                      <a:endParaRPr sz="16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53975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olid"/>
                    </a:lnR>
                    <a:lnT w="12700">
                      <a:solidFill>
                        <a:srgbClr val="3333CC"/>
                      </a:solidFill>
                      <a:prstDash val="solid"/>
                    </a:lnT>
                    <a:lnB w="19050">
                      <a:solidFill>
                        <a:srgbClr val="3333CC"/>
                      </a:solidFill>
                      <a:prstDash val="solid"/>
                    </a:lnB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l" defTabSz="914400" rtl="0" eaLnBrk="1" fontAlgn="auto" latinLnBrk="0" hangingPunct="1">
                        <a:lnSpc>
                          <a:spcPts val="1914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(</a:t>
                      </a:r>
                      <a:r>
                        <a:rPr lang="zh-CN" altLang="en-US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系</a:t>
                      </a:r>
                      <a:r>
                        <a:rPr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2的教师5的)记录</a:t>
                      </a:r>
                    </a:p>
                  </a:txBody>
                  <a:tcPr marL="0" marR="0" marT="53975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FF0066"/>
                      </a:solidFill>
                      <a:prstDash val="solid"/>
                    </a:lnR>
                    <a:lnT w="19050">
                      <a:solidFill>
                        <a:srgbClr val="FF0066"/>
                      </a:solidFill>
                      <a:prstDash val="solid"/>
                    </a:lnT>
                    <a:lnB w="19050">
                      <a:solidFill>
                        <a:srgbClr val="FF0066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954">
                <a:tc>
                  <a:txBody>
                    <a:bodyPr/>
                    <a:lstStyle/>
                    <a:p>
                      <a:pPr marR="2540" algn="r">
                        <a:lnSpc>
                          <a:spcPts val="1795"/>
                        </a:lnSpc>
                        <a:spcBef>
                          <a:spcPts val="550"/>
                        </a:spcBef>
                      </a:pPr>
                      <a:endParaRPr sz="16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69850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olid"/>
                    </a:lnR>
                    <a:lnT w="19050">
                      <a:solidFill>
                        <a:srgbClr val="3333CC"/>
                      </a:solidFill>
                      <a:prstDash val="solid"/>
                    </a:lnT>
                    <a:lnB w="12700">
                      <a:solidFill>
                        <a:srgbClr val="3333CC"/>
                      </a:solidFill>
                      <a:prstDash val="solid"/>
                    </a:lnB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6670" lvl="0" indent="0" algn="l" defTabSz="914400" rtl="0" eaLnBrk="1" fontAlgn="auto" latinLnBrk="0" hangingPunct="1">
                        <a:lnSpc>
                          <a:spcPts val="1795"/>
                        </a:lnSpc>
                        <a:spcBef>
                          <a:spcPts val="5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(</a:t>
                      </a:r>
                      <a:r>
                        <a:rPr lang="zh-CN" altLang="en-US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系</a:t>
                      </a:r>
                      <a:r>
                        <a:rPr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2的教师8的)记录</a:t>
                      </a:r>
                    </a:p>
                  </a:txBody>
                  <a:tcPr marL="0" marR="0" marT="69850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FF0066"/>
                      </a:solidFill>
                      <a:prstDash val="solid"/>
                    </a:lnR>
                    <a:lnT w="19050">
                      <a:solidFill>
                        <a:srgbClr val="FF0066"/>
                      </a:solidFill>
                      <a:prstDash val="solid"/>
                    </a:lnT>
                    <a:lnB w="19050">
                      <a:solidFill>
                        <a:srgbClr val="FF0066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395">
                <a:tc>
                  <a:txBody>
                    <a:bodyPr/>
                    <a:lstStyle/>
                    <a:p>
                      <a:pPr marR="222250"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olid"/>
                    </a:lnR>
                    <a:lnT w="12700">
                      <a:solidFill>
                        <a:srgbClr val="3333CC"/>
                      </a:solidFill>
                      <a:prstDash val="solid"/>
                    </a:lnT>
                    <a:lnB w="12700">
                      <a:solidFill>
                        <a:srgbClr val="3333CC"/>
                      </a:solidFill>
                      <a:prstDash val="solid"/>
                    </a:lnB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292100" algn="l">
                        <a:lnSpc>
                          <a:spcPts val="1789"/>
                        </a:lnSpc>
                        <a:spcBef>
                          <a:spcPts val="540"/>
                        </a:spcBef>
                      </a:pPr>
                      <a:r>
                        <a:rPr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(系4的)记录</a:t>
                      </a:r>
                    </a:p>
                  </a:txBody>
                  <a:tcPr marL="0" marR="0" marT="68580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FF0066"/>
                      </a:solidFill>
                      <a:prstDash val="solid"/>
                    </a:lnR>
                    <a:lnT w="19050">
                      <a:solidFill>
                        <a:srgbClr val="FF0066"/>
                      </a:solidFill>
                      <a:prstDash val="solid"/>
                    </a:lnT>
                    <a:lnB w="12700">
                      <a:solidFill>
                        <a:srgbClr val="FF0066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381">
                <a:tc>
                  <a:txBody>
                    <a:bodyPr/>
                    <a:lstStyle/>
                    <a:p>
                      <a:pPr algn="r">
                        <a:lnSpc>
                          <a:spcPts val="1914"/>
                        </a:lnSpc>
                        <a:spcBef>
                          <a:spcPts val="420"/>
                        </a:spcBef>
                      </a:pPr>
                      <a:endParaRPr sz="16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53340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olid"/>
                    </a:lnR>
                    <a:lnT w="12700">
                      <a:solidFill>
                        <a:srgbClr val="3333CC"/>
                      </a:solidFill>
                      <a:prstDash val="solid"/>
                    </a:lnT>
                    <a:lnB w="19050">
                      <a:solidFill>
                        <a:srgbClr val="3333CC"/>
                      </a:solidFill>
                      <a:prstDash val="solid"/>
                    </a:lnB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6510" lvl="0" indent="0" algn="l" defTabSz="914400" rtl="0" eaLnBrk="1" fontAlgn="auto" latinLnBrk="0" hangingPunct="1">
                        <a:lnSpc>
                          <a:spcPts val="1914"/>
                        </a:lnSpc>
                        <a:spcBef>
                          <a:spcPts val="4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(</a:t>
                      </a:r>
                      <a:r>
                        <a:rPr lang="zh-CN" altLang="en-US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系</a:t>
                      </a:r>
                      <a:r>
                        <a:rPr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4的教师6的)记录</a:t>
                      </a:r>
                    </a:p>
                  </a:txBody>
                  <a:tcPr marL="0" marR="0" marT="53340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FF0066"/>
                      </a:solidFill>
                      <a:prstDash val="solid"/>
                    </a:lnR>
                    <a:lnT w="12700">
                      <a:solidFill>
                        <a:srgbClr val="FF0066"/>
                      </a:solidFill>
                      <a:prstDash val="solid"/>
                    </a:lnT>
                    <a:lnB w="19050">
                      <a:solidFill>
                        <a:srgbClr val="FF0066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174">
                <a:tc>
                  <a:txBody>
                    <a:bodyPr/>
                    <a:lstStyle/>
                    <a:p>
                      <a:pPr marR="11430" algn="r">
                        <a:lnSpc>
                          <a:spcPts val="1775"/>
                        </a:lnSpc>
                        <a:spcBef>
                          <a:spcPts val="545"/>
                        </a:spcBef>
                      </a:pPr>
                      <a:endParaRPr sz="16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69215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3333CC"/>
                      </a:solidFill>
                      <a:prstDash val="solid"/>
                    </a:lnR>
                    <a:lnT w="19050">
                      <a:solidFill>
                        <a:srgbClr val="3333CC"/>
                      </a:solidFill>
                      <a:prstDash val="solid"/>
                    </a:lnT>
                    <a:lnB w="9525">
                      <a:solidFill>
                        <a:srgbClr val="3333CC"/>
                      </a:solidFill>
                      <a:prstDash val="solid"/>
                    </a:lnB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7940" lvl="0" indent="0" algn="l" defTabSz="914400" rtl="0" eaLnBrk="1" fontAlgn="auto" latinLnBrk="0" hangingPunct="1">
                        <a:lnSpc>
                          <a:spcPts val="1775"/>
                        </a:lnSpc>
                        <a:spcBef>
                          <a:spcPts val="54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(</a:t>
                      </a:r>
                      <a:r>
                        <a:rPr lang="zh-CN" altLang="en-US"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系</a:t>
                      </a:r>
                      <a:r>
                        <a:rPr sz="1600" b="1" kern="1200" spc="-2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Lantinghei SC Heavy"/>
                        </a:rPr>
                        <a:t>4的教师9的)记录</a:t>
                      </a:r>
                    </a:p>
                  </a:txBody>
                  <a:tcPr marL="0" marR="0" marT="69215" marB="0">
                    <a:lnL w="9525">
                      <a:solidFill>
                        <a:srgbClr val="3333CC"/>
                      </a:solidFill>
                      <a:prstDash val="solid"/>
                    </a:lnL>
                    <a:lnR w="9525">
                      <a:solidFill>
                        <a:srgbClr val="FF0066"/>
                      </a:solidFill>
                      <a:prstDash val="solid"/>
                    </a:lnR>
                    <a:lnT w="19050">
                      <a:solidFill>
                        <a:srgbClr val="FF0066"/>
                      </a:solidFill>
                      <a:prstDash val="solid"/>
                    </a:lnT>
                    <a:lnB w="9525">
                      <a:solidFill>
                        <a:srgbClr val="FF0066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object 5">
            <a:extLst>
              <a:ext uri="{FF2B5EF4-FFF2-40B4-BE49-F238E27FC236}">
                <a16:creationId xmlns:a16="http://schemas.microsoft.com/office/drawing/2014/main" id="{280D208E-71DF-41BA-2538-B744E314ADE4}"/>
              </a:ext>
            </a:extLst>
          </p:cNvPr>
          <p:cNvSpPr txBox="1"/>
          <p:nvPr/>
        </p:nvSpPr>
        <p:spPr>
          <a:xfrm>
            <a:off x="4907951" y="3713543"/>
            <a:ext cx="279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0" dirty="0">
                <a:latin typeface="Lantinghei SC Heavy"/>
                <a:cs typeface="Lantinghei SC Heavy"/>
              </a:rPr>
              <a:t>系</a:t>
            </a:r>
            <a:endParaRPr sz="2000">
              <a:latin typeface="Lantinghei SC Heavy"/>
              <a:cs typeface="Lantinghei SC Heavy"/>
            </a:endParaRP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DABB857F-EFFE-A719-7252-D028B4679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141445"/>
              </p:ext>
            </p:extLst>
          </p:nvPr>
        </p:nvGraphicFramePr>
        <p:xfrm>
          <a:off x="4879509" y="4138295"/>
          <a:ext cx="2568574" cy="1297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25" dirty="0">
                          <a:latin typeface="Lantinghei SC Heavy"/>
                          <a:cs typeface="Lantinghei SC Heavy"/>
                        </a:rPr>
                        <a:t>系编号</a:t>
                      </a:r>
                      <a:endParaRPr sz="1600">
                        <a:latin typeface="Lantinghei SC Heavy"/>
                        <a:cs typeface="Lantinghei SC Heavy"/>
                      </a:endParaRPr>
                    </a:p>
                  </a:txBody>
                  <a:tcPr marL="0" marR="0" marT="52069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30" dirty="0">
                          <a:latin typeface="Lantinghei SC Heavy"/>
                          <a:cs typeface="Lantinghei SC Heavy"/>
                        </a:rPr>
                        <a:t>系名</a:t>
                      </a:r>
                      <a:endParaRPr sz="1600">
                        <a:latin typeface="Lantinghei SC Heavy"/>
                        <a:cs typeface="Lantinghei SC Heavy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b="1" spc="-25" dirty="0">
                          <a:latin typeface="Lantinghei SC Heavy"/>
                          <a:cs typeface="Lantinghei SC Heavy"/>
                        </a:rPr>
                        <a:t>….</a:t>
                      </a:r>
                      <a:endParaRPr sz="1600">
                        <a:latin typeface="Lantinghei SC Heavy"/>
                        <a:cs typeface="Lantinghei SC Heavy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99695">
                        <a:lnSpc>
                          <a:spcPts val="1825"/>
                        </a:lnSpc>
                        <a:spcBef>
                          <a:spcPts val="1435"/>
                        </a:spcBef>
                      </a:pPr>
                      <a:r>
                        <a:rPr sz="1600" b="1" dirty="0">
                          <a:latin typeface="Lantinghei SC Heavy"/>
                          <a:cs typeface="Lantinghei SC Heavy"/>
                        </a:rPr>
                        <a:t>系</a:t>
                      </a:r>
                      <a:r>
                        <a:rPr sz="1600" b="1" spc="-50" dirty="0">
                          <a:latin typeface="Lantinghei SC Heavy"/>
                          <a:cs typeface="Lantinghei SC Heavy"/>
                        </a:rPr>
                        <a:t>1</a:t>
                      </a:r>
                      <a:endParaRPr sz="1600">
                        <a:latin typeface="Lantinghei SC Heavy"/>
                        <a:cs typeface="Lantinghei SC Heavy"/>
                      </a:endParaRPr>
                    </a:p>
                  </a:txBody>
                  <a:tcPr marL="0" marR="0" marT="18224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1825"/>
                        </a:lnSpc>
                        <a:spcBef>
                          <a:spcPts val="1435"/>
                        </a:spcBef>
                      </a:pPr>
                      <a:r>
                        <a:rPr sz="1600" b="1" spc="-25" dirty="0">
                          <a:latin typeface="Lantinghei SC Heavy"/>
                          <a:cs typeface="Lantinghei SC Heavy"/>
                        </a:rPr>
                        <a:t>计算机</a:t>
                      </a:r>
                      <a:endParaRPr sz="1600">
                        <a:latin typeface="Lantinghei SC Heavy"/>
                        <a:cs typeface="Lantinghei SC Heavy"/>
                      </a:endParaRPr>
                    </a:p>
                  </a:txBody>
                  <a:tcPr marL="0" marR="0" marT="1822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ts val="1825"/>
                        </a:lnSpc>
                        <a:spcBef>
                          <a:spcPts val="1435"/>
                        </a:spcBef>
                      </a:pPr>
                      <a:r>
                        <a:rPr sz="1600" b="1" spc="-25" dirty="0">
                          <a:latin typeface="Lantinghei SC Heavy"/>
                          <a:cs typeface="Lantinghei SC Heavy"/>
                        </a:rPr>
                        <a:t>….</a:t>
                      </a:r>
                      <a:endParaRPr sz="1600">
                        <a:latin typeface="Lantinghei SC Heavy"/>
                        <a:cs typeface="Lantinghei SC Heavy"/>
                      </a:endParaRPr>
                    </a:p>
                  </a:txBody>
                  <a:tcPr marL="0" marR="0" marT="18224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99695">
                        <a:lnSpc>
                          <a:spcPts val="1825"/>
                        </a:lnSpc>
                      </a:pPr>
                      <a:r>
                        <a:rPr sz="1600" b="1" spc="-110" dirty="0">
                          <a:latin typeface="Lantinghei SC Heavy"/>
                          <a:cs typeface="Lantinghei SC Heavy"/>
                        </a:rPr>
                        <a:t>系</a:t>
                      </a:r>
                      <a:r>
                        <a:rPr sz="1600" b="1" spc="-50" dirty="0">
                          <a:latin typeface="Lantinghei SC Heavy"/>
                          <a:cs typeface="Lantinghei SC Heavy"/>
                        </a:rPr>
                        <a:t>2</a:t>
                      </a:r>
                      <a:endParaRPr sz="1600">
                        <a:latin typeface="Lantinghei SC Heavy"/>
                        <a:cs typeface="Lantinghei SC Heavy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1825"/>
                        </a:lnSpc>
                      </a:pPr>
                      <a:r>
                        <a:rPr sz="1600" b="1" spc="-20" dirty="0">
                          <a:latin typeface="Lantinghei SC Heavy"/>
                          <a:cs typeface="Lantinghei SC Heavy"/>
                        </a:rPr>
                        <a:t>自动控制</a:t>
                      </a:r>
                      <a:endParaRPr sz="1600">
                        <a:latin typeface="Lantinghei SC Heavy"/>
                        <a:cs typeface="Lantinghei SC Heavy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ts val="1825"/>
                        </a:lnSpc>
                      </a:pPr>
                      <a:r>
                        <a:rPr sz="1600" b="1" spc="-25" dirty="0">
                          <a:latin typeface="Lantinghei SC Heavy"/>
                          <a:cs typeface="Lantinghei SC Heavy"/>
                        </a:rPr>
                        <a:t>….</a:t>
                      </a:r>
                      <a:endParaRPr sz="1600">
                        <a:latin typeface="Lantinghei SC Heavy"/>
                        <a:cs typeface="Lantinghei SC Heavy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600" b="1" spc="-140" dirty="0">
                          <a:latin typeface="Lantinghei SC Heavy"/>
                          <a:cs typeface="Lantinghei SC Heavy"/>
                        </a:rPr>
                        <a:t>系</a:t>
                      </a:r>
                      <a:r>
                        <a:rPr sz="1600" b="1" spc="-50" dirty="0">
                          <a:latin typeface="Lantinghei SC Heavy"/>
                          <a:cs typeface="Lantinghei SC Heavy"/>
                        </a:rPr>
                        <a:t>4</a:t>
                      </a:r>
                      <a:endParaRPr sz="1600">
                        <a:latin typeface="Lantinghei SC Heavy"/>
                        <a:cs typeface="Lantinghei SC Heavy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</a:pPr>
                      <a:r>
                        <a:rPr sz="1600" b="1" spc="-30" dirty="0">
                          <a:latin typeface="Lantinghei SC Heavy"/>
                          <a:cs typeface="Lantinghei SC Heavy"/>
                        </a:rPr>
                        <a:t>化学</a:t>
                      </a:r>
                      <a:endParaRPr sz="1600">
                        <a:latin typeface="Lantinghei SC Heavy"/>
                        <a:cs typeface="Lantinghei SC Heavy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</a:pPr>
                      <a:r>
                        <a:rPr sz="1600" b="1" spc="-25" dirty="0">
                          <a:latin typeface="Lantinghei SC Heavy"/>
                          <a:cs typeface="Lantinghei SC Heavy"/>
                        </a:rPr>
                        <a:t>….</a:t>
                      </a:r>
                      <a:endParaRPr sz="1600">
                        <a:latin typeface="Lantinghei SC Heavy"/>
                        <a:cs typeface="Lantinghei SC Heavy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8">
            <a:extLst>
              <a:ext uri="{FF2B5EF4-FFF2-40B4-BE49-F238E27FC236}">
                <a16:creationId xmlns:a16="http://schemas.microsoft.com/office/drawing/2014/main" id="{8B8D3B53-4E2C-92FC-BF00-1DC8282A50A1}"/>
              </a:ext>
            </a:extLst>
          </p:cNvPr>
          <p:cNvSpPr txBox="1"/>
          <p:nvPr/>
        </p:nvSpPr>
        <p:spPr>
          <a:xfrm>
            <a:off x="1412657" y="2274126"/>
            <a:ext cx="6356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latin typeface="Lantinghei SC Heavy"/>
                <a:cs typeface="Lantinghei SC Heavy"/>
              </a:rPr>
              <a:t>教师号</a:t>
            </a:r>
            <a:endParaRPr sz="1600">
              <a:latin typeface="Lantinghei SC Heavy"/>
              <a:cs typeface="Lantinghei SC Heavy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CE7948D4-E079-7176-D23D-04813D254C7E}"/>
              </a:ext>
            </a:extLst>
          </p:cNvPr>
          <p:cNvSpPr txBox="1"/>
          <p:nvPr/>
        </p:nvSpPr>
        <p:spPr>
          <a:xfrm>
            <a:off x="2178981" y="2235010"/>
            <a:ext cx="1159510" cy="35941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409"/>
              </a:spcBef>
            </a:pPr>
            <a:r>
              <a:rPr sz="1600" b="1" spc="-25" dirty="0">
                <a:latin typeface="Lantinghei SC Heavy"/>
                <a:cs typeface="Lantinghei SC Heavy"/>
              </a:rPr>
              <a:t>教师名</a:t>
            </a:r>
            <a:endParaRPr sz="1600" dirty="0">
              <a:latin typeface="Lantinghei SC Heavy"/>
              <a:cs typeface="Lantinghei SC Heavy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FE17EDA7-AAD0-BF03-A4F2-EFE139158784}"/>
              </a:ext>
            </a:extLst>
          </p:cNvPr>
          <p:cNvSpPr txBox="1"/>
          <p:nvPr/>
        </p:nvSpPr>
        <p:spPr>
          <a:xfrm>
            <a:off x="3536798" y="2274126"/>
            <a:ext cx="11309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3600" algn="l"/>
              </a:tabLst>
            </a:pPr>
            <a:r>
              <a:rPr sz="1600" b="1" spc="-10" dirty="0">
                <a:latin typeface="Lantinghei SC Heavy"/>
                <a:cs typeface="Lantinghei SC Heavy"/>
              </a:rPr>
              <a:t>系编</a:t>
            </a:r>
            <a:r>
              <a:rPr sz="1600" b="1" spc="-50" dirty="0">
                <a:latin typeface="Lantinghei SC Heavy"/>
                <a:cs typeface="Lantinghei SC Heavy"/>
              </a:rPr>
              <a:t>号</a:t>
            </a:r>
            <a:r>
              <a:rPr sz="1600" b="1" dirty="0">
                <a:latin typeface="Lantinghei SC Heavy"/>
                <a:cs typeface="Lantinghei SC Heavy"/>
              </a:rPr>
              <a:t>	</a:t>
            </a:r>
            <a:r>
              <a:rPr sz="1600" b="1" spc="-25" dirty="0">
                <a:latin typeface="Lantinghei SC Heavy"/>
                <a:cs typeface="Lantinghei SC Heavy"/>
              </a:rPr>
              <a:t>….</a:t>
            </a:r>
            <a:endParaRPr sz="1600" dirty="0">
              <a:latin typeface="Lantinghei SC Heavy"/>
              <a:cs typeface="Lantinghei SC Heavy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DFDCBC67-2451-146F-3E5C-1E01815C7F6F}"/>
              </a:ext>
            </a:extLst>
          </p:cNvPr>
          <p:cNvSpPr txBox="1"/>
          <p:nvPr/>
        </p:nvSpPr>
        <p:spPr>
          <a:xfrm>
            <a:off x="1412657" y="2763331"/>
            <a:ext cx="557530" cy="1736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Lantinghei SC Heavy"/>
                <a:cs typeface="Lantinghei SC Heavy"/>
              </a:rPr>
              <a:t>教师</a:t>
            </a:r>
            <a:r>
              <a:rPr sz="1600" b="1" spc="-50" dirty="0">
                <a:latin typeface="Lantinghei SC Heavy"/>
                <a:cs typeface="Lantinghei SC Heavy"/>
              </a:rPr>
              <a:t>1</a:t>
            </a:r>
            <a:r>
              <a:rPr sz="1600" b="1" spc="-70" dirty="0">
                <a:latin typeface="Lantinghei SC Heavy"/>
                <a:cs typeface="Lantinghei SC Heavy"/>
              </a:rPr>
              <a:t>教师</a:t>
            </a:r>
            <a:r>
              <a:rPr sz="1600" b="1" spc="-100" dirty="0">
                <a:latin typeface="Lantinghei SC Heavy"/>
                <a:cs typeface="Lantinghei SC Heavy"/>
              </a:rPr>
              <a:t>5</a:t>
            </a:r>
            <a:r>
              <a:rPr sz="1600" b="1" spc="-70" dirty="0">
                <a:latin typeface="Lantinghei SC Heavy"/>
                <a:cs typeface="Lantinghei SC Heavy"/>
              </a:rPr>
              <a:t>教师</a:t>
            </a:r>
            <a:r>
              <a:rPr sz="1600" b="1" spc="-110" dirty="0">
                <a:latin typeface="Lantinghei SC Heavy"/>
                <a:cs typeface="Lantinghei SC Heavy"/>
              </a:rPr>
              <a:t>8</a:t>
            </a:r>
            <a:r>
              <a:rPr sz="1600" b="1" spc="-65" dirty="0">
                <a:latin typeface="Lantinghei SC Heavy"/>
                <a:cs typeface="Lantinghei SC Heavy"/>
              </a:rPr>
              <a:t>教师</a:t>
            </a:r>
            <a:r>
              <a:rPr sz="1600" b="1" spc="-90" dirty="0">
                <a:latin typeface="Lantinghei SC Heavy"/>
                <a:cs typeface="Lantinghei SC Heavy"/>
              </a:rPr>
              <a:t>2</a:t>
            </a:r>
            <a:r>
              <a:rPr sz="1600" b="1" spc="-65" dirty="0">
                <a:latin typeface="Lantinghei SC Heavy"/>
                <a:cs typeface="Lantinghei SC Heavy"/>
              </a:rPr>
              <a:t>教师</a:t>
            </a:r>
            <a:r>
              <a:rPr sz="1600" b="1" spc="-100" dirty="0">
                <a:latin typeface="Lantinghei SC Heavy"/>
                <a:cs typeface="Lantinghei SC Heavy"/>
              </a:rPr>
              <a:t>9</a:t>
            </a:r>
            <a:r>
              <a:rPr sz="1600" b="1" spc="-70" dirty="0">
                <a:latin typeface="Lantinghei SC Heavy"/>
                <a:cs typeface="Lantinghei SC Heavy"/>
              </a:rPr>
              <a:t>教师</a:t>
            </a:r>
            <a:r>
              <a:rPr sz="1600" b="1" spc="-110" dirty="0">
                <a:latin typeface="Lantinghei SC Heavy"/>
                <a:cs typeface="Lantinghei SC Heavy"/>
              </a:rPr>
              <a:t>3</a:t>
            </a:r>
            <a:r>
              <a:rPr sz="1600" b="1" spc="-70" dirty="0">
                <a:latin typeface="Lantinghei SC Heavy"/>
                <a:cs typeface="Lantinghei SC Heavy"/>
              </a:rPr>
              <a:t>教师</a:t>
            </a:r>
            <a:r>
              <a:rPr sz="1600" b="1" spc="-100" dirty="0">
                <a:latin typeface="Lantinghei SC Heavy"/>
                <a:cs typeface="Lantinghei SC Heavy"/>
              </a:rPr>
              <a:t>6</a:t>
            </a:r>
            <a:endParaRPr sz="1600" dirty="0">
              <a:latin typeface="Lantinghei SC Heavy"/>
              <a:cs typeface="Lantinghei SC Heavy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30A82F65-4D11-3BD6-20EB-40EED7A0B287}"/>
              </a:ext>
            </a:extLst>
          </p:cNvPr>
          <p:cNvSpPr txBox="1"/>
          <p:nvPr/>
        </p:nvSpPr>
        <p:spPr>
          <a:xfrm>
            <a:off x="2427791" y="2763331"/>
            <a:ext cx="432434" cy="1736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b="1" spc="-30" dirty="0">
                <a:latin typeface="Lantinghei SC Heavy"/>
                <a:cs typeface="Lantinghei SC Heavy"/>
              </a:rPr>
              <a:t>张三李一王一张四李二王二王三</a:t>
            </a:r>
            <a:endParaRPr sz="1600" dirty="0">
              <a:latin typeface="Lantinghei SC Heavy"/>
              <a:cs typeface="Lantinghei SC Heavy"/>
            </a:endParaRPr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F3701716-804A-3373-C645-436E210ED6E7}"/>
              </a:ext>
            </a:extLst>
          </p:cNvPr>
          <p:cNvSpPr txBox="1"/>
          <p:nvPr/>
        </p:nvSpPr>
        <p:spPr>
          <a:xfrm>
            <a:off x="3617814" y="2763331"/>
            <a:ext cx="1031240" cy="1736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1600" b="1" dirty="0">
                <a:latin typeface="Lantinghei SC Heavy"/>
                <a:cs typeface="Lantinghei SC Heavy"/>
              </a:rPr>
              <a:t>系</a:t>
            </a:r>
            <a:r>
              <a:rPr sz="1600" b="1" spc="-50" dirty="0">
                <a:latin typeface="Lantinghei SC Heavy"/>
                <a:cs typeface="Lantinghei SC Heavy"/>
              </a:rPr>
              <a:t>1</a:t>
            </a:r>
            <a:r>
              <a:rPr sz="1600" b="1" dirty="0">
                <a:latin typeface="Lantinghei SC Heavy"/>
                <a:cs typeface="Lantinghei SC Heavy"/>
              </a:rPr>
              <a:t>	</a:t>
            </a:r>
            <a:r>
              <a:rPr sz="1600" b="1" spc="-25" dirty="0">
                <a:latin typeface="Lantinghei SC Heavy"/>
                <a:cs typeface="Lantinghei SC Heavy"/>
              </a:rPr>
              <a:t>….</a:t>
            </a:r>
            <a:endParaRPr sz="1600" dirty="0">
              <a:latin typeface="Lantinghei SC Heavy"/>
              <a:cs typeface="Lantinghei SC Heavy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763905" algn="l"/>
              </a:tabLst>
            </a:pPr>
            <a:r>
              <a:rPr sz="1600" b="1" dirty="0">
                <a:latin typeface="Lantinghei SC Heavy"/>
                <a:cs typeface="Lantinghei SC Heavy"/>
              </a:rPr>
              <a:t>系</a:t>
            </a:r>
            <a:r>
              <a:rPr sz="1600" b="1" spc="-50" dirty="0">
                <a:latin typeface="Lantinghei SC Heavy"/>
                <a:cs typeface="Lantinghei SC Heavy"/>
              </a:rPr>
              <a:t>2</a:t>
            </a:r>
            <a:r>
              <a:rPr sz="1600" b="1" dirty="0">
                <a:latin typeface="Lantinghei SC Heavy"/>
                <a:cs typeface="Lantinghei SC Heavy"/>
              </a:rPr>
              <a:t>	</a:t>
            </a:r>
            <a:r>
              <a:rPr sz="1600" b="1" spc="-25" dirty="0">
                <a:latin typeface="Lantinghei SC Heavy"/>
                <a:cs typeface="Lantinghei SC Heavy"/>
              </a:rPr>
              <a:t>….</a:t>
            </a:r>
            <a:endParaRPr sz="1600" dirty="0">
              <a:latin typeface="Lantinghei SC Heavy"/>
              <a:cs typeface="Lantinghei SC Heavy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763905" algn="l"/>
              </a:tabLst>
            </a:pPr>
            <a:r>
              <a:rPr sz="1600" b="1" dirty="0">
                <a:latin typeface="Lantinghei SC Heavy"/>
                <a:cs typeface="Lantinghei SC Heavy"/>
              </a:rPr>
              <a:t>系</a:t>
            </a:r>
            <a:r>
              <a:rPr sz="1600" b="1" spc="-50" dirty="0">
                <a:latin typeface="Lantinghei SC Heavy"/>
                <a:cs typeface="Lantinghei SC Heavy"/>
              </a:rPr>
              <a:t>2</a:t>
            </a:r>
            <a:r>
              <a:rPr sz="1600" b="1" dirty="0">
                <a:latin typeface="Lantinghei SC Heavy"/>
                <a:cs typeface="Lantinghei SC Heavy"/>
              </a:rPr>
              <a:t>	</a:t>
            </a:r>
            <a:r>
              <a:rPr sz="1600" b="1" spc="-25" dirty="0">
                <a:latin typeface="Lantinghei SC Heavy"/>
                <a:cs typeface="Lantinghei SC Heavy"/>
              </a:rPr>
              <a:t>….</a:t>
            </a:r>
            <a:endParaRPr sz="1600" dirty="0">
              <a:latin typeface="Lantinghei SC Heavy"/>
              <a:cs typeface="Lantinghei SC Heavy"/>
            </a:endParaRPr>
          </a:p>
          <a:p>
            <a:pPr marL="12700">
              <a:lnSpc>
                <a:spcPct val="100000"/>
              </a:lnSpc>
              <a:tabLst>
                <a:tab pos="763905" algn="l"/>
              </a:tabLst>
            </a:pPr>
            <a:r>
              <a:rPr sz="1600" b="1" dirty="0">
                <a:latin typeface="Lantinghei SC Heavy"/>
                <a:cs typeface="Lantinghei SC Heavy"/>
              </a:rPr>
              <a:t>系</a:t>
            </a:r>
            <a:r>
              <a:rPr sz="1600" b="1" spc="-50" dirty="0">
                <a:latin typeface="Lantinghei SC Heavy"/>
                <a:cs typeface="Lantinghei SC Heavy"/>
              </a:rPr>
              <a:t>1</a:t>
            </a:r>
            <a:r>
              <a:rPr sz="1600" b="1" dirty="0">
                <a:latin typeface="Lantinghei SC Heavy"/>
                <a:cs typeface="Lantinghei SC Heavy"/>
              </a:rPr>
              <a:t>	</a:t>
            </a:r>
            <a:r>
              <a:rPr sz="1600" b="1" spc="-25" dirty="0">
                <a:latin typeface="Lantinghei SC Heavy"/>
                <a:cs typeface="Lantinghei SC Heavy"/>
              </a:rPr>
              <a:t>….</a:t>
            </a:r>
            <a:endParaRPr sz="1600" dirty="0">
              <a:latin typeface="Lantinghei SC Heavy"/>
              <a:cs typeface="Lantinghei SC Heavy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763905" algn="l"/>
              </a:tabLst>
            </a:pPr>
            <a:r>
              <a:rPr sz="1600" b="1" dirty="0">
                <a:latin typeface="Lantinghei SC Heavy"/>
                <a:cs typeface="Lantinghei SC Heavy"/>
              </a:rPr>
              <a:t>系</a:t>
            </a:r>
            <a:r>
              <a:rPr sz="1600" b="1" spc="-50" dirty="0">
                <a:latin typeface="Lantinghei SC Heavy"/>
                <a:cs typeface="Lantinghei SC Heavy"/>
              </a:rPr>
              <a:t>4</a:t>
            </a:r>
            <a:r>
              <a:rPr sz="1600" b="1" dirty="0">
                <a:latin typeface="Lantinghei SC Heavy"/>
                <a:cs typeface="Lantinghei SC Heavy"/>
              </a:rPr>
              <a:t>	</a:t>
            </a:r>
            <a:r>
              <a:rPr sz="1600" b="1" spc="-25" dirty="0">
                <a:latin typeface="Lantinghei SC Heavy"/>
                <a:cs typeface="Lantinghei SC Heavy"/>
              </a:rPr>
              <a:t>….</a:t>
            </a:r>
            <a:endParaRPr sz="1600" dirty="0">
              <a:latin typeface="Lantinghei SC Heavy"/>
              <a:cs typeface="Lantinghei SC Heavy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763905" algn="l"/>
              </a:tabLst>
            </a:pPr>
            <a:r>
              <a:rPr sz="1600" b="1" dirty="0">
                <a:latin typeface="Lantinghei SC Heavy"/>
                <a:cs typeface="Lantinghei SC Heavy"/>
              </a:rPr>
              <a:t>系</a:t>
            </a:r>
            <a:r>
              <a:rPr sz="1600" b="1" spc="-50" dirty="0">
                <a:latin typeface="Lantinghei SC Heavy"/>
                <a:cs typeface="Lantinghei SC Heavy"/>
              </a:rPr>
              <a:t>1</a:t>
            </a:r>
            <a:r>
              <a:rPr sz="1600" b="1" dirty="0">
                <a:latin typeface="Lantinghei SC Heavy"/>
                <a:cs typeface="Lantinghei SC Heavy"/>
              </a:rPr>
              <a:t>	</a:t>
            </a:r>
            <a:r>
              <a:rPr sz="1600" b="1" spc="-25" dirty="0">
                <a:latin typeface="Lantinghei SC Heavy"/>
                <a:cs typeface="Lantinghei SC Heavy"/>
              </a:rPr>
              <a:t>….</a:t>
            </a:r>
            <a:endParaRPr sz="1600" dirty="0">
              <a:latin typeface="Lantinghei SC Heavy"/>
              <a:cs typeface="Lantinghei SC Heavy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763905" algn="l"/>
              </a:tabLst>
            </a:pPr>
            <a:r>
              <a:rPr sz="1600" b="1" dirty="0">
                <a:latin typeface="Lantinghei SC Heavy"/>
                <a:cs typeface="Lantinghei SC Heavy"/>
              </a:rPr>
              <a:t>系</a:t>
            </a:r>
            <a:r>
              <a:rPr sz="1600" b="1" spc="-50" dirty="0">
                <a:latin typeface="Lantinghei SC Heavy"/>
                <a:cs typeface="Lantinghei SC Heavy"/>
              </a:rPr>
              <a:t>4</a:t>
            </a:r>
            <a:r>
              <a:rPr sz="1600" b="1" dirty="0">
                <a:latin typeface="Lantinghei SC Heavy"/>
                <a:cs typeface="Lantinghei SC Heavy"/>
              </a:rPr>
              <a:t>	</a:t>
            </a:r>
            <a:r>
              <a:rPr sz="1600" b="1" spc="-25" dirty="0">
                <a:latin typeface="Lantinghei SC Heavy"/>
                <a:cs typeface="Lantinghei SC Heavy"/>
              </a:rPr>
              <a:t>….</a:t>
            </a:r>
            <a:endParaRPr sz="1600" dirty="0">
              <a:latin typeface="Lantinghei SC Heavy"/>
              <a:cs typeface="Lantinghei SC Heavy"/>
            </a:endParaRPr>
          </a:p>
        </p:txBody>
      </p:sp>
      <p:grpSp>
        <p:nvGrpSpPr>
          <p:cNvPr id="13" name="object 14">
            <a:extLst>
              <a:ext uri="{FF2B5EF4-FFF2-40B4-BE49-F238E27FC236}">
                <a16:creationId xmlns:a16="http://schemas.microsoft.com/office/drawing/2014/main" id="{C166CBCA-1C38-583B-FA10-12D45B32DF73}"/>
              </a:ext>
            </a:extLst>
          </p:cNvPr>
          <p:cNvGrpSpPr/>
          <p:nvPr/>
        </p:nvGrpSpPr>
        <p:grpSpPr>
          <a:xfrm>
            <a:off x="1515279" y="1953831"/>
            <a:ext cx="5909310" cy="2480310"/>
            <a:chOff x="1450733" y="3461765"/>
            <a:chExt cx="5909310" cy="2480310"/>
          </a:xfrm>
        </p:grpSpPr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E10EBF44-66DD-9ABB-773B-5C43FD20C5F5}"/>
                </a:ext>
              </a:extLst>
            </p:cNvPr>
            <p:cNvSpPr/>
            <p:nvPr/>
          </p:nvSpPr>
          <p:spPr>
            <a:xfrm>
              <a:off x="1450733" y="3742943"/>
              <a:ext cx="3415665" cy="0"/>
            </a:xfrm>
            <a:custGeom>
              <a:avLst/>
              <a:gdLst/>
              <a:ahLst/>
              <a:cxnLst/>
              <a:rect l="l" t="t" r="r" b="b"/>
              <a:pathLst>
                <a:path w="3415665">
                  <a:moveTo>
                    <a:pt x="0" y="0"/>
                  </a:moveTo>
                  <a:lnTo>
                    <a:pt x="341528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953B61B1-60BE-268F-C86F-7E3E59CE1062}"/>
                </a:ext>
              </a:extLst>
            </p:cNvPr>
            <p:cNvSpPr/>
            <p:nvPr/>
          </p:nvSpPr>
          <p:spPr>
            <a:xfrm>
              <a:off x="1492643" y="4101845"/>
              <a:ext cx="3415029" cy="0"/>
            </a:xfrm>
            <a:custGeom>
              <a:avLst/>
              <a:gdLst/>
              <a:ahLst/>
              <a:cxnLst/>
              <a:rect l="l" t="t" r="r" b="b"/>
              <a:pathLst>
                <a:path w="3415029">
                  <a:moveTo>
                    <a:pt x="0" y="0"/>
                  </a:moveTo>
                  <a:lnTo>
                    <a:pt x="3414522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7">
              <a:extLst>
                <a:ext uri="{FF2B5EF4-FFF2-40B4-BE49-F238E27FC236}">
                  <a16:creationId xmlns:a16="http://schemas.microsoft.com/office/drawing/2014/main" id="{512DE131-89A2-F0B0-1480-6EA44898EEA4}"/>
                </a:ext>
              </a:extLst>
            </p:cNvPr>
            <p:cNvSpPr/>
            <p:nvPr/>
          </p:nvSpPr>
          <p:spPr>
            <a:xfrm>
              <a:off x="2114435" y="3729989"/>
              <a:ext cx="0" cy="2208530"/>
            </a:xfrm>
            <a:custGeom>
              <a:avLst/>
              <a:gdLst/>
              <a:ahLst/>
              <a:cxnLst/>
              <a:rect l="l" t="t" r="r" b="b"/>
              <a:pathLst>
                <a:path h="2208529">
                  <a:moveTo>
                    <a:pt x="0" y="0"/>
                  </a:moveTo>
                  <a:lnTo>
                    <a:pt x="0" y="220827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8">
              <a:extLst>
                <a:ext uri="{FF2B5EF4-FFF2-40B4-BE49-F238E27FC236}">
                  <a16:creationId xmlns:a16="http://schemas.microsoft.com/office/drawing/2014/main" id="{1EF1B542-4080-45F9-9C1C-4C81D24C25B2}"/>
                </a:ext>
              </a:extLst>
            </p:cNvPr>
            <p:cNvSpPr/>
            <p:nvPr/>
          </p:nvSpPr>
          <p:spPr>
            <a:xfrm>
              <a:off x="3273437" y="3733799"/>
              <a:ext cx="0" cy="2208530"/>
            </a:xfrm>
            <a:custGeom>
              <a:avLst/>
              <a:gdLst/>
              <a:ahLst/>
              <a:cxnLst/>
              <a:rect l="l" t="t" r="r" b="b"/>
              <a:pathLst>
                <a:path h="2208529">
                  <a:moveTo>
                    <a:pt x="0" y="0"/>
                  </a:moveTo>
                  <a:lnTo>
                    <a:pt x="0" y="220827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9">
              <a:extLst>
                <a:ext uri="{FF2B5EF4-FFF2-40B4-BE49-F238E27FC236}">
                  <a16:creationId xmlns:a16="http://schemas.microsoft.com/office/drawing/2014/main" id="{923CF678-0EF2-D529-997A-11BB042D8362}"/>
                </a:ext>
              </a:extLst>
            </p:cNvPr>
            <p:cNvSpPr/>
            <p:nvPr/>
          </p:nvSpPr>
          <p:spPr>
            <a:xfrm>
              <a:off x="4238891" y="3461777"/>
              <a:ext cx="3121660" cy="2033905"/>
            </a:xfrm>
            <a:custGeom>
              <a:avLst/>
              <a:gdLst/>
              <a:ahLst/>
              <a:cxnLst/>
              <a:rect l="l" t="t" r="r" b="b"/>
              <a:pathLst>
                <a:path w="3121659" h="2033904">
                  <a:moveTo>
                    <a:pt x="3121152" y="422910"/>
                  </a:moveTo>
                  <a:lnTo>
                    <a:pt x="2930652" y="327977"/>
                  </a:lnTo>
                  <a:lnTo>
                    <a:pt x="2930652" y="461010"/>
                  </a:lnTo>
                  <a:lnTo>
                    <a:pt x="2913773" y="461187"/>
                  </a:lnTo>
                  <a:lnTo>
                    <a:pt x="2929890" y="461010"/>
                  </a:lnTo>
                  <a:lnTo>
                    <a:pt x="2930652" y="461010"/>
                  </a:lnTo>
                  <a:lnTo>
                    <a:pt x="2930652" y="327977"/>
                  </a:lnTo>
                  <a:lnTo>
                    <a:pt x="2891790" y="308610"/>
                  </a:lnTo>
                  <a:lnTo>
                    <a:pt x="2892044" y="385191"/>
                  </a:lnTo>
                  <a:lnTo>
                    <a:pt x="2856738" y="385546"/>
                  </a:lnTo>
                  <a:lnTo>
                    <a:pt x="2817114" y="386334"/>
                  </a:lnTo>
                  <a:lnTo>
                    <a:pt x="2769247" y="387781"/>
                  </a:lnTo>
                  <a:lnTo>
                    <a:pt x="2714841" y="390245"/>
                  </a:lnTo>
                  <a:lnTo>
                    <a:pt x="2663571" y="393382"/>
                  </a:lnTo>
                  <a:lnTo>
                    <a:pt x="2612237" y="397281"/>
                  </a:lnTo>
                  <a:lnTo>
                    <a:pt x="2560878" y="401916"/>
                  </a:lnTo>
                  <a:lnTo>
                    <a:pt x="2509520" y="407238"/>
                  </a:lnTo>
                  <a:lnTo>
                    <a:pt x="2458186" y="413245"/>
                  </a:lnTo>
                  <a:lnTo>
                    <a:pt x="2406904" y="419887"/>
                  </a:lnTo>
                  <a:lnTo>
                    <a:pt x="2355697" y="427151"/>
                  </a:lnTo>
                  <a:lnTo>
                    <a:pt x="2304605" y="435013"/>
                  </a:lnTo>
                  <a:lnTo>
                    <a:pt x="2253640" y="443433"/>
                  </a:lnTo>
                  <a:lnTo>
                    <a:pt x="2202840" y="452386"/>
                  </a:lnTo>
                  <a:lnTo>
                    <a:pt x="2152218" y="461848"/>
                  </a:lnTo>
                  <a:lnTo>
                    <a:pt x="2101824" y="471792"/>
                  </a:lnTo>
                  <a:lnTo>
                    <a:pt x="2051659" y="482180"/>
                  </a:lnTo>
                  <a:lnTo>
                    <a:pt x="2001774" y="493014"/>
                  </a:lnTo>
                  <a:lnTo>
                    <a:pt x="1962150" y="502920"/>
                  </a:lnTo>
                  <a:lnTo>
                    <a:pt x="1911388" y="515848"/>
                  </a:lnTo>
                  <a:lnTo>
                    <a:pt x="1862226" y="530275"/>
                  </a:lnTo>
                  <a:lnTo>
                    <a:pt x="1814449" y="546252"/>
                  </a:lnTo>
                  <a:lnTo>
                    <a:pt x="1767814" y="563841"/>
                  </a:lnTo>
                  <a:lnTo>
                    <a:pt x="1722120" y="583057"/>
                  </a:lnTo>
                  <a:lnTo>
                    <a:pt x="1677111" y="603986"/>
                  </a:lnTo>
                  <a:lnTo>
                    <a:pt x="1632585" y="626656"/>
                  </a:lnTo>
                  <a:lnTo>
                    <a:pt x="1588312" y="651116"/>
                  </a:lnTo>
                  <a:lnTo>
                    <a:pt x="1544066" y="677418"/>
                  </a:lnTo>
                  <a:lnTo>
                    <a:pt x="1499616" y="705612"/>
                  </a:lnTo>
                  <a:lnTo>
                    <a:pt x="1433322" y="749808"/>
                  </a:lnTo>
                  <a:lnTo>
                    <a:pt x="1435849" y="753630"/>
                  </a:lnTo>
                  <a:lnTo>
                    <a:pt x="1431036" y="757428"/>
                  </a:lnTo>
                  <a:lnTo>
                    <a:pt x="1380629" y="797280"/>
                  </a:lnTo>
                  <a:lnTo>
                    <a:pt x="1334465" y="810069"/>
                  </a:lnTo>
                  <a:lnTo>
                    <a:pt x="1285709" y="810437"/>
                  </a:lnTo>
                  <a:lnTo>
                    <a:pt x="1238250" y="800862"/>
                  </a:lnTo>
                  <a:lnTo>
                    <a:pt x="1197102" y="784098"/>
                  </a:lnTo>
                  <a:lnTo>
                    <a:pt x="1177290" y="772668"/>
                  </a:lnTo>
                  <a:lnTo>
                    <a:pt x="1166622" y="766572"/>
                  </a:lnTo>
                  <a:lnTo>
                    <a:pt x="1157478" y="759714"/>
                  </a:lnTo>
                  <a:lnTo>
                    <a:pt x="1146810" y="752094"/>
                  </a:lnTo>
                  <a:lnTo>
                    <a:pt x="340614" y="121920"/>
                  </a:lnTo>
                  <a:lnTo>
                    <a:pt x="305562" y="97536"/>
                  </a:lnTo>
                  <a:lnTo>
                    <a:pt x="258051" y="73672"/>
                  </a:lnTo>
                  <a:lnTo>
                    <a:pt x="207264" y="57912"/>
                  </a:lnTo>
                  <a:lnTo>
                    <a:pt x="182118" y="53340"/>
                  </a:lnTo>
                  <a:lnTo>
                    <a:pt x="171246" y="51879"/>
                  </a:lnTo>
                  <a:lnTo>
                    <a:pt x="170954" y="51841"/>
                  </a:lnTo>
                  <a:lnTo>
                    <a:pt x="170954" y="108750"/>
                  </a:lnTo>
                  <a:lnTo>
                    <a:pt x="169087" y="109308"/>
                  </a:lnTo>
                  <a:lnTo>
                    <a:pt x="170675" y="108826"/>
                  </a:lnTo>
                  <a:lnTo>
                    <a:pt x="170954" y="108750"/>
                  </a:lnTo>
                  <a:lnTo>
                    <a:pt x="170954" y="51841"/>
                  </a:lnTo>
                  <a:lnTo>
                    <a:pt x="170675" y="51803"/>
                  </a:lnTo>
                  <a:lnTo>
                    <a:pt x="166878" y="51054"/>
                  </a:lnTo>
                  <a:lnTo>
                    <a:pt x="163068" y="51816"/>
                  </a:lnTo>
                  <a:lnTo>
                    <a:pt x="160020" y="52578"/>
                  </a:lnTo>
                  <a:lnTo>
                    <a:pt x="149567" y="55524"/>
                  </a:lnTo>
                  <a:lnTo>
                    <a:pt x="127254" y="0"/>
                  </a:lnTo>
                  <a:lnTo>
                    <a:pt x="0" y="143256"/>
                  </a:lnTo>
                  <a:lnTo>
                    <a:pt x="124968" y="153708"/>
                  </a:lnTo>
                  <a:lnTo>
                    <a:pt x="191262" y="159258"/>
                  </a:lnTo>
                  <a:lnTo>
                    <a:pt x="171246" y="109448"/>
                  </a:lnTo>
                  <a:lnTo>
                    <a:pt x="175260" y="109728"/>
                  </a:lnTo>
                  <a:lnTo>
                    <a:pt x="185928" y="111252"/>
                  </a:lnTo>
                  <a:lnTo>
                    <a:pt x="243166" y="129514"/>
                  </a:lnTo>
                  <a:lnTo>
                    <a:pt x="287274" y="153162"/>
                  </a:lnTo>
                  <a:lnTo>
                    <a:pt x="306324" y="167640"/>
                  </a:lnTo>
                  <a:lnTo>
                    <a:pt x="1111758" y="797052"/>
                  </a:lnTo>
                  <a:lnTo>
                    <a:pt x="1134618" y="813816"/>
                  </a:lnTo>
                  <a:lnTo>
                    <a:pt x="1146048" y="820674"/>
                  </a:lnTo>
                  <a:lnTo>
                    <a:pt x="1158240" y="828294"/>
                  </a:lnTo>
                  <a:lnTo>
                    <a:pt x="1194816" y="845820"/>
                  </a:lnTo>
                  <a:lnTo>
                    <a:pt x="1232154" y="858012"/>
                  </a:lnTo>
                  <a:lnTo>
                    <a:pt x="1279525" y="867511"/>
                  </a:lnTo>
                  <a:lnTo>
                    <a:pt x="1328102" y="868184"/>
                  </a:lnTo>
                  <a:lnTo>
                    <a:pt x="1375689" y="859536"/>
                  </a:lnTo>
                  <a:lnTo>
                    <a:pt x="1393812" y="852004"/>
                  </a:lnTo>
                  <a:lnTo>
                    <a:pt x="1390611" y="874915"/>
                  </a:lnTo>
                  <a:lnTo>
                    <a:pt x="1395018" y="925436"/>
                  </a:lnTo>
                  <a:lnTo>
                    <a:pt x="1409446" y="974547"/>
                  </a:lnTo>
                  <a:lnTo>
                    <a:pt x="1432560" y="1020318"/>
                  </a:lnTo>
                  <a:lnTo>
                    <a:pt x="1455420" y="1053084"/>
                  </a:lnTo>
                  <a:lnTo>
                    <a:pt x="1490332" y="1089952"/>
                  </a:lnTo>
                  <a:lnTo>
                    <a:pt x="1526463" y="1125512"/>
                  </a:lnTo>
                  <a:lnTo>
                    <a:pt x="1563700" y="1159903"/>
                  </a:lnTo>
                  <a:lnTo>
                    <a:pt x="1601914" y="1193228"/>
                  </a:lnTo>
                  <a:lnTo>
                    <a:pt x="1641017" y="1225613"/>
                  </a:lnTo>
                  <a:lnTo>
                    <a:pt x="1680870" y="1257185"/>
                  </a:lnTo>
                  <a:lnTo>
                    <a:pt x="1721383" y="1288059"/>
                  </a:lnTo>
                  <a:lnTo>
                    <a:pt x="1762429" y="1318348"/>
                  </a:lnTo>
                  <a:lnTo>
                    <a:pt x="1803895" y="1348193"/>
                  </a:lnTo>
                  <a:lnTo>
                    <a:pt x="1845678" y="1377708"/>
                  </a:lnTo>
                  <a:lnTo>
                    <a:pt x="1971751" y="1465491"/>
                  </a:lnTo>
                  <a:lnTo>
                    <a:pt x="2013648" y="1494891"/>
                  </a:lnTo>
                  <a:lnTo>
                    <a:pt x="2055291" y="1524571"/>
                  </a:lnTo>
                  <a:lnTo>
                    <a:pt x="2096566" y="1554657"/>
                  </a:lnTo>
                  <a:lnTo>
                    <a:pt x="2137359" y="1585252"/>
                  </a:lnTo>
                  <a:lnTo>
                    <a:pt x="2177567" y="1616494"/>
                  </a:lnTo>
                  <a:lnTo>
                    <a:pt x="2217064" y="1648498"/>
                  </a:lnTo>
                  <a:lnTo>
                    <a:pt x="2255736" y="1681391"/>
                  </a:lnTo>
                  <a:lnTo>
                    <a:pt x="2293493" y="1715287"/>
                  </a:lnTo>
                  <a:lnTo>
                    <a:pt x="2330196" y="1750314"/>
                  </a:lnTo>
                  <a:lnTo>
                    <a:pt x="2339340" y="1757934"/>
                  </a:lnTo>
                  <a:lnTo>
                    <a:pt x="2376652" y="1799526"/>
                  </a:lnTo>
                  <a:lnTo>
                    <a:pt x="2399538" y="1837182"/>
                  </a:lnTo>
                  <a:lnTo>
                    <a:pt x="2407920" y="1856232"/>
                  </a:lnTo>
                  <a:lnTo>
                    <a:pt x="2409075" y="1859013"/>
                  </a:lnTo>
                  <a:lnTo>
                    <a:pt x="2356104" y="1851660"/>
                  </a:lnTo>
                  <a:lnTo>
                    <a:pt x="2408682" y="2006790"/>
                  </a:lnTo>
                  <a:lnTo>
                    <a:pt x="2417826" y="2033778"/>
                  </a:lnTo>
                  <a:lnTo>
                    <a:pt x="2526030" y="1875282"/>
                  </a:lnTo>
                  <a:lnTo>
                    <a:pt x="2467356" y="1867115"/>
                  </a:lnTo>
                  <a:lnTo>
                    <a:pt x="2466898" y="1867052"/>
                  </a:lnTo>
                  <a:lnTo>
                    <a:pt x="2467356" y="1856232"/>
                  </a:lnTo>
                  <a:lnTo>
                    <a:pt x="2467356" y="1852422"/>
                  </a:lnTo>
                  <a:lnTo>
                    <a:pt x="2466594" y="1849374"/>
                  </a:lnTo>
                  <a:lnTo>
                    <a:pt x="2465832" y="1847469"/>
                  </a:lnTo>
                  <a:lnTo>
                    <a:pt x="2465832" y="1892808"/>
                  </a:lnTo>
                  <a:lnTo>
                    <a:pt x="2411730" y="1891360"/>
                  </a:lnTo>
                  <a:lnTo>
                    <a:pt x="2455926" y="1892541"/>
                  </a:lnTo>
                  <a:lnTo>
                    <a:pt x="2460498" y="1892655"/>
                  </a:lnTo>
                  <a:lnTo>
                    <a:pt x="2465070" y="1892782"/>
                  </a:lnTo>
                  <a:lnTo>
                    <a:pt x="2465832" y="1892808"/>
                  </a:lnTo>
                  <a:lnTo>
                    <a:pt x="2465832" y="1847469"/>
                  </a:lnTo>
                  <a:lnTo>
                    <a:pt x="2465070" y="1845564"/>
                  </a:lnTo>
                  <a:lnTo>
                    <a:pt x="2460498" y="1833372"/>
                  </a:lnTo>
                  <a:lnTo>
                    <a:pt x="2435809" y="1784769"/>
                  </a:lnTo>
                  <a:lnTo>
                    <a:pt x="2398611" y="1736001"/>
                  </a:lnTo>
                  <a:lnTo>
                    <a:pt x="2356104" y="1696974"/>
                  </a:lnTo>
                  <a:lnTo>
                    <a:pt x="1550670" y="1067562"/>
                  </a:lnTo>
                  <a:lnTo>
                    <a:pt x="1540764" y="1059942"/>
                  </a:lnTo>
                  <a:lnTo>
                    <a:pt x="1532382" y="1052322"/>
                  </a:lnTo>
                  <a:lnTo>
                    <a:pt x="1515618" y="1035558"/>
                  </a:lnTo>
                  <a:lnTo>
                    <a:pt x="1500378" y="1018794"/>
                  </a:lnTo>
                  <a:lnTo>
                    <a:pt x="1494282" y="1009650"/>
                  </a:lnTo>
                  <a:lnTo>
                    <a:pt x="1487424" y="1000506"/>
                  </a:lnTo>
                  <a:lnTo>
                    <a:pt x="1476756" y="982218"/>
                  </a:lnTo>
                  <a:lnTo>
                    <a:pt x="1458023" y="940917"/>
                  </a:lnTo>
                  <a:lnTo>
                    <a:pt x="1448384" y="895807"/>
                  </a:lnTo>
                  <a:lnTo>
                    <a:pt x="1450263" y="850290"/>
                  </a:lnTo>
                  <a:lnTo>
                    <a:pt x="1466088" y="807720"/>
                  </a:lnTo>
                  <a:lnTo>
                    <a:pt x="1468640" y="803122"/>
                  </a:lnTo>
                  <a:lnTo>
                    <a:pt x="1475232" y="813054"/>
                  </a:lnTo>
                  <a:lnTo>
                    <a:pt x="1541526" y="769620"/>
                  </a:lnTo>
                  <a:lnTo>
                    <a:pt x="1583143" y="742899"/>
                  </a:lnTo>
                  <a:lnTo>
                    <a:pt x="1624965" y="717880"/>
                  </a:lnTo>
                  <a:lnTo>
                    <a:pt x="1667090" y="694550"/>
                  </a:lnTo>
                  <a:lnTo>
                    <a:pt x="1709661" y="672884"/>
                  </a:lnTo>
                  <a:lnTo>
                    <a:pt x="1752790" y="652868"/>
                  </a:lnTo>
                  <a:lnTo>
                    <a:pt x="1796605" y="634479"/>
                  </a:lnTo>
                  <a:lnTo>
                    <a:pt x="1841220" y="617702"/>
                  </a:lnTo>
                  <a:lnTo>
                    <a:pt x="1886775" y="602513"/>
                  </a:lnTo>
                  <a:lnTo>
                    <a:pt x="1933397" y="588886"/>
                  </a:lnTo>
                  <a:lnTo>
                    <a:pt x="1981200" y="576834"/>
                  </a:lnTo>
                  <a:lnTo>
                    <a:pt x="2000250" y="571500"/>
                  </a:lnTo>
                  <a:lnTo>
                    <a:pt x="2068283" y="556310"/>
                  </a:lnTo>
                  <a:lnTo>
                    <a:pt x="2117521" y="546125"/>
                  </a:lnTo>
                  <a:lnTo>
                    <a:pt x="2166988" y="536397"/>
                  </a:lnTo>
                  <a:lnTo>
                    <a:pt x="2216658" y="527151"/>
                  </a:lnTo>
                  <a:lnTo>
                    <a:pt x="2266505" y="518414"/>
                  </a:lnTo>
                  <a:lnTo>
                    <a:pt x="2316505" y="510209"/>
                  </a:lnTo>
                  <a:lnTo>
                    <a:pt x="2366632" y="502551"/>
                  </a:lnTo>
                  <a:lnTo>
                    <a:pt x="2416873" y="495477"/>
                  </a:lnTo>
                  <a:lnTo>
                    <a:pt x="2467178" y="489000"/>
                  </a:lnTo>
                  <a:lnTo>
                    <a:pt x="2517533" y="483158"/>
                  </a:lnTo>
                  <a:lnTo>
                    <a:pt x="2567927" y="477951"/>
                  </a:lnTo>
                  <a:lnTo>
                    <a:pt x="2618321" y="473430"/>
                  </a:lnTo>
                  <a:lnTo>
                    <a:pt x="2668676" y="469595"/>
                  </a:lnTo>
                  <a:lnTo>
                    <a:pt x="2719006" y="466483"/>
                  </a:lnTo>
                  <a:lnTo>
                    <a:pt x="2769247" y="464121"/>
                  </a:lnTo>
                  <a:lnTo>
                    <a:pt x="2817114" y="462597"/>
                  </a:lnTo>
                  <a:lnTo>
                    <a:pt x="2855214" y="461797"/>
                  </a:lnTo>
                  <a:lnTo>
                    <a:pt x="2891790" y="461403"/>
                  </a:lnTo>
                  <a:lnTo>
                    <a:pt x="2892298" y="461403"/>
                  </a:lnTo>
                  <a:lnTo>
                    <a:pt x="2892552" y="537210"/>
                  </a:lnTo>
                  <a:lnTo>
                    <a:pt x="2930652" y="518160"/>
                  </a:lnTo>
                  <a:lnTo>
                    <a:pt x="3121152" y="42291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CA8331CE-C3B9-5945-D9A0-EF3C8964067D}"/>
              </a:ext>
            </a:extLst>
          </p:cNvPr>
          <p:cNvSpPr txBox="1"/>
          <p:nvPr/>
        </p:nvSpPr>
        <p:spPr>
          <a:xfrm>
            <a:off x="4879509" y="96010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聚簇文件</a:t>
            </a:r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88229E6B-0C26-A826-5A27-3E517B08DF50}"/>
              </a:ext>
            </a:extLst>
          </p:cNvPr>
          <p:cNvSpPr txBox="1"/>
          <p:nvPr/>
        </p:nvSpPr>
        <p:spPr>
          <a:xfrm>
            <a:off x="1459349" y="1789890"/>
            <a:ext cx="542249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000" b="1" spc="-50" dirty="0">
                <a:latin typeface="Lantinghei SC Heavy"/>
                <a:cs typeface="Lantinghei SC Heavy"/>
              </a:rPr>
              <a:t>教师</a:t>
            </a:r>
            <a:endParaRPr sz="2000" dirty="0">
              <a:latin typeface="Lantinghei SC Heavy"/>
              <a:cs typeface="Lantinghei SC Heavy"/>
            </a:endParaRPr>
          </a:p>
        </p:txBody>
      </p:sp>
    </p:spTree>
    <p:extLst>
      <p:ext uri="{BB962C8B-B14F-4D97-AF65-F5344CB8AC3E}">
        <p14:creationId xmlns:p14="http://schemas.microsoft.com/office/powerpoint/2010/main" val="3644270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641ECC68-F452-701F-10C2-6ED247F7FEC5}"/>
              </a:ext>
            </a:extLst>
          </p:cNvPr>
          <p:cNvGrpSpPr/>
          <p:nvPr/>
        </p:nvGrpSpPr>
        <p:grpSpPr>
          <a:xfrm>
            <a:off x="1178453" y="1989119"/>
            <a:ext cx="8473953" cy="3015741"/>
            <a:chOff x="1178453" y="1989119"/>
            <a:chExt cx="8473953" cy="3015741"/>
          </a:xfrm>
        </p:grpSpPr>
        <p:grpSp>
          <p:nvGrpSpPr>
            <p:cNvPr id="8" name="object 5">
              <a:extLst>
                <a:ext uri="{FF2B5EF4-FFF2-40B4-BE49-F238E27FC236}">
                  <a16:creationId xmlns:a16="http://schemas.microsoft.com/office/drawing/2014/main" id="{97DF56DD-0D28-86D5-B8AE-6DA586BC2727}"/>
                </a:ext>
              </a:extLst>
            </p:cNvPr>
            <p:cNvGrpSpPr/>
            <p:nvPr/>
          </p:nvGrpSpPr>
          <p:grpSpPr>
            <a:xfrm>
              <a:off x="1245261" y="2430824"/>
              <a:ext cx="3900678" cy="2574036"/>
              <a:chOff x="1212989" y="4162805"/>
              <a:chExt cx="3900678" cy="2574036"/>
            </a:xfrm>
          </p:grpSpPr>
          <p:pic>
            <p:nvPicPr>
              <p:cNvPr id="9" name="object 6">
                <a:extLst>
                  <a:ext uri="{FF2B5EF4-FFF2-40B4-BE49-F238E27FC236}">
                    <a16:creationId xmlns:a16="http://schemas.microsoft.com/office/drawing/2014/main" id="{11887DBD-DD90-97C7-6879-7F6F1C473E12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212989" y="4162805"/>
                <a:ext cx="3849623" cy="1667256"/>
              </a:xfrm>
              <a:prstGeom prst="rect">
                <a:avLst/>
              </a:prstGeom>
            </p:spPr>
          </p:pic>
          <p:pic>
            <p:nvPicPr>
              <p:cNvPr id="10" name="object 7">
                <a:extLst>
                  <a:ext uri="{FF2B5EF4-FFF2-40B4-BE49-F238E27FC236}">
                    <a16:creationId xmlns:a16="http://schemas.microsoft.com/office/drawing/2014/main" id="{FDDBD48E-3619-3664-E4BE-33A391FBF5A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18929" y="5816345"/>
                <a:ext cx="2094738" cy="217169"/>
              </a:xfrm>
              <a:prstGeom prst="rect">
                <a:avLst/>
              </a:prstGeom>
            </p:spPr>
          </p:pic>
          <p:sp>
            <p:nvSpPr>
              <p:cNvPr id="13" name="object 10">
                <a:extLst>
                  <a:ext uri="{FF2B5EF4-FFF2-40B4-BE49-F238E27FC236}">
                    <a16:creationId xmlns:a16="http://schemas.microsoft.com/office/drawing/2014/main" id="{6EA775D2-BE87-6B22-1656-B9045A0FF3B4}"/>
                  </a:ext>
                </a:extLst>
              </p:cNvPr>
              <p:cNvSpPr/>
              <p:nvPr/>
            </p:nvSpPr>
            <p:spPr>
              <a:xfrm>
                <a:off x="1258709" y="5765291"/>
                <a:ext cx="1697355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1697355" h="971550">
                    <a:moveTo>
                      <a:pt x="162306" y="0"/>
                    </a:moveTo>
                    <a:lnTo>
                      <a:pt x="119327" y="5778"/>
                    </a:lnTo>
                    <a:lnTo>
                      <a:pt x="80602" y="22098"/>
                    </a:lnTo>
                    <a:lnTo>
                      <a:pt x="47720" y="47434"/>
                    </a:lnTo>
                    <a:lnTo>
                      <a:pt x="22267" y="80264"/>
                    </a:lnTo>
                    <a:lnTo>
                      <a:pt x="5831" y="119062"/>
                    </a:lnTo>
                    <a:lnTo>
                      <a:pt x="0" y="162306"/>
                    </a:lnTo>
                    <a:lnTo>
                      <a:pt x="0" y="810006"/>
                    </a:lnTo>
                    <a:lnTo>
                      <a:pt x="5831" y="852928"/>
                    </a:lnTo>
                    <a:lnTo>
                      <a:pt x="22267" y="891511"/>
                    </a:lnTo>
                    <a:lnTo>
                      <a:pt x="47720" y="924210"/>
                    </a:lnTo>
                    <a:lnTo>
                      <a:pt x="80602" y="949480"/>
                    </a:lnTo>
                    <a:lnTo>
                      <a:pt x="119327" y="965775"/>
                    </a:lnTo>
                    <a:lnTo>
                      <a:pt x="162306" y="971550"/>
                    </a:lnTo>
                    <a:lnTo>
                      <a:pt x="1535430" y="971550"/>
                    </a:lnTo>
                    <a:lnTo>
                      <a:pt x="1578352" y="965775"/>
                    </a:lnTo>
                    <a:lnTo>
                      <a:pt x="1616935" y="949480"/>
                    </a:lnTo>
                    <a:lnTo>
                      <a:pt x="1649634" y="924210"/>
                    </a:lnTo>
                    <a:lnTo>
                      <a:pt x="1674904" y="891511"/>
                    </a:lnTo>
                    <a:lnTo>
                      <a:pt x="1691199" y="852928"/>
                    </a:lnTo>
                    <a:lnTo>
                      <a:pt x="1696974" y="810005"/>
                    </a:lnTo>
                    <a:lnTo>
                      <a:pt x="1696974" y="162305"/>
                    </a:lnTo>
                    <a:lnTo>
                      <a:pt x="1691199" y="119062"/>
                    </a:lnTo>
                    <a:lnTo>
                      <a:pt x="1674904" y="80263"/>
                    </a:lnTo>
                    <a:lnTo>
                      <a:pt x="1649634" y="47434"/>
                    </a:lnTo>
                    <a:lnTo>
                      <a:pt x="1616935" y="22097"/>
                    </a:lnTo>
                    <a:lnTo>
                      <a:pt x="1578352" y="5778"/>
                    </a:lnTo>
                    <a:lnTo>
                      <a:pt x="1535430" y="0"/>
                    </a:lnTo>
                    <a:lnTo>
                      <a:pt x="162306" y="0"/>
                    </a:lnTo>
                    <a:close/>
                  </a:path>
                </a:pathLst>
              </a:custGeom>
              <a:ln w="28575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2BC7C2DE-A2E4-14FF-9DC7-38640062394B}"/>
                </a:ext>
              </a:extLst>
            </p:cNvPr>
            <p:cNvSpPr txBox="1"/>
            <p:nvPr/>
          </p:nvSpPr>
          <p:spPr>
            <a:xfrm>
              <a:off x="1178453" y="1989119"/>
              <a:ext cx="1042035" cy="3302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00" b="1" spc="-30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稠密索引</a:t>
              </a:r>
              <a:endParaRPr sz="2000">
                <a:latin typeface="Lantinghei SC Heavy"/>
                <a:cs typeface="Lantinghei SC Heavy"/>
              </a:endParaRPr>
            </a:p>
          </p:txBody>
        </p:sp>
        <p:grpSp>
          <p:nvGrpSpPr>
            <p:cNvPr id="16" name="object 13">
              <a:extLst>
                <a:ext uri="{FF2B5EF4-FFF2-40B4-BE49-F238E27FC236}">
                  <a16:creationId xmlns:a16="http://schemas.microsoft.com/office/drawing/2014/main" id="{02985670-819E-7529-A6CA-A7E1C87C9356}"/>
                </a:ext>
              </a:extLst>
            </p:cNvPr>
            <p:cNvGrpSpPr/>
            <p:nvPr/>
          </p:nvGrpSpPr>
          <p:grpSpPr>
            <a:xfrm>
              <a:off x="5594757" y="2425490"/>
              <a:ext cx="4057649" cy="2579370"/>
              <a:chOff x="5562485" y="4157471"/>
              <a:chExt cx="4057649" cy="2579370"/>
            </a:xfrm>
          </p:grpSpPr>
          <p:pic>
            <p:nvPicPr>
              <p:cNvPr id="17" name="object 14">
                <a:extLst>
                  <a:ext uri="{FF2B5EF4-FFF2-40B4-BE49-F238E27FC236}">
                    <a16:creationId xmlns:a16="http://schemas.microsoft.com/office/drawing/2014/main" id="{0B69B578-E50D-A603-DEA2-B88037D77F5E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812421" y="4157471"/>
                <a:ext cx="3753611" cy="1491233"/>
              </a:xfrm>
              <a:prstGeom prst="rect">
                <a:avLst/>
              </a:prstGeom>
            </p:spPr>
          </p:pic>
          <p:pic>
            <p:nvPicPr>
              <p:cNvPr id="18" name="object 15">
                <a:extLst>
                  <a:ext uri="{FF2B5EF4-FFF2-40B4-BE49-F238E27FC236}">
                    <a16:creationId xmlns:a16="http://schemas.microsoft.com/office/drawing/2014/main" id="{40FEC5E6-F30B-A088-AC38-3314F1124A13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481201" y="5634989"/>
                <a:ext cx="2138933" cy="413765"/>
              </a:xfrm>
              <a:prstGeom prst="rect">
                <a:avLst/>
              </a:prstGeom>
            </p:spPr>
          </p:pic>
          <p:sp>
            <p:nvSpPr>
              <p:cNvPr id="21" name="object 18">
                <a:extLst>
                  <a:ext uri="{FF2B5EF4-FFF2-40B4-BE49-F238E27FC236}">
                    <a16:creationId xmlns:a16="http://schemas.microsoft.com/office/drawing/2014/main" id="{DB3C5DFE-7A87-7CBE-EDB4-A2764772561A}"/>
                  </a:ext>
                </a:extLst>
              </p:cNvPr>
              <p:cNvSpPr/>
              <p:nvPr/>
            </p:nvSpPr>
            <p:spPr>
              <a:xfrm>
                <a:off x="5562485" y="5765291"/>
                <a:ext cx="1697355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1697354" h="971550">
                    <a:moveTo>
                      <a:pt x="162305" y="0"/>
                    </a:moveTo>
                    <a:lnTo>
                      <a:pt x="119062" y="5778"/>
                    </a:lnTo>
                    <a:lnTo>
                      <a:pt x="80263" y="22098"/>
                    </a:lnTo>
                    <a:lnTo>
                      <a:pt x="47434" y="47434"/>
                    </a:lnTo>
                    <a:lnTo>
                      <a:pt x="22097" y="80264"/>
                    </a:lnTo>
                    <a:lnTo>
                      <a:pt x="5778" y="119062"/>
                    </a:lnTo>
                    <a:lnTo>
                      <a:pt x="0" y="162306"/>
                    </a:lnTo>
                    <a:lnTo>
                      <a:pt x="0" y="810006"/>
                    </a:lnTo>
                    <a:lnTo>
                      <a:pt x="5778" y="852928"/>
                    </a:lnTo>
                    <a:lnTo>
                      <a:pt x="22097" y="891511"/>
                    </a:lnTo>
                    <a:lnTo>
                      <a:pt x="47434" y="924210"/>
                    </a:lnTo>
                    <a:lnTo>
                      <a:pt x="80263" y="949480"/>
                    </a:lnTo>
                    <a:lnTo>
                      <a:pt x="119062" y="965775"/>
                    </a:lnTo>
                    <a:lnTo>
                      <a:pt x="162305" y="971550"/>
                    </a:lnTo>
                    <a:lnTo>
                      <a:pt x="1535429" y="971550"/>
                    </a:lnTo>
                    <a:lnTo>
                      <a:pt x="1578352" y="965775"/>
                    </a:lnTo>
                    <a:lnTo>
                      <a:pt x="1616935" y="949480"/>
                    </a:lnTo>
                    <a:lnTo>
                      <a:pt x="1649634" y="924210"/>
                    </a:lnTo>
                    <a:lnTo>
                      <a:pt x="1674904" y="891511"/>
                    </a:lnTo>
                    <a:lnTo>
                      <a:pt x="1691199" y="852928"/>
                    </a:lnTo>
                    <a:lnTo>
                      <a:pt x="1696973" y="810005"/>
                    </a:lnTo>
                    <a:lnTo>
                      <a:pt x="1696973" y="162305"/>
                    </a:lnTo>
                    <a:lnTo>
                      <a:pt x="1691199" y="119062"/>
                    </a:lnTo>
                    <a:lnTo>
                      <a:pt x="1674904" y="80263"/>
                    </a:lnTo>
                    <a:lnTo>
                      <a:pt x="1649634" y="47434"/>
                    </a:lnTo>
                    <a:lnTo>
                      <a:pt x="1616935" y="22097"/>
                    </a:lnTo>
                    <a:lnTo>
                      <a:pt x="1578352" y="5778"/>
                    </a:lnTo>
                    <a:lnTo>
                      <a:pt x="1535429" y="0"/>
                    </a:lnTo>
                    <a:lnTo>
                      <a:pt x="162305" y="0"/>
                    </a:lnTo>
                    <a:close/>
                  </a:path>
                </a:pathLst>
              </a:custGeom>
              <a:ln w="28575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63E005A7-04BD-3146-4E5D-CDC8749A1DF2}"/>
                </a:ext>
              </a:extLst>
            </p:cNvPr>
            <p:cNvSpPr txBox="1"/>
            <p:nvPr/>
          </p:nvSpPr>
          <p:spPr>
            <a:xfrm>
              <a:off x="5915807" y="2003596"/>
              <a:ext cx="1041400" cy="3302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00" b="1" spc="-30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稀疏索引</a:t>
              </a:r>
              <a:endParaRPr sz="2000" dirty="0">
                <a:latin typeface="Lantinghei SC Heavy"/>
                <a:cs typeface="Lantinghei SC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4162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D8B184C1-E72B-DF64-CD4E-D5DFBE13B56E}"/>
              </a:ext>
            </a:extLst>
          </p:cNvPr>
          <p:cNvSpPr txBox="1"/>
          <p:nvPr/>
        </p:nvSpPr>
        <p:spPr>
          <a:xfrm>
            <a:off x="1462278" y="740828"/>
            <a:ext cx="3378200" cy="975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800"/>
              </a:lnSpc>
              <a:spcBef>
                <a:spcPts val="100"/>
              </a:spcBef>
            </a:pPr>
            <a:r>
              <a:rPr sz="2400" b="1" spc="-5" dirty="0">
                <a:latin typeface="Lantinghei SC Heavy"/>
                <a:cs typeface="Lantinghei SC Heavy"/>
              </a:rPr>
              <a:t>非候选键属性的稠密索引</a:t>
            </a:r>
            <a:r>
              <a:rPr sz="2400" b="1" spc="-10" dirty="0">
                <a:latin typeface="Lantinghei SC Heavy"/>
                <a:cs typeface="Lantinghei SC Heavy"/>
              </a:rPr>
              <a:t>的三种情况之对比</a:t>
            </a:r>
            <a:endParaRPr sz="2400" dirty="0">
              <a:latin typeface="Lantinghei SC Heavy"/>
              <a:cs typeface="Lantinghei SC Heavy"/>
            </a:endParaRPr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745AB750-7A1F-3BB8-2975-83B3304C22E7}"/>
              </a:ext>
            </a:extLst>
          </p:cNvPr>
          <p:cNvGrpSpPr/>
          <p:nvPr/>
        </p:nvGrpSpPr>
        <p:grpSpPr>
          <a:xfrm>
            <a:off x="3267207" y="4477423"/>
            <a:ext cx="1830705" cy="998219"/>
            <a:chOff x="2826143" y="5036820"/>
            <a:chExt cx="1830705" cy="998219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74FC153-016C-034B-D267-CC7FD0D2C0AC}"/>
                </a:ext>
              </a:extLst>
            </p:cNvPr>
            <p:cNvSpPr/>
            <p:nvPr/>
          </p:nvSpPr>
          <p:spPr>
            <a:xfrm>
              <a:off x="2826143" y="5036820"/>
              <a:ext cx="1830705" cy="998219"/>
            </a:xfrm>
            <a:custGeom>
              <a:avLst/>
              <a:gdLst/>
              <a:ahLst/>
              <a:cxnLst/>
              <a:rect l="l" t="t" r="r" b="b"/>
              <a:pathLst>
                <a:path w="1830704" h="998220">
                  <a:moveTo>
                    <a:pt x="1830324" y="832103"/>
                  </a:moveTo>
                  <a:lnTo>
                    <a:pt x="1830324" y="166115"/>
                  </a:lnTo>
                  <a:lnTo>
                    <a:pt x="1824365" y="122061"/>
                  </a:lnTo>
                  <a:lnTo>
                    <a:pt x="1807548" y="82408"/>
                  </a:lnTo>
                  <a:lnTo>
                    <a:pt x="1781460" y="48767"/>
                  </a:lnTo>
                  <a:lnTo>
                    <a:pt x="1747689" y="22747"/>
                  </a:lnTo>
                  <a:lnTo>
                    <a:pt x="1707821" y="5954"/>
                  </a:lnTo>
                  <a:lnTo>
                    <a:pt x="1663446" y="0"/>
                  </a:lnTo>
                  <a:lnTo>
                    <a:pt x="166116" y="0"/>
                  </a:lnTo>
                  <a:lnTo>
                    <a:pt x="121796" y="5954"/>
                  </a:lnTo>
                  <a:lnTo>
                    <a:pt x="82070" y="22747"/>
                  </a:lnTo>
                  <a:lnTo>
                    <a:pt x="48482" y="48768"/>
                  </a:lnTo>
                  <a:lnTo>
                    <a:pt x="22577" y="82408"/>
                  </a:lnTo>
                  <a:lnTo>
                    <a:pt x="5901" y="122061"/>
                  </a:lnTo>
                  <a:lnTo>
                    <a:pt x="0" y="166116"/>
                  </a:lnTo>
                  <a:lnTo>
                    <a:pt x="0" y="832104"/>
                  </a:lnTo>
                  <a:lnTo>
                    <a:pt x="5901" y="876423"/>
                  </a:lnTo>
                  <a:lnTo>
                    <a:pt x="22577" y="916149"/>
                  </a:lnTo>
                  <a:lnTo>
                    <a:pt x="48482" y="949737"/>
                  </a:lnTo>
                  <a:lnTo>
                    <a:pt x="82070" y="975642"/>
                  </a:lnTo>
                  <a:lnTo>
                    <a:pt x="121796" y="992318"/>
                  </a:lnTo>
                  <a:lnTo>
                    <a:pt x="166116" y="998219"/>
                  </a:lnTo>
                  <a:lnTo>
                    <a:pt x="1663446" y="998219"/>
                  </a:lnTo>
                  <a:lnTo>
                    <a:pt x="1707821" y="992318"/>
                  </a:lnTo>
                  <a:lnTo>
                    <a:pt x="1747689" y="975642"/>
                  </a:lnTo>
                  <a:lnTo>
                    <a:pt x="1781460" y="949737"/>
                  </a:lnTo>
                  <a:lnTo>
                    <a:pt x="1807548" y="916149"/>
                  </a:lnTo>
                  <a:lnTo>
                    <a:pt x="1824365" y="876423"/>
                  </a:lnTo>
                  <a:lnTo>
                    <a:pt x="1830324" y="83210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201F6BBC-571C-EF14-00E2-F82A5C7BE693}"/>
                </a:ext>
              </a:extLst>
            </p:cNvPr>
            <p:cNvSpPr/>
            <p:nvPr/>
          </p:nvSpPr>
          <p:spPr>
            <a:xfrm>
              <a:off x="2897009" y="5100066"/>
              <a:ext cx="1697355" cy="871855"/>
            </a:xfrm>
            <a:custGeom>
              <a:avLst/>
              <a:gdLst/>
              <a:ahLst/>
              <a:cxnLst/>
              <a:rect l="l" t="t" r="r" b="b"/>
              <a:pathLst>
                <a:path w="1697354" h="871854">
                  <a:moveTo>
                    <a:pt x="1696974" y="726947"/>
                  </a:moveTo>
                  <a:lnTo>
                    <a:pt x="1696974" y="145541"/>
                  </a:lnTo>
                  <a:lnTo>
                    <a:pt x="1689597" y="99681"/>
                  </a:lnTo>
                  <a:lnTo>
                    <a:pt x="1669054" y="59746"/>
                  </a:lnTo>
                  <a:lnTo>
                    <a:pt x="1637720" y="28187"/>
                  </a:lnTo>
                  <a:lnTo>
                    <a:pt x="1597974" y="7455"/>
                  </a:lnTo>
                  <a:lnTo>
                    <a:pt x="1552194" y="0"/>
                  </a:lnTo>
                  <a:lnTo>
                    <a:pt x="145542" y="0"/>
                  </a:lnTo>
                  <a:lnTo>
                    <a:pt x="99681" y="7455"/>
                  </a:lnTo>
                  <a:lnTo>
                    <a:pt x="59746" y="28187"/>
                  </a:lnTo>
                  <a:lnTo>
                    <a:pt x="28187" y="59746"/>
                  </a:lnTo>
                  <a:lnTo>
                    <a:pt x="7455" y="99681"/>
                  </a:lnTo>
                  <a:lnTo>
                    <a:pt x="0" y="145542"/>
                  </a:lnTo>
                  <a:lnTo>
                    <a:pt x="0" y="726948"/>
                  </a:lnTo>
                  <a:lnTo>
                    <a:pt x="7455" y="772728"/>
                  </a:lnTo>
                  <a:lnTo>
                    <a:pt x="28187" y="812474"/>
                  </a:lnTo>
                  <a:lnTo>
                    <a:pt x="59746" y="843808"/>
                  </a:lnTo>
                  <a:lnTo>
                    <a:pt x="99681" y="864351"/>
                  </a:lnTo>
                  <a:lnTo>
                    <a:pt x="145542" y="871728"/>
                  </a:lnTo>
                  <a:lnTo>
                    <a:pt x="1552194" y="871728"/>
                  </a:lnTo>
                  <a:lnTo>
                    <a:pt x="1597974" y="864351"/>
                  </a:lnTo>
                  <a:lnTo>
                    <a:pt x="1637720" y="843808"/>
                  </a:lnTo>
                  <a:lnTo>
                    <a:pt x="1669054" y="812474"/>
                  </a:lnTo>
                  <a:lnTo>
                    <a:pt x="1689597" y="772728"/>
                  </a:lnTo>
                  <a:lnTo>
                    <a:pt x="1696974" y="726947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A56AEB07-99D7-C479-D4FB-399E2F247EBA}"/>
                </a:ext>
              </a:extLst>
            </p:cNvPr>
            <p:cNvSpPr/>
            <p:nvPr/>
          </p:nvSpPr>
          <p:spPr>
            <a:xfrm>
              <a:off x="2897009" y="5100066"/>
              <a:ext cx="1697355" cy="871855"/>
            </a:xfrm>
            <a:custGeom>
              <a:avLst/>
              <a:gdLst/>
              <a:ahLst/>
              <a:cxnLst/>
              <a:rect l="l" t="t" r="r" b="b"/>
              <a:pathLst>
                <a:path w="1697354" h="871854">
                  <a:moveTo>
                    <a:pt x="145542" y="0"/>
                  </a:moveTo>
                  <a:lnTo>
                    <a:pt x="99681" y="7455"/>
                  </a:lnTo>
                  <a:lnTo>
                    <a:pt x="59746" y="28187"/>
                  </a:lnTo>
                  <a:lnTo>
                    <a:pt x="28187" y="59746"/>
                  </a:lnTo>
                  <a:lnTo>
                    <a:pt x="7455" y="99681"/>
                  </a:lnTo>
                  <a:lnTo>
                    <a:pt x="0" y="145542"/>
                  </a:lnTo>
                  <a:lnTo>
                    <a:pt x="0" y="726948"/>
                  </a:lnTo>
                  <a:lnTo>
                    <a:pt x="7455" y="772728"/>
                  </a:lnTo>
                  <a:lnTo>
                    <a:pt x="28187" y="812474"/>
                  </a:lnTo>
                  <a:lnTo>
                    <a:pt x="59746" y="843808"/>
                  </a:lnTo>
                  <a:lnTo>
                    <a:pt x="99681" y="864351"/>
                  </a:lnTo>
                  <a:lnTo>
                    <a:pt x="145542" y="871728"/>
                  </a:lnTo>
                  <a:lnTo>
                    <a:pt x="1552194" y="871728"/>
                  </a:lnTo>
                  <a:lnTo>
                    <a:pt x="1597974" y="864351"/>
                  </a:lnTo>
                  <a:lnTo>
                    <a:pt x="1637720" y="843808"/>
                  </a:lnTo>
                  <a:lnTo>
                    <a:pt x="1669054" y="812474"/>
                  </a:lnTo>
                  <a:lnTo>
                    <a:pt x="1689597" y="772728"/>
                  </a:lnTo>
                  <a:lnTo>
                    <a:pt x="1696974" y="726947"/>
                  </a:lnTo>
                  <a:lnTo>
                    <a:pt x="1696974" y="145541"/>
                  </a:lnTo>
                  <a:lnTo>
                    <a:pt x="1689597" y="99681"/>
                  </a:lnTo>
                  <a:lnTo>
                    <a:pt x="1669054" y="59746"/>
                  </a:lnTo>
                  <a:lnTo>
                    <a:pt x="1637720" y="28187"/>
                  </a:lnTo>
                  <a:lnTo>
                    <a:pt x="1597974" y="7455"/>
                  </a:lnTo>
                  <a:lnTo>
                    <a:pt x="1552194" y="0"/>
                  </a:lnTo>
                  <a:lnTo>
                    <a:pt x="145542" y="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8">
            <a:extLst>
              <a:ext uri="{FF2B5EF4-FFF2-40B4-BE49-F238E27FC236}">
                <a16:creationId xmlns:a16="http://schemas.microsoft.com/office/drawing/2014/main" id="{7429E855-A134-5246-16A0-CD6DF0434465}"/>
              </a:ext>
            </a:extLst>
          </p:cNvPr>
          <p:cNvGrpSpPr/>
          <p:nvPr/>
        </p:nvGrpSpPr>
        <p:grpSpPr>
          <a:xfrm>
            <a:off x="1406403" y="2608998"/>
            <a:ext cx="3883660" cy="2443480"/>
            <a:chOff x="965339" y="3168395"/>
            <a:chExt cx="3883660" cy="2443480"/>
          </a:xfrm>
        </p:grpSpPr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FF3326DD-737D-CAA2-3A3C-4583DA6AE7F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3753" y="3168395"/>
              <a:ext cx="2016251" cy="112013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E766F103-127C-6E6B-F439-689BFDBB72F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8867" y="3264407"/>
              <a:ext cx="3849623" cy="1594866"/>
            </a:xfrm>
            <a:prstGeom prst="rect">
              <a:avLst/>
            </a:prstGeom>
          </p:spPr>
        </p:pic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F092C9AE-676A-A068-B21A-7B2C02CFBF8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53753" y="4859273"/>
              <a:ext cx="2016251" cy="90677"/>
            </a:xfrm>
            <a:prstGeom prst="rect">
              <a:avLst/>
            </a:prstGeom>
          </p:spPr>
        </p:pic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3DE33FE2-50B0-31E9-50DD-A3B74C0793BB}"/>
                </a:ext>
              </a:extLst>
            </p:cNvPr>
            <p:cNvSpPr/>
            <p:nvPr/>
          </p:nvSpPr>
          <p:spPr>
            <a:xfrm>
              <a:off x="965339" y="4613147"/>
              <a:ext cx="1455420" cy="998219"/>
            </a:xfrm>
            <a:custGeom>
              <a:avLst/>
              <a:gdLst/>
              <a:ahLst/>
              <a:cxnLst/>
              <a:rect l="l" t="t" r="r" b="b"/>
              <a:pathLst>
                <a:path w="1455420" h="998220">
                  <a:moveTo>
                    <a:pt x="1455420" y="832104"/>
                  </a:moveTo>
                  <a:lnTo>
                    <a:pt x="1455420" y="166115"/>
                  </a:lnTo>
                  <a:lnTo>
                    <a:pt x="1449518" y="122061"/>
                  </a:lnTo>
                  <a:lnTo>
                    <a:pt x="1432842" y="82408"/>
                  </a:lnTo>
                  <a:lnTo>
                    <a:pt x="1406937" y="48767"/>
                  </a:lnTo>
                  <a:lnTo>
                    <a:pt x="1373349" y="22747"/>
                  </a:lnTo>
                  <a:lnTo>
                    <a:pt x="1333623" y="5954"/>
                  </a:lnTo>
                  <a:lnTo>
                    <a:pt x="1289304" y="0"/>
                  </a:lnTo>
                  <a:lnTo>
                    <a:pt x="166115" y="0"/>
                  </a:lnTo>
                  <a:lnTo>
                    <a:pt x="122061" y="5954"/>
                  </a:lnTo>
                  <a:lnTo>
                    <a:pt x="82408" y="22747"/>
                  </a:lnTo>
                  <a:lnTo>
                    <a:pt x="48767" y="48768"/>
                  </a:lnTo>
                  <a:lnTo>
                    <a:pt x="22747" y="82408"/>
                  </a:lnTo>
                  <a:lnTo>
                    <a:pt x="5954" y="122061"/>
                  </a:lnTo>
                  <a:lnTo>
                    <a:pt x="0" y="166116"/>
                  </a:lnTo>
                  <a:lnTo>
                    <a:pt x="0" y="832104"/>
                  </a:lnTo>
                  <a:lnTo>
                    <a:pt x="5954" y="876158"/>
                  </a:lnTo>
                  <a:lnTo>
                    <a:pt x="22747" y="915811"/>
                  </a:lnTo>
                  <a:lnTo>
                    <a:pt x="48768" y="949451"/>
                  </a:lnTo>
                  <a:lnTo>
                    <a:pt x="82408" y="975472"/>
                  </a:lnTo>
                  <a:lnTo>
                    <a:pt x="122061" y="992265"/>
                  </a:lnTo>
                  <a:lnTo>
                    <a:pt x="166116" y="998219"/>
                  </a:lnTo>
                  <a:lnTo>
                    <a:pt x="1289304" y="998219"/>
                  </a:lnTo>
                  <a:lnTo>
                    <a:pt x="1333623" y="992265"/>
                  </a:lnTo>
                  <a:lnTo>
                    <a:pt x="1373349" y="975472"/>
                  </a:lnTo>
                  <a:lnTo>
                    <a:pt x="1406937" y="949452"/>
                  </a:lnTo>
                  <a:lnTo>
                    <a:pt x="1432842" y="915811"/>
                  </a:lnTo>
                  <a:lnTo>
                    <a:pt x="1449518" y="876158"/>
                  </a:lnTo>
                  <a:lnTo>
                    <a:pt x="1455420" y="83210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A9537C77-D73E-D5D6-E130-DE1029B0187B}"/>
                </a:ext>
              </a:extLst>
            </p:cNvPr>
            <p:cNvSpPr/>
            <p:nvPr/>
          </p:nvSpPr>
          <p:spPr>
            <a:xfrm>
              <a:off x="1022489" y="4676393"/>
              <a:ext cx="1350010" cy="871855"/>
            </a:xfrm>
            <a:custGeom>
              <a:avLst/>
              <a:gdLst/>
              <a:ahLst/>
              <a:cxnLst/>
              <a:rect l="l" t="t" r="r" b="b"/>
              <a:pathLst>
                <a:path w="1350010" h="871854">
                  <a:moveTo>
                    <a:pt x="1349502" y="726185"/>
                  </a:moveTo>
                  <a:lnTo>
                    <a:pt x="1349502" y="145541"/>
                  </a:lnTo>
                  <a:lnTo>
                    <a:pt x="1342046" y="99389"/>
                  </a:lnTo>
                  <a:lnTo>
                    <a:pt x="1321314" y="59417"/>
                  </a:lnTo>
                  <a:lnTo>
                    <a:pt x="1289755" y="27968"/>
                  </a:lnTo>
                  <a:lnTo>
                    <a:pt x="1249820" y="7382"/>
                  </a:lnTo>
                  <a:lnTo>
                    <a:pt x="1203960" y="0"/>
                  </a:lnTo>
                  <a:lnTo>
                    <a:pt x="145542" y="0"/>
                  </a:lnTo>
                  <a:lnTo>
                    <a:pt x="99389" y="7382"/>
                  </a:lnTo>
                  <a:lnTo>
                    <a:pt x="59417" y="27968"/>
                  </a:lnTo>
                  <a:lnTo>
                    <a:pt x="27968" y="59417"/>
                  </a:lnTo>
                  <a:lnTo>
                    <a:pt x="7382" y="99389"/>
                  </a:lnTo>
                  <a:lnTo>
                    <a:pt x="0" y="145542"/>
                  </a:lnTo>
                  <a:lnTo>
                    <a:pt x="0" y="726186"/>
                  </a:lnTo>
                  <a:lnTo>
                    <a:pt x="7382" y="772338"/>
                  </a:lnTo>
                  <a:lnTo>
                    <a:pt x="27968" y="812310"/>
                  </a:lnTo>
                  <a:lnTo>
                    <a:pt x="59417" y="843759"/>
                  </a:lnTo>
                  <a:lnTo>
                    <a:pt x="99389" y="864345"/>
                  </a:lnTo>
                  <a:lnTo>
                    <a:pt x="145542" y="871728"/>
                  </a:lnTo>
                  <a:lnTo>
                    <a:pt x="1203960" y="871728"/>
                  </a:lnTo>
                  <a:lnTo>
                    <a:pt x="1249820" y="864345"/>
                  </a:lnTo>
                  <a:lnTo>
                    <a:pt x="1289755" y="843759"/>
                  </a:lnTo>
                  <a:lnTo>
                    <a:pt x="1321314" y="812310"/>
                  </a:lnTo>
                  <a:lnTo>
                    <a:pt x="1342046" y="772338"/>
                  </a:lnTo>
                  <a:lnTo>
                    <a:pt x="1349502" y="726185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2A5A66E1-0EB1-34DE-A10D-35E43FBD572C}"/>
                </a:ext>
              </a:extLst>
            </p:cNvPr>
            <p:cNvSpPr/>
            <p:nvPr/>
          </p:nvSpPr>
          <p:spPr>
            <a:xfrm>
              <a:off x="1022489" y="4676393"/>
              <a:ext cx="1350010" cy="871855"/>
            </a:xfrm>
            <a:custGeom>
              <a:avLst/>
              <a:gdLst/>
              <a:ahLst/>
              <a:cxnLst/>
              <a:rect l="l" t="t" r="r" b="b"/>
              <a:pathLst>
                <a:path w="1350010" h="871854">
                  <a:moveTo>
                    <a:pt x="145542" y="0"/>
                  </a:moveTo>
                  <a:lnTo>
                    <a:pt x="99389" y="7382"/>
                  </a:lnTo>
                  <a:lnTo>
                    <a:pt x="59417" y="27968"/>
                  </a:lnTo>
                  <a:lnTo>
                    <a:pt x="27968" y="59417"/>
                  </a:lnTo>
                  <a:lnTo>
                    <a:pt x="7382" y="99389"/>
                  </a:lnTo>
                  <a:lnTo>
                    <a:pt x="0" y="145542"/>
                  </a:lnTo>
                  <a:lnTo>
                    <a:pt x="0" y="726186"/>
                  </a:lnTo>
                  <a:lnTo>
                    <a:pt x="7382" y="772338"/>
                  </a:lnTo>
                  <a:lnTo>
                    <a:pt x="27968" y="812310"/>
                  </a:lnTo>
                  <a:lnTo>
                    <a:pt x="59417" y="843759"/>
                  </a:lnTo>
                  <a:lnTo>
                    <a:pt x="99389" y="864345"/>
                  </a:lnTo>
                  <a:lnTo>
                    <a:pt x="145542" y="871728"/>
                  </a:lnTo>
                  <a:lnTo>
                    <a:pt x="1203960" y="871728"/>
                  </a:lnTo>
                  <a:lnTo>
                    <a:pt x="1249820" y="864345"/>
                  </a:lnTo>
                  <a:lnTo>
                    <a:pt x="1289755" y="843759"/>
                  </a:lnTo>
                  <a:lnTo>
                    <a:pt x="1321314" y="812310"/>
                  </a:lnTo>
                  <a:lnTo>
                    <a:pt x="1342046" y="772338"/>
                  </a:lnTo>
                  <a:lnTo>
                    <a:pt x="1349502" y="726185"/>
                  </a:lnTo>
                  <a:lnTo>
                    <a:pt x="1349502" y="145541"/>
                  </a:lnTo>
                  <a:lnTo>
                    <a:pt x="1342046" y="99389"/>
                  </a:lnTo>
                  <a:lnTo>
                    <a:pt x="1321314" y="59417"/>
                  </a:lnTo>
                  <a:lnTo>
                    <a:pt x="1289755" y="27968"/>
                  </a:lnTo>
                  <a:lnTo>
                    <a:pt x="1249820" y="7382"/>
                  </a:lnTo>
                  <a:lnTo>
                    <a:pt x="1203960" y="0"/>
                  </a:lnTo>
                  <a:lnTo>
                    <a:pt x="145542" y="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5">
            <a:extLst>
              <a:ext uri="{FF2B5EF4-FFF2-40B4-BE49-F238E27FC236}">
                <a16:creationId xmlns:a16="http://schemas.microsoft.com/office/drawing/2014/main" id="{EBAA2515-63D9-5747-2A18-1646389FFA3F}"/>
              </a:ext>
            </a:extLst>
          </p:cNvPr>
          <p:cNvGrpSpPr/>
          <p:nvPr/>
        </p:nvGrpSpPr>
        <p:grpSpPr>
          <a:xfrm>
            <a:off x="6002025" y="3694849"/>
            <a:ext cx="3807460" cy="2863850"/>
            <a:chOff x="5560961" y="4254246"/>
            <a:chExt cx="3807460" cy="2863850"/>
          </a:xfrm>
        </p:grpSpPr>
        <p:pic>
          <p:nvPicPr>
            <p:cNvPr id="17" name="object 16">
              <a:extLst>
                <a:ext uri="{FF2B5EF4-FFF2-40B4-BE49-F238E27FC236}">
                  <a16:creationId xmlns:a16="http://schemas.microsoft.com/office/drawing/2014/main" id="{27736C4A-C1B0-C82E-D2F2-4EF2B6CF820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60961" y="4254246"/>
              <a:ext cx="3749040" cy="1826513"/>
            </a:xfrm>
            <a:prstGeom prst="rect">
              <a:avLst/>
            </a:prstGeom>
          </p:spPr>
        </p:pic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3D3BBAAC-A686-A37E-76F8-5D14C7D1EA79}"/>
                </a:ext>
              </a:extLst>
            </p:cNvPr>
            <p:cNvSpPr/>
            <p:nvPr/>
          </p:nvSpPr>
          <p:spPr>
            <a:xfrm>
              <a:off x="7537589" y="6119622"/>
              <a:ext cx="1830705" cy="998219"/>
            </a:xfrm>
            <a:custGeom>
              <a:avLst/>
              <a:gdLst/>
              <a:ahLst/>
              <a:cxnLst/>
              <a:rect l="l" t="t" r="r" b="b"/>
              <a:pathLst>
                <a:path w="1830704" h="998220">
                  <a:moveTo>
                    <a:pt x="1830324" y="832103"/>
                  </a:moveTo>
                  <a:lnTo>
                    <a:pt x="1830324" y="166115"/>
                  </a:lnTo>
                  <a:lnTo>
                    <a:pt x="1824369" y="122061"/>
                  </a:lnTo>
                  <a:lnTo>
                    <a:pt x="1807576" y="82408"/>
                  </a:lnTo>
                  <a:lnTo>
                    <a:pt x="1781556" y="48767"/>
                  </a:lnTo>
                  <a:lnTo>
                    <a:pt x="1747915" y="22747"/>
                  </a:lnTo>
                  <a:lnTo>
                    <a:pt x="1708262" y="5954"/>
                  </a:lnTo>
                  <a:lnTo>
                    <a:pt x="1664208" y="0"/>
                  </a:lnTo>
                  <a:lnTo>
                    <a:pt x="166116" y="0"/>
                  </a:lnTo>
                  <a:lnTo>
                    <a:pt x="122061" y="5954"/>
                  </a:lnTo>
                  <a:lnTo>
                    <a:pt x="82408" y="22747"/>
                  </a:lnTo>
                  <a:lnTo>
                    <a:pt x="48768" y="48768"/>
                  </a:lnTo>
                  <a:lnTo>
                    <a:pt x="22747" y="82408"/>
                  </a:lnTo>
                  <a:lnTo>
                    <a:pt x="5954" y="122061"/>
                  </a:lnTo>
                  <a:lnTo>
                    <a:pt x="0" y="166116"/>
                  </a:lnTo>
                  <a:lnTo>
                    <a:pt x="0" y="832104"/>
                  </a:lnTo>
                  <a:lnTo>
                    <a:pt x="5954" y="876423"/>
                  </a:lnTo>
                  <a:lnTo>
                    <a:pt x="22747" y="916149"/>
                  </a:lnTo>
                  <a:lnTo>
                    <a:pt x="48768" y="949737"/>
                  </a:lnTo>
                  <a:lnTo>
                    <a:pt x="82408" y="975642"/>
                  </a:lnTo>
                  <a:lnTo>
                    <a:pt x="122061" y="992318"/>
                  </a:lnTo>
                  <a:lnTo>
                    <a:pt x="166116" y="998219"/>
                  </a:lnTo>
                  <a:lnTo>
                    <a:pt x="1664208" y="998219"/>
                  </a:lnTo>
                  <a:lnTo>
                    <a:pt x="1708262" y="992318"/>
                  </a:lnTo>
                  <a:lnTo>
                    <a:pt x="1747915" y="975642"/>
                  </a:lnTo>
                  <a:lnTo>
                    <a:pt x="1781556" y="949737"/>
                  </a:lnTo>
                  <a:lnTo>
                    <a:pt x="1807576" y="916149"/>
                  </a:lnTo>
                  <a:lnTo>
                    <a:pt x="1824369" y="876423"/>
                  </a:lnTo>
                  <a:lnTo>
                    <a:pt x="1830324" y="83210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148FAEFB-2275-8BB2-29D3-85D97A39F238}"/>
                </a:ext>
              </a:extLst>
            </p:cNvPr>
            <p:cNvSpPr/>
            <p:nvPr/>
          </p:nvSpPr>
          <p:spPr>
            <a:xfrm>
              <a:off x="7609217" y="6182868"/>
              <a:ext cx="1697355" cy="871855"/>
            </a:xfrm>
            <a:custGeom>
              <a:avLst/>
              <a:gdLst/>
              <a:ahLst/>
              <a:cxnLst/>
              <a:rect l="l" t="t" r="r" b="b"/>
              <a:pathLst>
                <a:path w="1697354" h="871854">
                  <a:moveTo>
                    <a:pt x="1696973" y="726185"/>
                  </a:moveTo>
                  <a:lnTo>
                    <a:pt x="1696973" y="145541"/>
                  </a:lnTo>
                  <a:lnTo>
                    <a:pt x="1689518" y="99681"/>
                  </a:lnTo>
                  <a:lnTo>
                    <a:pt x="1668786" y="59746"/>
                  </a:lnTo>
                  <a:lnTo>
                    <a:pt x="1637227" y="28187"/>
                  </a:lnTo>
                  <a:lnTo>
                    <a:pt x="1597292" y="7455"/>
                  </a:lnTo>
                  <a:lnTo>
                    <a:pt x="1551431" y="0"/>
                  </a:lnTo>
                  <a:lnTo>
                    <a:pt x="144779" y="0"/>
                  </a:lnTo>
                  <a:lnTo>
                    <a:pt x="98999" y="7455"/>
                  </a:lnTo>
                  <a:lnTo>
                    <a:pt x="59253" y="28187"/>
                  </a:lnTo>
                  <a:lnTo>
                    <a:pt x="27919" y="59746"/>
                  </a:lnTo>
                  <a:lnTo>
                    <a:pt x="7376" y="99681"/>
                  </a:lnTo>
                  <a:lnTo>
                    <a:pt x="0" y="145542"/>
                  </a:lnTo>
                  <a:lnTo>
                    <a:pt x="0" y="726186"/>
                  </a:lnTo>
                  <a:lnTo>
                    <a:pt x="7376" y="772338"/>
                  </a:lnTo>
                  <a:lnTo>
                    <a:pt x="27919" y="812310"/>
                  </a:lnTo>
                  <a:lnTo>
                    <a:pt x="59253" y="843759"/>
                  </a:lnTo>
                  <a:lnTo>
                    <a:pt x="98999" y="864345"/>
                  </a:lnTo>
                  <a:lnTo>
                    <a:pt x="144779" y="871728"/>
                  </a:lnTo>
                  <a:lnTo>
                    <a:pt x="1551431" y="871728"/>
                  </a:lnTo>
                  <a:lnTo>
                    <a:pt x="1597292" y="864345"/>
                  </a:lnTo>
                  <a:lnTo>
                    <a:pt x="1637227" y="843759"/>
                  </a:lnTo>
                  <a:lnTo>
                    <a:pt x="1668786" y="812310"/>
                  </a:lnTo>
                  <a:lnTo>
                    <a:pt x="1689518" y="772338"/>
                  </a:lnTo>
                  <a:lnTo>
                    <a:pt x="1696973" y="726185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AD7EC7CC-BA57-5536-DE66-D4B5711272AD}"/>
                </a:ext>
              </a:extLst>
            </p:cNvPr>
            <p:cNvSpPr/>
            <p:nvPr/>
          </p:nvSpPr>
          <p:spPr>
            <a:xfrm>
              <a:off x="7609217" y="6182868"/>
              <a:ext cx="1697355" cy="871855"/>
            </a:xfrm>
            <a:custGeom>
              <a:avLst/>
              <a:gdLst/>
              <a:ahLst/>
              <a:cxnLst/>
              <a:rect l="l" t="t" r="r" b="b"/>
              <a:pathLst>
                <a:path w="1697354" h="871854">
                  <a:moveTo>
                    <a:pt x="144779" y="0"/>
                  </a:moveTo>
                  <a:lnTo>
                    <a:pt x="98999" y="7455"/>
                  </a:lnTo>
                  <a:lnTo>
                    <a:pt x="59253" y="28187"/>
                  </a:lnTo>
                  <a:lnTo>
                    <a:pt x="27919" y="59746"/>
                  </a:lnTo>
                  <a:lnTo>
                    <a:pt x="7376" y="99681"/>
                  </a:lnTo>
                  <a:lnTo>
                    <a:pt x="0" y="145542"/>
                  </a:lnTo>
                  <a:lnTo>
                    <a:pt x="0" y="726186"/>
                  </a:lnTo>
                  <a:lnTo>
                    <a:pt x="7376" y="772338"/>
                  </a:lnTo>
                  <a:lnTo>
                    <a:pt x="27919" y="812310"/>
                  </a:lnTo>
                  <a:lnTo>
                    <a:pt x="59253" y="843759"/>
                  </a:lnTo>
                  <a:lnTo>
                    <a:pt x="98999" y="864345"/>
                  </a:lnTo>
                  <a:lnTo>
                    <a:pt x="144779" y="871728"/>
                  </a:lnTo>
                  <a:lnTo>
                    <a:pt x="1551431" y="871728"/>
                  </a:lnTo>
                  <a:lnTo>
                    <a:pt x="1597292" y="864345"/>
                  </a:lnTo>
                  <a:lnTo>
                    <a:pt x="1637227" y="843759"/>
                  </a:lnTo>
                  <a:lnTo>
                    <a:pt x="1668786" y="812310"/>
                  </a:lnTo>
                  <a:lnTo>
                    <a:pt x="1689518" y="772338"/>
                  </a:lnTo>
                  <a:lnTo>
                    <a:pt x="1696973" y="726185"/>
                  </a:lnTo>
                  <a:lnTo>
                    <a:pt x="1696973" y="145541"/>
                  </a:lnTo>
                  <a:lnTo>
                    <a:pt x="1689518" y="99681"/>
                  </a:lnTo>
                  <a:lnTo>
                    <a:pt x="1668786" y="59746"/>
                  </a:lnTo>
                  <a:lnTo>
                    <a:pt x="1637227" y="28187"/>
                  </a:lnTo>
                  <a:lnTo>
                    <a:pt x="1597292" y="7455"/>
                  </a:lnTo>
                  <a:lnTo>
                    <a:pt x="1551431" y="0"/>
                  </a:lnTo>
                  <a:lnTo>
                    <a:pt x="144779" y="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0">
            <a:extLst>
              <a:ext uri="{FF2B5EF4-FFF2-40B4-BE49-F238E27FC236}">
                <a16:creationId xmlns:a16="http://schemas.microsoft.com/office/drawing/2014/main" id="{32F7AF18-DAFC-DBFB-976A-E4DC87236087}"/>
              </a:ext>
            </a:extLst>
          </p:cNvPr>
          <p:cNvGrpSpPr/>
          <p:nvPr/>
        </p:nvGrpSpPr>
        <p:grpSpPr>
          <a:xfrm>
            <a:off x="5603499" y="629322"/>
            <a:ext cx="4478020" cy="2540000"/>
            <a:chOff x="5162435" y="1188719"/>
            <a:chExt cx="4478020" cy="2540000"/>
          </a:xfrm>
        </p:grpSpPr>
        <p:pic>
          <p:nvPicPr>
            <p:cNvPr id="22" name="object 21">
              <a:extLst>
                <a:ext uri="{FF2B5EF4-FFF2-40B4-BE49-F238E27FC236}">
                  <a16:creationId xmlns:a16="http://schemas.microsoft.com/office/drawing/2014/main" id="{4F1CFF6C-0E61-1D72-B0F9-49EF2592649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62435" y="1188719"/>
              <a:ext cx="4477511" cy="1892045"/>
            </a:xfrm>
            <a:prstGeom prst="rect">
              <a:avLst/>
            </a:prstGeom>
          </p:spPr>
        </p:pic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128C8065-2C7F-3B4E-0FF9-B3FF7AA627DC}"/>
                </a:ext>
              </a:extLst>
            </p:cNvPr>
            <p:cNvSpPr/>
            <p:nvPr/>
          </p:nvSpPr>
          <p:spPr>
            <a:xfrm>
              <a:off x="5247017" y="2743200"/>
              <a:ext cx="1682750" cy="985519"/>
            </a:xfrm>
            <a:custGeom>
              <a:avLst/>
              <a:gdLst/>
              <a:ahLst/>
              <a:cxnLst/>
              <a:rect l="l" t="t" r="r" b="b"/>
              <a:pathLst>
                <a:path w="1682750" h="985520">
                  <a:moveTo>
                    <a:pt x="1682495" y="821435"/>
                  </a:moveTo>
                  <a:lnTo>
                    <a:pt x="1682495" y="163829"/>
                  </a:lnTo>
                  <a:lnTo>
                    <a:pt x="1676653" y="120209"/>
                  </a:lnTo>
                  <a:lnTo>
                    <a:pt x="1660143" y="81054"/>
                  </a:lnTo>
                  <a:lnTo>
                    <a:pt x="1634489" y="47910"/>
                  </a:lnTo>
                  <a:lnTo>
                    <a:pt x="1601215" y="22323"/>
                  </a:lnTo>
                  <a:lnTo>
                    <a:pt x="1561845" y="5838"/>
                  </a:lnTo>
                  <a:lnTo>
                    <a:pt x="1517903" y="0"/>
                  </a:lnTo>
                  <a:lnTo>
                    <a:pt x="163829" y="0"/>
                  </a:lnTo>
                  <a:lnTo>
                    <a:pt x="120209" y="5838"/>
                  </a:lnTo>
                  <a:lnTo>
                    <a:pt x="81054" y="22323"/>
                  </a:lnTo>
                  <a:lnTo>
                    <a:pt x="47910" y="47910"/>
                  </a:lnTo>
                  <a:lnTo>
                    <a:pt x="22323" y="81054"/>
                  </a:lnTo>
                  <a:lnTo>
                    <a:pt x="5838" y="120209"/>
                  </a:lnTo>
                  <a:lnTo>
                    <a:pt x="0" y="163830"/>
                  </a:lnTo>
                  <a:lnTo>
                    <a:pt x="0" y="821436"/>
                  </a:lnTo>
                  <a:lnTo>
                    <a:pt x="5838" y="865056"/>
                  </a:lnTo>
                  <a:lnTo>
                    <a:pt x="22323" y="904211"/>
                  </a:lnTo>
                  <a:lnTo>
                    <a:pt x="47910" y="937355"/>
                  </a:lnTo>
                  <a:lnTo>
                    <a:pt x="81054" y="962942"/>
                  </a:lnTo>
                  <a:lnTo>
                    <a:pt x="120209" y="979427"/>
                  </a:lnTo>
                  <a:lnTo>
                    <a:pt x="163829" y="985266"/>
                  </a:lnTo>
                  <a:lnTo>
                    <a:pt x="1517903" y="985266"/>
                  </a:lnTo>
                  <a:lnTo>
                    <a:pt x="1561845" y="979427"/>
                  </a:lnTo>
                  <a:lnTo>
                    <a:pt x="1601215" y="962942"/>
                  </a:lnTo>
                  <a:lnTo>
                    <a:pt x="1634489" y="937355"/>
                  </a:lnTo>
                  <a:lnTo>
                    <a:pt x="1660143" y="904211"/>
                  </a:lnTo>
                  <a:lnTo>
                    <a:pt x="1676653" y="865056"/>
                  </a:lnTo>
                  <a:lnTo>
                    <a:pt x="1682495" y="82143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748893BB-ED94-8DD3-2B81-09DC89934B79}"/>
                </a:ext>
              </a:extLst>
            </p:cNvPr>
            <p:cNvSpPr/>
            <p:nvPr/>
          </p:nvSpPr>
          <p:spPr>
            <a:xfrm>
              <a:off x="5311787" y="2804922"/>
              <a:ext cx="1560830" cy="862330"/>
            </a:xfrm>
            <a:custGeom>
              <a:avLst/>
              <a:gdLst/>
              <a:ahLst/>
              <a:cxnLst/>
              <a:rect l="l" t="t" r="r" b="b"/>
              <a:pathLst>
                <a:path w="1560829" h="862329">
                  <a:moveTo>
                    <a:pt x="1560575" y="718565"/>
                  </a:moveTo>
                  <a:lnTo>
                    <a:pt x="1560575" y="143255"/>
                  </a:lnTo>
                  <a:lnTo>
                    <a:pt x="1553285" y="97926"/>
                  </a:lnTo>
                  <a:lnTo>
                    <a:pt x="1532973" y="58594"/>
                  </a:lnTo>
                  <a:lnTo>
                    <a:pt x="1501981" y="27602"/>
                  </a:lnTo>
                  <a:lnTo>
                    <a:pt x="1462649" y="7290"/>
                  </a:lnTo>
                  <a:lnTo>
                    <a:pt x="1417319" y="0"/>
                  </a:lnTo>
                  <a:lnTo>
                    <a:pt x="144017" y="0"/>
                  </a:lnTo>
                  <a:lnTo>
                    <a:pt x="98608" y="7290"/>
                  </a:lnTo>
                  <a:lnTo>
                    <a:pt x="59088" y="27602"/>
                  </a:lnTo>
                  <a:lnTo>
                    <a:pt x="27870" y="58594"/>
                  </a:lnTo>
                  <a:lnTo>
                    <a:pt x="7370" y="97926"/>
                  </a:lnTo>
                  <a:lnTo>
                    <a:pt x="0" y="143256"/>
                  </a:lnTo>
                  <a:lnTo>
                    <a:pt x="0" y="718566"/>
                  </a:lnTo>
                  <a:lnTo>
                    <a:pt x="7370" y="763895"/>
                  </a:lnTo>
                  <a:lnTo>
                    <a:pt x="27870" y="803227"/>
                  </a:lnTo>
                  <a:lnTo>
                    <a:pt x="59088" y="834219"/>
                  </a:lnTo>
                  <a:lnTo>
                    <a:pt x="98608" y="854531"/>
                  </a:lnTo>
                  <a:lnTo>
                    <a:pt x="144017" y="861822"/>
                  </a:lnTo>
                  <a:lnTo>
                    <a:pt x="1417319" y="861822"/>
                  </a:lnTo>
                  <a:lnTo>
                    <a:pt x="1462649" y="854531"/>
                  </a:lnTo>
                  <a:lnTo>
                    <a:pt x="1501981" y="834219"/>
                  </a:lnTo>
                  <a:lnTo>
                    <a:pt x="1532973" y="803227"/>
                  </a:lnTo>
                  <a:lnTo>
                    <a:pt x="1553285" y="763895"/>
                  </a:lnTo>
                  <a:lnTo>
                    <a:pt x="1560575" y="718565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5B63516B-DB60-F248-B3B1-4A53373E4A6C}"/>
                </a:ext>
              </a:extLst>
            </p:cNvPr>
            <p:cNvSpPr/>
            <p:nvPr/>
          </p:nvSpPr>
          <p:spPr>
            <a:xfrm>
              <a:off x="5311787" y="2804922"/>
              <a:ext cx="1560830" cy="862330"/>
            </a:xfrm>
            <a:custGeom>
              <a:avLst/>
              <a:gdLst/>
              <a:ahLst/>
              <a:cxnLst/>
              <a:rect l="l" t="t" r="r" b="b"/>
              <a:pathLst>
                <a:path w="1560829" h="862329">
                  <a:moveTo>
                    <a:pt x="144017" y="0"/>
                  </a:moveTo>
                  <a:lnTo>
                    <a:pt x="98608" y="7290"/>
                  </a:lnTo>
                  <a:lnTo>
                    <a:pt x="59088" y="27602"/>
                  </a:lnTo>
                  <a:lnTo>
                    <a:pt x="27870" y="58594"/>
                  </a:lnTo>
                  <a:lnTo>
                    <a:pt x="7370" y="97926"/>
                  </a:lnTo>
                  <a:lnTo>
                    <a:pt x="0" y="143256"/>
                  </a:lnTo>
                  <a:lnTo>
                    <a:pt x="0" y="718566"/>
                  </a:lnTo>
                  <a:lnTo>
                    <a:pt x="7370" y="763895"/>
                  </a:lnTo>
                  <a:lnTo>
                    <a:pt x="27870" y="803227"/>
                  </a:lnTo>
                  <a:lnTo>
                    <a:pt x="59088" y="834219"/>
                  </a:lnTo>
                  <a:lnTo>
                    <a:pt x="98608" y="854531"/>
                  </a:lnTo>
                  <a:lnTo>
                    <a:pt x="144017" y="861822"/>
                  </a:lnTo>
                  <a:lnTo>
                    <a:pt x="1417319" y="861822"/>
                  </a:lnTo>
                  <a:lnTo>
                    <a:pt x="1462649" y="854531"/>
                  </a:lnTo>
                  <a:lnTo>
                    <a:pt x="1501981" y="834219"/>
                  </a:lnTo>
                  <a:lnTo>
                    <a:pt x="1532973" y="803227"/>
                  </a:lnTo>
                  <a:lnTo>
                    <a:pt x="1553285" y="763895"/>
                  </a:lnTo>
                  <a:lnTo>
                    <a:pt x="1560575" y="718565"/>
                  </a:lnTo>
                  <a:lnTo>
                    <a:pt x="1560575" y="143255"/>
                  </a:lnTo>
                  <a:lnTo>
                    <a:pt x="1553285" y="97926"/>
                  </a:lnTo>
                  <a:lnTo>
                    <a:pt x="1532973" y="58594"/>
                  </a:lnTo>
                  <a:lnTo>
                    <a:pt x="1501981" y="27602"/>
                  </a:lnTo>
                  <a:lnTo>
                    <a:pt x="1462649" y="7290"/>
                  </a:lnTo>
                  <a:lnTo>
                    <a:pt x="1417319" y="0"/>
                  </a:lnTo>
                  <a:lnTo>
                    <a:pt x="144017" y="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5">
            <a:extLst>
              <a:ext uri="{FF2B5EF4-FFF2-40B4-BE49-F238E27FC236}">
                <a16:creationId xmlns:a16="http://schemas.microsoft.com/office/drawing/2014/main" id="{4BBDCC2D-671D-EC9E-8CEA-FA3E522AC531}"/>
              </a:ext>
            </a:extLst>
          </p:cNvPr>
          <p:cNvSpPr txBox="1"/>
          <p:nvPr/>
        </p:nvSpPr>
        <p:spPr>
          <a:xfrm>
            <a:off x="3416814" y="4589691"/>
            <a:ext cx="1549400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635" algn="ctr">
              <a:lnSpc>
                <a:spcPct val="100099"/>
              </a:lnSpc>
              <a:spcBef>
                <a:spcPts val="100"/>
              </a:spcBef>
            </a:pPr>
            <a:r>
              <a:rPr sz="1600" b="1" spc="-20" dirty="0">
                <a:solidFill>
                  <a:srgbClr val="3333CC"/>
                </a:solidFill>
                <a:latin typeface="Lantinghei SC Heavy"/>
                <a:cs typeface="Lantinghei SC Heavy"/>
              </a:rPr>
              <a:t>主文件按索引字</a:t>
            </a:r>
            <a:r>
              <a:rPr sz="1600" b="1" spc="-10" dirty="0">
                <a:solidFill>
                  <a:srgbClr val="3333CC"/>
                </a:solidFill>
                <a:latin typeface="Lantinghei SC Heavy"/>
                <a:cs typeface="Lantinghei SC Heavy"/>
              </a:rPr>
              <a:t>段</a:t>
            </a:r>
            <a:r>
              <a:rPr sz="2000" b="1" spc="-20" dirty="0">
                <a:solidFill>
                  <a:srgbClr val="CC0000"/>
                </a:solidFill>
                <a:latin typeface="Lantinghei SC Heavy"/>
                <a:cs typeface="Lantinghei SC Heavy"/>
              </a:rPr>
              <a:t>排序</a:t>
            </a:r>
            <a:r>
              <a:rPr sz="1600" b="1" spc="-20" dirty="0">
                <a:solidFill>
                  <a:srgbClr val="3333CC"/>
                </a:solidFill>
                <a:latin typeface="Lantinghei SC Heavy"/>
                <a:cs typeface="Lantinghei SC Heavy"/>
              </a:rPr>
              <a:t>且索引字段不是候选键</a:t>
            </a:r>
            <a:endParaRPr sz="1600">
              <a:latin typeface="Lantinghei SC Heavy"/>
              <a:cs typeface="Lantinghei SC Heavy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119F3A63-F7E3-9E1C-D1C6-2105E1018798}"/>
              </a:ext>
            </a:extLst>
          </p:cNvPr>
          <p:cNvSpPr txBox="1"/>
          <p:nvPr/>
        </p:nvSpPr>
        <p:spPr>
          <a:xfrm>
            <a:off x="1594862" y="4166019"/>
            <a:ext cx="1093470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670" algn="just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3333CC"/>
                </a:solidFill>
                <a:latin typeface="Lantinghei SC Heavy"/>
                <a:cs typeface="Lantinghei SC Heavy"/>
              </a:rPr>
              <a:t>索引文件中索引字段值</a:t>
            </a:r>
            <a:r>
              <a:rPr sz="1600" b="1" dirty="0">
                <a:solidFill>
                  <a:srgbClr val="3333CC"/>
                </a:solidFill>
                <a:latin typeface="Lantinghei SC Heavy"/>
                <a:cs typeface="Lantinghei SC Heavy"/>
              </a:rPr>
              <a:t>是</a:t>
            </a:r>
            <a:r>
              <a:rPr sz="2000" b="1" spc="-20" dirty="0">
                <a:solidFill>
                  <a:srgbClr val="CC0000"/>
                </a:solidFill>
                <a:latin typeface="Lantinghei SC Heavy"/>
                <a:cs typeface="Lantinghei SC Heavy"/>
              </a:rPr>
              <a:t>不</a:t>
            </a:r>
            <a:r>
              <a:rPr sz="1600" b="1" spc="-20" dirty="0">
                <a:solidFill>
                  <a:srgbClr val="3333CC"/>
                </a:solidFill>
                <a:latin typeface="Lantinghei SC Heavy"/>
                <a:cs typeface="Lantinghei SC Heavy"/>
              </a:rPr>
              <a:t>重复的</a:t>
            </a:r>
            <a:endParaRPr sz="1600">
              <a:latin typeface="Lantinghei SC Heavy"/>
              <a:cs typeface="Lantinghei SC Heavy"/>
            </a:endParaRPr>
          </a:p>
        </p:txBody>
      </p:sp>
      <p:grpSp>
        <p:nvGrpSpPr>
          <p:cNvPr id="28" name="object 27">
            <a:extLst>
              <a:ext uri="{FF2B5EF4-FFF2-40B4-BE49-F238E27FC236}">
                <a16:creationId xmlns:a16="http://schemas.microsoft.com/office/drawing/2014/main" id="{417D6817-52D9-E934-927F-10E49AAB8152}"/>
              </a:ext>
            </a:extLst>
          </p:cNvPr>
          <p:cNvGrpSpPr/>
          <p:nvPr/>
        </p:nvGrpSpPr>
        <p:grpSpPr>
          <a:xfrm>
            <a:off x="5800857" y="5588418"/>
            <a:ext cx="1455420" cy="999490"/>
            <a:chOff x="5359793" y="6147815"/>
            <a:chExt cx="1455420" cy="999490"/>
          </a:xfrm>
        </p:grpSpPr>
        <p:sp>
          <p:nvSpPr>
            <p:cNvPr id="29" name="object 28">
              <a:extLst>
                <a:ext uri="{FF2B5EF4-FFF2-40B4-BE49-F238E27FC236}">
                  <a16:creationId xmlns:a16="http://schemas.microsoft.com/office/drawing/2014/main" id="{4532C115-9DB7-800A-D9A2-8EDA9E202940}"/>
                </a:ext>
              </a:extLst>
            </p:cNvPr>
            <p:cNvSpPr/>
            <p:nvPr/>
          </p:nvSpPr>
          <p:spPr>
            <a:xfrm>
              <a:off x="5359793" y="6147815"/>
              <a:ext cx="1455420" cy="999490"/>
            </a:xfrm>
            <a:custGeom>
              <a:avLst/>
              <a:gdLst/>
              <a:ahLst/>
              <a:cxnLst/>
              <a:rect l="l" t="t" r="r" b="b"/>
              <a:pathLst>
                <a:path w="1455420" h="999490">
                  <a:moveTo>
                    <a:pt x="1455419" y="832104"/>
                  </a:moveTo>
                  <a:lnTo>
                    <a:pt x="1455419" y="166877"/>
                  </a:lnTo>
                  <a:lnTo>
                    <a:pt x="1449465" y="122502"/>
                  </a:lnTo>
                  <a:lnTo>
                    <a:pt x="1432672" y="82634"/>
                  </a:lnTo>
                  <a:lnTo>
                    <a:pt x="1406652" y="48863"/>
                  </a:lnTo>
                  <a:lnTo>
                    <a:pt x="1373011" y="22775"/>
                  </a:lnTo>
                  <a:lnTo>
                    <a:pt x="1333358" y="5958"/>
                  </a:lnTo>
                  <a:lnTo>
                    <a:pt x="1289303" y="0"/>
                  </a:lnTo>
                  <a:lnTo>
                    <a:pt x="166115" y="0"/>
                  </a:lnTo>
                  <a:lnTo>
                    <a:pt x="121796" y="5958"/>
                  </a:lnTo>
                  <a:lnTo>
                    <a:pt x="82070" y="22775"/>
                  </a:lnTo>
                  <a:lnTo>
                    <a:pt x="48482" y="48863"/>
                  </a:lnTo>
                  <a:lnTo>
                    <a:pt x="22577" y="82634"/>
                  </a:lnTo>
                  <a:lnTo>
                    <a:pt x="5901" y="122502"/>
                  </a:lnTo>
                  <a:lnTo>
                    <a:pt x="0" y="166878"/>
                  </a:lnTo>
                  <a:lnTo>
                    <a:pt x="0" y="832104"/>
                  </a:lnTo>
                  <a:lnTo>
                    <a:pt x="5901" y="876479"/>
                  </a:lnTo>
                  <a:lnTo>
                    <a:pt x="22577" y="916347"/>
                  </a:lnTo>
                  <a:lnTo>
                    <a:pt x="48482" y="950118"/>
                  </a:lnTo>
                  <a:lnTo>
                    <a:pt x="82070" y="976206"/>
                  </a:lnTo>
                  <a:lnTo>
                    <a:pt x="121796" y="993023"/>
                  </a:lnTo>
                  <a:lnTo>
                    <a:pt x="166115" y="998982"/>
                  </a:lnTo>
                  <a:lnTo>
                    <a:pt x="1289303" y="998982"/>
                  </a:lnTo>
                  <a:lnTo>
                    <a:pt x="1333358" y="993023"/>
                  </a:lnTo>
                  <a:lnTo>
                    <a:pt x="1373011" y="976206"/>
                  </a:lnTo>
                  <a:lnTo>
                    <a:pt x="1406651" y="950118"/>
                  </a:lnTo>
                  <a:lnTo>
                    <a:pt x="1432672" y="916347"/>
                  </a:lnTo>
                  <a:lnTo>
                    <a:pt x="1449465" y="876479"/>
                  </a:lnTo>
                  <a:lnTo>
                    <a:pt x="1455419" y="83210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9">
              <a:extLst>
                <a:ext uri="{FF2B5EF4-FFF2-40B4-BE49-F238E27FC236}">
                  <a16:creationId xmlns:a16="http://schemas.microsoft.com/office/drawing/2014/main" id="{8F922FB6-E16C-01F0-47B1-FC9CB6B8BC1C}"/>
                </a:ext>
              </a:extLst>
            </p:cNvPr>
            <p:cNvSpPr/>
            <p:nvPr/>
          </p:nvSpPr>
          <p:spPr>
            <a:xfrm>
              <a:off x="5416943" y="6211823"/>
              <a:ext cx="1348740" cy="871219"/>
            </a:xfrm>
            <a:custGeom>
              <a:avLst/>
              <a:gdLst/>
              <a:ahLst/>
              <a:cxnLst/>
              <a:rect l="l" t="t" r="r" b="b"/>
              <a:pathLst>
                <a:path w="1348740" h="871220">
                  <a:moveTo>
                    <a:pt x="1348739" y="726185"/>
                  </a:moveTo>
                  <a:lnTo>
                    <a:pt x="1348739" y="144779"/>
                  </a:lnTo>
                  <a:lnTo>
                    <a:pt x="1341363" y="98999"/>
                  </a:lnTo>
                  <a:lnTo>
                    <a:pt x="1320820" y="59253"/>
                  </a:lnTo>
                  <a:lnTo>
                    <a:pt x="1289486" y="27919"/>
                  </a:lnTo>
                  <a:lnTo>
                    <a:pt x="1249740" y="7376"/>
                  </a:lnTo>
                  <a:lnTo>
                    <a:pt x="1203959" y="0"/>
                  </a:lnTo>
                  <a:lnTo>
                    <a:pt x="144779" y="0"/>
                  </a:lnTo>
                  <a:lnTo>
                    <a:pt x="98999" y="7376"/>
                  </a:lnTo>
                  <a:lnTo>
                    <a:pt x="59253" y="27919"/>
                  </a:lnTo>
                  <a:lnTo>
                    <a:pt x="27919" y="59253"/>
                  </a:lnTo>
                  <a:lnTo>
                    <a:pt x="7376" y="98999"/>
                  </a:lnTo>
                  <a:lnTo>
                    <a:pt x="0" y="144780"/>
                  </a:lnTo>
                  <a:lnTo>
                    <a:pt x="0" y="726186"/>
                  </a:lnTo>
                  <a:lnTo>
                    <a:pt x="7376" y="771966"/>
                  </a:lnTo>
                  <a:lnTo>
                    <a:pt x="27919" y="811712"/>
                  </a:lnTo>
                  <a:lnTo>
                    <a:pt x="59253" y="843046"/>
                  </a:lnTo>
                  <a:lnTo>
                    <a:pt x="98999" y="863589"/>
                  </a:lnTo>
                  <a:lnTo>
                    <a:pt x="144779" y="870966"/>
                  </a:lnTo>
                  <a:lnTo>
                    <a:pt x="1203959" y="870966"/>
                  </a:lnTo>
                  <a:lnTo>
                    <a:pt x="1249740" y="863589"/>
                  </a:lnTo>
                  <a:lnTo>
                    <a:pt x="1289486" y="843046"/>
                  </a:lnTo>
                  <a:lnTo>
                    <a:pt x="1320820" y="811712"/>
                  </a:lnTo>
                  <a:lnTo>
                    <a:pt x="1341363" y="771966"/>
                  </a:lnTo>
                  <a:lnTo>
                    <a:pt x="1348739" y="726185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0">
              <a:extLst>
                <a:ext uri="{FF2B5EF4-FFF2-40B4-BE49-F238E27FC236}">
                  <a16:creationId xmlns:a16="http://schemas.microsoft.com/office/drawing/2014/main" id="{8F61D737-9DAD-88E8-5117-F1E9194354B0}"/>
                </a:ext>
              </a:extLst>
            </p:cNvPr>
            <p:cNvSpPr/>
            <p:nvPr/>
          </p:nvSpPr>
          <p:spPr>
            <a:xfrm>
              <a:off x="5416943" y="6211823"/>
              <a:ext cx="1348740" cy="871219"/>
            </a:xfrm>
            <a:custGeom>
              <a:avLst/>
              <a:gdLst/>
              <a:ahLst/>
              <a:cxnLst/>
              <a:rect l="l" t="t" r="r" b="b"/>
              <a:pathLst>
                <a:path w="1348740" h="871220">
                  <a:moveTo>
                    <a:pt x="144779" y="0"/>
                  </a:moveTo>
                  <a:lnTo>
                    <a:pt x="98999" y="7376"/>
                  </a:lnTo>
                  <a:lnTo>
                    <a:pt x="59253" y="27919"/>
                  </a:lnTo>
                  <a:lnTo>
                    <a:pt x="27919" y="59253"/>
                  </a:lnTo>
                  <a:lnTo>
                    <a:pt x="7376" y="98999"/>
                  </a:lnTo>
                  <a:lnTo>
                    <a:pt x="0" y="144780"/>
                  </a:lnTo>
                  <a:lnTo>
                    <a:pt x="0" y="726186"/>
                  </a:lnTo>
                  <a:lnTo>
                    <a:pt x="7376" y="771966"/>
                  </a:lnTo>
                  <a:lnTo>
                    <a:pt x="27919" y="811712"/>
                  </a:lnTo>
                  <a:lnTo>
                    <a:pt x="59253" y="843046"/>
                  </a:lnTo>
                  <a:lnTo>
                    <a:pt x="98999" y="863589"/>
                  </a:lnTo>
                  <a:lnTo>
                    <a:pt x="144779" y="870966"/>
                  </a:lnTo>
                  <a:lnTo>
                    <a:pt x="1203959" y="870966"/>
                  </a:lnTo>
                  <a:lnTo>
                    <a:pt x="1249740" y="863589"/>
                  </a:lnTo>
                  <a:lnTo>
                    <a:pt x="1289486" y="843046"/>
                  </a:lnTo>
                  <a:lnTo>
                    <a:pt x="1320820" y="811712"/>
                  </a:lnTo>
                  <a:lnTo>
                    <a:pt x="1341363" y="771966"/>
                  </a:lnTo>
                  <a:lnTo>
                    <a:pt x="1348739" y="726185"/>
                  </a:lnTo>
                  <a:lnTo>
                    <a:pt x="1348739" y="144779"/>
                  </a:lnTo>
                  <a:lnTo>
                    <a:pt x="1341363" y="98999"/>
                  </a:lnTo>
                  <a:lnTo>
                    <a:pt x="1320820" y="59253"/>
                  </a:lnTo>
                  <a:lnTo>
                    <a:pt x="1289486" y="27919"/>
                  </a:lnTo>
                  <a:lnTo>
                    <a:pt x="1249740" y="7376"/>
                  </a:lnTo>
                  <a:lnTo>
                    <a:pt x="1203959" y="0"/>
                  </a:lnTo>
                  <a:lnTo>
                    <a:pt x="144779" y="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1">
            <a:extLst>
              <a:ext uri="{FF2B5EF4-FFF2-40B4-BE49-F238E27FC236}">
                <a16:creationId xmlns:a16="http://schemas.microsoft.com/office/drawing/2014/main" id="{E92CF738-1553-AADC-2506-B1A6D1E4C78A}"/>
              </a:ext>
            </a:extLst>
          </p:cNvPr>
          <p:cNvSpPr txBox="1"/>
          <p:nvPr/>
        </p:nvSpPr>
        <p:spPr>
          <a:xfrm>
            <a:off x="5989316" y="5700685"/>
            <a:ext cx="1093470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670" algn="just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3333CC"/>
                </a:solidFill>
                <a:latin typeface="Lantinghei SC Heavy"/>
                <a:cs typeface="Lantinghei SC Heavy"/>
              </a:rPr>
              <a:t>索引文件中索引字段值</a:t>
            </a:r>
            <a:r>
              <a:rPr sz="1600" b="1" dirty="0">
                <a:solidFill>
                  <a:srgbClr val="3333CC"/>
                </a:solidFill>
                <a:latin typeface="Lantinghei SC Heavy"/>
                <a:cs typeface="Lantinghei SC Heavy"/>
              </a:rPr>
              <a:t>是</a:t>
            </a:r>
            <a:r>
              <a:rPr sz="2000" b="1" spc="-20" dirty="0">
                <a:solidFill>
                  <a:srgbClr val="CC0000"/>
                </a:solidFill>
                <a:latin typeface="Lantinghei SC Heavy"/>
                <a:cs typeface="Lantinghei SC Heavy"/>
              </a:rPr>
              <a:t>有</a:t>
            </a:r>
            <a:r>
              <a:rPr sz="1600" b="1" spc="-20" dirty="0">
                <a:solidFill>
                  <a:srgbClr val="3333CC"/>
                </a:solidFill>
                <a:latin typeface="Lantinghei SC Heavy"/>
                <a:cs typeface="Lantinghei SC Heavy"/>
              </a:rPr>
              <a:t>重复的</a:t>
            </a:r>
            <a:endParaRPr sz="1600">
              <a:latin typeface="Lantinghei SC Heavy"/>
              <a:cs typeface="Lantinghei SC Heavy"/>
            </a:endParaRPr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85405236-1915-6251-B819-6FDB5F73A5C3}"/>
              </a:ext>
            </a:extLst>
          </p:cNvPr>
          <p:cNvSpPr txBox="1"/>
          <p:nvPr/>
        </p:nvSpPr>
        <p:spPr>
          <a:xfrm>
            <a:off x="8153399" y="5671729"/>
            <a:ext cx="1499235" cy="8197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465" marR="5080" indent="-25400" algn="just">
              <a:lnSpc>
                <a:spcPct val="100400"/>
              </a:lnSpc>
              <a:spcBef>
                <a:spcPts val="85"/>
              </a:spcBef>
            </a:pPr>
            <a:r>
              <a:rPr sz="1600" b="1" spc="-5" dirty="0">
                <a:solidFill>
                  <a:srgbClr val="3333CC"/>
                </a:solidFill>
                <a:latin typeface="Lantinghei SC Heavy"/>
                <a:cs typeface="Lantinghei SC Heavy"/>
              </a:rPr>
              <a:t>主文件</a:t>
            </a:r>
            <a:r>
              <a:rPr sz="2000" b="1" spc="-20" dirty="0">
                <a:solidFill>
                  <a:srgbClr val="CC0000"/>
                </a:solidFill>
                <a:latin typeface="Lantinghei SC Heavy"/>
                <a:cs typeface="Lantinghei SC Heavy"/>
              </a:rPr>
              <a:t>未</a:t>
            </a:r>
            <a:r>
              <a:rPr sz="1600" b="1" spc="-20" dirty="0">
                <a:solidFill>
                  <a:srgbClr val="3333CC"/>
                </a:solidFill>
                <a:latin typeface="Lantinghei SC Heavy"/>
                <a:cs typeface="Lantinghei SC Heavy"/>
              </a:rPr>
              <a:t>按索引字段排序且索引字段不是候选键</a:t>
            </a:r>
            <a:endParaRPr sz="1600">
              <a:latin typeface="Lantinghei SC Heavy"/>
              <a:cs typeface="Lantinghei SC Heavy"/>
            </a:endParaRPr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2CCC0BB7-DC40-8513-C3AE-4CC5B8FF7D77}"/>
              </a:ext>
            </a:extLst>
          </p:cNvPr>
          <p:cNvSpPr txBox="1"/>
          <p:nvPr/>
        </p:nvSpPr>
        <p:spPr>
          <a:xfrm>
            <a:off x="5813297" y="2293784"/>
            <a:ext cx="1448435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3333CC"/>
                </a:solidFill>
                <a:latin typeface="Lantinghei SC Heavy"/>
                <a:cs typeface="Lantinghei SC Heavy"/>
              </a:rPr>
              <a:t>引入指针桶处理非候选键索引的多记录情况</a:t>
            </a:r>
            <a:endParaRPr sz="1600">
              <a:latin typeface="Lantinghei SC Heavy"/>
              <a:cs typeface="Lantinghei SC Heavy"/>
            </a:endParaRPr>
          </a:p>
        </p:txBody>
      </p:sp>
      <p:grpSp>
        <p:nvGrpSpPr>
          <p:cNvPr id="35" name="object 34">
            <a:extLst>
              <a:ext uri="{FF2B5EF4-FFF2-40B4-BE49-F238E27FC236}">
                <a16:creationId xmlns:a16="http://schemas.microsoft.com/office/drawing/2014/main" id="{7E2D7D50-3638-CC76-4842-2C25F73BCD46}"/>
              </a:ext>
            </a:extLst>
          </p:cNvPr>
          <p:cNvGrpSpPr/>
          <p:nvPr/>
        </p:nvGrpSpPr>
        <p:grpSpPr>
          <a:xfrm>
            <a:off x="7983212" y="2506129"/>
            <a:ext cx="1830705" cy="998219"/>
            <a:chOff x="7542148" y="3065526"/>
            <a:chExt cx="1830705" cy="998219"/>
          </a:xfrm>
        </p:grpSpPr>
        <p:sp>
          <p:nvSpPr>
            <p:cNvPr id="36" name="object 35">
              <a:extLst>
                <a:ext uri="{FF2B5EF4-FFF2-40B4-BE49-F238E27FC236}">
                  <a16:creationId xmlns:a16="http://schemas.microsoft.com/office/drawing/2014/main" id="{E8AEBBBC-4C50-6D0F-1DEB-DDF2C24391C0}"/>
                </a:ext>
              </a:extLst>
            </p:cNvPr>
            <p:cNvSpPr/>
            <p:nvPr/>
          </p:nvSpPr>
          <p:spPr>
            <a:xfrm>
              <a:off x="7542148" y="3065526"/>
              <a:ext cx="1830705" cy="998219"/>
            </a:xfrm>
            <a:custGeom>
              <a:avLst/>
              <a:gdLst/>
              <a:ahLst/>
              <a:cxnLst/>
              <a:rect l="l" t="t" r="r" b="b"/>
              <a:pathLst>
                <a:path w="1830704" h="998220">
                  <a:moveTo>
                    <a:pt x="1830323" y="832103"/>
                  </a:moveTo>
                  <a:lnTo>
                    <a:pt x="1830323" y="166115"/>
                  </a:lnTo>
                  <a:lnTo>
                    <a:pt x="1824422" y="121796"/>
                  </a:lnTo>
                  <a:lnTo>
                    <a:pt x="1807746" y="82070"/>
                  </a:lnTo>
                  <a:lnTo>
                    <a:pt x="1781841" y="48482"/>
                  </a:lnTo>
                  <a:lnTo>
                    <a:pt x="1748253" y="22577"/>
                  </a:lnTo>
                  <a:lnTo>
                    <a:pt x="1708527" y="5901"/>
                  </a:lnTo>
                  <a:lnTo>
                    <a:pt x="1664208" y="0"/>
                  </a:lnTo>
                  <a:lnTo>
                    <a:pt x="166877" y="0"/>
                  </a:lnTo>
                  <a:lnTo>
                    <a:pt x="122502" y="5901"/>
                  </a:lnTo>
                  <a:lnTo>
                    <a:pt x="82634" y="22577"/>
                  </a:lnTo>
                  <a:lnTo>
                    <a:pt x="48863" y="48482"/>
                  </a:lnTo>
                  <a:lnTo>
                    <a:pt x="22775" y="82070"/>
                  </a:lnTo>
                  <a:lnTo>
                    <a:pt x="5958" y="121796"/>
                  </a:lnTo>
                  <a:lnTo>
                    <a:pt x="0" y="166116"/>
                  </a:lnTo>
                  <a:lnTo>
                    <a:pt x="0" y="832104"/>
                  </a:lnTo>
                  <a:lnTo>
                    <a:pt x="5958" y="876158"/>
                  </a:lnTo>
                  <a:lnTo>
                    <a:pt x="22775" y="915811"/>
                  </a:lnTo>
                  <a:lnTo>
                    <a:pt x="48863" y="949451"/>
                  </a:lnTo>
                  <a:lnTo>
                    <a:pt x="82634" y="975472"/>
                  </a:lnTo>
                  <a:lnTo>
                    <a:pt x="122502" y="992265"/>
                  </a:lnTo>
                  <a:lnTo>
                    <a:pt x="166877" y="998219"/>
                  </a:lnTo>
                  <a:lnTo>
                    <a:pt x="1664208" y="998219"/>
                  </a:lnTo>
                  <a:lnTo>
                    <a:pt x="1708527" y="992265"/>
                  </a:lnTo>
                  <a:lnTo>
                    <a:pt x="1748253" y="975472"/>
                  </a:lnTo>
                  <a:lnTo>
                    <a:pt x="1781841" y="949451"/>
                  </a:lnTo>
                  <a:lnTo>
                    <a:pt x="1807746" y="915811"/>
                  </a:lnTo>
                  <a:lnTo>
                    <a:pt x="1824422" y="876158"/>
                  </a:lnTo>
                  <a:lnTo>
                    <a:pt x="1830323" y="83210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6">
              <a:extLst>
                <a:ext uri="{FF2B5EF4-FFF2-40B4-BE49-F238E27FC236}">
                  <a16:creationId xmlns:a16="http://schemas.microsoft.com/office/drawing/2014/main" id="{942DC501-4A9C-9887-74F7-55560A825E77}"/>
                </a:ext>
              </a:extLst>
            </p:cNvPr>
            <p:cNvSpPr/>
            <p:nvPr/>
          </p:nvSpPr>
          <p:spPr>
            <a:xfrm>
              <a:off x="7613789" y="3128772"/>
              <a:ext cx="1697355" cy="871855"/>
            </a:xfrm>
            <a:custGeom>
              <a:avLst/>
              <a:gdLst/>
              <a:ahLst/>
              <a:cxnLst/>
              <a:rect l="l" t="t" r="r" b="b"/>
              <a:pathLst>
                <a:path w="1697354" h="871854">
                  <a:moveTo>
                    <a:pt x="1696974" y="726185"/>
                  </a:moveTo>
                  <a:lnTo>
                    <a:pt x="1696974" y="145541"/>
                  </a:lnTo>
                  <a:lnTo>
                    <a:pt x="1689591" y="99389"/>
                  </a:lnTo>
                  <a:lnTo>
                    <a:pt x="1669005" y="59417"/>
                  </a:lnTo>
                  <a:lnTo>
                    <a:pt x="1637556" y="27968"/>
                  </a:lnTo>
                  <a:lnTo>
                    <a:pt x="1597584" y="7382"/>
                  </a:lnTo>
                  <a:lnTo>
                    <a:pt x="1551432" y="0"/>
                  </a:lnTo>
                  <a:lnTo>
                    <a:pt x="145542" y="0"/>
                  </a:lnTo>
                  <a:lnTo>
                    <a:pt x="99389" y="7382"/>
                  </a:lnTo>
                  <a:lnTo>
                    <a:pt x="59417" y="27968"/>
                  </a:lnTo>
                  <a:lnTo>
                    <a:pt x="27968" y="59417"/>
                  </a:lnTo>
                  <a:lnTo>
                    <a:pt x="7382" y="99389"/>
                  </a:lnTo>
                  <a:lnTo>
                    <a:pt x="0" y="145542"/>
                  </a:lnTo>
                  <a:lnTo>
                    <a:pt x="0" y="726186"/>
                  </a:lnTo>
                  <a:lnTo>
                    <a:pt x="7382" y="772046"/>
                  </a:lnTo>
                  <a:lnTo>
                    <a:pt x="27968" y="811981"/>
                  </a:lnTo>
                  <a:lnTo>
                    <a:pt x="59417" y="843540"/>
                  </a:lnTo>
                  <a:lnTo>
                    <a:pt x="99389" y="864272"/>
                  </a:lnTo>
                  <a:lnTo>
                    <a:pt x="145542" y="871728"/>
                  </a:lnTo>
                  <a:lnTo>
                    <a:pt x="1551432" y="871728"/>
                  </a:lnTo>
                  <a:lnTo>
                    <a:pt x="1597584" y="864272"/>
                  </a:lnTo>
                  <a:lnTo>
                    <a:pt x="1637556" y="843540"/>
                  </a:lnTo>
                  <a:lnTo>
                    <a:pt x="1669005" y="811981"/>
                  </a:lnTo>
                  <a:lnTo>
                    <a:pt x="1689591" y="772046"/>
                  </a:lnTo>
                  <a:lnTo>
                    <a:pt x="1696974" y="726185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7">
              <a:extLst>
                <a:ext uri="{FF2B5EF4-FFF2-40B4-BE49-F238E27FC236}">
                  <a16:creationId xmlns:a16="http://schemas.microsoft.com/office/drawing/2014/main" id="{708EEC3C-C069-CA3C-6054-426AB3640303}"/>
                </a:ext>
              </a:extLst>
            </p:cNvPr>
            <p:cNvSpPr/>
            <p:nvPr/>
          </p:nvSpPr>
          <p:spPr>
            <a:xfrm>
              <a:off x="7613789" y="3128772"/>
              <a:ext cx="1697355" cy="871855"/>
            </a:xfrm>
            <a:custGeom>
              <a:avLst/>
              <a:gdLst/>
              <a:ahLst/>
              <a:cxnLst/>
              <a:rect l="l" t="t" r="r" b="b"/>
              <a:pathLst>
                <a:path w="1697354" h="871854">
                  <a:moveTo>
                    <a:pt x="145542" y="0"/>
                  </a:moveTo>
                  <a:lnTo>
                    <a:pt x="99389" y="7382"/>
                  </a:lnTo>
                  <a:lnTo>
                    <a:pt x="59417" y="27968"/>
                  </a:lnTo>
                  <a:lnTo>
                    <a:pt x="27968" y="59417"/>
                  </a:lnTo>
                  <a:lnTo>
                    <a:pt x="7382" y="99389"/>
                  </a:lnTo>
                  <a:lnTo>
                    <a:pt x="0" y="145542"/>
                  </a:lnTo>
                  <a:lnTo>
                    <a:pt x="0" y="726186"/>
                  </a:lnTo>
                  <a:lnTo>
                    <a:pt x="7382" y="772046"/>
                  </a:lnTo>
                  <a:lnTo>
                    <a:pt x="27968" y="811981"/>
                  </a:lnTo>
                  <a:lnTo>
                    <a:pt x="59417" y="843540"/>
                  </a:lnTo>
                  <a:lnTo>
                    <a:pt x="99389" y="864272"/>
                  </a:lnTo>
                  <a:lnTo>
                    <a:pt x="145542" y="871728"/>
                  </a:lnTo>
                  <a:lnTo>
                    <a:pt x="1551432" y="871728"/>
                  </a:lnTo>
                  <a:lnTo>
                    <a:pt x="1597584" y="864272"/>
                  </a:lnTo>
                  <a:lnTo>
                    <a:pt x="1637556" y="843540"/>
                  </a:lnTo>
                  <a:lnTo>
                    <a:pt x="1669005" y="811981"/>
                  </a:lnTo>
                  <a:lnTo>
                    <a:pt x="1689591" y="772046"/>
                  </a:lnTo>
                  <a:lnTo>
                    <a:pt x="1696974" y="726185"/>
                  </a:lnTo>
                  <a:lnTo>
                    <a:pt x="1696974" y="145541"/>
                  </a:lnTo>
                  <a:lnTo>
                    <a:pt x="1689591" y="99389"/>
                  </a:lnTo>
                  <a:lnTo>
                    <a:pt x="1669005" y="59417"/>
                  </a:lnTo>
                  <a:lnTo>
                    <a:pt x="1637556" y="27968"/>
                  </a:lnTo>
                  <a:lnTo>
                    <a:pt x="1597584" y="7382"/>
                  </a:lnTo>
                  <a:lnTo>
                    <a:pt x="1551432" y="0"/>
                  </a:lnTo>
                  <a:lnTo>
                    <a:pt x="145542" y="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8">
            <a:extLst>
              <a:ext uri="{FF2B5EF4-FFF2-40B4-BE49-F238E27FC236}">
                <a16:creationId xmlns:a16="http://schemas.microsoft.com/office/drawing/2014/main" id="{CBD3B78C-F450-DBA2-9085-3C0351534005}"/>
              </a:ext>
            </a:extLst>
          </p:cNvPr>
          <p:cNvSpPr txBox="1"/>
          <p:nvPr/>
        </p:nvSpPr>
        <p:spPr>
          <a:xfrm>
            <a:off x="8157971" y="2617635"/>
            <a:ext cx="1499235" cy="819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65" marR="5080" indent="-25400" algn="just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3333CC"/>
                </a:solidFill>
                <a:latin typeface="Lantinghei SC Heavy"/>
                <a:cs typeface="Lantinghei SC Heavy"/>
              </a:rPr>
              <a:t>主文件</a:t>
            </a:r>
            <a:r>
              <a:rPr sz="2000" b="1" spc="-20" dirty="0">
                <a:solidFill>
                  <a:srgbClr val="CC0000"/>
                </a:solidFill>
                <a:latin typeface="Lantinghei SC Heavy"/>
                <a:cs typeface="Lantinghei SC Heavy"/>
              </a:rPr>
              <a:t>未</a:t>
            </a:r>
            <a:r>
              <a:rPr sz="1600" b="1" spc="-20" dirty="0">
                <a:solidFill>
                  <a:srgbClr val="3333CC"/>
                </a:solidFill>
                <a:latin typeface="Lantinghei SC Heavy"/>
                <a:cs typeface="Lantinghei SC Heavy"/>
              </a:rPr>
              <a:t>按索引字段排序且索引字段不是候选键</a:t>
            </a:r>
            <a:endParaRPr sz="1600">
              <a:latin typeface="Lantinghei SC Heavy"/>
              <a:cs typeface="Lantinghei SC Heavy"/>
            </a:endParaRPr>
          </a:p>
        </p:txBody>
      </p:sp>
    </p:spTree>
    <p:extLst>
      <p:ext uri="{BB962C8B-B14F-4D97-AF65-F5344CB8AC3E}">
        <p14:creationId xmlns:p14="http://schemas.microsoft.com/office/powerpoint/2010/main" val="1904439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E844FF3D-313B-8A34-2836-83CADE112FA5}"/>
              </a:ext>
            </a:extLst>
          </p:cNvPr>
          <p:cNvGrpSpPr/>
          <p:nvPr/>
        </p:nvGrpSpPr>
        <p:grpSpPr>
          <a:xfrm>
            <a:off x="130565" y="103445"/>
            <a:ext cx="6375406" cy="3072532"/>
            <a:chOff x="2008003" y="3994509"/>
            <a:chExt cx="6375406" cy="3072532"/>
          </a:xfrm>
        </p:grpSpPr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D55A298D-92D9-7014-5EBC-F8AB1A84274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92559" y="4594097"/>
              <a:ext cx="2990850" cy="195071"/>
            </a:xfrm>
            <a:prstGeom prst="rect">
              <a:avLst/>
            </a:prstGeom>
          </p:spPr>
        </p:pic>
        <p:grpSp>
          <p:nvGrpSpPr>
            <p:cNvPr id="8" name="object 6">
              <a:extLst>
                <a:ext uri="{FF2B5EF4-FFF2-40B4-BE49-F238E27FC236}">
                  <a16:creationId xmlns:a16="http://schemas.microsoft.com/office/drawing/2014/main" id="{758B4C40-6950-9499-2800-7630069B6B3F}"/>
                </a:ext>
              </a:extLst>
            </p:cNvPr>
            <p:cNvGrpSpPr/>
            <p:nvPr/>
          </p:nvGrpSpPr>
          <p:grpSpPr>
            <a:xfrm>
              <a:off x="2689745" y="4927091"/>
              <a:ext cx="5689600" cy="2139950"/>
              <a:chOff x="2689745" y="4927091"/>
              <a:chExt cx="5689600" cy="2139950"/>
            </a:xfrm>
          </p:grpSpPr>
          <p:pic>
            <p:nvPicPr>
              <p:cNvPr id="9" name="object 7">
                <a:extLst>
                  <a:ext uri="{FF2B5EF4-FFF2-40B4-BE49-F238E27FC236}">
                    <a16:creationId xmlns:a16="http://schemas.microsoft.com/office/drawing/2014/main" id="{6E576E6E-1C0E-5DCE-C4DB-41701174DDF4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399417" y="4927091"/>
                <a:ext cx="2979420" cy="547877"/>
              </a:xfrm>
              <a:prstGeom prst="rect">
                <a:avLst/>
              </a:prstGeom>
            </p:spPr>
          </p:pic>
          <p:pic>
            <p:nvPicPr>
              <p:cNvPr id="10" name="object 8">
                <a:extLst>
                  <a:ext uri="{FF2B5EF4-FFF2-40B4-BE49-F238E27FC236}">
                    <a16:creationId xmlns:a16="http://schemas.microsoft.com/office/drawing/2014/main" id="{ABF2BD3E-9AAF-8FF1-8FD9-9B9A3B2630F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399417" y="5725667"/>
                <a:ext cx="2979420" cy="547877"/>
              </a:xfrm>
              <a:prstGeom prst="rect">
                <a:avLst/>
              </a:prstGeom>
            </p:spPr>
          </p:pic>
          <p:pic>
            <p:nvPicPr>
              <p:cNvPr id="11" name="object 9">
                <a:extLst>
                  <a:ext uri="{FF2B5EF4-FFF2-40B4-BE49-F238E27FC236}">
                    <a16:creationId xmlns:a16="http://schemas.microsoft.com/office/drawing/2014/main" id="{98805204-BB8F-7A11-8019-F08AFFED9908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399417" y="6524243"/>
                <a:ext cx="2979420" cy="542544"/>
              </a:xfrm>
              <a:prstGeom prst="rect">
                <a:avLst/>
              </a:prstGeom>
            </p:spPr>
          </p:pic>
          <p:pic>
            <p:nvPicPr>
              <p:cNvPr id="12" name="object 10">
                <a:extLst>
                  <a:ext uri="{FF2B5EF4-FFF2-40B4-BE49-F238E27FC236}">
                    <a16:creationId xmlns:a16="http://schemas.microsoft.com/office/drawing/2014/main" id="{05479FED-D365-A985-F715-1BDC4117E993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692031" y="5725667"/>
                <a:ext cx="1059180" cy="534923"/>
              </a:xfrm>
              <a:prstGeom prst="rect">
                <a:avLst/>
              </a:prstGeom>
            </p:spPr>
          </p:pic>
          <p:pic>
            <p:nvPicPr>
              <p:cNvPr id="13" name="object 11">
                <a:extLst>
                  <a:ext uri="{FF2B5EF4-FFF2-40B4-BE49-F238E27FC236}">
                    <a16:creationId xmlns:a16="http://schemas.microsoft.com/office/drawing/2014/main" id="{2DCB8A64-F478-5F82-BD24-2F4E80805358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689745" y="5422391"/>
                <a:ext cx="1066800" cy="181355"/>
              </a:xfrm>
              <a:prstGeom prst="rect">
                <a:avLst/>
              </a:prstGeom>
            </p:spPr>
          </p:pic>
          <p:sp>
            <p:nvSpPr>
              <p:cNvPr id="14" name="object 12">
                <a:extLst>
                  <a:ext uri="{FF2B5EF4-FFF2-40B4-BE49-F238E27FC236}">
                    <a16:creationId xmlns:a16="http://schemas.microsoft.com/office/drawing/2014/main" id="{BD2DD9C7-4465-C754-05CD-F2BE41E01025}"/>
                  </a:ext>
                </a:extLst>
              </p:cNvPr>
              <p:cNvSpPr/>
              <p:nvPr/>
            </p:nvSpPr>
            <p:spPr>
              <a:xfrm>
                <a:off x="3648341" y="4988826"/>
                <a:ext cx="1833880" cy="1664970"/>
              </a:xfrm>
              <a:custGeom>
                <a:avLst/>
                <a:gdLst/>
                <a:ahLst/>
                <a:cxnLst/>
                <a:rect l="l" t="t" r="r" b="b"/>
                <a:pathLst>
                  <a:path w="1833879" h="1664970">
                    <a:moveTo>
                      <a:pt x="1743024" y="794804"/>
                    </a:moveTo>
                    <a:lnTo>
                      <a:pt x="1706181" y="794880"/>
                    </a:lnTo>
                    <a:lnTo>
                      <a:pt x="1673491" y="795108"/>
                    </a:lnTo>
                    <a:lnTo>
                      <a:pt x="1623885" y="795235"/>
                    </a:lnTo>
                    <a:lnTo>
                      <a:pt x="1557731" y="795324"/>
                    </a:lnTo>
                    <a:lnTo>
                      <a:pt x="1474292" y="795782"/>
                    </a:lnTo>
                    <a:lnTo>
                      <a:pt x="1424305" y="796544"/>
                    </a:lnTo>
                    <a:lnTo>
                      <a:pt x="1374343" y="797852"/>
                    </a:lnTo>
                    <a:lnTo>
                      <a:pt x="1324419" y="799858"/>
                    </a:lnTo>
                    <a:lnTo>
                      <a:pt x="1274610" y="802728"/>
                    </a:lnTo>
                    <a:lnTo>
                      <a:pt x="1224940" y="806627"/>
                    </a:lnTo>
                    <a:lnTo>
                      <a:pt x="1175473" y="811682"/>
                    </a:lnTo>
                    <a:lnTo>
                      <a:pt x="1126223" y="818070"/>
                    </a:lnTo>
                    <a:lnTo>
                      <a:pt x="1077264" y="825944"/>
                    </a:lnTo>
                    <a:lnTo>
                      <a:pt x="1028623" y="835469"/>
                    </a:lnTo>
                    <a:lnTo>
                      <a:pt x="980351" y="846785"/>
                    </a:lnTo>
                    <a:lnTo>
                      <a:pt x="932497" y="860044"/>
                    </a:lnTo>
                    <a:lnTo>
                      <a:pt x="885101" y="875423"/>
                    </a:lnTo>
                    <a:lnTo>
                      <a:pt x="838200" y="893064"/>
                    </a:lnTo>
                    <a:lnTo>
                      <a:pt x="804672" y="905256"/>
                    </a:lnTo>
                    <a:lnTo>
                      <a:pt x="739140" y="929640"/>
                    </a:lnTo>
                    <a:lnTo>
                      <a:pt x="690359" y="946531"/>
                    </a:lnTo>
                    <a:lnTo>
                      <a:pt x="641705" y="961923"/>
                    </a:lnTo>
                    <a:lnTo>
                      <a:pt x="592429" y="974890"/>
                    </a:lnTo>
                    <a:lnTo>
                      <a:pt x="541782" y="984504"/>
                    </a:lnTo>
                    <a:lnTo>
                      <a:pt x="475488" y="993559"/>
                    </a:lnTo>
                    <a:lnTo>
                      <a:pt x="424751" y="998550"/>
                    </a:lnTo>
                    <a:lnTo>
                      <a:pt x="374332" y="1001979"/>
                    </a:lnTo>
                    <a:lnTo>
                      <a:pt x="323672" y="1004074"/>
                    </a:lnTo>
                    <a:lnTo>
                      <a:pt x="272973" y="1004951"/>
                    </a:lnTo>
                    <a:lnTo>
                      <a:pt x="233895" y="1004785"/>
                    </a:lnTo>
                    <a:lnTo>
                      <a:pt x="222415" y="1004735"/>
                    </a:lnTo>
                    <a:lnTo>
                      <a:pt x="172212" y="1003554"/>
                    </a:lnTo>
                    <a:lnTo>
                      <a:pt x="138684" y="1002792"/>
                    </a:lnTo>
                    <a:lnTo>
                      <a:pt x="71628" y="1000506"/>
                    </a:lnTo>
                    <a:lnTo>
                      <a:pt x="4572" y="997458"/>
                    </a:lnTo>
                    <a:lnTo>
                      <a:pt x="1524" y="998982"/>
                    </a:lnTo>
                    <a:lnTo>
                      <a:pt x="0" y="1002030"/>
                    </a:lnTo>
                    <a:lnTo>
                      <a:pt x="762" y="1005078"/>
                    </a:lnTo>
                    <a:lnTo>
                      <a:pt x="4572" y="1006602"/>
                    </a:lnTo>
                    <a:lnTo>
                      <a:pt x="70866" y="1009650"/>
                    </a:lnTo>
                    <a:lnTo>
                      <a:pt x="185610" y="1013574"/>
                    </a:lnTo>
                    <a:lnTo>
                      <a:pt x="233895" y="1014323"/>
                    </a:lnTo>
                    <a:lnTo>
                      <a:pt x="272973" y="1014183"/>
                    </a:lnTo>
                    <a:lnTo>
                      <a:pt x="282511" y="1014158"/>
                    </a:lnTo>
                    <a:lnTo>
                      <a:pt x="331228" y="1013028"/>
                    </a:lnTo>
                    <a:lnTo>
                      <a:pt x="379793" y="1010907"/>
                    </a:lnTo>
                    <a:lnTo>
                      <a:pt x="427951" y="1007757"/>
                    </a:lnTo>
                    <a:lnTo>
                      <a:pt x="474726" y="1003617"/>
                    </a:lnTo>
                    <a:lnTo>
                      <a:pt x="475488" y="1003554"/>
                    </a:lnTo>
                    <a:lnTo>
                      <a:pt x="543306" y="994410"/>
                    </a:lnTo>
                    <a:lnTo>
                      <a:pt x="590765" y="985202"/>
                    </a:lnTo>
                    <a:lnTo>
                      <a:pt x="637552" y="973124"/>
                    </a:lnTo>
                    <a:lnTo>
                      <a:pt x="683768" y="958862"/>
                    </a:lnTo>
                    <a:lnTo>
                      <a:pt x="729526" y="943114"/>
                    </a:lnTo>
                    <a:lnTo>
                      <a:pt x="774954" y="926592"/>
                    </a:lnTo>
                    <a:lnTo>
                      <a:pt x="841248" y="901446"/>
                    </a:lnTo>
                    <a:lnTo>
                      <a:pt x="875538" y="890016"/>
                    </a:lnTo>
                    <a:lnTo>
                      <a:pt x="962215" y="861517"/>
                    </a:lnTo>
                    <a:lnTo>
                      <a:pt x="1014704" y="847801"/>
                    </a:lnTo>
                    <a:lnTo>
                      <a:pt x="1067587" y="836676"/>
                    </a:lnTo>
                    <a:lnTo>
                      <a:pt x="1121168" y="828141"/>
                    </a:lnTo>
                    <a:lnTo>
                      <a:pt x="1217676" y="817626"/>
                    </a:lnTo>
                    <a:lnTo>
                      <a:pt x="1261110" y="814578"/>
                    </a:lnTo>
                    <a:lnTo>
                      <a:pt x="1310474" y="811174"/>
                    </a:lnTo>
                    <a:lnTo>
                      <a:pt x="1359877" y="808520"/>
                    </a:lnTo>
                    <a:lnTo>
                      <a:pt x="1409319" y="806538"/>
                    </a:lnTo>
                    <a:lnTo>
                      <a:pt x="1458772" y="805154"/>
                    </a:lnTo>
                    <a:lnTo>
                      <a:pt x="1508239" y="804265"/>
                    </a:lnTo>
                    <a:lnTo>
                      <a:pt x="1557731" y="803821"/>
                    </a:lnTo>
                    <a:lnTo>
                      <a:pt x="1656702" y="803871"/>
                    </a:lnTo>
                    <a:lnTo>
                      <a:pt x="1706181" y="804214"/>
                    </a:lnTo>
                    <a:lnTo>
                      <a:pt x="1742694" y="804545"/>
                    </a:lnTo>
                    <a:lnTo>
                      <a:pt x="1743024" y="804557"/>
                    </a:lnTo>
                    <a:lnTo>
                      <a:pt x="1743024" y="794804"/>
                    </a:lnTo>
                    <a:close/>
                  </a:path>
                  <a:path w="1833879" h="1664970">
                    <a:moveTo>
                      <a:pt x="1818894" y="1633728"/>
                    </a:moveTo>
                    <a:lnTo>
                      <a:pt x="1746504" y="1588770"/>
                    </a:lnTo>
                    <a:lnTo>
                      <a:pt x="1743456" y="1622526"/>
                    </a:lnTo>
                    <a:lnTo>
                      <a:pt x="1725930" y="1620774"/>
                    </a:lnTo>
                    <a:lnTo>
                      <a:pt x="1676577" y="1617383"/>
                    </a:lnTo>
                    <a:lnTo>
                      <a:pt x="1626870" y="1614017"/>
                    </a:lnTo>
                    <a:lnTo>
                      <a:pt x="1576908" y="1610474"/>
                    </a:lnTo>
                    <a:lnTo>
                      <a:pt x="1526819" y="1606537"/>
                    </a:lnTo>
                    <a:lnTo>
                      <a:pt x="1476730" y="1602028"/>
                    </a:lnTo>
                    <a:lnTo>
                      <a:pt x="1426768" y="1596732"/>
                    </a:lnTo>
                    <a:lnTo>
                      <a:pt x="1377061" y="1590433"/>
                    </a:lnTo>
                    <a:lnTo>
                      <a:pt x="1327708" y="1582953"/>
                    </a:lnTo>
                    <a:lnTo>
                      <a:pt x="1278851" y="1574088"/>
                    </a:lnTo>
                    <a:lnTo>
                      <a:pt x="1230630" y="1563624"/>
                    </a:lnTo>
                    <a:lnTo>
                      <a:pt x="1193292" y="1553718"/>
                    </a:lnTo>
                    <a:lnTo>
                      <a:pt x="1145222" y="1536954"/>
                    </a:lnTo>
                    <a:lnTo>
                      <a:pt x="1101420" y="1515287"/>
                    </a:lnTo>
                    <a:lnTo>
                      <a:pt x="1060894" y="1489722"/>
                    </a:lnTo>
                    <a:lnTo>
                      <a:pt x="1022604" y="1461249"/>
                    </a:lnTo>
                    <a:lnTo>
                      <a:pt x="985558" y="1430845"/>
                    </a:lnTo>
                    <a:lnTo>
                      <a:pt x="948728" y="1399527"/>
                    </a:lnTo>
                    <a:lnTo>
                      <a:pt x="911123" y="1368259"/>
                    </a:lnTo>
                    <a:lnTo>
                      <a:pt x="871728" y="1338072"/>
                    </a:lnTo>
                    <a:lnTo>
                      <a:pt x="829056" y="1309878"/>
                    </a:lnTo>
                    <a:lnTo>
                      <a:pt x="773811" y="1281963"/>
                    </a:lnTo>
                    <a:lnTo>
                      <a:pt x="729996" y="1265707"/>
                    </a:lnTo>
                    <a:lnTo>
                      <a:pt x="683856" y="1252283"/>
                    </a:lnTo>
                    <a:lnTo>
                      <a:pt x="636130" y="1241272"/>
                    </a:lnTo>
                    <a:lnTo>
                      <a:pt x="587552" y="1232217"/>
                    </a:lnTo>
                    <a:lnTo>
                      <a:pt x="538848" y="1224699"/>
                    </a:lnTo>
                    <a:lnTo>
                      <a:pt x="490753" y="1218285"/>
                    </a:lnTo>
                    <a:lnTo>
                      <a:pt x="399288" y="1207008"/>
                    </a:lnTo>
                    <a:lnTo>
                      <a:pt x="346710" y="1201674"/>
                    </a:lnTo>
                    <a:lnTo>
                      <a:pt x="320802" y="1199388"/>
                    </a:lnTo>
                    <a:lnTo>
                      <a:pt x="273443" y="1195006"/>
                    </a:lnTo>
                    <a:lnTo>
                      <a:pt x="226060" y="1190904"/>
                    </a:lnTo>
                    <a:lnTo>
                      <a:pt x="178650" y="1186942"/>
                    </a:lnTo>
                    <a:lnTo>
                      <a:pt x="131241" y="1182954"/>
                    </a:lnTo>
                    <a:lnTo>
                      <a:pt x="83883" y="1178775"/>
                    </a:lnTo>
                    <a:lnTo>
                      <a:pt x="36576" y="1174242"/>
                    </a:lnTo>
                    <a:lnTo>
                      <a:pt x="18288" y="1171956"/>
                    </a:lnTo>
                    <a:lnTo>
                      <a:pt x="14478" y="1172718"/>
                    </a:lnTo>
                    <a:lnTo>
                      <a:pt x="12954" y="1176528"/>
                    </a:lnTo>
                    <a:lnTo>
                      <a:pt x="13716" y="1179576"/>
                    </a:lnTo>
                    <a:lnTo>
                      <a:pt x="16764" y="1181862"/>
                    </a:lnTo>
                    <a:lnTo>
                      <a:pt x="72110" y="1187640"/>
                    </a:lnTo>
                    <a:lnTo>
                      <a:pt x="127584" y="1192428"/>
                    </a:lnTo>
                    <a:lnTo>
                      <a:pt x="183121" y="1196759"/>
                    </a:lnTo>
                    <a:lnTo>
                      <a:pt x="238658" y="1201178"/>
                    </a:lnTo>
                    <a:lnTo>
                      <a:pt x="294132" y="1206246"/>
                    </a:lnTo>
                    <a:lnTo>
                      <a:pt x="345948" y="1210818"/>
                    </a:lnTo>
                    <a:lnTo>
                      <a:pt x="392938" y="1216317"/>
                    </a:lnTo>
                    <a:lnTo>
                      <a:pt x="442925" y="1221968"/>
                    </a:lnTo>
                    <a:lnTo>
                      <a:pt x="494957" y="1228217"/>
                    </a:lnTo>
                    <a:lnTo>
                      <a:pt x="548030" y="1235494"/>
                    </a:lnTo>
                    <a:lnTo>
                      <a:pt x="601167" y="1244219"/>
                    </a:lnTo>
                    <a:lnTo>
                      <a:pt x="653389" y="1254823"/>
                    </a:lnTo>
                    <a:lnTo>
                      <a:pt x="703707" y="1267739"/>
                    </a:lnTo>
                    <a:lnTo>
                      <a:pt x="751166" y="1283411"/>
                    </a:lnTo>
                    <a:lnTo>
                      <a:pt x="794766" y="1302258"/>
                    </a:lnTo>
                    <a:lnTo>
                      <a:pt x="838962" y="1327404"/>
                    </a:lnTo>
                    <a:lnTo>
                      <a:pt x="894918" y="1367536"/>
                    </a:lnTo>
                    <a:lnTo>
                      <a:pt x="934707" y="1399933"/>
                    </a:lnTo>
                    <a:lnTo>
                      <a:pt x="973264" y="1432661"/>
                    </a:lnTo>
                    <a:lnTo>
                      <a:pt x="1011809" y="1464602"/>
                    </a:lnTo>
                    <a:lnTo>
                      <a:pt x="1051560" y="1494688"/>
                    </a:lnTo>
                    <a:lnTo>
                      <a:pt x="1093736" y="1521815"/>
                    </a:lnTo>
                    <a:lnTo>
                      <a:pt x="1139545" y="1544904"/>
                    </a:lnTo>
                    <a:lnTo>
                      <a:pt x="1190244" y="1562862"/>
                    </a:lnTo>
                    <a:lnTo>
                      <a:pt x="1228344" y="1573530"/>
                    </a:lnTo>
                    <a:lnTo>
                      <a:pt x="1276870" y="1583817"/>
                    </a:lnTo>
                    <a:lnTo>
                      <a:pt x="1325943" y="1592567"/>
                    </a:lnTo>
                    <a:lnTo>
                      <a:pt x="1375448" y="1599958"/>
                    </a:lnTo>
                    <a:lnTo>
                      <a:pt x="1425282" y="1606194"/>
                    </a:lnTo>
                    <a:lnTo>
                      <a:pt x="1475333" y="1611490"/>
                    </a:lnTo>
                    <a:lnTo>
                      <a:pt x="1525485" y="1616036"/>
                    </a:lnTo>
                    <a:lnTo>
                      <a:pt x="1575663" y="1620024"/>
                    </a:lnTo>
                    <a:lnTo>
                      <a:pt x="1625739" y="1623656"/>
                    </a:lnTo>
                    <a:lnTo>
                      <a:pt x="1675599" y="1627136"/>
                    </a:lnTo>
                    <a:lnTo>
                      <a:pt x="1725168" y="1630680"/>
                    </a:lnTo>
                    <a:lnTo>
                      <a:pt x="1742605" y="1631988"/>
                    </a:lnTo>
                    <a:lnTo>
                      <a:pt x="1739646" y="1664970"/>
                    </a:lnTo>
                    <a:lnTo>
                      <a:pt x="1760982" y="1656549"/>
                    </a:lnTo>
                    <a:lnTo>
                      <a:pt x="1818894" y="1633728"/>
                    </a:lnTo>
                    <a:close/>
                  </a:path>
                  <a:path w="1833879" h="1664970">
                    <a:moveTo>
                      <a:pt x="1818894" y="800862"/>
                    </a:moveTo>
                    <a:lnTo>
                      <a:pt x="1743456" y="762000"/>
                    </a:lnTo>
                    <a:lnTo>
                      <a:pt x="1743125" y="794766"/>
                    </a:lnTo>
                    <a:lnTo>
                      <a:pt x="1755648" y="794766"/>
                    </a:lnTo>
                    <a:lnTo>
                      <a:pt x="1743125" y="794804"/>
                    </a:lnTo>
                    <a:lnTo>
                      <a:pt x="1743024" y="804557"/>
                    </a:lnTo>
                    <a:lnTo>
                      <a:pt x="1743024" y="805180"/>
                    </a:lnTo>
                    <a:lnTo>
                      <a:pt x="1742694" y="838200"/>
                    </a:lnTo>
                    <a:lnTo>
                      <a:pt x="1743024" y="838034"/>
                    </a:lnTo>
                    <a:lnTo>
                      <a:pt x="1760220" y="829602"/>
                    </a:lnTo>
                    <a:lnTo>
                      <a:pt x="1818894" y="800862"/>
                    </a:lnTo>
                    <a:close/>
                  </a:path>
                  <a:path w="1833879" h="1664970">
                    <a:moveTo>
                      <a:pt x="1833372" y="33528"/>
                    </a:moveTo>
                    <a:lnTo>
                      <a:pt x="1754886" y="0"/>
                    </a:lnTo>
                    <a:lnTo>
                      <a:pt x="1756905" y="33743"/>
                    </a:lnTo>
                    <a:lnTo>
                      <a:pt x="1720189" y="36474"/>
                    </a:lnTo>
                    <a:lnTo>
                      <a:pt x="1670278" y="41452"/>
                    </a:lnTo>
                    <a:lnTo>
                      <a:pt x="1620507" y="47828"/>
                    </a:lnTo>
                    <a:lnTo>
                      <a:pt x="1570926" y="55702"/>
                    </a:lnTo>
                    <a:lnTo>
                      <a:pt x="1521675" y="65189"/>
                    </a:lnTo>
                    <a:lnTo>
                      <a:pt x="1472806" y="76415"/>
                    </a:lnTo>
                    <a:lnTo>
                      <a:pt x="1424432" y="89496"/>
                    </a:lnTo>
                    <a:lnTo>
                      <a:pt x="1376654" y="104533"/>
                    </a:lnTo>
                    <a:lnTo>
                      <a:pt x="1329537" y="121653"/>
                    </a:lnTo>
                    <a:lnTo>
                      <a:pt x="1283208" y="140970"/>
                    </a:lnTo>
                    <a:lnTo>
                      <a:pt x="1247394" y="158496"/>
                    </a:lnTo>
                    <a:lnTo>
                      <a:pt x="1203147" y="181813"/>
                    </a:lnTo>
                    <a:lnTo>
                      <a:pt x="1161757" y="209727"/>
                    </a:lnTo>
                    <a:lnTo>
                      <a:pt x="1122845" y="241490"/>
                    </a:lnTo>
                    <a:lnTo>
                      <a:pt x="1086002" y="276326"/>
                    </a:lnTo>
                    <a:lnTo>
                      <a:pt x="1050848" y="313461"/>
                    </a:lnTo>
                    <a:lnTo>
                      <a:pt x="1017003" y="352132"/>
                    </a:lnTo>
                    <a:lnTo>
                      <a:pt x="984084" y="391553"/>
                    </a:lnTo>
                    <a:lnTo>
                      <a:pt x="951687" y="430974"/>
                    </a:lnTo>
                    <a:lnTo>
                      <a:pt x="919441" y="469620"/>
                    </a:lnTo>
                    <a:lnTo>
                      <a:pt x="886968" y="506730"/>
                    </a:lnTo>
                    <a:lnTo>
                      <a:pt x="871728" y="523494"/>
                    </a:lnTo>
                    <a:lnTo>
                      <a:pt x="855726" y="539496"/>
                    </a:lnTo>
                    <a:lnTo>
                      <a:pt x="840486" y="555498"/>
                    </a:lnTo>
                    <a:lnTo>
                      <a:pt x="785317" y="606564"/>
                    </a:lnTo>
                    <a:lnTo>
                      <a:pt x="745451" y="636143"/>
                    </a:lnTo>
                    <a:lnTo>
                      <a:pt x="704697" y="660984"/>
                    </a:lnTo>
                    <a:lnTo>
                      <a:pt x="662838" y="681850"/>
                    </a:lnTo>
                    <a:lnTo>
                      <a:pt x="619696" y="699503"/>
                    </a:lnTo>
                    <a:lnTo>
                      <a:pt x="575094" y="714667"/>
                    </a:lnTo>
                    <a:lnTo>
                      <a:pt x="528815" y="728116"/>
                    </a:lnTo>
                    <a:lnTo>
                      <a:pt x="480695" y="740587"/>
                    </a:lnTo>
                    <a:lnTo>
                      <a:pt x="430530" y="752856"/>
                    </a:lnTo>
                    <a:lnTo>
                      <a:pt x="379476" y="762762"/>
                    </a:lnTo>
                    <a:lnTo>
                      <a:pt x="330250" y="772121"/>
                    </a:lnTo>
                    <a:lnTo>
                      <a:pt x="280924" y="780491"/>
                    </a:lnTo>
                    <a:lnTo>
                      <a:pt x="231533" y="788212"/>
                    </a:lnTo>
                    <a:lnTo>
                      <a:pt x="132740" y="803008"/>
                    </a:lnTo>
                    <a:lnTo>
                      <a:pt x="83439" y="810742"/>
                    </a:lnTo>
                    <a:lnTo>
                      <a:pt x="34290" y="819150"/>
                    </a:lnTo>
                    <a:lnTo>
                      <a:pt x="28194" y="820674"/>
                    </a:lnTo>
                    <a:lnTo>
                      <a:pt x="22098" y="821436"/>
                    </a:lnTo>
                    <a:lnTo>
                      <a:pt x="16002" y="822960"/>
                    </a:lnTo>
                    <a:lnTo>
                      <a:pt x="12954" y="825246"/>
                    </a:lnTo>
                    <a:lnTo>
                      <a:pt x="12954" y="828294"/>
                    </a:lnTo>
                    <a:lnTo>
                      <a:pt x="14478" y="831342"/>
                    </a:lnTo>
                    <a:lnTo>
                      <a:pt x="18288" y="832104"/>
                    </a:lnTo>
                    <a:lnTo>
                      <a:pt x="65684" y="823163"/>
                    </a:lnTo>
                    <a:lnTo>
                      <a:pt x="113703" y="815428"/>
                    </a:lnTo>
                    <a:lnTo>
                      <a:pt x="162052" y="808355"/>
                    </a:lnTo>
                    <a:lnTo>
                      <a:pt x="210451" y="801395"/>
                    </a:lnTo>
                    <a:lnTo>
                      <a:pt x="258635" y="793991"/>
                    </a:lnTo>
                    <a:lnTo>
                      <a:pt x="306324" y="785622"/>
                    </a:lnTo>
                    <a:lnTo>
                      <a:pt x="331470" y="781812"/>
                    </a:lnTo>
                    <a:lnTo>
                      <a:pt x="381762" y="771906"/>
                    </a:lnTo>
                    <a:lnTo>
                      <a:pt x="429450" y="762012"/>
                    </a:lnTo>
                    <a:lnTo>
                      <a:pt x="478320" y="751014"/>
                    </a:lnTo>
                    <a:lnTo>
                      <a:pt x="527710" y="738492"/>
                    </a:lnTo>
                    <a:lnTo>
                      <a:pt x="576948" y="724027"/>
                    </a:lnTo>
                    <a:lnTo>
                      <a:pt x="625386" y="707199"/>
                    </a:lnTo>
                    <a:lnTo>
                      <a:pt x="672338" y="687616"/>
                    </a:lnTo>
                    <a:lnTo>
                      <a:pt x="717181" y="664832"/>
                    </a:lnTo>
                    <a:lnTo>
                      <a:pt x="759218" y="638467"/>
                    </a:lnTo>
                    <a:lnTo>
                      <a:pt x="797814" y="608076"/>
                    </a:lnTo>
                    <a:lnTo>
                      <a:pt x="831342" y="578358"/>
                    </a:lnTo>
                    <a:lnTo>
                      <a:pt x="862584" y="546354"/>
                    </a:lnTo>
                    <a:lnTo>
                      <a:pt x="896213" y="510514"/>
                    </a:lnTo>
                    <a:lnTo>
                      <a:pt x="929246" y="472516"/>
                    </a:lnTo>
                    <a:lnTo>
                      <a:pt x="994981" y="393217"/>
                    </a:lnTo>
                    <a:lnTo>
                      <a:pt x="1028420" y="353466"/>
                    </a:lnTo>
                    <a:lnTo>
                      <a:pt x="1062736" y="314706"/>
                    </a:lnTo>
                    <a:lnTo>
                      <a:pt x="1098296" y="277710"/>
                    </a:lnTo>
                    <a:lnTo>
                      <a:pt x="1135468" y="243268"/>
                    </a:lnTo>
                    <a:lnTo>
                      <a:pt x="1174635" y="212153"/>
                    </a:lnTo>
                    <a:lnTo>
                      <a:pt x="1216152" y="185166"/>
                    </a:lnTo>
                    <a:lnTo>
                      <a:pt x="1251204" y="166878"/>
                    </a:lnTo>
                    <a:lnTo>
                      <a:pt x="1294498" y="146392"/>
                    </a:lnTo>
                    <a:lnTo>
                      <a:pt x="1338795" y="128104"/>
                    </a:lnTo>
                    <a:lnTo>
                      <a:pt x="1383957" y="111899"/>
                    </a:lnTo>
                    <a:lnTo>
                      <a:pt x="1429842" y="97637"/>
                    </a:lnTo>
                    <a:lnTo>
                      <a:pt x="1476311" y="85229"/>
                    </a:lnTo>
                    <a:lnTo>
                      <a:pt x="1523250" y="74523"/>
                    </a:lnTo>
                    <a:lnTo>
                      <a:pt x="1570520" y="65417"/>
                    </a:lnTo>
                    <a:lnTo>
                      <a:pt x="1617980" y="57785"/>
                    </a:lnTo>
                    <a:lnTo>
                      <a:pt x="1665516" y="51511"/>
                    </a:lnTo>
                    <a:lnTo>
                      <a:pt x="1712976" y="46482"/>
                    </a:lnTo>
                    <a:lnTo>
                      <a:pt x="1752600" y="43434"/>
                    </a:lnTo>
                    <a:lnTo>
                      <a:pt x="1756905" y="43053"/>
                    </a:lnTo>
                    <a:lnTo>
                      <a:pt x="1757464" y="43002"/>
                    </a:lnTo>
                    <a:lnTo>
                      <a:pt x="1759458" y="76200"/>
                    </a:lnTo>
                    <a:lnTo>
                      <a:pt x="1774698" y="67398"/>
                    </a:lnTo>
                    <a:lnTo>
                      <a:pt x="1833372" y="33528"/>
                    </a:lnTo>
                    <a:close/>
                  </a:path>
                </a:pathLst>
              </a:custGeom>
              <a:solidFill>
                <a:srgbClr val="FF006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C888AF9B-167E-F0A2-1FA8-FAE8F3991282}"/>
                </a:ext>
              </a:extLst>
            </p:cNvPr>
            <p:cNvSpPr txBox="1"/>
            <p:nvPr/>
          </p:nvSpPr>
          <p:spPr>
            <a:xfrm>
              <a:off x="2008003" y="6337806"/>
              <a:ext cx="1953895" cy="2698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1330325" algn="l"/>
                </a:tabLst>
              </a:pPr>
              <a:r>
                <a:rPr sz="1600" b="1" spc="-10" dirty="0">
                  <a:latin typeface="Lantinghei SC Heavy"/>
                  <a:cs typeface="Lantinghei SC Heavy"/>
                </a:rPr>
                <a:t>块锚主码</a:t>
              </a:r>
              <a:r>
                <a:rPr sz="1600" b="1" spc="-60" dirty="0">
                  <a:latin typeface="Lantinghei SC Heavy"/>
                  <a:cs typeface="Lantinghei SC Heavy"/>
                </a:rPr>
                <a:t>值</a:t>
              </a:r>
              <a:r>
                <a:rPr sz="1600" b="1" dirty="0">
                  <a:latin typeface="Lantinghei SC Heavy"/>
                  <a:cs typeface="Lantinghei SC Heavy"/>
                </a:rPr>
                <a:t>	</a:t>
              </a:r>
              <a:r>
                <a:rPr sz="1600" b="1" spc="-10" dirty="0">
                  <a:latin typeface="Lantinghei SC Heavy"/>
                  <a:cs typeface="Lantinghei SC Heavy"/>
                </a:rPr>
                <a:t>块指</a:t>
              </a:r>
              <a:r>
                <a:rPr sz="1600" b="1" spc="-50" dirty="0">
                  <a:latin typeface="Lantinghei SC Heavy"/>
                  <a:cs typeface="Lantinghei SC Heavy"/>
                </a:rPr>
                <a:t>针</a:t>
              </a:r>
              <a:endParaRPr sz="1600">
                <a:latin typeface="Lantinghei SC Heavy"/>
                <a:cs typeface="Lantinghei SC Heavy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EBAE271-739C-C726-9895-621989876937}"/>
                </a:ext>
              </a:extLst>
            </p:cNvPr>
            <p:cNvSpPr txBox="1"/>
            <p:nvPr/>
          </p:nvSpPr>
          <p:spPr>
            <a:xfrm>
              <a:off x="2518397" y="4704331"/>
              <a:ext cx="17171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spc="-10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主索引文件</a:t>
              </a:r>
              <a:endParaRPr lang="zh-CN" altLang="en-US" sz="2400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49D9FBB-4224-9297-E7EC-9F6FBF2EE344}"/>
                </a:ext>
              </a:extLst>
            </p:cNvPr>
            <p:cNvSpPr txBox="1"/>
            <p:nvPr/>
          </p:nvSpPr>
          <p:spPr>
            <a:xfrm>
              <a:off x="6256301" y="3994509"/>
              <a:ext cx="11089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spc="-10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主文件</a:t>
              </a:r>
              <a:endParaRPr lang="zh-CN" altLang="en-US" sz="2400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ABE52D3-6CB4-924D-55E7-28F7F7FEB467}"/>
              </a:ext>
            </a:extLst>
          </p:cNvPr>
          <p:cNvGrpSpPr/>
          <p:nvPr/>
        </p:nvGrpSpPr>
        <p:grpSpPr>
          <a:xfrm>
            <a:off x="353253" y="4217621"/>
            <a:ext cx="7010654" cy="2466594"/>
            <a:chOff x="353253" y="4217621"/>
            <a:chExt cx="7010654" cy="2466594"/>
          </a:xfrm>
        </p:grpSpPr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7DB73C3C-07FA-C243-D076-2B4544915E4D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2307" y="4217621"/>
              <a:ext cx="5943600" cy="2466594"/>
            </a:xfrm>
            <a:prstGeom prst="rect">
              <a:avLst/>
            </a:prstGeom>
          </p:spPr>
        </p:pic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797E4EE7-80E7-3119-6531-EBD3B3900942}"/>
                </a:ext>
              </a:extLst>
            </p:cNvPr>
            <p:cNvSpPr txBox="1"/>
            <p:nvPr/>
          </p:nvSpPr>
          <p:spPr>
            <a:xfrm>
              <a:off x="353253" y="4404162"/>
              <a:ext cx="330200" cy="1854200"/>
            </a:xfrm>
            <a:prstGeom prst="rect">
              <a:avLst/>
            </a:prstGeom>
          </p:spPr>
          <p:txBody>
            <a:bodyPr vert="eaVert" wrap="square" lIns="0" tIns="0" rIns="0" bIns="0" rtlCol="0">
              <a:spAutoFit/>
            </a:bodyPr>
            <a:lstStyle/>
            <a:p>
              <a:pPr marL="12700">
                <a:lnSpc>
                  <a:spcPct val="60000"/>
                </a:lnSpc>
              </a:pPr>
              <a:r>
                <a:rPr sz="2400" b="1" spc="-5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辅助索引文</a:t>
              </a:r>
              <a:r>
                <a:rPr sz="2400" b="1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件</a:t>
              </a:r>
              <a:endParaRPr sz="2400">
                <a:latin typeface="Lantinghei SC Heavy"/>
                <a:cs typeface="Lantinghei SC Heavy"/>
              </a:endParaRPr>
            </a:p>
          </p:txBody>
        </p:sp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4F72D743-9646-88AC-082E-2130EB8C4E47}"/>
                </a:ext>
              </a:extLst>
            </p:cNvPr>
            <p:cNvSpPr txBox="1"/>
            <p:nvPr/>
          </p:nvSpPr>
          <p:spPr>
            <a:xfrm>
              <a:off x="7033707" y="4950851"/>
              <a:ext cx="330200" cy="939800"/>
            </a:xfrm>
            <a:prstGeom prst="rect">
              <a:avLst/>
            </a:prstGeom>
          </p:spPr>
          <p:txBody>
            <a:bodyPr vert="eaVert" wrap="square" lIns="0" tIns="0" rIns="0" bIns="0" rtlCol="0">
              <a:spAutoFit/>
            </a:bodyPr>
            <a:lstStyle/>
            <a:p>
              <a:pPr marL="12700">
                <a:lnSpc>
                  <a:spcPct val="60000"/>
                </a:lnSpc>
              </a:pPr>
              <a:r>
                <a:rPr sz="2400" b="1" spc="-5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主文</a:t>
              </a:r>
              <a:r>
                <a:rPr sz="2400" b="1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件</a:t>
              </a:r>
              <a:endParaRPr sz="2400">
                <a:latin typeface="Lantinghei SC Heavy"/>
                <a:cs typeface="Lantinghei SC Heav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5221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2D565-7CAE-55D0-B81F-CDF72A31D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7A2F016-E3E9-3E42-D974-459FD8F3A3EC}"/>
              </a:ext>
            </a:extLst>
          </p:cNvPr>
          <p:cNvGrpSpPr/>
          <p:nvPr/>
        </p:nvGrpSpPr>
        <p:grpSpPr>
          <a:xfrm>
            <a:off x="236931" y="96139"/>
            <a:ext cx="8108950" cy="5142072"/>
            <a:chOff x="236931" y="96139"/>
            <a:chExt cx="8108950" cy="5142072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D9CD8B74-AB34-87F4-3279-5F3ACA2324AB}"/>
                </a:ext>
              </a:extLst>
            </p:cNvPr>
            <p:cNvGrpSpPr/>
            <p:nvPr/>
          </p:nvGrpSpPr>
          <p:grpSpPr>
            <a:xfrm>
              <a:off x="236931" y="96139"/>
              <a:ext cx="8108950" cy="4259326"/>
              <a:chOff x="236931" y="96139"/>
              <a:chExt cx="8108950" cy="4259326"/>
            </a:xfrm>
          </p:grpSpPr>
          <p:grpSp>
            <p:nvGrpSpPr>
              <p:cNvPr id="2" name="object 3">
                <a:extLst>
                  <a:ext uri="{FF2B5EF4-FFF2-40B4-BE49-F238E27FC236}">
                    <a16:creationId xmlns:a16="http://schemas.microsoft.com/office/drawing/2014/main" id="{D88ECBE7-FCAF-EB72-32DA-E6E4AB7649BD}"/>
                  </a:ext>
                </a:extLst>
              </p:cNvPr>
              <p:cNvGrpSpPr/>
              <p:nvPr/>
            </p:nvGrpSpPr>
            <p:grpSpPr>
              <a:xfrm>
                <a:off x="236931" y="2502535"/>
                <a:ext cx="8108950" cy="1852930"/>
                <a:chOff x="1278331" y="5171503"/>
                <a:chExt cx="8108950" cy="1852930"/>
              </a:xfrm>
            </p:grpSpPr>
            <p:sp>
              <p:nvSpPr>
                <p:cNvPr id="3" name="object 4">
                  <a:extLst>
                    <a:ext uri="{FF2B5EF4-FFF2-40B4-BE49-F238E27FC236}">
                      <a16:creationId xmlns:a16="http://schemas.microsoft.com/office/drawing/2014/main" id="{054F2928-AD3B-F238-7645-1AE639D97BCA}"/>
                    </a:ext>
                  </a:extLst>
                </p:cNvPr>
                <p:cNvSpPr/>
                <p:nvPr/>
              </p:nvSpPr>
              <p:spPr>
                <a:xfrm>
                  <a:off x="1283093" y="5176265"/>
                  <a:ext cx="8099425" cy="1843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9425" h="1843404">
                      <a:moveTo>
                        <a:pt x="8099297" y="1843278"/>
                      </a:moveTo>
                      <a:lnTo>
                        <a:pt x="8099297" y="0"/>
                      </a:lnTo>
                      <a:lnTo>
                        <a:pt x="0" y="0"/>
                      </a:lnTo>
                      <a:lnTo>
                        <a:pt x="0" y="1843278"/>
                      </a:lnTo>
                      <a:lnTo>
                        <a:pt x="8099297" y="1843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" name="object 5">
                  <a:extLst>
                    <a:ext uri="{FF2B5EF4-FFF2-40B4-BE49-F238E27FC236}">
                      <a16:creationId xmlns:a16="http://schemas.microsoft.com/office/drawing/2014/main" id="{E028370B-CAA4-1BAC-05C0-F67C2FE5B346}"/>
                    </a:ext>
                  </a:extLst>
                </p:cNvPr>
                <p:cNvSpPr/>
                <p:nvPr/>
              </p:nvSpPr>
              <p:spPr>
                <a:xfrm>
                  <a:off x="1283093" y="5176265"/>
                  <a:ext cx="8099425" cy="1843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9425" h="1843404">
                      <a:moveTo>
                        <a:pt x="0" y="0"/>
                      </a:moveTo>
                      <a:lnTo>
                        <a:pt x="0" y="1843278"/>
                      </a:lnTo>
                      <a:lnTo>
                        <a:pt x="8099297" y="1843278"/>
                      </a:lnTo>
                      <a:lnTo>
                        <a:pt x="80992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" name="object 6">
                  <a:extLst>
                    <a:ext uri="{FF2B5EF4-FFF2-40B4-BE49-F238E27FC236}">
                      <a16:creationId xmlns:a16="http://schemas.microsoft.com/office/drawing/2014/main" id="{6F93F857-2261-D6D7-A9BA-6DF0FAA6E094}"/>
                    </a:ext>
                  </a:extLst>
                </p:cNvPr>
                <p:cNvSpPr/>
                <p:nvPr/>
              </p:nvSpPr>
              <p:spPr>
                <a:xfrm>
                  <a:off x="1814969" y="5389625"/>
                  <a:ext cx="2021205" cy="11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8400">
                      <a:moveTo>
                        <a:pt x="2020824" y="1168146"/>
                      </a:moveTo>
                      <a:lnTo>
                        <a:pt x="2020823" y="0"/>
                      </a:lnTo>
                      <a:lnTo>
                        <a:pt x="0" y="0"/>
                      </a:lnTo>
                      <a:lnTo>
                        <a:pt x="0" y="1168146"/>
                      </a:lnTo>
                      <a:lnTo>
                        <a:pt x="2020824" y="1168146"/>
                      </a:lnTo>
                      <a:close/>
                    </a:path>
                  </a:pathLst>
                </a:custGeom>
                <a:solidFill>
                  <a:srgbClr val="DDDDDD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6" name="object 7">
                  <a:extLst>
                    <a:ext uri="{FF2B5EF4-FFF2-40B4-BE49-F238E27FC236}">
                      <a16:creationId xmlns:a16="http://schemas.microsoft.com/office/drawing/2014/main" id="{27D50A12-6B12-A36F-F8CA-0300AC7F0927}"/>
                    </a:ext>
                  </a:extLst>
                </p:cNvPr>
                <p:cNvSpPr/>
                <p:nvPr/>
              </p:nvSpPr>
              <p:spPr>
                <a:xfrm>
                  <a:off x="1814969" y="5389625"/>
                  <a:ext cx="2021205" cy="11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8400">
                      <a:moveTo>
                        <a:pt x="0" y="0"/>
                      </a:moveTo>
                      <a:lnTo>
                        <a:pt x="0" y="1168146"/>
                      </a:lnTo>
                      <a:lnTo>
                        <a:pt x="2020824" y="1168146"/>
                      </a:lnTo>
                      <a:lnTo>
                        <a:pt x="202082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7" name="object 8">
                  <a:extLst>
                    <a:ext uri="{FF2B5EF4-FFF2-40B4-BE49-F238E27FC236}">
                      <a16:creationId xmlns:a16="http://schemas.microsoft.com/office/drawing/2014/main" id="{81FDF4BC-2379-A99D-D0B2-D3B27B5F8879}"/>
                    </a:ext>
                  </a:extLst>
                </p:cNvPr>
                <p:cNvSpPr/>
                <p:nvPr/>
              </p:nvSpPr>
              <p:spPr>
                <a:xfrm>
                  <a:off x="4400435" y="5388101"/>
                  <a:ext cx="2021205" cy="11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8400">
                      <a:moveTo>
                        <a:pt x="2020824" y="1168146"/>
                      </a:moveTo>
                      <a:lnTo>
                        <a:pt x="2020824" y="0"/>
                      </a:lnTo>
                      <a:lnTo>
                        <a:pt x="0" y="0"/>
                      </a:lnTo>
                      <a:lnTo>
                        <a:pt x="0" y="1168146"/>
                      </a:lnTo>
                      <a:lnTo>
                        <a:pt x="2020824" y="1168146"/>
                      </a:lnTo>
                      <a:close/>
                    </a:path>
                  </a:pathLst>
                </a:custGeom>
                <a:solidFill>
                  <a:srgbClr val="DDDDDD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8" name="object 9">
                  <a:extLst>
                    <a:ext uri="{FF2B5EF4-FFF2-40B4-BE49-F238E27FC236}">
                      <a16:creationId xmlns:a16="http://schemas.microsoft.com/office/drawing/2014/main" id="{51DAEE18-745B-DD31-8507-CA15AE0329A9}"/>
                    </a:ext>
                  </a:extLst>
                </p:cNvPr>
                <p:cNvSpPr/>
                <p:nvPr/>
              </p:nvSpPr>
              <p:spPr>
                <a:xfrm>
                  <a:off x="4400435" y="5387339"/>
                  <a:ext cx="2021205" cy="116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9034">
                      <a:moveTo>
                        <a:pt x="0" y="0"/>
                      </a:moveTo>
                      <a:lnTo>
                        <a:pt x="0" y="1168908"/>
                      </a:lnTo>
                      <a:lnTo>
                        <a:pt x="2020824" y="1168908"/>
                      </a:lnTo>
                      <a:lnTo>
                        <a:pt x="20208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9" name="object 10">
                  <a:extLst>
                    <a:ext uri="{FF2B5EF4-FFF2-40B4-BE49-F238E27FC236}">
                      <a16:creationId xmlns:a16="http://schemas.microsoft.com/office/drawing/2014/main" id="{0789F86B-4397-5969-104C-0EC7D9A2B3CF}"/>
                    </a:ext>
                  </a:extLst>
                </p:cNvPr>
                <p:cNvSpPr/>
                <p:nvPr/>
              </p:nvSpPr>
              <p:spPr>
                <a:xfrm>
                  <a:off x="6988174" y="5388101"/>
                  <a:ext cx="2021205" cy="11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8400">
                      <a:moveTo>
                        <a:pt x="2020824" y="1168146"/>
                      </a:moveTo>
                      <a:lnTo>
                        <a:pt x="2020824" y="0"/>
                      </a:lnTo>
                      <a:lnTo>
                        <a:pt x="0" y="0"/>
                      </a:lnTo>
                      <a:lnTo>
                        <a:pt x="0" y="1168146"/>
                      </a:lnTo>
                      <a:lnTo>
                        <a:pt x="2020824" y="1168146"/>
                      </a:lnTo>
                      <a:close/>
                    </a:path>
                  </a:pathLst>
                </a:custGeom>
                <a:solidFill>
                  <a:srgbClr val="DDDDDD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0" name="object 11">
                  <a:extLst>
                    <a:ext uri="{FF2B5EF4-FFF2-40B4-BE49-F238E27FC236}">
                      <a16:creationId xmlns:a16="http://schemas.microsoft.com/office/drawing/2014/main" id="{62154224-8D92-0DFA-AC0F-7360F03D4462}"/>
                    </a:ext>
                  </a:extLst>
                </p:cNvPr>
                <p:cNvSpPr/>
                <p:nvPr/>
              </p:nvSpPr>
              <p:spPr>
                <a:xfrm>
                  <a:off x="6988174" y="5387339"/>
                  <a:ext cx="2021205" cy="116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9034">
                      <a:moveTo>
                        <a:pt x="0" y="0"/>
                      </a:moveTo>
                      <a:lnTo>
                        <a:pt x="0" y="1168908"/>
                      </a:lnTo>
                      <a:lnTo>
                        <a:pt x="2020824" y="1168908"/>
                      </a:lnTo>
                      <a:lnTo>
                        <a:pt x="20208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1" name="object 12">
                <a:extLst>
                  <a:ext uri="{FF2B5EF4-FFF2-40B4-BE49-F238E27FC236}">
                    <a16:creationId xmlns:a16="http://schemas.microsoft.com/office/drawing/2014/main" id="{BA89F626-A0E4-EED7-B41B-ECC2CB6CAAD8}"/>
                  </a:ext>
                </a:extLst>
              </p:cNvPr>
              <p:cNvSpPr txBox="1"/>
              <p:nvPr/>
            </p:nvSpPr>
            <p:spPr>
              <a:xfrm>
                <a:off x="944505" y="2831402"/>
                <a:ext cx="1561465" cy="8464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12395" indent="-107950">
                  <a:lnSpc>
                    <a:spcPct val="100000"/>
                  </a:lnSpc>
                  <a:spcBef>
                    <a:spcPts val="100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60" dirty="0">
                    <a:latin typeface="Lantinghei SC Heavy"/>
                    <a:cs typeface="Lantinghei SC Heavy"/>
                  </a:rPr>
                  <a:t>键值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57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的记录</a:t>
                </a:r>
                <a:endParaRPr sz="1800">
                  <a:latin typeface="Lantinghei SC Heavy"/>
                  <a:cs typeface="Lantinghei SC Heavy"/>
                </a:endParaRPr>
              </a:p>
              <a:p>
                <a:pPr marL="121920" indent="-107950">
                  <a:lnSpc>
                    <a:spcPct val="100000"/>
                  </a:lnSpc>
                  <a:spcBef>
                    <a:spcPts val="2140"/>
                  </a:spcBef>
                  <a:buSzPct val="41666"/>
                  <a:buFont typeface="Hiragino Sans GB W3"/>
                  <a:buChar char="•"/>
                  <a:tabLst>
                    <a:tab pos="121920" algn="l"/>
                  </a:tabLst>
                </a:pPr>
                <a:r>
                  <a:rPr sz="1800" b="1" spc="-45" dirty="0">
                    <a:latin typeface="Lantinghei SC Heavy"/>
                    <a:cs typeface="Lantinghei SC Heavy"/>
                  </a:rPr>
                  <a:t>键值</a:t>
                </a:r>
                <a:r>
                  <a:rPr sz="1800" b="1" spc="-30" dirty="0">
                    <a:latin typeface="Lantinghei SC Heavy"/>
                    <a:cs typeface="Lantinghei SC Heavy"/>
                  </a:rPr>
                  <a:t>81</a:t>
                </a:r>
                <a:r>
                  <a:rPr sz="1800" b="1" spc="-50" dirty="0">
                    <a:latin typeface="Lantinghei SC Heavy"/>
                    <a:cs typeface="Lantinghei SC Heavy"/>
                  </a:rPr>
                  <a:t>的记录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CB929815-0BDB-85AB-E19B-31CA6E6771A6}"/>
                  </a:ext>
                </a:extLst>
              </p:cNvPr>
              <p:cNvSpPr txBox="1"/>
              <p:nvPr/>
            </p:nvSpPr>
            <p:spPr>
              <a:xfrm>
                <a:off x="3600860" y="2848935"/>
                <a:ext cx="1692275" cy="8128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12395" indent="-107950">
                  <a:lnSpc>
                    <a:spcPct val="100000"/>
                  </a:lnSpc>
                  <a:spcBef>
                    <a:spcPts val="100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60" dirty="0">
                    <a:latin typeface="Lantinghei SC Heavy"/>
                    <a:cs typeface="Lantinghei SC Heavy"/>
                  </a:rPr>
                  <a:t>键值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150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的记录</a:t>
                </a:r>
                <a:endParaRPr sz="1800" dirty="0">
                  <a:latin typeface="Lantinghei SC Heavy"/>
                  <a:cs typeface="Lantinghei SC Heavy"/>
                </a:endParaRPr>
              </a:p>
              <a:p>
                <a:pPr marL="112395" indent="-107950">
                  <a:lnSpc>
                    <a:spcPct val="100000"/>
                  </a:lnSpc>
                  <a:spcBef>
                    <a:spcPts val="1875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80" dirty="0">
                    <a:latin typeface="Lantinghei SC Heavy"/>
                    <a:cs typeface="Lantinghei SC Heavy"/>
                  </a:rPr>
                  <a:t>键值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95</a:t>
                </a:r>
                <a:r>
                  <a:rPr sz="1800" b="1" spc="-75" dirty="0">
                    <a:latin typeface="Lantinghei SC Heavy"/>
                    <a:cs typeface="Lantinghei SC Heavy"/>
                  </a:rPr>
                  <a:t>的记录</a:t>
                </a:r>
                <a:endParaRPr sz="1800" dirty="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13" name="object 14">
                <a:extLst>
                  <a:ext uri="{FF2B5EF4-FFF2-40B4-BE49-F238E27FC236}">
                    <a16:creationId xmlns:a16="http://schemas.microsoft.com/office/drawing/2014/main" id="{F697497F-2513-2DE3-6C59-592F6892A023}"/>
                  </a:ext>
                </a:extLst>
              </p:cNvPr>
              <p:cNvSpPr txBox="1"/>
              <p:nvPr/>
            </p:nvSpPr>
            <p:spPr>
              <a:xfrm>
                <a:off x="6046902" y="2853507"/>
                <a:ext cx="1711325" cy="79248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30810" indent="-127000">
                  <a:lnSpc>
                    <a:spcPct val="100000"/>
                  </a:lnSpc>
                  <a:spcBef>
                    <a:spcPts val="100"/>
                  </a:spcBef>
                  <a:buSzPct val="41666"/>
                  <a:buFont typeface="Hiragino Sans GB W3"/>
                  <a:buChar char="•"/>
                  <a:tabLst>
                    <a:tab pos="130810" algn="l"/>
                  </a:tabLst>
                </a:pPr>
                <a:r>
                  <a:rPr sz="1800" b="1" spc="-60" dirty="0">
                    <a:latin typeface="Lantinghei SC Heavy"/>
                    <a:cs typeface="Lantinghei SC Heavy"/>
                  </a:rPr>
                  <a:t>键值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100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的记录</a:t>
                </a:r>
                <a:endParaRPr sz="1800" dirty="0">
                  <a:latin typeface="Lantinghei SC Heavy"/>
                  <a:cs typeface="Lantinghei SC Heavy"/>
                </a:endParaRPr>
              </a:p>
              <a:p>
                <a:pPr marL="112395" indent="-107950">
                  <a:lnSpc>
                    <a:spcPct val="100000"/>
                  </a:lnSpc>
                  <a:spcBef>
                    <a:spcPts val="1714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60" dirty="0">
                    <a:latin typeface="Lantinghei SC Heavy"/>
                    <a:cs typeface="Lantinghei SC Heavy"/>
                  </a:rPr>
                  <a:t>键值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106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的记录</a:t>
                </a:r>
                <a:endParaRPr sz="1800" dirty="0">
                  <a:latin typeface="Lantinghei SC Heavy"/>
                  <a:cs typeface="Lantinghei SC Heavy"/>
                </a:endParaRPr>
              </a:p>
            </p:txBody>
          </p:sp>
          <p:grpSp>
            <p:nvGrpSpPr>
              <p:cNvPr id="14" name="object 17">
                <a:extLst>
                  <a:ext uri="{FF2B5EF4-FFF2-40B4-BE49-F238E27FC236}">
                    <a16:creationId xmlns:a16="http://schemas.microsoft.com/office/drawing/2014/main" id="{FB90215D-6FC2-2804-BCEF-F6E6C0119528}"/>
                  </a:ext>
                </a:extLst>
              </p:cNvPr>
              <p:cNvGrpSpPr/>
              <p:nvPr/>
            </p:nvGrpSpPr>
            <p:grpSpPr>
              <a:xfrm>
                <a:off x="962355" y="96139"/>
                <a:ext cx="6873875" cy="2362835"/>
                <a:chOff x="2003755" y="2765107"/>
                <a:chExt cx="6873875" cy="2362835"/>
              </a:xfrm>
            </p:grpSpPr>
            <p:sp>
              <p:nvSpPr>
                <p:cNvPr id="15" name="object 18">
                  <a:extLst>
                    <a:ext uri="{FF2B5EF4-FFF2-40B4-BE49-F238E27FC236}">
                      <a16:creationId xmlns:a16="http://schemas.microsoft.com/office/drawing/2014/main" id="{4A18A4AF-C4FB-7734-4706-CD5E96DE4A23}"/>
                    </a:ext>
                  </a:extLst>
                </p:cNvPr>
                <p:cNvSpPr/>
                <p:nvPr/>
              </p:nvSpPr>
              <p:spPr>
                <a:xfrm>
                  <a:off x="2008517" y="2769870"/>
                  <a:ext cx="6864350" cy="235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4350" h="2353310">
                      <a:moveTo>
                        <a:pt x="6864096" y="2353056"/>
                      </a:moveTo>
                      <a:lnTo>
                        <a:pt x="6864096" y="0"/>
                      </a:lnTo>
                      <a:lnTo>
                        <a:pt x="0" y="0"/>
                      </a:lnTo>
                      <a:lnTo>
                        <a:pt x="0" y="2353056"/>
                      </a:lnTo>
                      <a:lnTo>
                        <a:pt x="6864096" y="23530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6" name="object 19">
                  <a:extLst>
                    <a:ext uri="{FF2B5EF4-FFF2-40B4-BE49-F238E27FC236}">
                      <a16:creationId xmlns:a16="http://schemas.microsoft.com/office/drawing/2014/main" id="{BBB2B5A7-0704-7B2A-A717-A7221D514E04}"/>
                    </a:ext>
                  </a:extLst>
                </p:cNvPr>
                <p:cNvSpPr/>
                <p:nvPr/>
              </p:nvSpPr>
              <p:spPr>
                <a:xfrm>
                  <a:off x="2008517" y="2769870"/>
                  <a:ext cx="6864350" cy="235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4350" h="2353310">
                      <a:moveTo>
                        <a:pt x="0" y="0"/>
                      </a:moveTo>
                      <a:lnTo>
                        <a:pt x="0" y="2353056"/>
                      </a:lnTo>
                      <a:lnTo>
                        <a:pt x="6864096" y="2353056"/>
                      </a:lnTo>
                      <a:lnTo>
                        <a:pt x="686409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4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" name="object 20">
                  <a:extLst>
                    <a:ext uri="{FF2B5EF4-FFF2-40B4-BE49-F238E27FC236}">
                      <a16:creationId xmlns:a16="http://schemas.microsoft.com/office/drawing/2014/main" id="{8724257C-6FC9-CFDA-F73F-CA8525F0AE5A}"/>
                    </a:ext>
                  </a:extLst>
                </p:cNvPr>
                <p:cNvSpPr/>
                <p:nvPr/>
              </p:nvSpPr>
              <p:spPr>
                <a:xfrm>
                  <a:off x="2889389" y="2919222"/>
                  <a:ext cx="2049780" cy="1059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9179">
                      <a:moveTo>
                        <a:pt x="2049780" y="1059179"/>
                      </a:moveTo>
                      <a:lnTo>
                        <a:pt x="2049780" y="0"/>
                      </a:lnTo>
                      <a:lnTo>
                        <a:pt x="0" y="0"/>
                      </a:lnTo>
                      <a:lnTo>
                        <a:pt x="0" y="1059179"/>
                      </a:lnTo>
                      <a:lnTo>
                        <a:pt x="2049780" y="1059179"/>
                      </a:lnTo>
                      <a:close/>
                    </a:path>
                  </a:pathLst>
                </a:custGeom>
                <a:solidFill>
                  <a:srgbClr val="EAEAEA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8" name="object 21">
                  <a:extLst>
                    <a:ext uri="{FF2B5EF4-FFF2-40B4-BE49-F238E27FC236}">
                      <a16:creationId xmlns:a16="http://schemas.microsoft.com/office/drawing/2014/main" id="{C0750413-A0CB-3D33-9FE9-94FF00E33E94}"/>
                    </a:ext>
                  </a:extLst>
                </p:cNvPr>
                <p:cNvSpPr/>
                <p:nvPr/>
              </p:nvSpPr>
              <p:spPr>
                <a:xfrm>
                  <a:off x="2889389" y="2919222"/>
                  <a:ext cx="2049780" cy="1058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8545">
                      <a:moveTo>
                        <a:pt x="0" y="0"/>
                      </a:moveTo>
                      <a:lnTo>
                        <a:pt x="0" y="1058418"/>
                      </a:lnTo>
                      <a:lnTo>
                        <a:pt x="2049780" y="1058418"/>
                      </a:lnTo>
                      <a:lnTo>
                        <a:pt x="204978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" name="object 22">
                  <a:extLst>
                    <a:ext uri="{FF2B5EF4-FFF2-40B4-BE49-F238E27FC236}">
                      <a16:creationId xmlns:a16="http://schemas.microsoft.com/office/drawing/2014/main" id="{AFA1E648-43C7-AFB0-C408-41EC232BE0C6}"/>
                    </a:ext>
                  </a:extLst>
                </p:cNvPr>
                <p:cNvSpPr/>
                <p:nvPr/>
              </p:nvSpPr>
              <p:spPr>
                <a:xfrm>
                  <a:off x="3383165" y="3429000"/>
                  <a:ext cx="0" cy="548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8639">
                      <a:moveTo>
                        <a:pt x="0" y="0"/>
                      </a:moveTo>
                      <a:lnTo>
                        <a:pt x="0" y="54864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" name="object 23">
                  <a:extLst>
                    <a:ext uri="{FF2B5EF4-FFF2-40B4-BE49-F238E27FC236}">
                      <a16:creationId xmlns:a16="http://schemas.microsoft.com/office/drawing/2014/main" id="{B80D7B77-A269-9828-C82E-B9013DD4BAD6}"/>
                    </a:ext>
                  </a:extLst>
                </p:cNvPr>
                <p:cNvSpPr/>
                <p:nvPr/>
              </p:nvSpPr>
              <p:spPr>
                <a:xfrm>
                  <a:off x="3910469" y="3429000"/>
                  <a:ext cx="0" cy="548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8639">
                      <a:moveTo>
                        <a:pt x="0" y="0"/>
                      </a:moveTo>
                      <a:lnTo>
                        <a:pt x="0" y="54864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1" name="object 24">
                  <a:extLst>
                    <a:ext uri="{FF2B5EF4-FFF2-40B4-BE49-F238E27FC236}">
                      <a16:creationId xmlns:a16="http://schemas.microsoft.com/office/drawing/2014/main" id="{96D37DC3-5CE4-AFAA-AB06-E591F421F896}"/>
                    </a:ext>
                  </a:extLst>
                </p:cNvPr>
                <p:cNvSpPr/>
                <p:nvPr/>
              </p:nvSpPr>
              <p:spPr>
                <a:xfrm>
                  <a:off x="4437011" y="3429000"/>
                  <a:ext cx="0" cy="548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8639">
                      <a:moveTo>
                        <a:pt x="0" y="0"/>
                      </a:moveTo>
                      <a:lnTo>
                        <a:pt x="0" y="54864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22" name="object 25">
                <a:extLst>
                  <a:ext uri="{FF2B5EF4-FFF2-40B4-BE49-F238E27FC236}">
                    <a16:creationId xmlns:a16="http://schemas.microsoft.com/office/drawing/2014/main" id="{97C5D5A6-CE0B-74D4-8B16-3985AAB9FB5E}"/>
                  </a:ext>
                </a:extLst>
              </p:cNvPr>
              <p:cNvSpPr txBox="1"/>
              <p:nvPr/>
            </p:nvSpPr>
            <p:spPr>
              <a:xfrm>
                <a:off x="1847989" y="250254"/>
                <a:ext cx="692150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61594" rIns="0" bIns="0" rtlCol="0">
                <a:spAutoFit/>
              </a:bodyPr>
              <a:lstStyle/>
              <a:p>
                <a:pPr marL="150495">
                  <a:lnSpc>
                    <a:spcPct val="100000"/>
                  </a:lnSpc>
                  <a:spcBef>
                    <a:spcPts val="484"/>
                  </a:spcBef>
                </a:pPr>
                <a:r>
                  <a:rPr sz="2400" b="1" spc="-25" dirty="0">
                    <a:latin typeface="Lantinghei SC Heavy"/>
                    <a:cs typeface="Lantinghei SC Heavy"/>
                  </a:rPr>
                  <a:t>57</a:t>
                </a:r>
                <a:endParaRPr sz="24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23" name="object 26">
                <a:extLst>
                  <a:ext uri="{FF2B5EF4-FFF2-40B4-BE49-F238E27FC236}">
                    <a16:creationId xmlns:a16="http://schemas.microsoft.com/office/drawing/2014/main" id="{A2F96A1D-24CE-9978-F758-B5BE73CA8C18}"/>
                  </a:ext>
                </a:extLst>
              </p:cNvPr>
              <p:cNvSpPr txBox="1"/>
              <p:nvPr/>
            </p:nvSpPr>
            <p:spPr>
              <a:xfrm>
                <a:off x="2539885" y="250254"/>
                <a:ext cx="699135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55244" rIns="0" bIns="0" rtlCol="0">
                <a:spAutoFit/>
              </a:bodyPr>
              <a:lstStyle/>
              <a:p>
                <a:pPr marL="184150">
                  <a:lnSpc>
                    <a:spcPct val="100000"/>
                  </a:lnSpc>
                  <a:spcBef>
                    <a:spcPts val="434"/>
                  </a:spcBef>
                </a:pPr>
                <a:r>
                  <a:rPr sz="2400" b="1" spc="-25" dirty="0">
                    <a:latin typeface="Lantinghei SC Heavy"/>
                    <a:cs typeface="Lantinghei SC Heavy"/>
                  </a:rPr>
                  <a:t>81</a:t>
                </a:r>
                <a:endParaRPr sz="24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24" name="object 27">
                <a:extLst>
                  <a:ext uri="{FF2B5EF4-FFF2-40B4-BE49-F238E27FC236}">
                    <a16:creationId xmlns:a16="http://schemas.microsoft.com/office/drawing/2014/main" id="{FC7F98BA-26D7-F1D6-9720-17590BC48945}"/>
                  </a:ext>
                </a:extLst>
              </p:cNvPr>
              <p:cNvSpPr txBox="1"/>
              <p:nvPr/>
            </p:nvSpPr>
            <p:spPr>
              <a:xfrm>
                <a:off x="3238639" y="250254"/>
                <a:ext cx="659130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55244" rIns="0" bIns="0" rtlCol="0">
                <a:spAutoFit/>
              </a:bodyPr>
              <a:lstStyle/>
              <a:p>
                <a:pPr marL="171450">
                  <a:lnSpc>
                    <a:spcPct val="100000"/>
                  </a:lnSpc>
                  <a:spcBef>
                    <a:spcPts val="434"/>
                  </a:spcBef>
                </a:pPr>
                <a:r>
                  <a:rPr sz="2400" b="1" spc="-295" dirty="0">
                    <a:latin typeface="Lantinghei SC Heavy"/>
                    <a:cs typeface="Lantinghei SC Heavy"/>
                  </a:rPr>
                  <a:t>95</a:t>
                </a:r>
                <a:endParaRPr sz="24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25" name="object 28">
                <a:extLst>
                  <a:ext uri="{FF2B5EF4-FFF2-40B4-BE49-F238E27FC236}">
                    <a16:creationId xmlns:a16="http://schemas.microsoft.com/office/drawing/2014/main" id="{AA5EFB2B-5227-5CE0-5021-81F35399C375}"/>
                  </a:ext>
                </a:extLst>
              </p:cNvPr>
              <p:cNvSpPr txBox="1"/>
              <p:nvPr/>
            </p:nvSpPr>
            <p:spPr>
              <a:xfrm>
                <a:off x="2316103" y="1599219"/>
                <a:ext cx="1042035" cy="7581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b="1" spc="-20" dirty="0">
                    <a:latin typeface="Lantinghei SC Heavy"/>
                    <a:cs typeface="Lantinghei SC Heavy"/>
                  </a:rPr>
                  <a:t>指向键值为</a:t>
                </a:r>
                <a:r>
                  <a:rPr sz="1600" b="1" spc="-60" dirty="0">
                    <a:latin typeface="Lantinghei SC Heavy"/>
                    <a:cs typeface="Lantinghei SC Heavy"/>
                  </a:rPr>
                  <a:t> </a:t>
                </a:r>
                <a:r>
                  <a:rPr sz="1600" b="1" spc="-50" dirty="0">
                    <a:latin typeface="Lantinghei SC Heavy"/>
                    <a:cs typeface="Lantinghei SC Heavy"/>
                  </a:rPr>
                  <a:t>81</a:t>
                </a:r>
                <a:r>
                  <a:rPr sz="1600" b="1" spc="-70" dirty="0">
                    <a:latin typeface="Lantinghei SC Heavy"/>
                    <a:cs typeface="Lantinghei SC Heavy"/>
                  </a:rPr>
                  <a:t>的</a:t>
                </a:r>
                <a:r>
                  <a:rPr sz="1600" b="1" spc="-3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主文</a:t>
                </a:r>
                <a:r>
                  <a:rPr sz="1600" b="1" spc="-2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件记录</a:t>
                </a:r>
                <a:endParaRPr sz="16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26" name="object 29">
                <a:extLst>
                  <a:ext uri="{FF2B5EF4-FFF2-40B4-BE49-F238E27FC236}">
                    <a16:creationId xmlns:a16="http://schemas.microsoft.com/office/drawing/2014/main" id="{5789D3BA-F150-ADA5-7538-469D42FF5A50}"/>
                  </a:ext>
                </a:extLst>
              </p:cNvPr>
              <p:cNvSpPr txBox="1"/>
              <p:nvPr/>
            </p:nvSpPr>
            <p:spPr>
              <a:xfrm>
                <a:off x="3614547" y="1619789"/>
                <a:ext cx="1042035" cy="7581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b="1" spc="-20" dirty="0">
                    <a:latin typeface="Lantinghei SC Heavy"/>
                    <a:cs typeface="Lantinghei SC Heavy"/>
                  </a:rPr>
                  <a:t>指向键值为</a:t>
                </a:r>
                <a:r>
                  <a:rPr sz="1600" b="1" spc="-60" dirty="0">
                    <a:latin typeface="Lantinghei SC Heavy"/>
                    <a:cs typeface="Lantinghei SC Heavy"/>
                  </a:rPr>
                  <a:t> </a:t>
                </a:r>
                <a:r>
                  <a:rPr sz="1600" b="1" spc="-110" dirty="0">
                    <a:latin typeface="Lantinghei SC Heavy"/>
                    <a:cs typeface="Lantinghei SC Heavy"/>
                  </a:rPr>
                  <a:t>95</a:t>
                </a:r>
                <a:r>
                  <a:rPr sz="1600" b="1" spc="-150" dirty="0">
                    <a:latin typeface="Lantinghei SC Heavy"/>
                    <a:cs typeface="Lantinghei SC Heavy"/>
                  </a:rPr>
                  <a:t>的</a:t>
                </a:r>
                <a:r>
                  <a:rPr sz="1600" b="1" spc="-3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主文</a:t>
                </a:r>
                <a:r>
                  <a:rPr sz="1600" b="1" spc="-2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件记录</a:t>
                </a:r>
                <a:endParaRPr sz="16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27" name="object 30">
                <a:extLst>
                  <a:ext uri="{FF2B5EF4-FFF2-40B4-BE49-F238E27FC236}">
                    <a16:creationId xmlns:a16="http://schemas.microsoft.com/office/drawing/2014/main" id="{5B613484-A476-B5C8-F352-E31E453170CA}"/>
                  </a:ext>
                </a:extLst>
              </p:cNvPr>
              <p:cNvSpPr txBox="1"/>
              <p:nvPr/>
            </p:nvSpPr>
            <p:spPr>
              <a:xfrm>
                <a:off x="4283585" y="116345"/>
                <a:ext cx="838835" cy="75882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 algn="just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b="1" spc="-20" dirty="0">
                    <a:latin typeface="Lantinghei SC Heavy"/>
                    <a:cs typeface="Lantinghei SC Heavy"/>
                  </a:rPr>
                  <a:t>指向按顺</a:t>
                </a:r>
                <a:r>
                  <a:rPr sz="1600" b="1" dirty="0">
                    <a:latin typeface="Lantinghei SC Heavy"/>
                    <a:cs typeface="Lantinghei SC Heavy"/>
                  </a:rPr>
                  <a:t>序的</a:t>
                </a:r>
                <a:r>
                  <a:rPr sz="1600" b="1" spc="-3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下一</a:t>
                </a:r>
                <a:r>
                  <a:rPr sz="1600" b="1" spc="-2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个叶结点</a:t>
                </a:r>
                <a:endParaRPr sz="16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28" name="object 31">
                <a:extLst>
                  <a:ext uri="{FF2B5EF4-FFF2-40B4-BE49-F238E27FC236}">
                    <a16:creationId xmlns:a16="http://schemas.microsoft.com/office/drawing/2014/main" id="{23113C60-4CDC-DB31-FCC9-9E601D7D4951}"/>
                  </a:ext>
                </a:extLst>
              </p:cNvPr>
              <p:cNvSpPr txBox="1"/>
              <p:nvPr/>
            </p:nvSpPr>
            <p:spPr>
              <a:xfrm>
                <a:off x="1039755" y="1605283"/>
                <a:ext cx="1042035" cy="75882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b="1" spc="-20" dirty="0">
                    <a:latin typeface="Lantinghei SC Heavy"/>
                    <a:cs typeface="Lantinghei SC Heavy"/>
                  </a:rPr>
                  <a:t>指向键值为</a:t>
                </a:r>
                <a:r>
                  <a:rPr sz="1600" b="1" spc="-60" dirty="0">
                    <a:latin typeface="Lantinghei SC Heavy"/>
                    <a:cs typeface="Lantinghei SC Heavy"/>
                  </a:rPr>
                  <a:t> </a:t>
                </a:r>
                <a:r>
                  <a:rPr sz="1600" b="1" spc="-160" dirty="0">
                    <a:latin typeface="Lantinghei SC Heavy"/>
                    <a:cs typeface="Lantinghei SC Heavy"/>
                  </a:rPr>
                  <a:t>57</a:t>
                </a:r>
                <a:r>
                  <a:rPr sz="1600" b="1" dirty="0">
                    <a:latin typeface="Lantinghei SC Heavy"/>
                    <a:cs typeface="Lantinghei SC Heavy"/>
                  </a:rPr>
                  <a:t>的</a:t>
                </a:r>
                <a:r>
                  <a:rPr sz="1600" b="1" spc="-3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主文</a:t>
                </a:r>
                <a:r>
                  <a:rPr sz="1600" b="1" spc="-2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件记录</a:t>
                </a:r>
                <a:endParaRPr sz="1600">
                  <a:latin typeface="Lantinghei SC Heavy"/>
                  <a:cs typeface="Lantinghei SC Heavy"/>
                </a:endParaRPr>
              </a:p>
            </p:txBody>
          </p:sp>
          <p:grpSp>
            <p:nvGrpSpPr>
              <p:cNvPr id="29" name="object 32">
                <a:extLst>
                  <a:ext uri="{FF2B5EF4-FFF2-40B4-BE49-F238E27FC236}">
                    <a16:creationId xmlns:a16="http://schemas.microsoft.com/office/drawing/2014/main" id="{D5554A62-D758-0016-7EAE-C6DD7CBBB115}"/>
                  </a:ext>
                </a:extLst>
              </p:cNvPr>
              <p:cNvGrpSpPr/>
              <p:nvPr/>
            </p:nvGrpSpPr>
            <p:grpSpPr>
              <a:xfrm>
                <a:off x="5480177" y="256858"/>
                <a:ext cx="2062480" cy="1071245"/>
                <a:chOff x="6521577" y="2925826"/>
                <a:chExt cx="2062480" cy="1071245"/>
              </a:xfrm>
            </p:grpSpPr>
            <p:sp>
              <p:nvSpPr>
                <p:cNvPr id="30" name="object 33">
                  <a:extLst>
                    <a:ext uri="{FF2B5EF4-FFF2-40B4-BE49-F238E27FC236}">
                      <a16:creationId xmlns:a16="http://schemas.microsoft.com/office/drawing/2014/main" id="{2EF053D7-EF70-DD87-6DAC-1CA471157942}"/>
                    </a:ext>
                  </a:extLst>
                </p:cNvPr>
                <p:cNvSpPr/>
                <p:nvPr/>
              </p:nvSpPr>
              <p:spPr>
                <a:xfrm>
                  <a:off x="6527927" y="2932176"/>
                  <a:ext cx="2049780" cy="1058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8545">
                      <a:moveTo>
                        <a:pt x="2049779" y="1058417"/>
                      </a:moveTo>
                      <a:lnTo>
                        <a:pt x="2049779" y="0"/>
                      </a:lnTo>
                      <a:lnTo>
                        <a:pt x="0" y="0"/>
                      </a:lnTo>
                      <a:lnTo>
                        <a:pt x="0" y="1058417"/>
                      </a:lnTo>
                      <a:lnTo>
                        <a:pt x="2049779" y="1058417"/>
                      </a:lnTo>
                      <a:close/>
                    </a:path>
                  </a:pathLst>
                </a:custGeom>
                <a:solidFill>
                  <a:srgbClr val="EAEAEA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1" name="object 34">
                  <a:extLst>
                    <a:ext uri="{FF2B5EF4-FFF2-40B4-BE49-F238E27FC236}">
                      <a16:creationId xmlns:a16="http://schemas.microsoft.com/office/drawing/2014/main" id="{7675DE1B-FD2C-C6FF-088C-17E3A3CA543E}"/>
                    </a:ext>
                  </a:extLst>
                </p:cNvPr>
                <p:cNvSpPr/>
                <p:nvPr/>
              </p:nvSpPr>
              <p:spPr>
                <a:xfrm>
                  <a:off x="6527927" y="2932176"/>
                  <a:ext cx="2049780" cy="1058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8545">
                      <a:moveTo>
                        <a:pt x="0" y="0"/>
                      </a:moveTo>
                      <a:lnTo>
                        <a:pt x="0" y="1058417"/>
                      </a:lnTo>
                      <a:lnTo>
                        <a:pt x="2049779" y="1058417"/>
                      </a:lnTo>
                      <a:lnTo>
                        <a:pt x="204977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2" name="object 35">
                  <a:extLst>
                    <a:ext uri="{FF2B5EF4-FFF2-40B4-BE49-F238E27FC236}">
                      <a16:creationId xmlns:a16="http://schemas.microsoft.com/office/drawing/2014/main" id="{6FB19138-A44E-54FC-F557-64582F98F408}"/>
                    </a:ext>
                  </a:extLst>
                </p:cNvPr>
                <p:cNvSpPr/>
                <p:nvPr/>
              </p:nvSpPr>
              <p:spPr>
                <a:xfrm>
                  <a:off x="7021715" y="3441192"/>
                  <a:ext cx="0" cy="549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9910">
                      <a:moveTo>
                        <a:pt x="0" y="0"/>
                      </a:moveTo>
                      <a:lnTo>
                        <a:pt x="0" y="549402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3" name="object 36">
                  <a:extLst>
                    <a:ext uri="{FF2B5EF4-FFF2-40B4-BE49-F238E27FC236}">
                      <a16:creationId xmlns:a16="http://schemas.microsoft.com/office/drawing/2014/main" id="{1BAB23E1-D49C-53DE-F73F-037EFEB84F14}"/>
                    </a:ext>
                  </a:extLst>
                </p:cNvPr>
                <p:cNvSpPr/>
                <p:nvPr/>
              </p:nvSpPr>
              <p:spPr>
                <a:xfrm>
                  <a:off x="7549019" y="3441192"/>
                  <a:ext cx="0" cy="549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9910">
                      <a:moveTo>
                        <a:pt x="0" y="0"/>
                      </a:moveTo>
                      <a:lnTo>
                        <a:pt x="0" y="549402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4" name="object 37">
                  <a:extLst>
                    <a:ext uri="{FF2B5EF4-FFF2-40B4-BE49-F238E27FC236}">
                      <a16:creationId xmlns:a16="http://schemas.microsoft.com/office/drawing/2014/main" id="{EB11B180-A145-C8BB-A88D-3D6EBD2B82F2}"/>
                    </a:ext>
                  </a:extLst>
                </p:cNvPr>
                <p:cNvSpPr/>
                <p:nvPr/>
              </p:nvSpPr>
              <p:spPr>
                <a:xfrm>
                  <a:off x="8075561" y="3441192"/>
                  <a:ext cx="0" cy="549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9910">
                      <a:moveTo>
                        <a:pt x="0" y="0"/>
                      </a:moveTo>
                      <a:lnTo>
                        <a:pt x="0" y="549402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35" name="object 38">
                <a:extLst>
                  <a:ext uri="{FF2B5EF4-FFF2-40B4-BE49-F238E27FC236}">
                    <a16:creationId xmlns:a16="http://schemas.microsoft.com/office/drawing/2014/main" id="{D7CCA3D3-E4AE-0C42-223E-03537B74D7E0}"/>
                  </a:ext>
                </a:extLst>
              </p:cNvPr>
              <p:cNvSpPr txBox="1"/>
              <p:nvPr/>
            </p:nvSpPr>
            <p:spPr>
              <a:xfrm>
                <a:off x="5486527" y="263208"/>
                <a:ext cx="692150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137795" rIns="0" bIns="0" rtlCol="0">
                <a:spAutoFit/>
              </a:bodyPr>
              <a:lstStyle/>
              <a:p>
                <a:pPr marL="125730">
                  <a:lnSpc>
                    <a:spcPct val="100000"/>
                  </a:lnSpc>
                  <a:spcBef>
                    <a:spcPts val="1085"/>
                  </a:spcBef>
                </a:pPr>
                <a:r>
                  <a:rPr sz="1800" b="1" spc="-25" dirty="0">
                    <a:latin typeface="Lantinghei SC Heavy"/>
                    <a:cs typeface="Lantinghei SC Heavy"/>
                  </a:rPr>
                  <a:t>100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36" name="object 39">
                <a:extLst>
                  <a:ext uri="{FF2B5EF4-FFF2-40B4-BE49-F238E27FC236}">
                    <a16:creationId xmlns:a16="http://schemas.microsoft.com/office/drawing/2014/main" id="{05213CCC-FA1F-CA98-4A16-63CA73027FCA}"/>
                  </a:ext>
                </a:extLst>
              </p:cNvPr>
              <p:cNvSpPr txBox="1"/>
              <p:nvPr/>
            </p:nvSpPr>
            <p:spPr>
              <a:xfrm>
                <a:off x="6178436" y="263208"/>
                <a:ext cx="699135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130810" rIns="0" bIns="0" rtlCol="0">
                <a:spAutoFit/>
              </a:bodyPr>
              <a:lstStyle/>
              <a:p>
                <a:pPr marL="158750">
                  <a:lnSpc>
                    <a:spcPct val="100000"/>
                  </a:lnSpc>
                  <a:spcBef>
                    <a:spcPts val="1030"/>
                  </a:spcBef>
                </a:pPr>
                <a:r>
                  <a:rPr sz="1800" b="1" spc="-25" dirty="0">
                    <a:latin typeface="Lantinghei SC Heavy"/>
                    <a:cs typeface="Lantinghei SC Heavy"/>
                  </a:rPr>
                  <a:t>106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37" name="object 40">
                <a:extLst>
                  <a:ext uri="{FF2B5EF4-FFF2-40B4-BE49-F238E27FC236}">
                    <a16:creationId xmlns:a16="http://schemas.microsoft.com/office/drawing/2014/main" id="{649A7F86-28BF-3B18-796C-79F37B622118}"/>
                  </a:ext>
                </a:extLst>
              </p:cNvPr>
              <p:cNvSpPr txBox="1"/>
              <p:nvPr/>
            </p:nvSpPr>
            <p:spPr>
              <a:xfrm>
                <a:off x="6877189" y="263208"/>
                <a:ext cx="659130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130810" rIns="0" bIns="0" rtlCol="0">
                <a:spAutoFit/>
              </a:bodyPr>
              <a:lstStyle/>
              <a:p>
                <a:pPr marL="146050">
                  <a:lnSpc>
                    <a:spcPct val="100000"/>
                  </a:lnSpc>
                  <a:spcBef>
                    <a:spcPts val="1030"/>
                  </a:spcBef>
                </a:pPr>
                <a:r>
                  <a:rPr sz="1800" b="1" spc="-25" dirty="0">
                    <a:latin typeface="Lantinghei SC Heavy"/>
                    <a:cs typeface="Lantinghei SC Heavy"/>
                  </a:rPr>
                  <a:t>150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38" name="object 41">
                <a:extLst>
                  <a:ext uri="{FF2B5EF4-FFF2-40B4-BE49-F238E27FC236}">
                    <a16:creationId xmlns:a16="http://schemas.microsoft.com/office/drawing/2014/main" id="{561D0BD2-D1D6-2524-DC7C-0B0EFD9CD153}"/>
                  </a:ext>
                </a:extLst>
              </p:cNvPr>
              <p:cNvSpPr txBox="1"/>
              <p:nvPr/>
            </p:nvSpPr>
            <p:spPr>
              <a:xfrm>
                <a:off x="6635883" y="1985582"/>
                <a:ext cx="1041400" cy="3302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b="1" spc="-30" dirty="0">
                    <a:solidFill>
                      <a:srgbClr val="3333CC"/>
                    </a:solidFill>
                    <a:latin typeface="Lantinghei SC Heavy"/>
                    <a:cs typeface="Lantinghei SC Heavy"/>
                  </a:rPr>
                  <a:t>索引文件</a:t>
                </a:r>
                <a:endParaRPr sz="20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39" name="object 42">
                <a:extLst>
                  <a:ext uri="{FF2B5EF4-FFF2-40B4-BE49-F238E27FC236}">
                    <a16:creationId xmlns:a16="http://schemas.microsoft.com/office/drawing/2014/main" id="{430E8221-799B-8D4F-48F3-98A0F2D22618}"/>
                  </a:ext>
                </a:extLst>
              </p:cNvPr>
              <p:cNvSpPr txBox="1"/>
              <p:nvPr/>
            </p:nvSpPr>
            <p:spPr>
              <a:xfrm>
                <a:off x="7326249" y="3914203"/>
                <a:ext cx="786765" cy="3302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b="1" spc="-35" dirty="0">
                    <a:solidFill>
                      <a:srgbClr val="3333CC"/>
                    </a:solidFill>
                    <a:latin typeface="Lantinghei SC Heavy"/>
                    <a:cs typeface="Lantinghei SC Heavy"/>
                  </a:rPr>
                  <a:t>主文件</a:t>
                </a:r>
                <a:endParaRPr sz="20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40" name="object 43">
                <a:extLst>
                  <a:ext uri="{FF2B5EF4-FFF2-40B4-BE49-F238E27FC236}">
                    <a16:creationId xmlns:a16="http://schemas.microsoft.com/office/drawing/2014/main" id="{23599B2F-17FD-DD92-C9B7-2BB583F5B842}"/>
                  </a:ext>
                </a:extLst>
              </p:cNvPr>
              <p:cNvSpPr/>
              <p:nvPr/>
            </p:nvSpPr>
            <p:spPr>
              <a:xfrm>
                <a:off x="956449" y="995502"/>
                <a:ext cx="1720850" cy="2534920"/>
              </a:xfrm>
              <a:custGeom>
                <a:avLst/>
                <a:gdLst/>
                <a:ahLst/>
                <a:cxnLst/>
                <a:rect l="l" t="t" r="r" b="b"/>
                <a:pathLst>
                  <a:path w="1720850" h="2534920">
                    <a:moveTo>
                      <a:pt x="27432" y="1954225"/>
                    </a:moveTo>
                    <a:lnTo>
                      <a:pt x="0" y="1953006"/>
                    </a:lnTo>
                    <a:lnTo>
                      <a:pt x="27432" y="2014855"/>
                    </a:lnTo>
                    <a:lnTo>
                      <a:pt x="27432" y="1969008"/>
                    </a:lnTo>
                    <a:lnTo>
                      <a:pt x="27432" y="1954225"/>
                    </a:lnTo>
                    <a:close/>
                  </a:path>
                  <a:path w="1720850" h="2534920">
                    <a:moveTo>
                      <a:pt x="1192530" y="79248"/>
                    </a:moveTo>
                    <a:lnTo>
                      <a:pt x="1181100" y="52578"/>
                    </a:lnTo>
                    <a:lnTo>
                      <a:pt x="49530" y="546354"/>
                    </a:lnTo>
                    <a:lnTo>
                      <a:pt x="44196" y="548640"/>
                    </a:lnTo>
                    <a:lnTo>
                      <a:pt x="40386" y="553974"/>
                    </a:lnTo>
                    <a:lnTo>
                      <a:pt x="40386" y="1648968"/>
                    </a:lnTo>
                    <a:lnTo>
                      <a:pt x="28028" y="1954250"/>
                    </a:lnTo>
                    <a:lnTo>
                      <a:pt x="28028" y="1969020"/>
                    </a:lnTo>
                    <a:lnTo>
                      <a:pt x="27432" y="1969008"/>
                    </a:lnTo>
                    <a:lnTo>
                      <a:pt x="28028" y="1969033"/>
                    </a:lnTo>
                    <a:lnTo>
                      <a:pt x="28028" y="2016201"/>
                    </a:lnTo>
                    <a:lnTo>
                      <a:pt x="38862" y="2040636"/>
                    </a:lnTo>
                    <a:lnTo>
                      <a:pt x="85344" y="1956816"/>
                    </a:lnTo>
                    <a:lnTo>
                      <a:pt x="56959" y="1955546"/>
                    </a:lnTo>
                    <a:lnTo>
                      <a:pt x="60960" y="1856536"/>
                    </a:lnTo>
                    <a:lnTo>
                      <a:pt x="69342" y="1648968"/>
                    </a:lnTo>
                    <a:lnTo>
                      <a:pt x="69342" y="569366"/>
                    </a:lnTo>
                    <a:lnTo>
                      <a:pt x="1192530" y="79248"/>
                    </a:lnTo>
                    <a:close/>
                  </a:path>
                  <a:path w="1720850" h="2534920">
                    <a:moveTo>
                      <a:pt x="1720596" y="17526"/>
                    </a:moveTo>
                    <a:lnTo>
                      <a:pt x="1697736" y="0"/>
                    </a:lnTo>
                    <a:lnTo>
                      <a:pt x="1247394" y="564642"/>
                    </a:lnTo>
                    <a:lnTo>
                      <a:pt x="1245108" y="567690"/>
                    </a:lnTo>
                    <a:lnTo>
                      <a:pt x="1243584" y="570738"/>
                    </a:lnTo>
                    <a:lnTo>
                      <a:pt x="1243584" y="1742528"/>
                    </a:lnTo>
                    <a:lnTo>
                      <a:pt x="103390" y="2476411"/>
                    </a:lnTo>
                    <a:lnTo>
                      <a:pt x="87630" y="2452116"/>
                    </a:lnTo>
                    <a:lnTo>
                      <a:pt x="38862" y="2534412"/>
                    </a:lnTo>
                    <a:lnTo>
                      <a:pt x="91440" y="2528519"/>
                    </a:lnTo>
                    <a:lnTo>
                      <a:pt x="134112" y="2523744"/>
                    </a:lnTo>
                    <a:lnTo>
                      <a:pt x="118706" y="2500007"/>
                    </a:lnTo>
                    <a:lnTo>
                      <a:pt x="1243584" y="1776704"/>
                    </a:lnTo>
                    <a:lnTo>
                      <a:pt x="1250442" y="1772297"/>
                    </a:lnTo>
                    <a:lnTo>
                      <a:pt x="1265682" y="1762506"/>
                    </a:lnTo>
                    <a:lnTo>
                      <a:pt x="1269492" y="1759966"/>
                    </a:lnTo>
                    <a:lnTo>
                      <a:pt x="1270254" y="1759458"/>
                    </a:lnTo>
                    <a:lnTo>
                      <a:pt x="1272540" y="1754886"/>
                    </a:lnTo>
                    <a:lnTo>
                      <a:pt x="1272540" y="579107"/>
                    </a:lnTo>
                    <a:lnTo>
                      <a:pt x="1720596" y="17526"/>
                    </a:lnTo>
                    <a:close/>
                  </a:path>
                </a:pathLst>
              </a:custGeom>
              <a:solidFill>
                <a:srgbClr val="CC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41" name="object 44">
                <a:extLst>
                  <a:ext uri="{FF2B5EF4-FFF2-40B4-BE49-F238E27FC236}">
                    <a16:creationId xmlns:a16="http://schemas.microsoft.com/office/drawing/2014/main" id="{23BD0D37-9370-ED91-69B9-05E164D1DA3A}"/>
                  </a:ext>
                </a:extLst>
              </p:cNvPr>
              <p:cNvGrpSpPr/>
              <p:nvPr/>
            </p:nvGrpSpPr>
            <p:grpSpPr>
              <a:xfrm>
                <a:off x="3074809" y="996252"/>
                <a:ext cx="3689985" cy="2592705"/>
                <a:chOff x="4116209" y="3665220"/>
                <a:chExt cx="3689985" cy="2592705"/>
              </a:xfrm>
            </p:grpSpPr>
            <p:sp>
              <p:nvSpPr>
                <p:cNvPr id="42" name="object 45">
                  <a:extLst>
                    <a:ext uri="{FF2B5EF4-FFF2-40B4-BE49-F238E27FC236}">
                      <a16:creationId xmlns:a16="http://schemas.microsoft.com/office/drawing/2014/main" id="{497D5241-9666-E1A1-17DF-AC5DD494069A}"/>
                    </a:ext>
                  </a:extLst>
                </p:cNvPr>
                <p:cNvSpPr/>
                <p:nvPr/>
              </p:nvSpPr>
              <p:spPr>
                <a:xfrm>
                  <a:off x="4116209" y="3665232"/>
                  <a:ext cx="3234055" cy="2592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4054" h="2592704">
                      <a:moveTo>
                        <a:pt x="627126" y="2498598"/>
                      </a:moveTo>
                      <a:lnTo>
                        <a:pt x="599147" y="2505773"/>
                      </a:lnTo>
                      <a:lnTo>
                        <a:pt x="474726" y="2015490"/>
                      </a:lnTo>
                      <a:lnTo>
                        <a:pt x="474726" y="651510"/>
                      </a:lnTo>
                      <a:lnTo>
                        <a:pt x="473964" y="648462"/>
                      </a:lnTo>
                      <a:lnTo>
                        <a:pt x="472440" y="646176"/>
                      </a:lnTo>
                      <a:lnTo>
                        <a:pt x="22860" y="0"/>
                      </a:lnTo>
                      <a:lnTo>
                        <a:pt x="0" y="16002"/>
                      </a:lnTo>
                      <a:lnTo>
                        <a:pt x="446532" y="658876"/>
                      </a:lnTo>
                      <a:lnTo>
                        <a:pt x="446532" y="2022348"/>
                      </a:lnTo>
                      <a:lnTo>
                        <a:pt x="448818" y="2031301"/>
                      </a:lnTo>
                      <a:lnTo>
                        <a:pt x="571741" y="2512822"/>
                      </a:lnTo>
                      <a:lnTo>
                        <a:pt x="544068" y="2519934"/>
                      </a:lnTo>
                      <a:lnTo>
                        <a:pt x="602742" y="2587904"/>
                      </a:lnTo>
                      <a:lnTo>
                        <a:pt x="606552" y="2592324"/>
                      </a:lnTo>
                      <a:lnTo>
                        <a:pt x="627126" y="2498598"/>
                      </a:lnTo>
                      <a:close/>
                    </a:path>
                    <a:path w="3234054" h="2592704">
                      <a:moveTo>
                        <a:pt x="2420861" y="64770"/>
                      </a:moveTo>
                      <a:lnTo>
                        <a:pt x="2335517" y="22098"/>
                      </a:lnTo>
                      <a:lnTo>
                        <a:pt x="2335517" y="51054"/>
                      </a:lnTo>
                      <a:lnTo>
                        <a:pt x="621030" y="51054"/>
                      </a:lnTo>
                      <a:lnTo>
                        <a:pt x="621030" y="79248"/>
                      </a:lnTo>
                      <a:lnTo>
                        <a:pt x="2335517" y="79248"/>
                      </a:lnTo>
                      <a:lnTo>
                        <a:pt x="2335517" y="108204"/>
                      </a:lnTo>
                      <a:lnTo>
                        <a:pt x="2350008" y="100825"/>
                      </a:lnTo>
                      <a:lnTo>
                        <a:pt x="2420861" y="64770"/>
                      </a:lnTo>
                      <a:close/>
                    </a:path>
                    <a:path w="3234054" h="2592704">
                      <a:moveTo>
                        <a:pt x="3044952" y="1995678"/>
                      </a:moveTo>
                      <a:lnTo>
                        <a:pt x="3006090" y="1908048"/>
                      </a:lnTo>
                      <a:lnTo>
                        <a:pt x="2987979" y="1929980"/>
                      </a:lnTo>
                      <a:lnTo>
                        <a:pt x="2633472" y="1636776"/>
                      </a:lnTo>
                      <a:lnTo>
                        <a:pt x="2638806" y="1641182"/>
                      </a:lnTo>
                      <a:lnTo>
                        <a:pt x="2638806" y="95250"/>
                      </a:lnTo>
                      <a:lnTo>
                        <a:pt x="2609850" y="95250"/>
                      </a:lnTo>
                      <a:lnTo>
                        <a:pt x="2609850" y="1652016"/>
                      </a:lnTo>
                      <a:lnTo>
                        <a:pt x="2612136" y="1655826"/>
                      </a:lnTo>
                      <a:lnTo>
                        <a:pt x="2615184" y="1658874"/>
                      </a:lnTo>
                      <a:lnTo>
                        <a:pt x="2633472" y="1673999"/>
                      </a:lnTo>
                      <a:lnTo>
                        <a:pt x="2638806" y="1678406"/>
                      </a:lnTo>
                      <a:lnTo>
                        <a:pt x="2969717" y="1952091"/>
                      </a:lnTo>
                      <a:lnTo>
                        <a:pt x="2951988" y="1973580"/>
                      </a:lnTo>
                      <a:lnTo>
                        <a:pt x="2999232" y="1984806"/>
                      </a:lnTo>
                      <a:lnTo>
                        <a:pt x="3044952" y="1995678"/>
                      </a:lnTo>
                      <a:close/>
                    </a:path>
                    <a:path w="3234054" h="2592704">
                      <a:moveTo>
                        <a:pt x="3233915" y="44196"/>
                      </a:moveTo>
                      <a:lnTo>
                        <a:pt x="3205721" y="44196"/>
                      </a:lnTo>
                      <a:lnTo>
                        <a:pt x="3205721" y="2229586"/>
                      </a:lnTo>
                      <a:lnTo>
                        <a:pt x="3034538" y="2456637"/>
                      </a:lnTo>
                      <a:lnTo>
                        <a:pt x="3011411" y="2439162"/>
                      </a:lnTo>
                      <a:lnTo>
                        <a:pt x="2994647" y="2533650"/>
                      </a:lnTo>
                      <a:lnTo>
                        <a:pt x="3025889" y="2518029"/>
                      </a:lnTo>
                      <a:lnTo>
                        <a:pt x="3079991" y="2490978"/>
                      </a:lnTo>
                      <a:lnTo>
                        <a:pt x="3057525" y="2473998"/>
                      </a:lnTo>
                      <a:lnTo>
                        <a:pt x="3205721" y="2277440"/>
                      </a:lnTo>
                      <a:lnTo>
                        <a:pt x="3208007" y="2274405"/>
                      </a:lnTo>
                      <a:lnTo>
                        <a:pt x="3230867" y="2244090"/>
                      </a:lnTo>
                      <a:lnTo>
                        <a:pt x="3233153" y="2241804"/>
                      </a:lnTo>
                      <a:lnTo>
                        <a:pt x="3233915" y="2238756"/>
                      </a:lnTo>
                      <a:lnTo>
                        <a:pt x="3233915" y="44196"/>
                      </a:lnTo>
                      <a:close/>
                    </a:path>
                  </a:pathLst>
                </a:custGeom>
                <a:solidFill>
                  <a:srgbClr val="CC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3" name="object 46">
                  <a:extLst>
                    <a:ext uri="{FF2B5EF4-FFF2-40B4-BE49-F238E27FC236}">
                      <a16:creationId xmlns:a16="http://schemas.microsoft.com/office/drawing/2014/main" id="{0105EAB1-8980-F2DD-F05D-ED080503B7CA}"/>
                    </a:ext>
                  </a:extLst>
                </p:cNvPr>
                <p:cNvSpPr/>
                <p:nvPr/>
              </p:nvSpPr>
              <p:spPr>
                <a:xfrm>
                  <a:off x="4665598" y="3707892"/>
                  <a:ext cx="3140710" cy="198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0709" h="1981200">
                      <a:moveTo>
                        <a:pt x="72090" y="1929284"/>
                      </a:moveTo>
                      <a:lnTo>
                        <a:pt x="60197" y="1903476"/>
                      </a:lnTo>
                      <a:lnTo>
                        <a:pt x="0" y="1978152"/>
                      </a:lnTo>
                      <a:lnTo>
                        <a:pt x="58674" y="1980014"/>
                      </a:lnTo>
                      <a:lnTo>
                        <a:pt x="58674" y="1935480"/>
                      </a:lnTo>
                      <a:lnTo>
                        <a:pt x="72090" y="1929284"/>
                      </a:lnTo>
                      <a:close/>
                    </a:path>
                    <a:path w="3140709" h="1981200">
                      <a:moveTo>
                        <a:pt x="84072" y="1955289"/>
                      </a:moveTo>
                      <a:lnTo>
                        <a:pt x="72090" y="1929284"/>
                      </a:lnTo>
                      <a:lnTo>
                        <a:pt x="58674" y="1935480"/>
                      </a:lnTo>
                      <a:lnTo>
                        <a:pt x="70865" y="1961388"/>
                      </a:lnTo>
                      <a:lnTo>
                        <a:pt x="84072" y="1955289"/>
                      </a:lnTo>
                      <a:close/>
                    </a:path>
                    <a:path w="3140709" h="1981200">
                      <a:moveTo>
                        <a:pt x="96012" y="1981200"/>
                      </a:moveTo>
                      <a:lnTo>
                        <a:pt x="84072" y="1955289"/>
                      </a:lnTo>
                      <a:lnTo>
                        <a:pt x="70865" y="1961388"/>
                      </a:lnTo>
                      <a:lnTo>
                        <a:pt x="58674" y="1935480"/>
                      </a:lnTo>
                      <a:lnTo>
                        <a:pt x="58674" y="1980014"/>
                      </a:lnTo>
                      <a:lnTo>
                        <a:pt x="96012" y="1981200"/>
                      </a:lnTo>
                      <a:close/>
                    </a:path>
                    <a:path w="3140709" h="1981200">
                      <a:moveTo>
                        <a:pt x="3119628" y="521970"/>
                      </a:moveTo>
                      <a:lnTo>
                        <a:pt x="72090" y="1929284"/>
                      </a:lnTo>
                      <a:lnTo>
                        <a:pt x="84072" y="1955289"/>
                      </a:lnTo>
                      <a:lnTo>
                        <a:pt x="3112008" y="557026"/>
                      </a:lnTo>
                      <a:lnTo>
                        <a:pt x="3112008" y="534924"/>
                      </a:lnTo>
                      <a:lnTo>
                        <a:pt x="3119628" y="521970"/>
                      </a:lnTo>
                      <a:close/>
                    </a:path>
                    <a:path w="3140709" h="1981200">
                      <a:moveTo>
                        <a:pt x="3140202" y="540258"/>
                      </a:moveTo>
                      <a:lnTo>
                        <a:pt x="3140202" y="0"/>
                      </a:lnTo>
                      <a:lnTo>
                        <a:pt x="3112008" y="0"/>
                      </a:lnTo>
                      <a:lnTo>
                        <a:pt x="3112008" y="525488"/>
                      </a:lnTo>
                      <a:lnTo>
                        <a:pt x="3119628" y="521970"/>
                      </a:lnTo>
                      <a:lnTo>
                        <a:pt x="3119628" y="553508"/>
                      </a:lnTo>
                      <a:lnTo>
                        <a:pt x="3131820" y="547878"/>
                      </a:lnTo>
                      <a:lnTo>
                        <a:pt x="3137154" y="544830"/>
                      </a:lnTo>
                      <a:lnTo>
                        <a:pt x="3140202" y="540258"/>
                      </a:lnTo>
                      <a:close/>
                    </a:path>
                    <a:path w="3140709" h="1981200">
                      <a:moveTo>
                        <a:pt x="3119628" y="553508"/>
                      </a:moveTo>
                      <a:lnTo>
                        <a:pt x="3119628" y="521970"/>
                      </a:lnTo>
                      <a:lnTo>
                        <a:pt x="3112008" y="534924"/>
                      </a:lnTo>
                      <a:lnTo>
                        <a:pt x="3112008" y="557026"/>
                      </a:lnTo>
                      <a:lnTo>
                        <a:pt x="3119628" y="55350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5E0BA320-B5DC-A00E-7891-783822146850}"/>
                </a:ext>
              </a:extLst>
            </p:cNvPr>
            <p:cNvSpPr txBox="1"/>
            <p:nvPr/>
          </p:nvSpPr>
          <p:spPr>
            <a:xfrm>
              <a:off x="2132886" y="4653436"/>
              <a:ext cx="46987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dirty="0">
                  <a:latin typeface="SimHei" panose="02010609060101010101" pitchFamily="49" charset="-122"/>
                  <a:ea typeface="SimHei" panose="02010609060101010101" pitchFamily="49" charset="-122"/>
                </a:rPr>
                <a:t>B+</a:t>
              </a:r>
              <a:r>
                <a:rPr kumimoji="1" lang="zh-CN" altLang="en-US" sz="3200" dirty="0">
                  <a:latin typeface="SimHei" panose="02010609060101010101" pitchFamily="49" charset="-122"/>
                  <a:ea typeface="SimHei" panose="02010609060101010101" pitchFamily="49" charset="-122"/>
                </a:rPr>
                <a:t>树用于主键、稠密索引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819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673C-C266-F13A-C010-A5A00CE62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7100361E-DE61-18CD-C5C2-3F8F18268916}"/>
              </a:ext>
            </a:extLst>
          </p:cNvPr>
          <p:cNvGrpSpPr/>
          <p:nvPr/>
        </p:nvGrpSpPr>
        <p:grpSpPr>
          <a:xfrm>
            <a:off x="275031" y="301307"/>
            <a:ext cx="8108950" cy="4892423"/>
            <a:chOff x="275031" y="301307"/>
            <a:chExt cx="8108950" cy="4892423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384071DB-D10F-B051-28E5-0AC8FB8BCE49}"/>
                </a:ext>
              </a:extLst>
            </p:cNvPr>
            <p:cNvGrpSpPr/>
            <p:nvPr/>
          </p:nvGrpSpPr>
          <p:grpSpPr>
            <a:xfrm>
              <a:off x="275031" y="301307"/>
              <a:ext cx="8108950" cy="4259326"/>
              <a:chOff x="1278331" y="2765107"/>
              <a:chExt cx="8108950" cy="4259326"/>
            </a:xfrm>
          </p:grpSpPr>
          <p:grpSp>
            <p:nvGrpSpPr>
              <p:cNvPr id="2" name="object 3">
                <a:extLst>
                  <a:ext uri="{FF2B5EF4-FFF2-40B4-BE49-F238E27FC236}">
                    <a16:creationId xmlns:a16="http://schemas.microsoft.com/office/drawing/2014/main" id="{E1CD9788-757D-5B0B-94D2-82E4A5956DD0}"/>
                  </a:ext>
                </a:extLst>
              </p:cNvPr>
              <p:cNvGrpSpPr/>
              <p:nvPr/>
            </p:nvGrpSpPr>
            <p:grpSpPr>
              <a:xfrm>
                <a:off x="1278331" y="5171503"/>
                <a:ext cx="8108950" cy="1852930"/>
                <a:chOff x="1278331" y="5171503"/>
                <a:chExt cx="8108950" cy="1852930"/>
              </a:xfrm>
            </p:grpSpPr>
            <p:sp>
              <p:nvSpPr>
                <p:cNvPr id="3" name="object 4">
                  <a:extLst>
                    <a:ext uri="{FF2B5EF4-FFF2-40B4-BE49-F238E27FC236}">
                      <a16:creationId xmlns:a16="http://schemas.microsoft.com/office/drawing/2014/main" id="{A0BCE9FD-1756-278A-85F5-DDC559FD6523}"/>
                    </a:ext>
                  </a:extLst>
                </p:cNvPr>
                <p:cNvSpPr/>
                <p:nvPr/>
              </p:nvSpPr>
              <p:spPr>
                <a:xfrm>
                  <a:off x="1283093" y="5176265"/>
                  <a:ext cx="8099425" cy="1843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9425" h="1843404">
                      <a:moveTo>
                        <a:pt x="8099297" y="1843278"/>
                      </a:moveTo>
                      <a:lnTo>
                        <a:pt x="8099297" y="0"/>
                      </a:lnTo>
                      <a:lnTo>
                        <a:pt x="0" y="0"/>
                      </a:lnTo>
                      <a:lnTo>
                        <a:pt x="0" y="1843278"/>
                      </a:lnTo>
                      <a:lnTo>
                        <a:pt x="8099297" y="1843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" name="object 5">
                  <a:extLst>
                    <a:ext uri="{FF2B5EF4-FFF2-40B4-BE49-F238E27FC236}">
                      <a16:creationId xmlns:a16="http://schemas.microsoft.com/office/drawing/2014/main" id="{26927C81-1BDF-993F-6D32-17A5F7573C62}"/>
                    </a:ext>
                  </a:extLst>
                </p:cNvPr>
                <p:cNvSpPr/>
                <p:nvPr/>
              </p:nvSpPr>
              <p:spPr>
                <a:xfrm>
                  <a:off x="1283093" y="5176265"/>
                  <a:ext cx="8099425" cy="1843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9425" h="1843404">
                      <a:moveTo>
                        <a:pt x="0" y="0"/>
                      </a:moveTo>
                      <a:lnTo>
                        <a:pt x="0" y="1843278"/>
                      </a:lnTo>
                      <a:lnTo>
                        <a:pt x="8099297" y="1843278"/>
                      </a:lnTo>
                      <a:lnTo>
                        <a:pt x="80992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E52E7E4E-BAF4-5D06-7255-6AF78ECB79D7}"/>
                  </a:ext>
                </a:extLst>
              </p:cNvPr>
              <p:cNvSpPr txBox="1"/>
              <p:nvPr/>
            </p:nvSpPr>
            <p:spPr>
              <a:xfrm>
                <a:off x="1814969" y="5389626"/>
                <a:ext cx="2021205" cy="1168400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</a:ln>
            </p:spPr>
            <p:txBody>
              <a:bodyPr vert="horz" wrap="square" lIns="0" tIns="123189" rIns="0" bIns="0" rtlCol="0">
                <a:spAutoFit/>
              </a:bodyPr>
              <a:lstStyle/>
              <a:p>
                <a:pPr marL="283210" indent="-228600">
                  <a:lnSpc>
                    <a:spcPct val="100000"/>
                  </a:lnSpc>
                  <a:spcBef>
                    <a:spcPts val="969"/>
                  </a:spcBef>
                  <a:buSzPct val="94444"/>
                  <a:buFont typeface="Hiragino Sans GB W3"/>
                  <a:buChar char="•"/>
                  <a:tabLst>
                    <a:tab pos="283210" algn="l"/>
                  </a:tabLst>
                </a:pPr>
                <a:r>
                  <a:rPr sz="1800" b="1" spc="-60" dirty="0">
                    <a:latin typeface="Lantinghei SC Heavy"/>
                    <a:cs typeface="Lantinghei SC Heavy"/>
                  </a:rPr>
                  <a:t>键值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57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的记录</a:t>
                </a:r>
                <a:endParaRPr sz="1800">
                  <a:latin typeface="Lantinghei SC Heavy"/>
                  <a:cs typeface="Lantinghei SC Heavy"/>
                </a:endParaRPr>
              </a:p>
              <a:p>
                <a:pPr marL="292735" indent="-228600">
                  <a:lnSpc>
                    <a:spcPct val="100000"/>
                  </a:lnSpc>
                  <a:spcBef>
                    <a:spcPts val="2145"/>
                  </a:spcBef>
                  <a:buSzPct val="94444"/>
                  <a:buFont typeface="Hiragino Sans GB W3"/>
                  <a:buChar char="•"/>
                  <a:tabLst>
                    <a:tab pos="292735" algn="l"/>
                  </a:tabLst>
                </a:pPr>
                <a:r>
                  <a:rPr sz="1800" b="1" spc="-45" dirty="0">
                    <a:latin typeface="Lantinghei SC Heavy"/>
                    <a:cs typeface="Lantinghei SC Heavy"/>
                  </a:rPr>
                  <a:t>键值</a:t>
                </a:r>
                <a:r>
                  <a:rPr sz="1800" b="1" spc="-30" dirty="0">
                    <a:latin typeface="Lantinghei SC Heavy"/>
                    <a:cs typeface="Lantinghei SC Heavy"/>
                  </a:rPr>
                  <a:t>81</a:t>
                </a:r>
                <a:r>
                  <a:rPr sz="1800" b="1" spc="-50" dirty="0">
                    <a:latin typeface="Lantinghei SC Heavy"/>
                    <a:cs typeface="Lantinghei SC Heavy"/>
                  </a:rPr>
                  <a:t>的记录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A1405C55-D9BF-20D9-1756-50A9179A826A}"/>
                  </a:ext>
                </a:extLst>
              </p:cNvPr>
              <p:cNvSpPr txBox="1"/>
              <p:nvPr/>
            </p:nvSpPr>
            <p:spPr>
              <a:xfrm>
                <a:off x="4400435" y="5387340"/>
                <a:ext cx="2021205" cy="1169035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</a:ln>
            </p:spPr>
            <p:txBody>
              <a:bodyPr vert="horz" wrap="square" lIns="0" tIns="142875" rIns="0" bIns="0" rtlCol="0">
                <a:spAutoFit/>
              </a:bodyPr>
              <a:lstStyle/>
              <a:p>
                <a:pPr marL="353695" indent="-228600">
                  <a:lnSpc>
                    <a:spcPct val="100000"/>
                  </a:lnSpc>
                  <a:spcBef>
                    <a:spcPts val="1125"/>
                  </a:spcBef>
                  <a:buSzPct val="94444"/>
                  <a:buFont typeface="Hiragino Sans GB W3"/>
                  <a:buChar char="•"/>
                  <a:tabLst>
                    <a:tab pos="353695" algn="l"/>
                  </a:tabLst>
                </a:pPr>
                <a:r>
                  <a:rPr sz="1800" b="1" spc="-80" dirty="0">
                    <a:latin typeface="Lantinghei SC Heavy"/>
                    <a:cs typeface="Lantinghei SC Heavy"/>
                  </a:rPr>
                  <a:t>键值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95</a:t>
                </a:r>
                <a:r>
                  <a:rPr sz="1800" b="1" spc="-75" dirty="0">
                    <a:latin typeface="Lantinghei SC Heavy"/>
                    <a:cs typeface="Lantinghei SC Heavy"/>
                  </a:rPr>
                  <a:t>的记录</a:t>
                </a:r>
                <a:endParaRPr sz="1800">
                  <a:latin typeface="Lantinghei SC Heavy"/>
                  <a:cs typeface="Lantinghei SC Heavy"/>
                </a:endParaRPr>
              </a:p>
              <a:p>
                <a:pPr marL="353695" indent="-228600">
                  <a:lnSpc>
                    <a:spcPct val="100000"/>
                  </a:lnSpc>
                  <a:spcBef>
                    <a:spcPts val="1880"/>
                  </a:spcBef>
                  <a:buSzPct val="94444"/>
                  <a:buFont typeface="Hiragino Sans GB W3"/>
                  <a:buChar char="•"/>
                  <a:tabLst>
                    <a:tab pos="353695" algn="l"/>
                  </a:tabLst>
                </a:pPr>
                <a:r>
                  <a:rPr sz="1800" b="1" spc="-80" dirty="0">
                    <a:latin typeface="Lantinghei SC Heavy"/>
                    <a:cs typeface="Lantinghei SC Heavy"/>
                  </a:rPr>
                  <a:t>键值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98</a:t>
                </a:r>
                <a:r>
                  <a:rPr sz="1800" b="1" spc="-75" dirty="0">
                    <a:latin typeface="Lantinghei SC Heavy"/>
                    <a:cs typeface="Lantinghei SC Heavy"/>
                  </a:rPr>
                  <a:t>的记录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C16CB7FD-48B2-1A65-AFF3-3498F2CA0AD9}"/>
                  </a:ext>
                </a:extLst>
              </p:cNvPr>
              <p:cNvSpPr txBox="1"/>
              <p:nvPr/>
            </p:nvSpPr>
            <p:spPr>
              <a:xfrm>
                <a:off x="6988175" y="5387340"/>
                <a:ext cx="2021205" cy="1169035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</a:ln>
            </p:spPr>
            <p:txBody>
              <a:bodyPr vert="horz" wrap="square" lIns="0" tIns="147955" rIns="0" bIns="0" rtlCol="0">
                <a:spAutoFit/>
              </a:bodyPr>
              <a:lstStyle/>
              <a:p>
                <a:pPr marL="231140" indent="-228600">
                  <a:lnSpc>
                    <a:spcPct val="100000"/>
                  </a:lnSpc>
                  <a:spcBef>
                    <a:spcPts val="1165"/>
                  </a:spcBef>
                  <a:buSzPct val="86111"/>
                  <a:buFont typeface="Hiragino Sans GB W3"/>
                  <a:buChar char="•"/>
                  <a:tabLst>
                    <a:tab pos="231140" algn="l"/>
                  </a:tabLst>
                </a:pPr>
                <a:r>
                  <a:rPr sz="1800" b="1" spc="-60" dirty="0">
                    <a:latin typeface="Lantinghei SC Heavy"/>
                    <a:cs typeface="Lantinghei SC Heavy"/>
                  </a:rPr>
                  <a:t>键值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100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的记录</a:t>
                </a:r>
                <a:endParaRPr sz="1800">
                  <a:latin typeface="Lantinghei SC Heavy"/>
                  <a:cs typeface="Lantinghei SC Heavy"/>
                </a:endParaRPr>
              </a:p>
              <a:p>
                <a:pPr marL="212090" indent="-209550">
                  <a:lnSpc>
                    <a:spcPct val="100000"/>
                  </a:lnSpc>
                  <a:spcBef>
                    <a:spcPts val="1715"/>
                  </a:spcBef>
                  <a:buSzPct val="86111"/>
                  <a:buFont typeface="Hiragino Sans GB W3"/>
                  <a:buChar char="•"/>
                  <a:tabLst>
                    <a:tab pos="212090" algn="l"/>
                  </a:tabLst>
                </a:pPr>
                <a:r>
                  <a:rPr sz="1800" b="1" spc="-60" dirty="0">
                    <a:latin typeface="Lantinghei SC Heavy"/>
                    <a:cs typeface="Lantinghei SC Heavy"/>
                  </a:rPr>
                  <a:t>键值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106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的记录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grpSp>
            <p:nvGrpSpPr>
              <p:cNvPr id="8" name="object 11">
                <a:extLst>
                  <a:ext uri="{FF2B5EF4-FFF2-40B4-BE49-F238E27FC236}">
                    <a16:creationId xmlns:a16="http://schemas.microsoft.com/office/drawing/2014/main" id="{373ADF15-73A8-E778-0E94-D6AD63A5105D}"/>
                  </a:ext>
                </a:extLst>
              </p:cNvPr>
              <p:cNvGrpSpPr/>
              <p:nvPr/>
            </p:nvGrpSpPr>
            <p:grpSpPr>
              <a:xfrm>
                <a:off x="1555699" y="2765107"/>
                <a:ext cx="7577455" cy="2362835"/>
                <a:chOff x="1555699" y="2765107"/>
                <a:chExt cx="7577455" cy="2362835"/>
              </a:xfrm>
            </p:grpSpPr>
            <p:sp>
              <p:nvSpPr>
                <p:cNvPr id="9" name="object 12">
                  <a:extLst>
                    <a:ext uri="{FF2B5EF4-FFF2-40B4-BE49-F238E27FC236}">
                      <a16:creationId xmlns:a16="http://schemas.microsoft.com/office/drawing/2014/main" id="{7738B3E4-4C7C-1001-A659-6107E3ABB3B2}"/>
                    </a:ext>
                  </a:extLst>
                </p:cNvPr>
                <p:cNvSpPr/>
                <p:nvPr/>
              </p:nvSpPr>
              <p:spPr>
                <a:xfrm>
                  <a:off x="1560461" y="2769870"/>
                  <a:ext cx="7568565" cy="235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8565" h="2353310">
                      <a:moveTo>
                        <a:pt x="7568183" y="2353056"/>
                      </a:moveTo>
                      <a:lnTo>
                        <a:pt x="7568183" y="0"/>
                      </a:lnTo>
                      <a:lnTo>
                        <a:pt x="0" y="0"/>
                      </a:lnTo>
                      <a:lnTo>
                        <a:pt x="0" y="2353056"/>
                      </a:lnTo>
                      <a:lnTo>
                        <a:pt x="7568183" y="23530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0" name="object 13">
                  <a:extLst>
                    <a:ext uri="{FF2B5EF4-FFF2-40B4-BE49-F238E27FC236}">
                      <a16:creationId xmlns:a16="http://schemas.microsoft.com/office/drawing/2014/main" id="{5C69E08D-48F5-FE67-BCA9-079E2464B09A}"/>
                    </a:ext>
                  </a:extLst>
                </p:cNvPr>
                <p:cNvSpPr/>
                <p:nvPr/>
              </p:nvSpPr>
              <p:spPr>
                <a:xfrm>
                  <a:off x="1560461" y="2769870"/>
                  <a:ext cx="7567930" cy="235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7930" h="2353310">
                      <a:moveTo>
                        <a:pt x="0" y="0"/>
                      </a:moveTo>
                      <a:lnTo>
                        <a:pt x="0" y="2353056"/>
                      </a:lnTo>
                      <a:lnTo>
                        <a:pt x="7567422" y="2353056"/>
                      </a:lnTo>
                      <a:lnTo>
                        <a:pt x="756742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1" name="object 14">
                  <a:extLst>
                    <a:ext uri="{FF2B5EF4-FFF2-40B4-BE49-F238E27FC236}">
                      <a16:creationId xmlns:a16="http://schemas.microsoft.com/office/drawing/2014/main" id="{A9C8BA02-8889-5A0B-C2EA-580BA469615E}"/>
                    </a:ext>
                  </a:extLst>
                </p:cNvPr>
                <p:cNvSpPr/>
                <p:nvPr/>
              </p:nvSpPr>
              <p:spPr>
                <a:xfrm>
                  <a:off x="2889389" y="2919222"/>
                  <a:ext cx="2049780" cy="1059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9179">
                      <a:moveTo>
                        <a:pt x="2049780" y="1059179"/>
                      </a:moveTo>
                      <a:lnTo>
                        <a:pt x="2049780" y="0"/>
                      </a:lnTo>
                      <a:lnTo>
                        <a:pt x="0" y="0"/>
                      </a:lnTo>
                      <a:lnTo>
                        <a:pt x="0" y="1059179"/>
                      </a:lnTo>
                      <a:lnTo>
                        <a:pt x="2049780" y="1059179"/>
                      </a:lnTo>
                      <a:close/>
                    </a:path>
                  </a:pathLst>
                </a:custGeom>
                <a:solidFill>
                  <a:srgbClr val="EAEAEA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2" name="object 15">
                  <a:extLst>
                    <a:ext uri="{FF2B5EF4-FFF2-40B4-BE49-F238E27FC236}">
                      <a16:creationId xmlns:a16="http://schemas.microsoft.com/office/drawing/2014/main" id="{09E4541C-1519-CA36-4536-7FA308CEB316}"/>
                    </a:ext>
                  </a:extLst>
                </p:cNvPr>
                <p:cNvSpPr/>
                <p:nvPr/>
              </p:nvSpPr>
              <p:spPr>
                <a:xfrm>
                  <a:off x="2889389" y="2919222"/>
                  <a:ext cx="2049780" cy="1058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8545">
                      <a:moveTo>
                        <a:pt x="0" y="0"/>
                      </a:moveTo>
                      <a:lnTo>
                        <a:pt x="0" y="1058418"/>
                      </a:lnTo>
                      <a:lnTo>
                        <a:pt x="2049780" y="1058418"/>
                      </a:lnTo>
                      <a:lnTo>
                        <a:pt x="204978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3" name="object 16">
                  <a:extLst>
                    <a:ext uri="{FF2B5EF4-FFF2-40B4-BE49-F238E27FC236}">
                      <a16:creationId xmlns:a16="http://schemas.microsoft.com/office/drawing/2014/main" id="{850DFD95-4A45-4E52-1D41-E5E8A570BCB0}"/>
                    </a:ext>
                  </a:extLst>
                </p:cNvPr>
                <p:cNvSpPr/>
                <p:nvPr/>
              </p:nvSpPr>
              <p:spPr>
                <a:xfrm>
                  <a:off x="2902343" y="3441192"/>
                  <a:ext cx="200977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5">
                      <a:moveTo>
                        <a:pt x="0" y="0"/>
                      </a:moveTo>
                      <a:lnTo>
                        <a:pt x="2009394" y="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4" name="object 17">
                  <a:extLst>
                    <a:ext uri="{FF2B5EF4-FFF2-40B4-BE49-F238E27FC236}">
                      <a16:creationId xmlns:a16="http://schemas.microsoft.com/office/drawing/2014/main" id="{E4AFD3C6-4457-4F4A-83E1-15AFF1A41DAE}"/>
                    </a:ext>
                  </a:extLst>
                </p:cNvPr>
                <p:cNvSpPr/>
                <p:nvPr/>
              </p:nvSpPr>
              <p:spPr>
                <a:xfrm>
                  <a:off x="3383165" y="3429000"/>
                  <a:ext cx="0" cy="548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8639">
                      <a:moveTo>
                        <a:pt x="0" y="0"/>
                      </a:moveTo>
                      <a:lnTo>
                        <a:pt x="0" y="54864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5" name="object 18">
                  <a:extLst>
                    <a:ext uri="{FF2B5EF4-FFF2-40B4-BE49-F238E27FC236}">
                      <a16:creationId xmlns:a16="http://schemas.microsoft.com/office/drawing/2014/main" id="{7A513574-F6A8-FB9A-46E4-476AEA85F08B}"/>
                    </a:ext>
                  </a:extLst>
                </p:cNvPr>
                <p:cNvSpPr/>
                <p:nvPr/>
              </p:nvSpPr>
              <p:spPr>
                <a:xfrm>
                  <a:off x="3910469" y="3429000"/>
                  <a:ext cx="0" cy="548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8639">
                      <a:moveTo>
                        <a:pt x="0" y="0"/>
                      </a:moveTo>
                      <a:lnTo>
                        <a:pt x="0" y="54864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6" name="object 19">
                  <a:extLst>
                    <a:ext uri="{FF2B5EF4-FFF2-40B4-BE49-F238E27FC236}">
                      <a16:creationId xmlns:a16="http://schemas.microsoft.com/office/drawing/2014/main" id="{410A403E-305B-47AC-0C7A-DADC1DAF5904}"/>
                    </a:ext>
                  </a:extLst>
                </p:cNvPr>
                <p:cNvSpPr/>
                <p:nvPr/>
              </p:nvSpPr>
              <p:spPr>
                <a:xfrm>
                  <a:off x="4437011" y="3429000"/>
                  <a:ext cx="0" cy="548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8639">
                      <a:moveTo>
                        <a:pt x="0" y="0"/>
                      </a:moveTo>
                      <a:lnTo>
                        <a:pt x="0" y="54864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7" name="object 20">
                <a:extLst>
                  <a:ext uri="{FF2B5EF4-FFF2-40B4-BE49-F238E27FC236}">
                    <a16:creationId xmlns:a16="http://schemas.microsoft.com/office/drawing/2014/main" id="{F13FF61D-BE1F-2EF3-291F-89892B4A2790}"/>
                  </a:ext>
                </a:extLst>
              </p:cNvPr>
              <p:cNvSpPr txBox="1"/>
              <p:nvPr/>
            </p:nvSpPr>
            <p:spPr>
              <a:xfrm>
                <a:off x="2889389" y="2919222"/>
                <a:ext cx="692150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61594" rIns="0" bIns="0" rtlCol="0">
                <a:spAutoFit/>
              </a:bodyPr>
              <a:lstStyle/>
              <a:p>
                <a:pPr marL="150495">
                  <a:lnSpc>
                    <a:spcPct val="100000"/>
                  </a:lnSpc>
                  <a:spcBef>
                    <a:spcPts val="484"/>
                  </a:spcBef>
                </a:pPr>
                <a:r>
                  <a:rPr sz="2400" b="1" spc="-25" dirty="0">
                    <a:latin typeface="Lantinghei SC Heavy"/>
                    <a:cs typeface="Lantinghei SC Heavy"/>
                  </a:rPr>
                  <a:t>57</a:t>
                </a:r>
                <a:endParaRPr sz="24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18" name="object 21">
                <a:extLst>
                  <a:ext uri="{FF2B5EF4-FFF2-40B4-BE49-F238E27FC236}">
                    <a16:creationId xmlns:a16="http://schemas.microsoft.com/office/drawing/2014/main" id="{EEC25BB8-7790-DA54-DAF6-DAE89F5F9FA9}"/>
                  </a:ext>
                </a:extLst>
              </p:cNvPr>
              <p:cNvSpPr txBox="1"/>
              <p:nvPr/>
            </p:nvSpPr>
            <p:spPr>
              <a:xfrm>
                <a:off x="3581285" y="2919222"/>
                <a:ext cx="699135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55244" rIns="0" bIns="0" rtlCol="0">
                <a:spAutoFit/>
              </a:bodyPr>
              <a:lstStyle/>
              <a:p>
                <a:pPr marL="184150">
                  <a:lnSpc>
                    <a:spcPct val="100000"/>
                  </a:lnSpc>
                  <a:spcBef>
                    <a:spcPts val="434"/>
                  </a:spcBef>
                </a:pPr>
                <a:r>
                  <a:rPr sz="2400" b="1" spc="-295" dirty="0">
                    <a:latin typeface="Lantinghei SC Heavy"/>
                    <a:cs typeface="Lantinghei SC Heavy"/>
                  </a:rPr>
                  <a:t>95</a:t>
                </a:r>
                <a:endParaRPr sz="24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19" name="object 22">
                <a:extLst>
                  <a:ext uri="{FF2B5EF4-FFF2-40B4-BE49-F238E27FC236}">
                    <a16:creationId xmlns:a16="http://schemas.microsoft.com/office/drawing/2014/main" id="{170FF518-0521-A2B6-38F9-19708F3CF569}"/>
                  </a:ext>
                </a:extLst>
              </p:cNvPr>
              <p:cNvSpPr txBox="1"/>
              <p:nvPr/>
            </p:nvSpPr>
            <p:spPr>
              <a:xfrm>
                <a:off x="2081155" y="4274311"/>
                <a:ext cx="1042035" cy="75882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b="1" spc="-20" dirty="0">
                    <a:latin typeface="Lantinghei SC Heavy"/>
                    <a:cs typeface="Lantinghei SC Heavy"/>
                  </a:rPr>
                  <a:t>指向键值为</a:t>
                </a:r>
                <a:r>
                  <a:rPr sz="1600" b="1" spc="-60" dirty="0">
                    <a:latin typeface="Lantinghei SC Heavy"/>
                    <a:cs typeface="Lantinghei SC Heavy"/>
                  </a:rPr>
                  <a:t> </a:t>
                </a:r>
                <a:r>
                  <a:rPr sz="1600" b="1" spc="-100" dirty="0">
                    <a:latin typeface="Lantinghei SC Heavy"/>
                    <a:cs typeface="Lantinghei SC Heavy"/>
                  </a:rPr>
                  <a:t>57</a:t>
                </a:r>
                <a:r>
                  <a:rPr sz="1600" b="1" spc="-135" dirty="0">
                    <a:latin typeface="Lantinghei SC Heavy"/>
                    <a:cs typeface="Lantinghei SC Heavy"/>
                  </a:rPr>
                  <a:t>的</a:t>
                </a:r>
                <a:r>
                  <a:rPr sz="1600" b="1" spc="-3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主文</a:t>
                </a:r>
                <a:r>
                  <a:rPr sz="1600" b="1" spc="-2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件数据块</a:t>
                </a:r>
                <a:endParaRPr sz="16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20" name="object 23">
                <a:extLst>
                  <a:ext uri="{FF2B5EF4-FFF2-40B4-BE49-F238E27FC236}">
                    <a16:creationId xmlns:a16="http://schemas.microsoft.com/office/drawing/2014/main" id="{EC010412-9523-F24D-3D7A-1F62D6C07345}"/>
                  </a:ext>
                </a:extLst>
              </p:cNvPr>
              <p:cNvSpPr txBox="1"/>
              <p:nvPr/>
            </p:nvSpPr>
            <p:spPr>
              <a:xfrm>
                <a:off x="3357503" y="4268187"/>
                <a:ext cx="1042035" cy="7581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b="1" spc="-20" dirty="0">
                    <a:latin typeface="Lantinghei SC Heavy"/>
                    <a:cs typeface="Lantinghei SC Heavy"/>
                  </a:rPr>
                  <a:t>指向键值为</a:t>
                </a:r>
                <a:r>
                  <a:rPr sz="1600" b="1" spc="-60" dirty="0">
                    <a:latin typeface="Lantinghei SC Heavy"/>
                    <a:cs typeface="Lantinghei SC Heavy"/>
                  </a:rPr>
                  <a:t> </a:t>
                </a:r>
                <a:r>
                  <a:rPr sz="1600" b="1" spc="-110" dirty="0">
                    <a:latin typeface="Lantinghei SC Heavy"/>
                    <a:cs typeface="Lantinghei SC Heavy"/>
                  </a:rPr>
                  <a:t>95</a:t>
                </a:r>
                <a:r>
                  <a:rPr sz="1600" b="1" spc="-150" dirty="0">
                    <a:latin typeface="Lantinghei SC Heavy"/>
                    <a:cs typeface="Lantinghei SC Heavy"/>
                  </a:rPr>
                  <a:t>的</a:t>
                </a:r>
                <a:r>
                  <a:rPr sz="1600" b="1" spc="-3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主文</a:t>
                </a:r>
                <a:r>
                  <a:rPr sz="1600" b="1" spc="-2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件数据块</a:t>
                </a:r>
                <a:endParaRPr sz="16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A041054A-693E-7C1E-2BCB-C8D203FCB816}"/>
                  </a:ext>
                </a:extLst>
              </p:cNvPr>
              <p:cNvSpPr txBox="1"/>
              <p:nvPr/>
            </p:nvSpPr>
            <p:spPr>
              <a:xfrm>
                <a:off x="5324985" y="2785333"/>
                <a:ext cx="838835" cy="75882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 algn="just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b="1" spc="-20" dirty="0">
                    <a:latin typeface="Lantinghei SC Heavy"/>
                    <a:cs typeface="Lantinghei SC Heavy"/>
                  </a:rPr>
                  <a:t>指向按顺</a:t>
                </a:r>
                <a:r>
                  <a:rPr sz="1600" b="1" dirty="0">
                    <a:latin typeface="Lantinghei SC Heavy"/>
                    <a:cs typeface="Lantinghei SC Heavy"/>
                  </a:rPr>
                  <a:t>序的</a:t>
                </a:r>
                <a:r>
                  <a:rPr sz="1600" b="1" spc="-3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下一</a:t>
                </a:r>
                <a:r>
                  <a:rPr sz="1600" b="1" spc="-2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个叶结点</a:t>
                </a:r>
                <a:endParaRPr sz="1600">
                  <a:latin typeface="Lantinghei SC Heavy"/>
                  <a:cs typeface="Lantinghei SC Heavy"/>
                </a:endParaRPr>
              </a:p>
            </p:txBody>
          </p:sp>
          <p:grpSp>
            <p:nvGrpSpPr>
              <p:cNvPr id="22" name="object 25">
                <a:extLst>
                  <a:ext uri="{FF2B5EF4-FFF2-40B4-BE49-F238E27FC236}">
                    <a16:creationId xmlns:a16="http://schemas.microsoft.com/office/drawing/2014/main" id="{0506A835-5BBD-F364-03FF-FAFE01AF466C}"/>
                  </a:ext>
                </a:extLst>
              </p:cNvPr>
              <p:cNvGrpSpPr/>
              <p:nvPr/>
            </p:nvGrpSpPr>
            <p:grpSpPr>
              <a:xfrm>
                <a:off x="6521577" y="2925826"/>
                <a:ext cx="2062480" cy="1071245"/>
                <a:chOff x="6521577" y="2925826"/>
                <a:chExt cx="2062480" cy="1071245"/>
              </a:xfrm>
            </p:grpSpPr>
            <p:sp>
              <p:nvSpPr>
                <p:cNvPr id="23" name="object 26">
                  <a:extLst>
                    <a:ext uri="{FF2B5EF4-FFF2-40B4-BE49-F238E27FC236}">
                      <a16:creationId xmlns:a16="http://schemas.microsoft.com/office/drawing/2014/main" id="{4C94824C-22BB-139D-D373-1D1CE14ED93D}"/>
                    </a:ext>
                  </a:extLst>
                </p:cNvPr>
                <p:cNvSpPr/>
                <p:nvPr/>
              </p:nvSpPr>
              <p:spPr>
                <a:xfrm>
                  <a:off x="6527927" y="2932176"/>
                  <a:ext cx="2049780" cy="1058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8545">
                      <a:moveTo>
                        <a:pt x="2049779" y="1058417"/>
                      </a:moveTo>
                      <a:lnTo>
                        <a:pt x="2049779" y="0"/>
                      </a:lnTo>
                      <a:lnTo>
                        <a:pt x="0" y="0"/>
                      </a:lnTo>
                      <a:lnTo>
                        <a:pt x="0" y="1058417"/>
                      </a:lnTo>
                      <a:lnTo>
                        <a:pt x="2049779" y="1058417"/>
                      </a:lnTo>
                      <a:close/>
                    </a:path>
                  </a:pathLst>
                </a:custGeom>
                <a:solidFill>
                  <a:srgbClr val="EAEAEA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4" name="object 27">
                  <a:extLst>
                    <a:ext uri="{FF2B5EF4-FFF2-40B4-BE49-F238E27FC236}">
                      <a16:creationId xmlns:a16="http://schemas.microsoft.com/office/drawing/2014/main" id="{CF9A16A6-1443-2B82-9879-E38883A9DE5A}"/>
                    </a:ext>
                  </a:extLst>
                </p:cNvPr>
                <p:cNvSpPr/>
                <p:nvPr/>
              </p:nvSpPr>
              <p:spPr>
                <a:xfrm>
                  <a:off x="6527927" y="2932176"/>
                  <a:ext cx="2049780" cy="1058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8545">
                      <a:moveTo>
                        <a:pt x="0" y="0"/>
                      </a:moveTo>
                      <a:lnTo>
                        <a:pt x="0" y="1058417"/>
                      </a:lnTo>
                      <a:lnTo>
                        <a:pt x="2049779" y="1058417"/>
                      </a:lnTo>
                      <a:lnTo>
                        <a:pt x="204977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5" name="object 28">
                  <a:extLst>
                    <a:ext uri="{FF2B5EF4-FFF2-40B4-BE49-F238E27FC236}">
                      <a16:creationId xmlns:a16="http://schemas.microsoft.com/office/drawing/2014/main" id="{DEC40A52-F6BE-1F5B-7EAC-240F1B3486E9}"/>
                    </a:ext>
                  </a:extLst>
                </p:cNvPr>
                <p:cNvSpPr/>
                <p:nvPr/>
              </p:nvSpPr>
              <p:spPr>
                <a:xfrm>
                  <a:off x="6540893" y="3454146"/>
                  <a:ext cx="200977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5">
                      <a:moveTo>
                        <a:pt x="0" y="0"/>
                      </a:moveTo>
                      <a:lnTo>
                        <a:pt x="2009394" y="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6" name="object 29">
                  <a:extLst>
                    <a:ext uri="{FF2B5EF4-FFF2-40B4-BE49-F238E27FC236}">
                      <a16:creationId xmlns:a16="http://schemas.microsoft.com/office/drawing/2014/main" id="{969E91F6-2307-432E-5C87-443559E689B5}"/>
                    </a:ext>
                  </a:extLst>
                </p:cNvPr>
                <p:cNvSpPr/>
                <p:nvPr/>
              </p:nvSpPr>
              <p:spPr>
                <a:xfrm>
                  <a:off x="7021715" y="3441192"/>
                  <a:ext cx="0" cy="549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9910">
                      <a:moveTo>
                        <a:pt x="0" y="0"/>
                      </a:moveTo>
                      <a:lnTo>
                        <a:pt x="0" y="549402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7" name="object 30">
                  <a:extLst>
                    <a:ext uri="{FF2B5EF4-FFF2-40B4-BE49-F238E27FC236}">
                      <a16:creationId xmlns:a16="http://schemas.microsoft.com/office/drawing/2014/main" id="{BA789D7D-2414-218A-776D-3E5C44A6D162}"/>
                    </a:ext>
                  </a:extLst>
                </p:cNvPr>
                <p:cNvSpPr/>
                <p:nvPr/>
              </p:nvSpPr>
              <p:spPr>
                <a:xfrm>
                  <a:off x="7549019" y="3441192"/>
                  <a:ext cx="0" cy="549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9910">
                      <a:moveTo>
                        <a:pt x="0" y="0"/>
                      </a:moveTo>
                      <a:lnTo>
                        <a:pt x="0" y="549402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8" name="object 31">
                  <a:extLst>
                    <a:ext uri="{FF2B5EF4-FFF2-40B4-BE49-F238E27FC236}">
                      <a16:creationId xmlns:a16="http://schemas.microsoft.com/office/drawing/2014/main" id="{A21D9274-5F07-18DE-AE2B-8F85D5A737A5}"/>
                    </a:ext>
                  </a:extLst>
                </p:cNvPr>
                <p:cNvSpPr/>
                <p:nvPr/>
              </p:nvSpPr>
              <p:spPr>
                <a:xfrm>
                  <a:off x="8075561" y="3441192"/>
                  <a:ext cx="0" cy="549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9910">
                      <a:moveTo>
                        <a:pt x="0" y="0"/>
                      </a:moveTo>
                      <a:lnTo>
                        <a:pt x="0" y="549402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29" name="object 32">
                <a:extLst>
                  <a:ext uri="{FF2B5EF4-FFF2-40B4-BE49-F238E27FC236}">
                    <a16:creationId xmlns:a16="http://schemas.microsoft.com/office/drawing/2014/main" id="{C53DB49B-1A81-072A-C1E0-0EF952E67970}"/>
                  </a:ext>
                </a:extLst>
              </p:cNvPr>
              <p:cNvSpPr txBox="1"/>
              <p:nvPr/>
            </p:nvSpPr>
            <p:spPr>
              <a:xfrm>
                <a:off x="6527927" y="2932176"/>
                <a:ext cx="692150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137795" rIns="0" bIns="0" rtlCol="0">
                <a:spAutoFit/>
              </a:bodyPr>
              <a:lstStyle/>
              <a:p>
                <a:pPr marL="125730">
                  <a:lnSpc>
                    <a:spcPct val="100000"/>
                  </a:lnSpc>
                  <a:spcBef>
                    <a:spcPts val="1085"/>
                  </a:spcBef>
                </a:pPr>
                <a:r>
                  <a:rPr sz="1800" b="1" spc="-25" dirty="0">
                    <a:latin typeface="Lantinghei SC Heavy"/>
                    <a:cs typeface="Lantinghei SC Heavy"/>
                  </a:rPr>
                  <a:t>100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30" name="object 33">
                <a:extLst>
                  <a:ext uri="{FF2B5EF4-FFF2-40B4-BE49-F238E27FC236}">
                    <a16:creationId xmlns:a16="http://schemas.microsoft.com/office/drawing/2014/main" id="{04207409-B95D-6837-93CE-D71621A9CF8C}"/>
                  </a:ext>
                </a:extLst>
              </p:cNvPr>
              <p:cNvSpPr txBox="1"/>
              <p:nvPr/>
            </p:nvSpPr>
            <p:spPr>
              <a:xfrm>
                <a:off x="1681105" y="2824225"/>
                <a:ext cx="533400" cy="6350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b="1" spc="-35" dirty="0">
                    <a:solidFill>
                      <a:srgbClr val="3333CC"/>
                    </a:solidFill>
                    <a:latin typeface="Lantinghei SC Heavy"/>
                    <a:cs typeface="Lantinghei SC Heavy"/>
                  </a:rPr>
                  <a:t>索引文件</a:t>
                </a:r>
                <a:endParaRPr sz="20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31" name="object 34">
                <a:extLst>
                  <a:ext uri="{FF2B5EF4-FFF2-40B4-BE49-F238E27FC236}">
                    <a16:creationId xmlns:a16="http://schemas.microsoft.com/office/drawing/2014/main" id="{666BA31B-8D2C-D498-5DB2-F2F7ADAA2AF9}"/>
                  </a:ext>
                </a:extLst>
              </p:cNvPr>
              <p:cNvSpPr txBox="1"/>
              <p:nvPr/>
            </p:nvSpPr>
            <p:spPr>
              <a:xfrm>
                <a:off x="8367667" y="6583168"/>
                <a:ext cx="786765" cy="3302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b="1" spc="-35" dirty="0">
                    <a:solidFill>
                      <a:srgbClr val="3333CC"/>
                    </a:solidFill>
                    <a:latin typeface="Lantinghei SC Heavy"/>
                    <a:cs typeface="Lantinghei SC Heavy"/>
                  </a:rPr>
                  <a:t>主文件</a:t>
                </a:r>
                <a:endParaRPr sz="20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32" name="object 35">
                <a:extLst>
                  <a:ext uri="{FF2B5EF4-FFF2-40B4-BE49-F238E27FC236}">
                    <a16:creationId xmlns:a16="http://schemas.microsoft.com/office/drawing/2014/main" id="{032028A1-12A4-A0F6-9895-5EAF03370D5D}"/>
                  </a:ext>
                </a:extLst>
              </p:cNvPr>
              <p:cNvSpPr/>
              <p:nvPr/>
            </p:nvSpPr>
            <p:spPr>
              <a:xfrm>
                <a:off x="1997849" y="3638562"/>
                <a:ext cx="7368540" cy="1725295"/>
              </a:xfrm>
              <a:custGeom>
                <a:avLst/>
                <a:gdLst/>
                <a:ahLst/>
                <a:cxnLst/>
                <a:rect l="l" t="t" r="r" b="b"/>
                <a:pathLst>
                  <a:path w="7368540" h="1725295">
                    <a:moveTo>
                      <a:pt x="28194" y="1639023"/>
                    </a:moveTo>
                    <a:lnTo>
                      <a:pt x="0" y="1637538"/>
                    </a:lnTo>
                    <a:lnTo>
                      <a:pt x="28194" y="1701101"/>
                    </a:lnTo>
                    <a:lnTo>
                      <a:pt x="28194" y="1653540"/>
                    </a:lnTo>
                    <a:lnTo>
                      <a:pt x="28194" y="1639023"/>
                    </a:lnTo>
                    <a:close/>
                  </a:path>
                  <a:path w="7368540" h="1725295">
                    <a:moveTo>
                      <a:pt x="86106" y="1642110"/>
                    </a:moveTo>
                    <a:lnTo>
                      <a:pt x="59436" y="1640687"/>
                    </a:lnTo>
                    <a:lnTo>
                      <a:pt x="57073" y="1640560"/>
                    </a:lnTo>
                    <a:lnTo>
                      <a:pt x="28879" y="1639062"/>
                    </a:lnTo>
                    <a:lnTo>
                      <a:pt x="28879" y="1653552"/>
                    </a:lnTo>
                    <a:lnTo>
                      <a:pt x="28194" y="1653540"/>
                    </a:lnTo>
                    <a:lnTo>
                      <a:pt x="28879" y="1653565"/>
                    </a:lnTo>
                    <a:lnTo>
                      <a:pt x="28879" y="1702650"/>
                    </a:lnTo>
                    <a:lnTo>
                      <a:pt x="38862" y="1725168"/>
                    </a:lnTo>
                    <a:lnTo>
                      <a:pt x="86106" y="1642110"/>
                    </a:lnTo>
                    <a:close/>
                  </a:path>
                  <a:path w="7368540" h="1725295">
                    <a:moveTo>
                      <a:pt x="1191768" y="83058"/>
                    </a:moveTo>
                    <a:lnTo>
                      <a:pt x="1181862" y="56388"/>
                    </a:lnTo>
                    <a:lnTo>
                      <a:pt x="50292" y="470154"/>
                    </a:lnTo>
                    <a:lnTo>
                      <a:pt x="44196" y="472440"/>
                    </a:lnTo>
                    <a:lnTo>
                      <a:pt x="40386" y="477774"/>
                    </a:lnTo>
                    <a:lnTo>
                      <a:pt x="40386" y="1396746"/>
                    </a:lnTo>
                    <a:lnTo>
                      <a:pt x="28879" y="1639062"/>
                    </a:lnTo>
                    <a:lnTo>
                      <a:pt x="56388" y="1640522"/>
                    </a:lnTo>
                    <a:lnTo>
                      <a:pt x="57073" y="1640560"/>
                    </a:lnTo>
                    <a:lnTo>
                      <a:pt x="59436" y="1593697"/>
                    </a:lnTo>
                    <a:lnTo>
                      <a:pt x="69342" y="1396746"/>
                    </a:lnTo>
                    <a:lnTo>
                      <a:pt x="69342" y="493204"/>
                    </a:lnTo>
                    <a:lnTo>
                      <a:pt x="1191768" y="83058"/>
                    </a:lnTo>
                    <a:close/>
                  </a:path>
                  <a:path w="7368540" h="1725295">
                    <a:moveTo>
                      <a:pt x="2724912" y="1703070"/>
                    </a:moveTo>
                    <a:lnTo>
                      <a:pt x="2711958" y="1607820"/>
                    </a:lnTo>
                    <a:lnTo>
                      <a:pt x="2688488" y="1623961"/>
                    </a:lnTo>
                    <a:lnTo>
                      <a:pt x="2481072" y="1319784"/>
                    </a:lnTo>
                    <a:lnTo>
                      <a:pt x="2483358" y="1323124"/>
                    </a:lnTo>
                    <a:lnTo>
                      <a:pt x="2483358" y="429768"/>
                    </a:lnTo>
                    <a:lnTo>
                      <a:pt x="2480310" y="425196"/>
                    </a:lnTo>
                    <a:lnTo>
                      <a:pt x="2475738" y="422148"/>
                    </a:lnTo>
                    <a:lnTo>
                      <a:pt x="1688592" y="0"/>
                    </a:lnTo>
                    <a:lnTo>
                      <a:pt x="1675638" y="25146"/>
                    </a:lnTo>
                    <a:lnTo>
                      <a:pt x="2455164" y="443953"/>
                    </a:lnTo>
                    <a:lnTo>
                      <a:pt x="2455164" y="1331214"/>
                    </a:lnTo>
                    <a:lnTo>
                      <a:pt x="2455926" y="1333500"/>
                    </a:lnTo>
                    <a:lnTo>
                      <a:pt x="2457450" y="1335786"/>
                    </a:lnTo>
                    <a:lnTo>
                      <a:pt x="2462784" y="1343596"/>
                    </a:lnTo>
                    <a:lnTo>
                      <a:pt x="2481072" y="1370418"/>
                    </a:lnTo>
                    <a:lnTo>
                      <a:pt x="2483358" y="1373771"/>
                    </a:lnTo>
                    <a:lnTo>
                      <a:pt x="2664993" y="1640128"/>
                    </a:lnTo>
                    <a:lnTo>
                      <a:pt x="2641092" y="1656588"/>
                    </a:lnTo>
                    <a:lnTo>
                      <a:pt x="2696718" y="1687423"/>
                    </a:lnTo>
                    <a:lnTo>
                      <a:pt x="2724912" y="1703070"/>
                    </a:lnTo>
                    <a:close/>
                  </a:path>
                  <a:path w="7368540" h="1725295">
                    <a:moveTo>
                      <a:pt x="4539221" y="91440"/>
                    </a:moveTo>
                    <a:lnTo>
                      <a:pt x="4453877" y="48768"/>
                    </a:lnTo>
                    <a:lnTo>
                      <a:pt x="4453877" y="77724"/>
                    </a:lnTo>
                    <a:lnTo>
                      <a:pt x="2739390" y="77724"/>
                    </a:lnTo>
                    <a:lnTo>
                      <a:pt x="2739390" y="105918"/>
                    </a:lnTo>
                    <a:lnTo>
                      <a:pt x="4453877" y="105918"/>
                    </a:lnTo>
                    <a:lnTo>
                      <a:pt x="4453877" y="134874"/>
                    </a:lnTo>
                    <a:lnTo>
                      <a:pt x="4468368" y="127495"/>
                    </a:lnTo>
                    <a:lnTo>
                      <a:pt x="4539221" y="91440"/>
                    </a:lnTo>
                    <a:close/>
                  </a:path>
                  <a:path w="7368540" h="1725295">
                    <a:moveTo>
                      <a:pt x="5163312" y="1704594"/>
                    </a:moveTo>
                    <a:lnTo>
                      <a:pt x="5117592" y="1620774"/>
                    </a:lnTo>
                    <a:lnTo>
                      <a:pt x="5101437" y="1643976"/>
                    </a:lnTo>
                    <a:lnTo>
                      <a:pt x="4749546" y="1399794"/>
                    </a:lnTo>
                    <a:lnTo>
                      <a:pt x="4755642" y="1404023"/>
                    </a:lnTo>
                    <a:lnTo>
                      <a:pt x="4755642" y="101346"/>
                    </a:lnTo>
                    <a:lnTo>
                      <a:pt x="4726686" y="101346"/>
                    </a:lnTo>
                    <a:lnTo>
                      <a:pt x="4726686" y="1415796"/>
                    </a:lnTo>
                    <a:lnTo>
                      <a:pt x="4728972" y="1420368"/>
                    </a:lnTo>
                    <a:lnTo>
                      <a:pt x="4732782" y="1423416"/>
                    </a:lnTo>
                    <a:lnTo>
                      <a:pt x="4749546" y="1435023"/>
                    </a:lnTo>
                    <a:lnTo>
                      <a:pt x="4755642" y="1439240"/>
                    </a:lnTo>
                    <a:lnTo>
                      <a:pt x="5085143" y="1667408"/>
                    </a:lnTo>
                    <a:lnTo>
                      <a:pt x="5068824" y="1690878"/>
                    </a:lnTo>
                    <a:lnTo>
                      <a:pt x="5113020" y="1697291"/>
                    </a:lnTo>
                    <a:lnTo>
                      <a:pt x="5163312" y="1704594"/>
                    </a:lnTo>
                    <a:close/>
                  </a:path>
                  <a:path w="7368540" h="1725295">
                    <a:moveTo>
                      <a:pt x="6899897" y="89916"/>
                    </a:moveTo>
                    <a:lnTo>
                      <a:pt x="6814566" y="47244"/>
                    </a:lnTo>
                    <a:lnTo>
                      <a:pt x="6814566" y="76200"/>
                    </a:lnTo>
                    <a:lnTo>
                      <a:pt x="6304775" y="76200"/>
                    </a:lnTo>
                    <a:lnTo>
                      <a:pt x="6304775" y="104394"/>
                    </a:lnTo>
                    <a:lnTo>
                      <a:pt x="6814566" y="104394"/>
                    </a:lnTo>
                    <a:lnTo>
                      <a:pt x="6814566" y="133350"/>
                    </a:lnTo>
                    <a:lnTo>
                      <a:pt x="6829031" y="125984"/>
                    </a:lnTo>
                    <a:lnTo>
                      <a:pt x="6899897" y="89916"/>
                    </a:lnTo>
                    <a:close/>
                  </a:path>
                  <a:path w="7368540" h="1725295">
                    <a:moveTo>
                      <a:pt x="7368527" y="1707642"/>
                    </a:moveTo>
                    <a:lnTo>
                      <a:pt x="7306043" y="1635252"/>
                    </a:lnTo>
                    <a:lnTo>
                      <a:pt x="7294867" y="1661642"/>
                    </a:lnTo>
                    <a:lnTo>
                      <a:pt x="5269217" y="818388"/>
                    </a:lnTo>
                    <a:lnTo>
                      <a:pt x="5277599" y="821867"/>
                    </a:lnTo>
                    <a:lnTo>
                      <a:pt x="5277599" y="69342"/>
                    </a:lnTo>
                    <a:lnTo>
                      <a:pt x="5249405" y="69342"/>
                    </a:lnTo>
                    <a:lnTo>
                      <a:pt x="5249405" y="837438"/>
                    </a:lnTo>
                    <a:lnTo>
                      <a:pt x="5252453" y="842772"/>
                    </a:lnTo>
                    <a:lnTo>
                      <a:pt x="5257787" y="845058"/>
                    </a:lnTo>
                    <a:lnTo>
                      <a:pt x="5269217" y="849807"/>
                    </a:lnTo>
                    <a:lnTo>
                      <a:pt x="5277599" y="853300"/>
                    </a:lnTo>
                    <a:lnTo>
                      <a:pt x="7283564" y="1688376"/>
                    </a:lnTo>
                    <a:lnTo>
                      <a:pt x="7272515" y="1714500"/>
                    </a:lnTo>
                    <a:lnTo>
                      <a:pt x="7308329" y="1711934"/>
                    </a:lnTo>
                    <a:lnTo>
                      <a:pt x="7368527" y="1707642"/>
                    </a:lnTo>
                    <a:close/>
                  </a:path>
                </a:pathLst>
              </a:custGeom>
              <a:solidFill>
                <a:srgbClr val="CC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36">
                <a:extLst>
                  <a:ext uri="{FF2B5EF4-FFF2-40B4-BE49-F238E27FC236}">
                    <a16:creationId xmlns:a16="http://schemas.microsoft.com/office/drawing/2014/main" id="{105A847E-26D4-FD8E-EA8E-D77DA022A0CA}"/>
                  </a:ext>
                </a:extLst>
              </p:cNvPr>
              <p:cNvSpPr txBox="1"/>
              <p:nvPr/>
            </p:nvSpPr>
            <p:spPr>
              <a:xfrm>
                <a:off x="7219836" y="2932176"/>
                <a:ext cx="699135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126364" rIns="0" bIns="0" rtlCol="0">
                <a:spAutoFit/>
              </a:bodyPr>
              <a:lstStyle/>
              <a:p>
                <a:pPr marL="103505">
                  <a:lnSpc>
                    <a:spcPct val="100000"/>
                  </a:lnSpc>
                  <a:spcBef>
                    <a:spcPts val="994"/>
                  </a:spcBef>
                </a:pPr>
                <a:r>
                  <a:rPr sz="1800" b="1" spc="-25" dirty="0">
                    <a:latin typeface="Lantinghei SC Heavy"/>
                    <a:cs typeface="Lantinghei SC Heavy"/>
                  </a:rPr>
                  <a:t>120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</p:grp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8D294248-6DE5-9C45-7F9A-D89FD23F0CCA}"/>
                </a:ext>
              </a:extLst>
            </p:cNvPr>
            <p:cNvSpPr txBox="1"/>
            <p:nvPr/>
          </p:nvSpPr>
          <p:spPr>
            <a:xfrm>
              <a:off x="1991765" y="4608955"/>
              <a:ext cx="46987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dirty="0">
                  <a:latin typeface="SimHei" panose="02010609060101010101" pitchFamily="49" charset="-122"/>
                  <a:ea typeface="SimHei" panose="02010609060101010101" pitchFamily="49" charset="-122"/>
                </a:rPr>
                <a:t>B+</a:t>
              </a:r>
              <a:r>
                <a:rPr kumimoji="1" lang="zh-CN" altLang="en-US" sz="3200" dirty="0">
                  <a:latin typeface="SimHei" panose="02010609060101010101" pitchFamily="49" charset="-122"/>
                  <a:ea typeface="SimHei" panose="02010609060101010101" pitchFamily="49" charset="-122"/>
                </a:rPr>
                <a:t>树用于主</a:t>
              </a:r>
              <a:r>
                <a:rPr kumimoji="1" lang="zh-CN" altLang="en-US" sz="3200">
                  <a:latin typeface="SimHei" panose="02010609060101010101" pitchFamily="49" charset="-122"/>
                  <a:ea typeface="SimHei" panose="02010609060101010101" pitchFamily="49" charset="-122"/>
                </a:rPr>
                <a:t>键、稀疏索引</a:t>
              </a:r>
              <a:endPara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1532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201DCA01-786D-FF53-D718-D17428CF25BE}"/>
              </a:ext>
            </a:extLst>
          </p:cNvPr>
          <p:cNvGrpSpPr/>
          <p:nvPr/>
        </p:nvGrpSpPr>
        <p:grpSpPr>
          <a:xfrm>
            <a:off x="452831" y="479107"/>
            <a:ext cx="8108950" cy="5547423"/>
            <a:chOff x="452831" y="479107"/>
            <a:chExt cx="8108950" cy="5547423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3CC805AF-655D-60AC-80E6-BBDF9C26690C}"/>
                </a:ext>
              </a:extLst>
            </p:cNvPr>
            <p:cNvGrpSpPr/>
            <p:nvPr/>
          </p:nvGrpSpPr>
          <p:grpSpPr>
            <a:xfrm>
              <a:off x="452831" y="479107"/>
              <a:ext cx="8108950" cy="4259326"/>
              <a:chOff x="452831" y="479107"/>
              <a:chExt cx="8108950" cy="4259326"/>
            </a:xfrm>
          </p:grpSpPr>
          <p:grpSp>
            <p:nvGrpSpPr>
              <p:cNvPr id="4" name="object 3">
                <a:extLst>
                  <a:ext uri="{FF2B5EF4-FFF2-40B4-BE49-F238E27FC236}">
                    <a16:creationId xmlns:a16="http://schemas.microsoft.com/office/drawing/2014/main" id="{CCA47FD8-6D3B-E534-EE9C-A0FEFDDDAF30}"/>
                  </a:ext>
                </a:extLst>
              </p:cNvPr>
              <p:cNvGrpSpPr/>
              <p:nvPr/>
            </p:nvGrpSpPr>
            <p:grpSpPr>
              <a:xfrm>
                <a:off x="452831" y="2885503"/>
                <a:ext cx="8108950" cy="1852930"/>
                <a:chOff x="1278331" y="5171503"/>
                <a:chExt cx="8108950" cy="1852930"/>
              </a:xfrm>
            </p:grpSpPr>
            <p:sp>
              <p:nvSpPr>
                <p:cNvPr id="5" name="object 4">
                  <a:extLst>
                    <a:ext uri="{FF2B5EF4-FFF2-40B4-BE49-F238E27FC236}">
                      <a16:creationId xmlns:a16="http://schemas.microsoft.com/office/drawing/2014/main" id="{77254C7F-764C-AA7F-A904-87027DB12D71}"/>
                    </a:ext>
                  </a:extLst>
                </p:cNvPr>
                <p:cNvSpPr/>
                <p:nvPr/>
              </p:nvSpPr>
              <p:spPr>
                <a:xfrm>
                  <a:off x="1283093" y="5176265"/>
                  <a:ext cx="8099425" cy="1843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9425" h="1843404">
                      <a:moveTo>
                        <a:pt x="8099297" y="1843278"/>
                      </a:moveTo>
                      <a:lnTo>
                        <a:pt x="8099297" y="0"/>
                      </a:lnTo>
                      <a:lnTo>
                        <a:pt x="0" y="0"/>
                      </a:lnTo>
                      <a:lnTo>
                        <a:pt x="0" y="1843278"/>
                      </a:lnTo>
                      <a:lnTo>
                        <a:pt x="8099297" y="1843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6" name="object 5">
                  <a:extLst>
                    <a:ext uri="{FF2B5EF4-FFF2-40B4-BE49-F238E27FC236}">
                      <a16:creationId xmlns:a16="http://schemas.microsoft.com/office/drawing/2014/main" id="{1F18A602-02A0-118C-91AD-E8D833469587}"/>
                    </a:ext>
                  </a:extLst>
                </p:cNvPr>
                <p:cNvSpPr/>
                <p:nvPr/>
              </p:nvSpPr>
              <p:spPr>
                <a:xfrm>
                  <a:off x="1283093" y="5176265"/>
                  <a:ext cx="8099425" cy="1843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9425" h="1843404">
                      <a:moveTo>
                        <a:pt x="0" y="0"/>
                      </a:moveTo>
                      <a:lnTo>
                        <a:pt x="0" y="1843278"/>
                      </a:lnTo>
                      <a:lnTo>
                        <a:pt x="8099297" y="1843278"/>
                      </a:lnTo>
                      <a:lnTo>
                        <a:pt x="80992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7" name="object 6">
                  <a:extLst>
                    <a:ext uri="{FF2B5EF4-FFF2-40B4-BE49-F238E27FC236}">
                      <a16:creationId xmlns:a16="http://schemas.microsoft.com/office/drawing/2014/main" id="{11BA7F2B-74AB-AE68-04AE-C3E82319CF39}"/>
                    </a:ext>
                  </a:extLst>
                </p:cNvPr>
                <p:cNvSpPr/>
                <p:nvPr/>
              </p:nvSpPr>
              <p:spPr>
                <a:xfrm>
                  <a:off x="1814969" y="5389625"/>
                  <a:ext cx="2021205" cy="11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8400">
                      <a:moveTo>
                        <a:pt x="2020824" y="1168146"/>
                      </a:moveTo>
                      <a:lnTo>
                        <a:pt x="2020823" y="0"/>
                      </a:lnTo>
                      <a:lnTo>
                        <a:pt x="0" y="0"/>
                      </a:lnTo>
                      <a:lnTo>
                        <a:pt x="0" y="1168146"/>
                      </a:lnTo>
                      <a:lnTo>
                        <a:pt x="2020824" y="1168146"/>
                      </a:lnTo>
                      <a:close/>
                    </a:path>
                  </a:pathLst>
                </a:custGeom>
                <a:solidFill>
                  <a:srgbClr val="DDDDDD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8" name="object 7">
                  <a:extLst>
                    <a:ext uri="{FF2B5EF4-FFF2-40B4-BE49-F238E27FC236}">
                      <a16:creationId xmlns:a16="http://schemas.microsoft.com/office/drawing/2014/main" id="{D2BC835B-2A55-C2F0-35C1-84191F79E7E5}"/>
                    </a:ext>
                  </a:extLst>
                </p:cNvPr>
                <p:cNvSpPr/>
                <p:nvPr/>
              </p:nvSpPr>
              <p:spPr>
                <a:xfrm>
                  <a:off x="1814969" y="5389625"/>
                  <a:ext cx="2021205" cy="11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8400">
                      <a:moveTo>
                        <a:pt x="0" y="0"/>
                      </a:moveTo>
                      <a:lnTo>
                        <a:pt x="0" y="1168146"/>
                      </a:lnTo>
                      <a:lnTo>
                        <a:pt x="2020824" y="1168146"/>
                      </a:lnTo>
                      <a:lnTo>
                        <a:pt x="202082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9" name="object 8">
                  <a:extLst>
                    <a:ext uri="{FF2B5EF4-FFF2-40B4-BE49-F238E27FC236}">
                      <a16:creationId xmlns:a16="http://schemas.microsoft.com/office/drawing/2014/main" id="{D9133C51-06D7-C388-9E81-89672DDFF55C}"/>
                    </a:ext>
                  </a:extLst>
                </p:cNvPr>
                <p:cNvSpPr/>
                <p:nvPr/>
              </p:nvSpPr>
              <p:spPr>
                <a:xfrm>
                  <a:off x="4400435" y="5388101"/>
                  <a:ext cx="2021205" cy="11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8400">
                      <a:moveTo>
                        <a:pt x="2020824" y="1168146"/>
                      </a:moveTo>
                      <a:lnTo>
                        <a:pt x="2020824" y="0"/>
                      </a:lnTo>
                      <a:lnTo>
                        <a:pt x="0" y="0"/>
                      </a:lnTo>
                      <a:lnTo>
                        <a:pt x="0" y="1168146"/>
                      </a:lnTo>
                      <a:lnTo>
                        <a:pt x="2020824" y="1168146"/>
                      </a:lnTo>
                      <a:close/>
                    </a:path>
                  </a:pathLst>
                </a:custGeom>
                <a:solidFill>
                  <a:srgbClr val="DDDDDD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0" name="object 9">
                  <a:extLst>
                    <a:ext uri="{FF2B5EF4-FFF2-40B4-BE49-F238E27FC236}">
                      <a16:creationId xmlns:a16="http://schemas.microsoft.com/office/drawing/2014/main" id="{617AAAEF-64ED-0A56-C7FC-1F2522298B33}"/>
                    </a:ext>
                  </a:extLst>
                </p:cNvPr>
                <p:cNvSpPr/>
                <p:nvPr/>
              </p:nvSpPr>
              <p:spPr>
                <a:xfrm>
                  <a:off x="4400435" y="5387339"/>
                  <a:ext cx="2021205" cy="116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9034">
                      <a:moveTo>
                        <a:pt x="0" y="0"/>
                      </a:moveTo>
                      <a:lnTo>
                        <a:pt x="0" y="1168908"/>
                      </a:lnTo>
                      <a:lnTo>
                        <a:pt x="2020824" y="1168908"/>
                      </a:lnTo>
                      <a:lnTo>
                        <a:pt x="20208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1" name="object 10">
                  <a:extLst>
                    <a:ext uri="{FF2B5EF4-FFF2-40B4-BE49-F238E27FC236}">
                      <a16:creationId xmlns:a16="http://schemas.microsoft.com/office/drawing/2014/main" id="{560D431D-18E8-707A-4042-D72A34351EDA}"/>
                    </a:ext>
                  </a:extLst>
                </p:cNvPr>
                <p:cNvSpPr/>
                <p:nvPr/>
              </p:nvSpPr>
              <p:spPr>
                <a:xfrm>
                  <a:off x="6988174" y="5388101"/>
                  <a:ext cx="2021205" cy="11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8400">
                      <a:moveTo>
                        <a:pt x="2020824" y="1168146"/>
                      </a:moveTo>
                      <a:lnTo>
                        <a:pt x="2020824" y="0"/>
                      </a:lnTo>
                      <a:lnTo>
                        <a:pt x="0" y="0"/>
                      </a:lnTo>
                      <a:lnTo>
                        <a:pt x="0" y="1168146"/>
                      </a:lnTo>
                      <a:lnTo>
                        <a:pt x="2020824" y="1168146"/>
                      </a:lnTo>
                      <a:close/>
                    </a:path>
                  </a:pathLst>
                </a:custGeom>
                <a:solidFill>
                  <a:srgbClr val="DDDDDD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2" name="object 11">
                  <a:extLst>
                    <a:ext uri="{FF2B5EF4-FFF2-40B4-BE49-F238E27FC236}">
                      <a16:creationId xmlns:a16="http://schemas.microsoft.com/office/drawing/2014/main" id="{2F3CC7BF-A2B4-81F4-A7AE-A5DF30399F36}"/>
                    </a:ext>
                  </a:extLst>
                </p:cNvPr>
                <p:cNvSpPr/>
                <p:nvPr/>
              </p:nvSpPr>
              <p:spPr>
                <a:xfrm>
                  <a:off x="6988174" y="5387339"/>
                  <a:ext cx="2021205" cy="116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9034">
                      <a:moveTo>
                        <a:pt x="0" y="0"/>
                      </a:moveTo>
                      <a:lnTo>
                        <a:pt x="0" y="1168908"/>
                      </a:lnTo>
                      <a:lnTo>
                        <a:pt x="2020824" y="1168908"/>
                      </a:lnTo>
                      <a:lnTo>
                        <a:pt x="20208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59D08FFE-C15B-A367-BE21-7E0135F9A173}"/>
                  </a:ext>
                </a:extLst>
              </p:cNvPr>
              <p:cNvSpPr txBox="1"/>
              <p:nvPr/>
            </p:nvSpPr>
            <p:spPr>
              <a:xfrm>
                <a:off x="976763" y="3214370"/>
                <a:ext cx="192151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12395" indent="-107950">
                  <a:lnSpc>
                    <a:spcPct val="100000"/>
                  </a:lnSpc>
                  <a:spcBef>
                    <a:spcPts val="100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45" dirty="0">
                    <a:latin typeface="Lantinghei SC Heavy"/>
                    <a:cs typeface="Lantinghei SC Heavy"/>
                  </a:rPr>
                  <a:t>属性值</a:t>
                </a:r>
                <a:r>
                  <a:rPr sz="1800" b="1" spc="-35" dirty="0">
                    <a:latin typeface="Lantinghei SC Heavy"/>
                    <a:cs typeface="Lantinghei SC Heavy"/>
                  </a:rPr>
                  <a:t>57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的记录</a:t>
                </a:r>
                <a:r>
                  <a:rPr sz="1800" b="1" spc="-50" dirty="0">
                    <a:latin typeface="Lantinghei SC Heavy"/>
                    <a:cs typeface="Lantinghei SC Heavy"/>
                  </a:rPr>
                  <a:t>1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14" name="object 13">
                <a:extLst>
                  <a:ext uri="{FF2B5EF4-FFF2-40B4-BE49-F238E27FC236}">
                    <a16:creationId xmlns:a16="http://schemas.microsoft.com/office/drawing/2014/main" id="{B0ACA6A1-1359-6E59-9C1F-5F2785BB3A3B}"/>
                  </a:ext>
                </a:extLst>
              </p:cNvPr>
              <p:cNvSpPr txBox="1"/>
              <p:nvPr/>
            </p:nvSpPr>
            <p:spPr>
              <a:xfrm>
                <a:off x="985907" y="3760723"/>
                <a:ext cx="192151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12395" indent="-107950">
                  <a:lnSpc>
                    <a:spcPct val="100000"/>
                  </a:lnSpc>
                  <a:spcBef>
                    <a:spcPts val="100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80" dirty="0">
                    <a:latin typeface="Lantinghei SC Heavy"/>
                    <a:cs typeface="Lantinghei SC Heavy"/>
                  </a:rPr>
                  <a:t>属性值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57</a:t>
                </a:r>
                <a:r>
                  <a:rPr sz="1800" b="1" spc="-80" dirty="0">
                    <a:latin typeface="Lantinghei SC Heavy"/>
                    <a:cs typeface="Lantinghei SC Heavy"/>
                  </a:rPr>
                  <a:t>的记录</a:t>
                </a:r>
                <a:r>
                  <a:rPr sz="1800" b="1" spc="-50" dirty="0">
                    <a:latin typeface="Lantinghei SC Heavy"/>
                    <a:cs typeface="Lantinghei SC Heavy"/>
                  </a:rPr>
                  <a:t>2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15" name="object 14">
                <a:extLst>
                  <a:ext uri="{FF2B5EF4-FFF2-40B4-BE49-F238E27FC236}">
                    <a16:creationId xmlns:a16="http://schemas.microsoft.com/office/drawing/2014/main" id="{55AE214E-3B0C-FBA0-603E-28F037EF464F}"/>
                  </a:ext>
                </a:extLst>
              </p:cNvPr>
              <p:cNvSpPr txBox="1"/>
              <p:nvPr/>
            </p:nvSpPr>
            <p:spPr>
              <a:xfrm>
                <a:off x="3639953" y="3231903"/>
                <a:ext cx="1921510" cy="8128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12395" indent="-107950">
                  <a:lnSpc>
                    <a:spcPct val="100000"/>
                  </a:lnSpc>
                  <a:spcBef>
                    <a:spcPts val="100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80" dirty="0">
                    <a:latin typeface="Lantinghei SC Heavy"/>
                    <a:cs typeface="Lantinghei SC Heavy"/>
                  </a:rPr>
                  <a:t>属性值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57</a:t>
                </a:r>
                <a:r>
                  <a:rPr sz="1800" b="1" spc="-80" dirty="0">
                    <a:latin typeface="Lantinghei SC Heavy"/>
                    <a:cs typeface="Lantinghei SC Heavy"/>
                  </a:rPr>
                  <a:t>的记录</a:t>
                </a:r>
                <a:r>
                  <a:rPr sz="1800" b="1" spc="-50" dirty="0">
                    <a:latin typeface="Lantinghei SC Heavy"/>
                    <a:cs typeface="Lantinghei SC Heavy"/>
                  </a:rPr>
                  <a:t>3</a:t>
                </a:r>
                <a:endParaRPr sz="1800">
                  <a:latin typeface="Lantinghei SC Heavy"/>
                  <a:cs typeface="Lantinghei SC Heavy"/>
                </a:endParaRPr>
              </a:p>
              <a:p>
                <a:pPr marL="112395" indent="-107950">
                  <a:lnSpc>
                    <a:spcPct val="100000"/>
                  </a:lnSpc>
                  <a:spcBef>
                    <a:spcPts val="1875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60" dirty="0">
                    <a:latin typeface="Lantinghei SC Heavy"/>
                    <a:cs typeface="Lantinghei SC Heavy"/>
                  </a:rPr>
                  <a:t>属性值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78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的记录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16" name="object 15">
                <a:extLst>
                  <a:ext uri="{FF2B5EF4-FFF2-40B4-BE49-F238E27FC236}">
                    <a16:creationId xmlns:a16="http://schemas.microsoft.com/office/drawing/2014/main" id="{866C6DCC-3DCD-968C-38E4-0F5167B991CF}"/>
                  </a:ext>
                </a:extLst>
              </p:cNvPr>
              <p:cNvSpPr txBox="1"/>
              <p:nvPr/>
            </p:nvSpPr>
            <p:spPr>
              <a:xfrm>
                <a:off x="6167515" y="3236475"/>
                <a:ext cx="1920875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12395" indent="-107950">
                  <a:lnSpc>
                    <a:spcPct val="100000"/>
                  </a:lnSpc>
                  <a:spcBef>
                    <a:spcPts val="100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60" dirty="0">
                    <a:latin typeface="Lantinghei SC Heavy"/>
                    <a:cs typeface="Lantinghei SC Heavy"/>
                  </a:rPr>
                  <a:t>属性值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100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的记录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17" name="object 16">
                <a:extLst>
                  <a:ext uri="{FF2B5EF4-FFF2-40B4-BE49-F238E27FC236}">
                    <a16:creationId xmlns:a16="http://schemas.microsoft.com/office/drawing/2014/main" id="{D6D559CC-856F-8C96-EDDC-1019C26ADA12}"/>
                  </a:ext>
                </a:extLst>
              </p:cNvPr>
              <p:cNvSpPr txBox="1"/>
              <p:nvPr/>
            </p:nvSpPr>
            <p:spPr>
              <a:xfrm>
                <a:off x="6148472" y="3728720"/>
                <a:ext cx="1920875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12395" indent="-107950">
                  <a:lnSpc>
                    <a:spcPct val="100000"/>
                  </a:lnSpc>
                  <a:spcBef>
                    <a:spcPts val="100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60" dirty="0">
                    <a:latin typeface="Lantinghei SC Heavy"/>
                    <a:cs typeface="Lantinghei SC Heavy"/>
                  </a:rPr>
                  <a:t>属性值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106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的记录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grpSp>
            <p:nvGrpSpPr>
              <p:cNvPr id="18" name="object 19">
                <a:extLst>
                  <a:ext uri="{FF2B5EF4-FFF2-40B4-BE49-F238E27FC236}">
                    <a16:creationId xmlns:a16="http://schemas.microsoft.com/office/drawing/2014/main" id="{D833A150-69FF-3112-2656-0CDB79391A2A}"/>
                  </a:ext>
                </a:extLst>
              </p:cNvPr>
              <p:cNvGrpSpPr/>
              <p:nvPr/>
            </p:nvGrpSpPr>
            <p:grpSpPr>
              <a:xfrm>
                <a:off x="730199" y="479107"/>
                <a:ext cx="7577455" cy="2362835"/>
                <a:chOff x="1555699" y="2765107"/>
                <a:chExt cx="7577455" cy="2362835"/>
              </a:xfrm>
            </p:grpSpPr>
            <p:sp>
              <p:nvSpPr>
                <p:cNvPr id="19" name="object 20">
                  <a:extLst>
                    <a:ext uri="{FF2B5EF4-FFF2-40B4-BE49-F238E27FC236}">
                      <a16:creationId xmlns:a16="http://schemas.microsoft.com/office/drawing/2014/main" id="{5753963F-7377-A1A2-3248-5D9DD3E718E2}"/>
                    </a:ext>
                  </a:extLst>
                </p:cNvPr>
                <p:cNvSpPr/>
                <p:nvPr/>
              </p:nvSpPr>
              <p:spPr>
                <a:xfrm>
                  <a:off x="1560461" y="2769870"/>
                  <a:ext cx="7568565" cy="235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8565" h="2353310">
                      <a:moveTo>
                        <a:pt x="7568183" y="2353056"/>
                      </a:moveTo>
                      <a:lnTo>
                        <a:pt x="7568183" y="0"/>
                      </a:lnTo>
                      <a:lnTo>
                        <a:pt x="0" y="0"/>
                      </a:lnTo>
                      <a:lnTo>
                        <a:pt x="0" y="2353056"/>
                      </a:lnTo>
                      <a:lnTo>
                        <a:pt x="7568183" y="23530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" name="object 21">
                  <a:extLst>
                    <a:ext uri="{FF2B5EF4-FFF2-40B4-BE49-F238E27FC236}">
                      <a16:creationId xmlns:a16="http://schemas.microsoft.com/office/drawing/2014/main" id="{DF122CAA-A030-0F2C-0B6D-E5DEB1D91080}"/>
                    </a:ext>
                  </a:extLst>
                </p:cNvPr>
                <p:cNvSpPr/>
                <p:nvPr/>
              </p:nvSpPr>
              <p:spPr>
                <a:xfrm>
                  <a:off x="1560461" y="2769870"/>
                  <a:ext cx="7567930" cy="235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7930" h="2353310">
                      <a:moveTo>
                        <a:pt x="0" y="0"/>
                      </a:moveTo>
                      <a:lnTo>
                        <a:pt x="0" y="2353056"/>
                      </a:lnTo>
                      <a:lnTo>
                        <a:pt x="7567422" y="2353056"/>
                      </a:lnTo>
                      <a:lnTo>
                        <a:pt x="756742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1" name="object 22">
                  <a:extLst>
                    <a:ext uri="{FF2B5EF4-FFF2-40B4-BE49-F238E27FC236}">
                      <a16:creationId xmlns:a16="http://schemas.microsoft.com/office/drawing/2014/main" id="{9D19838B-863C-65D6-8A86-D9DFC4031C14}"/>
                    </a:ext>
                  </a:extLst>
                </p:cNvPr>
                <p:cNvSpPr/>
                <p:nvPr/>
              </p:nvSpPr>
              <p:spPr>
                <a:xfrm>
                  <a:off x="2889389" y="2919222"/>
                  <a:ext cx="2049780" cy="1059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9179">
                      <a:moveTo>
                        <a:pt x="2049780" y="1059179"/>
                      </a:moveTo>
                      <a:lnTo>
                        <a:pt x="2049780" y="0"/>
                      </a:lnTo>
                      <a:lnTo>
                        <a:pt x="0" y="0"/>
                      </a:lnTo>
                      <a:lnTo>
                        <a:pt x="0" y="1059179"/>
                      </a:lnTo>
                      <a:lnTo>
                        <a:pt x="2049780" y="1059179"/>
                      </a:lnTo>
                      <a:close/>
                    </a:path>
                  </a:pathLst>
                </a:custGeom>
                <a:solidFill>
                  <a:srgbClr val="EAEAEA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2" name="object 23">
                  <a:extLst>
                    <a:ext uri="{FF2B5EF4-FFF2-40B4-BE49-F238E27FC236}">
                      <a16:creationId xmlns:a16="http://schemas.microsoft.com/office/drawing/2014/main" id="{0A3049C3-32CD-815A-5ED0-1A5D0F56F438}"/>
                    </a:ext>
                  </a:extLst>
                </p:cNvPr>
                <p:cNvSpPr/>
                <p:nvPr/>
              </p:nvSpPr>
              <p:spPr>
                <a:xfrm>
                  <a:off x="2889389" y="2919222"/>
                  <a:ext cx="2049780" cy="1058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8545">
                      <a:moveTo>
                        <a:pt x="0" y="0"/>
                      </a:moveTo>
                      <a:lnTo>
                        <a:pt x="0" y="1058418"/>
                      </a:lnTo>
                      <a:lnTo>
                        <a:pt x="2049780" y="1058418"/>
                      </a:lnTo>
                      <a:lnTo>
                        <a:pt x="204978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3" name="object 24">
                  <a:extLst>
                    <a:ext uri="{FF2B5EF4-FFF2-40B4-BE49-F238E27FC236}">
                      <a16:creationId xmlns:a16="http://schemas.microsoft.com/office/drawing/2014/main" id="{36F9E0DE-61F2-2D1D-7BB1-61DF6CAF6D2D}"/>
                    </a:ext>
                  </a:extLst>
                </p:cNvPr>
                <p:cNvSpPr/>
                <p:nvPr/>
              </p:nvSpPr>
              <p:spPr>
                <a:xfrm>
                  <a:off x="2902343" y="3441192"/>
                  <a:ext cx="200977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5">
                      <a:moveTo>
                        <a:pt x="0" y="0"/>
                      </a:moveTo>
                      <a:lnTo>
                        <a:pt x="2009394" y="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4" name="object 25">
                  <a:extLst>
                    <a:ext uri="{FF2B5EF4-FFF2-40B4-BE49-F238E27FC236}">
                      <a16:creationId xmlns:a16="http://schemas.microsoft.com/office/drawing/2014/main" id="{126DA9D6-011E-392E-DF1A-EE495B14D7E0}"/>
                    </a:ext>
                  </a:extLst>
                </p:cNvPr>
                <p:cNvSpPr/>
                <p:nvPr/>
              </p:nvSpPr>
              <p:spPr>
                <a:xfrm>
                  <a:off x="3383165" y="3429000"/>
                  <a:ext cx="0" cy="548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8639">
                      <a:moveTo>
                        <a:pt x="0" y="0"/>
                      </a:moveTo>
                      <a:lnTo>
                        <a:pt x="0" y="54864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5" name="object 26">
                  <a:extLst>
                    <a:ext uri="{FF2B5EF4-FFF2-40B4-BE49-F238E27FC236}">
                      <a16:creationId xmlns:a16="http://schemas.microsoft.com/office/drawing/2014/main" id="{868E42F8-576D-4441-EE6A-75FDCC202DF4}"/>
                    </a:ext>
                  </a:extLst>
                </p:cNvPr>
                <p:cNvSpPr/>
                <p:nvPr/>
              </p:nvSpPr>
              <p:spPr>
                <a:xfrm>
                  <a:off x="3910469" y="3429000"/>
                  <a:ext cx="0" cy="548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8639">
                      <a:moveTo>
                        <a:pt x="0" y="0"/>
                      </a:moveTo>
                      <a:lnTo>
                        <a:pt x="0" y="54864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6" name="object 27">
                  <a:extLst>
                    <a:ext uri="{FF2B5EF4-FFF2-40B4-BE49-F238E27FC236}">
                      <a16:creationId xmlns:a16="http://schemas.microsoft.com/office/drawing/2014/main" id="{833C635D-9F4E-A03D-ADAF-E597CC5EED1B}"/>
                    </a:ext>
                  </a:extLst>
                </p:cNvPr>
                <p:cNvSpPr/>
                <p:nvPr/>
              </p:nvSpPr>
              <p:spPr>
                <a:xfrm>
                  <a:off x="4437011" y="3429000"/>
                  <a:ext cx="0" cy="548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8639">
                      <a:moveTo>
                        <a:pt x="0" y="0"/>
                      </a:moveTo>
                      <a:lnTo>
                        <a:pt x="0" y="54864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27" name="object 28">
                <a:extLst>
                  <a:ext uri="{FF2B5EF4-FFF2-40B4-BE49-F238E27FC236}">
                    <a16:creationId xmlns:a16="http://schemas.microsoft.com/office/drawing/2014/main" id="{D78A33A2-73A1-1DE8-9564-040174DF452B}"/>
                  </a:ext>
                </a:extLst>
              </p:cNvPr>
              <p:cNvSpPr txBox="1"/>
              <p:nvPr/>
            </p:nvSpPr>
            <p:spPr>
              <a:xfrm>
                <a:off x="2063889" y="633222"/>
                <a:ext cx="692150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61594" rIns="0" bIns="0" rtlCol="0">
                <a:spAutoFit/>
              </a:bodyPr>
              <a:lstStyle/>
              <a:p>
                <a:pPr marL="150495">
                  <a:lnSpc>
                    <a:spcPct val="100000"/>
                  </a:lnSpc>
                  <a:spcBef>
                    <a:spcPts val="484"/>
                  </a:spcBef>
                </a:pPr>
                <a:r>
                  <a:rPr sz="2400" b="1" spc="-25" dirty="0">
                    <a:latin typeface="Lantinghei SC Heavy"/>
                    <a:cs typeface="Lantinghei SC Heavy"/>
                  </a:rPr>
                  <a:t>57</a:t>
                </a:r>
                <a:endParaRPr sz="24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28" name="object 29">
                <a:extLst>
                  <a:ext uri="{FF2B5EF4-FFF2-40B4-BE49-F238E27FC236}">
                    <a16:creationId xmlns:a16="http://schemas.microsoft.com/office/drawing/2014/main" id="{0E6D0FB5-11F0-B0A4-E9A0-06D5E9398D1F}"/>
                  </a:ext>
                </a:extLst>
              </p:cNvPr>
              <p:cNvSpPr txBox="1"/>
              <p:nvPr/>
            </p:nvSpPr>
            <p:spPr>
              <a:xfrm>
                <a:off x="1132211" y="1988311"/>
                <a:ext cx="1042035" cy="75882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b="1" spc="-20" dirty="0">
                    <a:latin typeface="Lantinghei SC Heavy"/>
                    <a:cs typeface="Lantinghei SC Heavy"/>
                  </a:rPr>
                  <a:t>指向属性值</a:t>
                </a:r>
                <a:r>
                  <a:rPr sz="1600" b="1" spc="-105" dirty="0">
                    <a:latin typeface="Lantinghei SC Heavy"/>
                    <a:cs typeface="Lantinghei SC Heavy"/>
                  </a:rPr>
                  <a:t>为</a:t>
                </a:r>
                <a:r>
                  <a:rPr sz="1600" b="1" spc="-75" dirty="0">
                    <a:latin typeface="Lantinghei SC Heavy"/>
                    <a:cs typeface="Lantinghei SC Heavy"/>
                  </a:rPr>
                  <a:t>57</a:t>
                </a:r>
                <a:r>
                  <a:rPr sz="1600" b="1" spc="-114" dirty="0">
                    <a:latin typeface="Lantinghei SC Heavy"/>
                    <a:cs typeface="Lantinghei SC Heavy"/>
                  </a:rPr>
                  <a:t>的</a:t>
                </a:r>
                <a:r>
                  <a:rPr sz="1600" b="1" spc="-5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主</a:t>
                </a:r>
                <a:r>
                  <a:rPr sz="1600" b="1" spc="-2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文件记录</a:t>
                </a:r>
                <a:endParaRPr sz="16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29" name="object 30">
                <a:extLst>
                  <a:ext uri="{FF2B5EF4-FFF2-40B4-BE49-F238E27FC236}">
                    <a16:creationId xmlns:a16="http://schemas.microsoft.com/office/drawing/2014/main" id="{BC17B772-3D6B-A87B-81AD-C5A3E1CB4569}"/>
                  </a:ext>
                </a:extLst>
              </p:cNvPr>
              <p:cNvSpPr txBox="1"/>
              <p:nvPr/>
            </p:nvSpPr>
            <p:spPr>
              <a:xfrm>
                <a:off x="3585093" y="1982187"/>
                <a:ext cx="1042035" cy="7581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b="1" spc="-20" dirty="0">
                    <a:latin typeface="Lantinghei SC Heavy"/>
                    <a:cs typeface="Lantinghei SC Heavy"/>
                  </a:rPr>
                  <a:t>指向属性值</a:t>
                </a:r>
                <a:r>
                  <a:rPr sz="1600" b="1" spc="-105" dirty="0">
                    <a:latin typeface="Lantinghei SC Heavy"/>
                    <a:cs typeface="Lantinghei SC Heavy"/>
                  </a:rPr>
                  <a:t>为</a:t>
                </a:r>
                <a:r>
                  <a:rPr sz="1600" b="1" spc="-75" dirty="0">
                    <a:latin typeface="Lantinghei SC Heavy"/>
                    <a:cs typeface="Lantinghei SC Heavy"/>
                  </a:rPr>
                  <a:t>78</a:t>
                </a:r>
                <a:r>
                  <a:rPr sz="1600" b="1" spc="-114" dirty="0">
                    <a:latin typeface="Lantinghei SC Heavy"/>
                    <a:cs typeface="Lantinghei SC Heavy"/>
                  </a:rPr>
                  <a:t>的</a:t>
                </a:r>
                <a:r>
                  <a:rPr sz="1600" b="1" spc="-6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主</a:t>
                </a:r>
                <a:r>
                  <a:rPr sz="1600" b="1" spc="-2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文件记录</a:t>
                </a:r>
                <a:endParaRPr sz="16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30" name="object 31">
                <a:extLst>
                  <a:ext uri="{FF2B5EF4-FFF2-40B4-BE49-F238E27FC236}">
                    <a16:creationId xmlns:a16="http://schemas.microsoft.com/office/drawing/2014/main" id="{B7CE440B-96D5-EBE5-6536-8BC4FCCE85A9}"/>
                  </a:ext>
                </a:extLst>
              </p:cNvPr>
              <p:cNvSpPr txBox="1"/>
              <p:nvPr/>
            </p:nvSpPr>
            <p:spPr>
              <a:xfrm>
                <a:off x="4499497" y="499333"/>
                <a:ext cx="838835" cy="75882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 algn="just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b="1" spc="-20" dirty="0">
                    <a:latin typeface="Lantinghei SC Heavy"/>
                    <a:cs typeface="Lantinghei SC Heavy"/>
                  </a:rPr>
                  <a:t>指向按顺</a:t>
                </a:r>
                <a:r>
                  <a:rPr sz="1600" b="1" dirty="0">
                    <a:latin typeface="Lantinghei SC Heavy"/>
                    <a:cs typeface="Lantinghei SC Heavy"/>
                  </a:rPr>
                  <a:t>序的</a:t>
                </a:r>
                <a:r>
                  <a:rPr sz="1600" b="1" spc="-3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下一</a:t>
                </a:r>
                <a:r>
                  <a:rPr sz="1600" b="1" spc="-2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个叶结点</a:t>
                </a:r>
                <a:endParaRPr sz="1600">
                  <a:latin typeface="Lantinghei SC Heavy"/>
                  <a:cs typeface="Lantinghei SC Heavy"/>
                </a:endParaRPr>
              </a:p>
            </p:txBody>
          </p:sp>
          <p:grpSp>
            <p:nvGrpSpPr>
              <p:cNvPr id="31" name="object 32">
                <a:extLst>
                  <a:ext uri="{FF2B5EF4-FFF2-40B4-BE49-F238E27FC236}">
                    <a16:creationId xmlns:a16="http://schemas.microsoft.com/office/drawing/2014/main" id="{DCC9598F-EFE5-B5A4-9963-2B196ECC8A9F}"/>
                  </a:ext>
                </a:extLst>
              </p:cNvPr>
              <p:cNvGrpSpPr/>
              <p:nvPr/>
            </p:nvGrpSpPr>
            <p:grpSpPr>
              <a:xfrm>
                <a:off x="5696077" y="639826"/>
                <a:ext cx="2062480" cy="1071245"/>
                <a:chOff x="6521577" y="2925826"/>
                <a:chExt cx="2062480" cy="1071245"/>
              </a:xfrm>
            </p:grpSpPr>
            <p:sp>
              <p:nvSpPr>
                <p:cNvPr id="32" name="object 33">
                  <a:extLst>
                    <a:ext uri="{FF2B5EF4-FFF2-40B4-BE49-F238E27FC236}">
                      <a16:creationId xmlns:a16="http://schemas.microsoft.com/office/drawing/2014/main" id="{6C7F755B-70D7-2C47-16D0-E18740F848C5}"/>
                    </a:ext>
                  </a:extLst>
                </p:cNvPr>
                <p:cNvSpPr/>
                <p:nvPr/>
              </p:nvSpPr>
              <p:spPr>
                <a:xfrm>
                  <a:off x="6527927" y="2932176"/>
                  <a:ext cx="2049780" cy="1058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8545">
                      <a:moveTo>
                        <a:pt x="2049779" y="1058417"/>
                      </a:moveTo>
                      <a:lnTo>
                        <a:pt x="2049779" y="0"/>
                      </a:lnTo>
                      <a:lnTo>
                        <a:pt x="0" y="0"/>
                      </a:lnTo>
                      <a:lnTo>
                        <a:pt x="0" y="1058417"/>
                      </a:lnTo>
                      <a:lnTo>
                        <a:pt x="2049779" y="1058417"/>
                      </a:lnTo>
                      <a:close/>
                    </a:path>
                  </a:pathLst>
                </a:custGeom>
                <a:solidFill>
                  <a:srgbClr val="EAEAEA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3" name="object 34">
                  <a:extLst>
                    <a:ext uri="{FF2B5EF4-FFF2-40B4-BE49-F238E27FC236}">
                      <a16:creationId xmlns:a16="http://schemas.microsoft.com/office/drawing/2014/main" id="{3DC9E07F-1B71-1CFE-976A-44352F7809CD}"/>
                    </a:ext>
                  </a:extLst>
                </p:cNvPr>
                <p:cNvSpPr/>
                <p:nvPr/>
              </p:nvSpPr>
              <p:spPr>
                <a:xfrm>
                  <a:off x="6527927" y="2932176"/>
                  <a:ext cx="2049780" cy="1058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8545">
                      <a:moveTo>
                        <a:pt x="0" y="0"/>
                      </a:moveTo>
                      <a:lnTo>
                        <a:pt x="0" y="1058417"/>
                      </a:lnTo>
                      <a:lnTo>
                        <a:pt x="2049779" y="1058417"/>
                      </a:lnTo>
                      <a:lnTo>
                        <a:pt x="204977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4" name="object 35">
                  <a:extLst>
                    <a:ext uri="{FF2B5EF4-FFF2-40B4-BE49-F238E27FC236}">
                      <a16:creationId xmlns:a16="http://schemas.microsoft.com/office/drawing/2014/main" id="{37A9F093-7E78-E1D2-1970-EC3F59F868C0}"/>
                    </a:ext>
                  </a:extLst>
                </p:cNvPr>
                <p:cNvSpPr/>
                <p:nvPr/>
              </p:nvSpPr>
              <p:spPr>
                <a:xfrm>
                  <a:off x="6540893" y="3454146"/>
                  <a:ext cx="200977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5">
                      <a:moveTo>
                        <a:pt x="0" y="0"/>
                      </a:moveTo>
                      <a:lnTo>
                        <a:pt x="2009394" y="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5" name="object 36">
                  <a:extLst>
                    <a:ext uri="{FF2B5EF4-FFF2-40B4-BE49-F238E27FC236}">
                      <a16:creationId xmlns:a16="http://schemas.microsoft.com/office/drawing/2014/main" id="{A3B02528-A1D7-CC10-53E8-7260241CB930}"/>
                    </a:ext>
                  </a:extLst>
                </p:cNvPr>
                <p:cNvSpPr/>
                <p:nvPr/>
              </p:nvSpPr>
              <p:spPr>
                <a:xfrm>
                  <a:off x="7021715" y="3441192"/>
                  <a:ext cx="0" cy="549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9910">
                      <a:moveTo>
                        <a:pt x="0" y="0"/>
                      </a:moveTo>
                      <a:lnTo>
                        <a:pt x="0" y="549402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6" name="object 37">
                  <a:extLst>
                    <a:ext uri="{FF2B5EF4-FFF2-40B4-BE49-F238E27FC236}">
                      <a16:creationId xmlns:a16="http://schemas.microsoft.com/office/drawing/2014/main" id="{52B4FC08-C182-CB91-5F4F-37EC8DD7844C}"/>
                    </a:ext>
                  </a:extLst>
                </p:cNvPr>
                <p:cNvSpPr/>
                <p:nvPr/>
              </p:nvSpPr>
              <p:spPr>
                <a:xfrm>
                  <a:off x="7549019" y="3441192"/>
                  <a:ext cx="0" cy="549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9910">
                      <a:moveTo>
                        <a:pt x="0" y="0"/>
                      </a:moveTo>
                      <a:lnTo>
                        <a:pt x="0" y="549402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7" name="object 38">
                  <a:extLst>
                    <a:ext uri="{FF2B5EF4-FFF2-40B4-BE49-F238E27FC236}">
                      <a16:creationId xmlns:a16="http://schemas.microsoft.com/office/drawing/2014/main" id="{630EA0DE-22FF-F4F6-34EE-C25F218D5071}"/>
                    </a:ext>
                  </a:extLst>
                </p:cNvPr>
                <p:cNvSpPr/>
                <p:nvPr/>
              </p:nvSpPr>
              <p:spPr>
                <a:xfrm>
                  <a:off x="8075561" y="3441192"/>
                  <a:ext cx="0" cy="549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9910">
                      <a:moveTo>
                        <a:pt x="0" y="0"/>
                      </a:moveTo>
                      <a:lnTo>
                        <a:pt x="0" y="549402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38" name="object 39">
                <a:extLst>
                  <a:ext uri="{FF2B5EF4-FFF2-40B4-BE49-F238E27FC236}">
                    <a16:creationId xmlns:a16="http://schemas.microsoft.com/office/drawing/2014/main" id="{89146528-3781-C506-2378-A0C5EABC59D1}"/>
                  </a:ext>
                </a:extLst>
              </p:cNvPr>
              <p:cNvSpPr txBox="1"/>
              <p:nvPr/>
            </p:nvSpPr>
            <p:spPr>
              <a:xfrm>
                <a:off x="5702427" y="646176"/>
                <a:ext cx="692150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137795" rIns="0" bIns="0" rtlCol="0">
                <a:spAutoFit/>
              </a:bodyPr>
              <a:lstStyle/>
              <a:p>
                <a:pPr marL="125730">
                  <a:lnSpc>
                    <a:spcPct val="100000"/>
                  </a:lnSpc>
                  <a:spcBef>
                    <a:spcPts val="1085"/>
                  </a:spcBef>
                </a:pPr>
                <a:r>
                  <a:rPr sz="1800" b="1" spc="-25" dirty="0">
                    <a:latin typeface="Lantinghei SC Heavy"/>
                    <a:cs typeface="Lantinghei SC Heavy"/>
                  </a:rPr>
                  <a:t>100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39" name="object 40">
                <a:extLst>
                  <a:ext uri="{FF2B5EF4-FFF2-40B4-BE49-F238E27FC236}">
                    <a16:creationId xmlns:a16="http://schemas.microsoft.com/office/drawing/2014/main" id="{B3B0CBDB-2080-13EC-47E6-A969AE432E27}"/>
                  </a:ext>
                </a:extLst>
              </p:cNvPr>
              <p:cNvSpPr txBox="1"/>
              <p:nvPr/>
            </p:nvSpPr>
            <p:spPr>
              <a:xfrm>
                <a:off x="855605" y="538225"/>
                <a:ext cx="533400" cy="6350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b="1" spc="-35" dirty="0">
                    <a:solidFill>
                      <a:srgbClr val="3333CC"/>
                    </a:solidFill>
                    <a:latin typeface="Lantinghei SC Heavy"/>
                    <a:cs typeface="Lantinghei SC Heavy"/>
                  </a:rPr>
                  <a:t>索引文件</a:t>
                </a:r>
                <a:endParaRPr sz="20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40" name="object 41">
                <a:extLst>
                  <a:ext uri="{FF2B5EF4-FFF2-40B4-BE49-F238E27FC236}">
                    <a16:creationId xmlns:a16="http://schemas.microsoft.com/office/drawing/2014/main" id="{F038CF0C-21EE-DE8F-F3B1-827F316F4C3F}"/>
                  </a:ext>
                </a:extLst>
              </p:cNvPr>
              <p:cNvSpPr txBox="1"/>
              <p:nvPr/>
            </p:nvSpPr>
            <p:spPr>
              <a:xfrm>
                <a:off x="7542167" y="4297168"/>
                <a:ext cx="786765" cy="3302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b="1" spc="-35" dirty="0">
                    <a:solidFill>
                      <a:srgbClr val="3333CC"/>
                    </a:solidFill>
                    <a:latin typeface="Lantinghei SC Heavy"/>
                    <a:cs typeface="Lantinghei SC Heavy"/>
                  </a:rPr>
                  <a:t>主文件</a:t>
                </a:r>
                <a:endParaRPr sz="20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41" name="object 42">
                <a:extLst>
                  <a:ext uri="{FF2B5EF4-FFF2-40B4-BE49-F238E27FC236}">
                    <a16:creationId xmlns:a16="http://schemas.microsoft.com/office/drawing/2014/main" id="{429392BD-F55F-AB36-7FBB-33985384EAA0}"/>
                  </a:ext>
                </a:extLst>
              </p:cNvPr>
              <p:cNvSpPr/>
              <p:nvPr/>
            </p:nvSpPr>
            <p:spPr>
              <a:xfrm>
                <a:off x="1002423" y="1334273"/>
                <a:ext cx="7538720" cy="2552065"/>
              </a:xfrm>
              <a:custGeom>
                <a:avLst/>
                <a:gdLst/>
                <a:ahLst/>
                <a:cxnLst/>
                <a:rect l="l" t="t" r="r" b="b"/>
                <a:pathLst>
                  <a:path w="7538720" h="2552065">
                    <a:moveTo>
                      <a:pt x="28194" y="1933676"/>
                    </a:moveTo>
                    <a:lnTo>
                      <a:pt x="0" y="1932432"/>
                    </a:lnTo>
                    <a:lnTo>
                      <a:pt x="28194" y="1995995"/>
                    </a:lnTo>
                    <a:lnTo>
                      <a:pt x="28194" y="1947672"/>
                    </a:lnTo>
                    <a:lnTo>
                      <a:pt x="28194" y="1933676"/>
                    </a:lnTo>
                    <a:close/>
                  </a:path>
                  <a:path w="7538720" h="2552065">
                    <a:moveTo>
                      <a:pt x="1361694" y="101346"/>
                    </a:moveTo>
                    <a:lnTo>
                      <a:pt x="1351788" y="74676"/>
                    </a:lnTo>
                    <a:lnTo>
                      <a:pt x="52578" y="557784"/>
                    </a:lnTo>
                    <a:lnTo>
                      <a:pt x="46482" y="559308"/>
                    </a:lnTo>
                    <a:lnTo>
                      <a:pt x="42672" y="564642"/>
                    </a:lnTo>
                    <a:lnTo>
                      <a:pt x="42672" y="1636014"/>
                    </a:lnTo>
                    <a:lnTo>
                      <a:pt x="28841" y="1933702"/>
                    </a:lnTo>
                    <a:lnTo>
                      <a:pt x="28841" y="1947697"/>
                    </a:lnTo>
                    <a:lnTo>
                      <a:pt x="28194" y="1947672"/>
                    </a:lnTo>
                    <a:lnTo>
                      <a:pt x="28841" y="1947710"/>
                    </a:lnTo>
                    <a:lnTo>
                      <a:pt x="28841" y="1997468"/>
                    </a:lnTo>
                    <a:lnTo>
                      <a:pt x="38862" y="2020062"/>
                    </a:lnTo>
                    <a:lnTo>
                      <a:pt x="86106" y="1936242"/>
                    </a:lnTo>
                    <a:lnTo>
                      <a:pt x="57073" y="1934946"/>
                    </a:lnTo>
                    <a:lnTo>
                      <a:pt x="62484" y="1823923"/>
                    </a:lnTo>
                    <a:lnTo>
                      <a:pt x="71628" y="1636014"/>
                    </a:lnTo>
                    <a:lnTo>
                      <a:pt x="71628" y="581050"/>
                    </a:lnTo>
                    <a:lnTo>
                      <a:pt x="1361694" y="101346"/>
                    </a:lnTo>
                    <a:close/>
                  </a:path>
                  <a:path w="7538720" h="2552065">
                    <a:moveTo>
                      <a:pt x="2715768" y="2456688"/>
                    </a:moveTo>
                    <a:lnTo>
                      <a:pt x="2688894" y="2466314"/>
                    </a:lnTo>
                    <a:lnTo>
                      <a:pt x="2514600" y="1982724"/>
                    </a:lnTo>
                    <a:lnTo>
                      <a:pt x="2515362" y="1984832"/>
                    </a:lnTo>
                    <a:lnTo>
                      <a:pt x="2515362" y="641604"/>
                    </a:lnTo>
                    <a:lnTo>
                      <a:pt x="2513838" y="637794"/>
                    </a:lnTo>
                    <a:lnTo>
                      <a:pt x="2510790" y="635508"/>
                    </a:lnTo>
                    <a:lnTo>
                      <a:pt x="1884426" y="0"/>
                    </a:lnTo>
                    <a:lnTo>
                      <a:pt x="1863852" y="19812"/>
                    </a:lnTo>
                    <a:lnTo>
                      <a:pt x="2486406" y="650684"/>
                    </a:lnTo>
                    <a:lnTo>
                      <a:pt x="2486406" y="1989582"/>
                    </a:lnTo>
                    <a:lnTo>
                      <a:pt x="2487168" y="1991106"/>
                    </a:lnTo>
                    <a:lnTo>
                      <a:pt x="2487168" y="1992630"/>
                    </a:lnTo>
                    <a:lnTo>
                      <a:pt x="2490978" y="2003145"/>
                    </a:lnTo>
                    <a:lnTo>
                      <a:pt x="2514600" y="2068410"/>
                    </a:lnTo>
                    <a:lnTo>
                      <a:pt x="2515362" y="2070519"/>
                    </a:lnTo>
                    <a:lnTo>
                      <a:pt x="2662097" y="2475915"/>
                    </a:lnTo>
                    <a:lnTo>
                      <a:pt x="2634996" y="2485644"/>
                    </a:lnTo>
                    <a:lnTo>
                      <a:pt x="2693670" y="2541727"/>
                    </a:lnTo>
                    <a:lnTo>
                      <a:pt x="2704338" y="2551938"/>
                    </a:lnTo>
                    <a:lnTo>
                      <a:pt x="2715768" y="2456688"/>
                    </a:lnTo>
                    <a:close/>
                  </a:path>
                  <a:path w="7538720" h="2552065">
                    <a:moveTo>
                      <a:pt x="4709147" y="109728"/>
                    </a:moveTo>
                    <a:lnTo>
                      <a:pt x="4623803" y="67056"/>
                    </a:lnTo>
                    <a:lnTo>
                      <a:pt x="4623803" y="96012"/>
                    </a:lnTo>
                    <a:lnTo>
                      <a:pt x="2909316" y="96012"/>
                    </a:lnTo>
                    <a:lnTo>
                      <a:pt x="2909316" y="124206"/>
                    </a:lnTo>
                    <a:lnTo>
                      <a:pt x="4623803" y="124206"/>
                    </a:lnTo>
                    <a:lnTo>
                      <a:pt x="4623803" y="153162"/>
                    </a:lnTo>
                    <a:lnTo>
                      <a:pt x="4638294" y="145783"/>
                    </a:lnTo>
                    <a:lnTo>
                      <a:pt x="4709147" y="109728"/>
                    </a:lnTo>
                    <a:close/>
                  </a:path>
                  <a:path w="7538720" h="2552065">
                    <a:moveTo>
                      <a:pt x="5269992" y="2042160"/>
                    </a:moveTo>
                    <a:lnTo>
                      <a:pt x="5238750" y="1951482"/>
                    </a:lnTo>
                    <a:lnTo>
                      <a:pt x="5218608" y="1971878"/>
                    </a:lnTo>
                    <a:lnTo>
                      <a:pt x="4922520" y="1680210"/>
                    </a:lnTo>
                    <a:lnTo>
                      <a:pt x="4927092" y="1684705"/>
                    </a:lnTo>
                    <a:lnTo>
                      <a:pt x="4927092" y="119634"/>
                    </a:lnTo>
                    <a:lnTo>
                      <a:pt x="4898136" y="119634"/>
                    </a:lnTo>
                    <a:lnTo>
                      <a:pt x="4898136" y="1693926"/>
                    </a:lnTo>
                    <a:lnTo>
                      <a:pt x="4899660" y="1697736"/>
                    </a:lnTo>
                    <a:lnTo>
                      <a:pt x="4902708" y="1700784"/>
                    </a:lnTo>
                    <a:lnTo>
                      <a:pt x="4922520" y="1720240"/>
                    </a:lnTo>
                    <a:lnTo>
                      <a:pt x="4927092" y="1724736"/>
                    </a:lnTo>
                    <a:lnTo>
                      <a:pt x="5198897" y="1991817"/>
                    </a:lnTo>
                    <a:lnTo>
                      <a:pt x="5178552" y="2012442"/>
                    </a:lnTo>
                    <a:lnTo>
                      <a:pt x="5228844" y="2028786"/>
                    </a:lnTo>
                    <a:lnTo>
                      <a:pt x="5269992" y="2042160"/>
                    </a:lnTo>
                    <a:close/>
                  </a:path>
                  <a:path w="7538720" h="2552065">
                    <a:moveTo>
                      <a:pt x="7069823" y="108204"/>
                    </a:moveTo>
                    <a:lnTo>
                      <a:pt x="6984492" y="65532"/>
                    </a:lnTo>
                    <a:lnTo>
                      <a:pt x="6984492" y="94488"/>
                    </a:lnTo>
                    <a:lnTo>
                      <a:pt x="6474701" y="94488"/>
                    </a:lnTo>
                    <a:lnTo>
                      <a:pt x="6474701" y="122682"/>
                    </a:lnTo>
                    <a:lnTo>
                      <a:pt x="6984492" y="122682"/>
                    </a:lnTo>
                    <a:lnTo>
                      <a:pt x="6984492" y="151638"/>
                    </a:lnTo>
                    <a:lnTo>
                      <a:pt x="6998957" y="144272"/>
                    </a:lnTo>
                    <a:lnTo>
                      <a:pt x="7069823" y="108204"/>
                    </a:lnTo>
                    <a:close/>
                  </a:path>
                  <a:path w="7538720" h="2552065">
                    <a:moveTo>
                      <a:pt x="7538453" y="1895856"/>
                    </a:moveTo>
                    <a:lnTo>
                      <a:pt x="7477493" y="1821942"/>
                    </a:lnTo>
                    <a:lnTo>
                      <a:pt x="7465809" y="1848091"/>
                    </a:lnTo>
                    <a:lnTo>
                      <a:pt x="5439143" y="950976"/>
                    </a:lnTo>
                    <a:lnTo>
                      <a:pt x="5447525" y="954684"/>
                    </a:lnTo>
                    <a:lnTo>
                      <a:pt x="5447525" y="153162"/>
                    </a:lnTo>
                    <a:lnTo>
                      <a:pt x="5419331" y="153162"/>
                    </a:lnTo>
                    <a:lnTo>
                      <a:pt x="5419331" y="969264"/>
                    </a:lnTo>
                    <a:lnTo>
                      <a:pt x="5422379" y="974598"/>
                    </a:lnTo>
                    <a:lnTo>
                      <a:pt x="5427713" y="976884"/>
                    </a:lnTo>
                    <a:lnTo>
                      <a:pt x="5439143" y="981938"/>
                    </a:lnTo>
                    <a:lnTo>
                      <a:pt x="5447525" y="985647"/>
                    </a:lnTo>
                    <a:lnTo>
                      <a:pt x="7454252" y="1873948"/>
                    </a:lnTo>
                    <a:lnTo>
                      <a:pt x="7442441" y="1900428"/>
                    </a:lnTo>
                    <a:lnTo>
                      <a:pt x="7477493" y="1898751"/>
                    </a:lnTo>
                    <a:lnTo>
                      <a:pt x="7479017" y="1898675"/>
                    </a:lnTo>
                    <a:lnTo>
                      <a:pt x="7538453" y="1895856"/>
                    </a:lnTo>
                    <a:close/>
                  </a:path>
                </a:pathLst>
              </a:custGeom>
              <a:solidFill>
                <a:srgbClr val="CC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43">
                <a:extLst>
                  <a:ext uri="{FF2B5EF4-FFF2-40B4-BE49-F238E27FC236}">
                    <a16:creationId xmlns:a16="http://schemas.microsoft.com/office/drawing/2014/main" id="{1A7DFFDF-FFF6-22F7-CD31-7BD9C44B8591}"/>
                  </a:ext>
                </a:extLst>
              </p:cNvPr>
              <p:cNvSpPr txBox="1"/>
              <p:nvPr/>
            </p:nvSpPr>
            <p:spPr>
              <a:xfrm>
                <a:off x="6394336" y="646176"/>
                <a:ext cx="699135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126364" rIns="0" bIns="0" rtlCol="0">
                <a:spAutoFit/>
              </a:bodyPr>
              <a:lstStyle/>
              <a:p>
                <a:pPr marL="103505">
                  <a:lnSpc>
                    <a:spcPct val="100000"/>
                  </a:lnSpc>
                  <a:spcBef>
                    <a:spcPts val="994"/>
                  </a:spcBef>
                </a:pPr>
                <a:r>
                  <a:rPr sz="1800" b="1" spc="-25" dirty="0">
                    <a:latin typeface="Lantinghei SC Heavy"/>
                    <a:cs typeface="Lantinghei SC Heavy"/>
                  </a:rPr>
                  <a:t>120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43" name="object 44">
                <a:extLst>
                  <a:ext uri="{FF2B5EF4-FFF2-40B4-BE49-F238E27FC236}">
                    <a16:creationId xmlns:a16="http://schemas.microsoft.com/office/drawing/2014/main" id="{8723E253-17EE-EFA1-8CBD-85D954F69706}"/>
                  </a:ext>
                </a:extLst>
              </p:cNvPr>
              <p:cNvSpPr txBox="1"/>
              <p:nvPr/>
            </p:nvSpPr>
            <p:spPr>
              <a:xfrm>
                <a:off x="2755785" y="633222"/>
                <a:ext cx="699135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50165" rIns="0" bIns="0" rtlCol="0">
                <a:spAutoFit/>
              </a:bodyPr>
              <a:lstStyle/>
              <a:p>
                <a:pPr marL="149225">
                  <a:lnSpc>
                    <a:spcPct val="100000"/>
                  </a:lnSpc>
                  <a:spcBef>
                    <a:spcPts val="395"/>
                  </a:spcBef>
                </a:pPr>
                <a:r>
                  <a:rPr sz="2400" b="1" spc="-25" dirty="0">
                    <a:latin typeface="Lantinghei SC Heavy"/>
                    <a:cs typeface="Lantinghei SC Heavy"/>
                  </a:rPr>
                  <a:t>78</a:t>
                </a:r>
                <a:endParaRPr sz="2400">
                  <a:latin typeface="Lantinghei SC Heavy"/>
                  <a:cs typeface="Lantinghei SC Heavy"/>
                </a:endParaRPr>
              </a:p>
            </p:txBody>
          </p: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508A106-FC15-2349-412D-5134A81417A3}"/>
                </a:ext>
              </a:extLst>
            </p:cNvPr>
            <p:cNvSpPr txBox="1"/>
            <p:nvPr/>
          </p:nvSpPr>
          <p:spPr>
            <a:xfrm>
              <a:off x="1937518" y="4949312"/>
              <a:ext cx="5109091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dirty="0">
                  <a:latin typeface="SimHei" panose="02010609060101010101" pitchFamily="49" charset="-122"/>
                  <a:ea typeface="SimHei" panose="02010609060101010101" pitchFamily="49" charset="-122"/>
                </a:rPr>
                <a:t>B+</a:t>
              </a:r>
              <a:r>
                <a:rPr kumimoji="1" lang="zh-CN" altLang="en-US" sz="3200" dirty="0">
                  <a:latin typeface="SimHei" panose="02010609060101010101" pitchFamily="49" charset="-122"/>
                  <a:ea typeface="SimHei" panose="02010609060101010101" pitchFamily="49" charset="-122"/>
                </a:rPr>
                <a:t>树用于非主键、稠密索引</a:t>
              </a:r>
              <a:endPara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r>
                <a:rPr kumimoji="1" lang="zh-CN" altLang="en-US" sz="3200" dirty="0">
                  <a:latin typeface="SimHei" panose="02010609060101010101" pitchFamily="49" charset="-122"/>
                  <a:ea typeface="SimHei" panose="02010609060101010101" pitchFamily="49" charset="-122"/>
                </a:rPr>
                <a:t>索引不重复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9148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>
            <a:extLst>
              <a:ext uri="{FF2B5EF4-FFF2-40B4-BE49-F238E27FC236}">
                <a16:creationId xmlns:a16="http://schemas.microsoft.com/office/drawing/2014/main" id="{BCD1A8E4-7A51-1C60-E400-87856A8CB998}"/>
              </a:ext>
            </a:extLst>
          </p:cNvPr>
          <p:cNvGrpSpPr/>
          <p:nvPr/>
        </p:nvGrpSpPr>
        <p:grpSpPr>
          <a:xfrm>
            <a:off x="275031" y="136207"/>
            <a:ext cx="8108950" cy="5461583"/>
            <a:chOff x="275031" y="136207"/>
            <a:chExt cx="8108950" cy="5461583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BE5A74E4-4DCC-41E1-16E9-D82807FA3CB9}"/>
                </a:ext>
              </a:extLst>
            </p:cNvPr>
            <p:cNvGrpSpPr/>
            <p:nvPr/>
          </p:nvGrpSpPr>
          <p:grpSpPr>
            <a:xfrm>
              <a:off x="275031" y="136207"/>
              <a:ext cx="8108950" cy="4259326"/>
              <a:chOff x="1278331" y="2765107"/>
              <a:chExt cx="8108950" cy="4259326"/>
            </a:xfrm>
          </p:grpSpPr>
          <p:grpSp>
            <p:nvGrpSpPr>
              <p:cNvPr id="4" name="object 3">
                <a:extLst>
                  <a:ext uri="{FF2B5EF4-FFF2-40B4-BE49-F238E27FC236}">
                    <a16:creationId xmlns:a16="http://schemas.microsoft.com/office/drawing/2014/main" id="{6E3B08E4-7BD0-9EBF-AAEF-E97EA02FCEF2}"/>
                  </a:ext>
                </a:extLst>
              </p:cNvPr>
              <p:cNvGrpSpPr/>
              <p:nvPr/>
            </p:nvGrpSpPr>
            <p:grpSpPr>
              <a:xfrm>
                <a:off x="1278331" y="5171503"/>
                <a:ext cx="8108950" cy="1852930"/>
                <a:chOff x="1278331" y="5171503"/>
                <a:chExt cx="8108950" cy="1852930"/>
              </a:xfrm>
            </p:grpSpPr>
            <p:sp>
              <p:nvSpPr>
                <p:cNvPr id="5" name="object 4">
                  <a:extLst>
                    <a:ext uri="{FF2B5EF4-FFF2-40B4-BE49-F238E27FC236}">
                      <a16:creationId xmlns:a16="http://schemas.microsoft.com/office/drawing/2014/main" id="{400FF50B-B202-8BE2-284B-24AD108FBBF9}"/>
                    </a:ext>
                  </a:extLst>
                </p:cNvPr>
                <p:cNvSpPr/>
                <p:nvPr/>
              </p:nvSpPr>
              <p:spPr>
                <a:xfrm>
                  <a:off x="1283093" y="5176265"/>
                  <a:ext cx="8099425" cy="1843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9425" h="1843404">
                      <a:moveTo>
                        <a:pt x="8099297" y="1843278"/>
                      </a:moveTo>
                      <a:lnTo>
                        <a:pt x="8099297" y="0"/>
                      </a:lnTo>
                      <a:lnTo>
                        <a:pt x="0" y="0"/>
                      </a:lnTo>
                      <a:lnTo>
                        <a:pt x="0" y="1843278"/>
                      </a:lnTo>
                      <a:lnTo>
                        <a:pt x="8099297" y="1843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6" name="object 5">
                  <a:extLst>
                    <a:ext uri="{FF2B5EF4-FFF2-40B4-BE49-F238E27FC236}">
                      <a16:creationId xmlns:a16="http://schemas.microsoft.com/office/drawing/2014/main" id="{3462528F-6797-9615-E8FD-D672CCC08E76}"/>
                    </a:ext>
                  </a:extLst>
                </p:cNvPr>
                <p:cNvSpPr/>
                <p:nvPr/>
              </p:nvSpPr>
              <p:spPr>
                <a:xfrm>
                  <a:off x="1283093" y="5176265"/>
                  <a:ext cx="8099425" cy="1843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9425" h="1843404">
                      <a:moveTo>
                        <a:pt x="0" y="0"/>
                      </a:moveTo>
                      <a:lnTo>
                        <a:pt x="0" y="1843278"/>
                      </a:lnTo>
                      <a:lnTo>
                        <a:pt x="8099297" y="1843278"/>
                      </a:lnTo>
                      <a:lnTo>
                        <a:pt x="80992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7" name="object 6">
                  <a:extLst>
                    <a:ext uri="{FF2B5EF4-FFF2-40B4-BE49-F238E27FC236}">
                      <a16:creationId xmlns:a16="http://schemas.microsoft.com/office/drawing/2014/main" id="{1691FFE0-6465-C70B-14E5-745D2DCC9896}"/>
                    </a:ext>
                  </a:extLst>
                </p:cNvPr>
                <p:cNvSpPr/>
                <p:nvPr/>
              </p:nvSpPr>
              <p:spPr>
                <a:xfrm>
                  <a:off x="1814969" y="5389625"/>
                  <a:ext cx="2021205" cy="11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8400">
                      <a:moveTo>
                        <a:pt x="2020824" y="1168146"/>
                      </a:moveTo>
                      <a:lnTo>
                        <a:pt x="2020823" y="0"/>
                      </a:lnTo>
                      <a:lnTo>
                        <a:pt x="0" y="0"/>
                      </a:lnTo>
                      <a:lnTo>
                        <a:pt x="0" y="1168146"/>
                      </a:lnTo>
                      <a:lnTo>
                        <a:pt x="2020824" y="1168146"/>
                      </a:lnTo>
                      <a:close/>
                    </a:path>
                  </a:pathLst>
                </a:custGeom>
                <a:solidFill>
                  <a:srgbClr val="DDDDDD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8" name="object 7">
                  <a:extLst>
                    <a:ext uri="{FF2B5EF4-FFF2-40B4-BE49-F238E27FC236}">
                      <a16:creationId xmlns:a16="http://schemas.microsoft.com/office/drawing/2014/main" id="{4D63402A-C383-32CB-41D6-4A46D859ABB6}"/>
                    </a:ext>
                  </a:extLst>
                </p:cNvPr>
                <p:cNvSpPr/>
                <p:nvPr/>
              </p:nvSpPr>
              <p:spPr>
                <a:xfrm>
                  <a:off x="1814969" y="5389625"/>
                  <a:ext cx="2021205" cy="11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8400">
                      <a:moveTo>
                        <a:pt x="0" y="0"/>
                      </a:moveTo>
                      <a:lnTo>
                        <a:pt x="0" y="1168146"/>
                      </a:lnTo>
                      <a:lnTo>
                        <a:pt x="2020824" y="1168146"/>
                      </a:lnTo>
                      <a:lnTo>
                        <a:pt x="202082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9" name="object 8">
                  <a:extLst>
                    <a:ext uri="{FF2B5EF4-FFF2-40B4-BE49-F238E27FC236}">
                      <a16:creationId xmlns:a16="http://schemas.microsoft.com/office/drawing/2014/main" id="{5228954A-E07C-830D-9BA7-41594B133D52}"/>
                    </a:ext>
                  </a:extLst>
                </p:cNvPr>
                <p:cNvSpPr/>
                <p:nvPr/>
              </p:nvSpPr>
              <p:spPr>
                <a:xfrm>
                  <a:off x="4400435" y="5388101"/>
                  <a:ext cx="2021205" cy="11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8400">
                      <a:moveTo>
                        <a:pt x="2020824" y="1168146"/>
                      </a:moveTo>
                      <a:lnTo>
                        <a:pt x="2020824" y="0"/>
                      </a:lnTo>
                      <a:lnTo>
                        <a:pt x="0" y="0"/>
                      </a:lnTo>
                      <a:lnTo>
                        <a:pt x="0" y="1168146"/>
                      </a:lnTo>
                      <a:lnTo>
                        <a:pt x="2020824" y="1168146"/>
                      </a:lnTo>
                      <a:close/>
                    </a:path>
                  </a:pathLst>
                </a:custGeom>
                <a:solidFill>
                  <a:srgbClr val="DDDDDD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0" name="object 9">
                  <a:extLst>
                    <a:ext uri="{FF2B5EF4-FFF2-40B4-BE49-F238E27FC236}">
                      <a16:creationId xmlns:a16="http://schemas.microsoft.com/office/drawing/2014/main" id="{004304BD-0CC1-0E3C-0691-D8EA1369603C}"/>
                    </a:ext>
                  </a:extLst>
                </p:cNvPr>
                <p:cNvSpPr/>
                <p:nvPr/>
              </p:nvSpPr>
              <p:spPr>
                <a:xfrm>
                  <a:off x="4400435" y="5387339"/>
                  <a:ext cx="2021205" cy="116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9034">
                      <a:moveTo>
                        <a:pt x="0" y="0"/>
                      </a:moveTo>
                      <a:lnTo>
                        <a:pt x="0" y="1168908"/>
                      </a:lnTo>
                      <a:lnTo>
                        <a:pt x="2020824" y="1168908"/>
                      </a:lnTo>
                      <a:lnTo>
                        <a:pt x="20208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1" name="object 10">
                  <a:extLst>
                    <a:ext uri="{FF2B5EF4-FFF2-40B4-BE49-F238E27FC236}">
                      <a16:creationId xmlns:a16="http://schemas.microsoft.com/office/drawing/2014/main" id="{C7C7087F-E450-65C5-4B59-A87726870A7A}"/>
                    </a:ext>
                  </a:extLst>
                </p:cNvPr>
                <p:cNvSpPr/>
                <p:nvPr/>
              </p:nvSpPr>
              <p:spPr>
                <a:xfrm>
                  <a:off x="6988174" y="5388101"/>
                  <a:ext cx="2021205" cy="11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8400">
                      <a:moveTo>
                        <a:pt x="2020824" y="1168146"/>
                      </a:moveTo>
                      <a:lnTo>
                        <a:pt x="2020824" y="0"/>
                      </a:lnTo>
                      <a:lnTo>
                        <a:pt x="0" y="0"/>
                      </a:lnTo>
                      <a:lnTo>
                        <a:pt x="0" y="1168146"/>
                      </a:lnTo>
                      <a:lnTo>
                        <a:pt x="2020824" y="1168146"/>
                      </a:lnTo>
                      <a:close/>
                    </a:path>
                  </a:pathLst>
                </a:custGeom>
                <a:solidFill>
                  <a:srgbClr val="DDDDDD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2" name="object 11">
                  <a:extLst>
                    <a:ext uri="{FF2B5EF4-FFF2-40B4-BE49-F238E27FC236}">
                      <a16:creationId xmlns:a16="http://schemas.microsoft.com/office/drawing/2014/main" id="{B223E909-6484-E6AB-5762-7423B8E15C75}"/>
                    </a:ext>
                  </a:extLst>
                </p:cNvPr>
                <p:cNvSpPr/>
                <p:nvPr/>
              </p:nvSpPr>
              <p:spPr>
                <a:xfrm>
                  <a:off x="6988174" y="5387339"/>
                  <a:ext cx="2021205" cy="116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4" h="1169034">
                      <a:moveTo>
                        <a:pt x="0" y="0"/>
                      </a:moveTo>
                      <a:lnTo>
                        <a:pt x="0" y="1168908"/>
                      </a:lnTo>
                      <a:lnTo>
                        <a:pt x="2020824" y="1168908"/>
                      </a:lnTo>
                      <a:lnTo>
                        <a:pt x="20208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38F2D238-7D25-22FF-8250-1A483D620FE9}"/>
                  </a:ext>
                </a:extLst>
              </p:cNvPr>
              <p:cNvSpPr txBox="1"/>
              <p:nvPr/>
            </p:nvSpPr>
            <p:spPr>
              <a:xfrm>
                <a:off x="1802263" y="5500370"/>
                <a:ext cx="192151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12395" indent="-107950">
                  <a:lnSpc>
                    <a:spcPct val="100000"/>
                  </a:lnSpc>
                  <a:spcBef>
                    <a:spcPts val="100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45" dirty="0">
                    <a:latin typeface="Lantinghei SC Heavy"/>
                    <a:cs typeface="Lantinghei SC Heavy"/>
                  </a:rPr>
                  <a:t>属性值</a:t>
                </a:r>
                <a:r>
                  <a:rPr sz="1800" b="1" spc="-35" dirty="0">
                    <a:latin typeface="Lantinghei SC Heavy"/>
                    <a:cs typeface="Lantinghei SC Heavy"/>
                  </a:rPr>
                  <a:t>57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的记录</a:t>
                </a:r>
                <a:r>
                  <a:rPr sz="1800" b="1" spc="-50" dirty="0">
                    <a:latin typeface="Lantinghei SC Heavy"/>
                    <a:cs typeface="Lantinghei SC Heavy"/>
                  </a:rPr>
                  <a:t>1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14" name="object 13">
                <a:extLst>
                  <a:ext uri="{FF2B5EF4-FFF2-40B4-BE49-F238E27FC236}">
                    <a16:creationId xmlns:a16="http://schemas.microsoft.com/office/drawing/2014/main" id="{96636804-A265-FFA7-FE17-03083093FCE2}"/>
                  </a:ext>
                </a:extLst>
              </p:cNvPr>
              <p:cNvSpPr txBox="1"/>
              <p:nvPr/>
            </p:nvSpPr>
            <p:spPr>
              <a:xfrm>
                <a:off x="1811407" y="6046723"/>
                <a:ext cx="192151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12395" indent="-107950">
                  <a:lnSpc>
                    <a:spcPct val="100000"/>
                  </a:lnSpc>
                  <a:spcBef>
                    <a:spcPts val="100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80" dirty="0">
                    <a:latin typeface="Lantinghei SC Heavy"/>
                    <a:cs typeface="Lantinghei SC Heavy"/>
                  </a:rPr>
                  <a:t>属性值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57</a:t>
                </a:r>
                <a:r>
                  <a:rPr sz="1800" b="1" spc="-80" dirty="0">
                    <a:latin typeface="Lantinghei SC Heavy"/>
                    <a:cs typeface="Lantinghei SC Heavy"/>
                  </a:rPr>
                  <a:t>的记录</a:t>
                </a:r>
                <a:r>
                  <a:rPr sz="1800" b="1" spc="-50" dirty="0">
                    <a:latin typeface="Lantinghei SC Heavy"/>
                    <a:cs typeface="Lantinghei SC Heavy"/>
                  </a:rPr>
                  <a:t>2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15" name="object 14">
                <a:extLst>
                  <a:ext uri="{FF2B5EF4-FFF2-40B4-BE49-F238E27FC236}">
                    <a16:creationId xmlns:a16="http://schemas.microsoft.com/office/drawing/2014/main" id="{E40AC1C5-D8FE-0C1A-D006-41D6DBEE4557}"/>
                  </a:ext>
                </a:extLst>
              </p:cNvPr>
              <p:cNvSpPr txBox="1"/>
              <p:nvPr/>
            </p:nvSpPr>
            <p:spPr>
              <a:xfrm>
                <a:off x="4465453" y="5517903"/>
                <a:ext cx="1779905" cy="8128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12395" indent="-107950">
                  <a:lnSpc>
                    <a:spcPct val="100000"/>
                  </a:lnSpc>
                  <a:spcBef>
                    <a:spcPts val="100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60" dirty="0">
                    <a:latin typeface="Lantinghei SC Heavy"/>
                    <a:cs typeface="Lantinghei SC Heavy"/>
                  </a:rPr>
                  <a:t>属性值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89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的记录</a:t>
                </a:r>
                <a:endParaRPr sz="1800">
                  <a:latin typeface="Lantinghei SC Heavy"/>
                  <a:cs typeface="Lantinghei SC Heavy"/>
                </a:endParaRPr>
              </a:p>
              <a:p>
                <a:pPr marL="112395" indent="-107950">
                  <a:lnSpc>
                    <a:spcPct val="100000"/>
                  </a:lnSpc>
                  <a:spcBef>
                    <a:spcPts val="1875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60" dirty="0">
                    <a:latin typeface="Lantinghei SC Heavy"/>
                    <a:cs typeface="Lantinghei SC Heavy"/>
                  </a:rPr>
                  <a:t>属性值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78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的记录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16" name="object 15">
                <a:extLst>
                  <a:ext uri="{FF2B5EF4-FFF2-40B4-BE49-F238E27FC236}">
                    <a16:creationId xmlns:a16="http://schemas.microsoft.com/office/drawing/2014/main" id="{C548D1D5-77D1-759E-F147-8F7F5945B630}"/>
                  </a:ext>
                </a:extLst>
              </p:cNvPr>
              <p:cNvSpPr txBox="1"/>
              <p:nvPr/>
            </p:nvSpPr>
            <p:spPr>
              <a:xfrm>
                <a:off x="6993015" y="5522475"/>
                <a:ext cx="1920875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12395" indent="-107950">
                  <a:lnSpc>
                    <a:spcPct val="100000"/>
                  </a:lnSpc>
                  <a:spcBef>
                    <a:spcPts val="100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60" dirty="0">
                    <a:latin typeface="Lantinghei SC Heavy"/>
                    <a:cs typeface="Lantinghei SC Heavy"/>
                  </a:rPr>
                  <a:t>属性值</a:t>
                </a:r>
                <a:r>
                  <a:rPr sz="1800" b="1" spc="-45" dirty="0">
                    <a:latin typeface="Lantinghei SC Heavy"/>
                    <a:cs typeface="Lantinghei SC Heavy"/>
                  </a:rPr>
                  <a:t>100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的记录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17" name="object 16">
                <a:extLst>
                  <a:ext uri="{FF2B5EF4-FFF2-40B4-BE49-F238E27FC236}">
                    <a16:creationId xmlns:a16="http://schemas.microsoft.com/office/drawing/2014/main" id="{784BBC4B-D57E-6A85-4CA3-ADD950B2EA43}"/>
                  </a:ext>
                </a:extLst>
              </p:cNvPr>
              <p:cNvSpPr txBox="1"/>
              <p:nvPr/>
            </p:nvSpPr>
            <p:spPr>
              <a:xfrm>
                <a:off x="6975504" y="6014720"/>
                <a:ext cx="192151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12395" indent="-107950">
                  <a:lnSpc>
                    <a:spcPct val="100000"/>
                  </a:lnSpc>
                  <a:spcBef>
                    <a:spcPts val="100"/>
                  </a:spcBef>
                  <a:buSzPct val="41666"/>
                  <a:buFont typeface="Hiragino Sans GB W3"/>
                  <a:buChar char="•"/>
                  <a:tabLst>
                    <a:tab pos="112395" algn="l"/>
                  </a:tabLst>
                </a:pPr>
                <a:r>
                  <a:rPr sz="1800" b="1" spc="-80" dirty="0">
                    <a:latin typeface="Lantinghei SC Heavy"/>
                    <a:cs typeface="Lantinghei SC Heavy"/>
                  </a:rPr>
                  <a:t>属性值</a:t>
                </a:r>
                <a:r>
                  <a:rPr sz="1800" b="1" spc="-60" dirty="0">
                    <a:latin typeface="Lantinghei SC Heavy"/>
                    <a:cs typeface="Lantinghei SC Heavy"/>
                  </a:rPr>
                  <a:t>57</a:t>
                </a:r>
                <a:r>
                  <a:rPr sz="1800" b="1" spc="-80" dirty="0">
                    <a:latin typeface="Lantinghei SC Heavy"/>
                    <a:cs typeface="Lantinghei SC Heavy"/>
                  </a:rPr>
                  <a:t>的记录</a:t>
                </a:r>
                <a:r>
                  <a:rPr sz="1800" b="1" spc="-50" dirty="0">
                    <a:latin typeface="Lantinghei SC Heavy"/>
                    <a:cs typeface="Lantinghei SC Heavy"/>
                  </a:rPr>
                  <a:t>3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grpSp>
            <p:nvGrpSpPr>
              <p:cNvPr id="18" name="object 19">
                <a:extLst>
                  <a:ext uri="{FF2B5EF4-FFF2-40B4-BE49-F238E27FC236}">
                    <a16:creationId xmlns:a16="http://schemas.microsoft.com/office/drawing/2014/main" id="{C672C7D6-8ED8-0B04-8EF7-89DE7E6AC805}"/>
                  </a:ext>
                </a:extLst>
              </p:cNvPr>
              <p:cNvGrpSpPr/>
              <p:nvPr/>
            </p:nvGrpSpPr>
            <p:grpSpPr>
              <a:xfrm>
                <a:off x="1555699" y="2765107"/>
                <a:ext cx="7577455" cy="2362835"/>
                <a:chOff x="1555699" y="2765107"/>
                <a:chExt cx="7577455" cy="2362835"/>
              </a:xfrm>
            </p:grpSpPr>
            <p:sp>
              <p:nvSpPr>
                <p:cNvPr id="19" name="object 20">
                  <a:extLst>
                    <a:ext uri="{FF2B5EF4-FFF2-40B4-BE49-F238E27FC236}">
                      <a16:creationId xmlns:a16="http://schemas.microsoft.com/office/drawing/2014/main" id="{2309671B-0F60-D5DE-C7A5-DD82AE05E49B}"/>
                    </a:ext>
                  </a:extLst>
                </p:cNvPr>
                <p:cNvSpPr/>
                <p:nvPr/>
              </p:nvSpPr>
              <p:spPr>
                <a:xfrm>
                  <a:off x="1560461" y="2769870"/>
                  <a:ext cx="7568565" cy="235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8565" h="2353310">
                      <a:moveTo>
                        <a:pt x="7568183" y="2353056"/>
                      </a:moveTo>
                      <a:lnTo>
                        <a:pt x="7568183" y="0"/>
                      </a:lnTo>
                      <a:lnTo>
                        <a:pt x="0" y="0"/>
                      </a:lnTo>
                      <a:lnTo>
                        <a:pt x="0" y="2353056"/>
                      </a:lnTo>
                      <a:lnTo>
                        <a:pt x="7568183" y="23530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" name="object 21">
                  <a:extLst>
                    <a:ext uri="{FF2B5EF4-FFF2-40B4-BE49-F238E27FC236}">
                      <a16:creationId xmlns:a16="http://schemas.microsoft.com/office/drawing/2014/main" id="{81AFA33F-291C-16B5-AF8A-D3685534F4E6}"/>
                    </a:ext>
                  </a:extLst>
                </p:cNvPr>
                <p:cNvSpPr/>
                <p:nvPr/>
              </p:nvSpPr>
              <p:spPr>
                <a:xfrm>
                  <a:off x="1560461" y="2769870"/>
                  <a:ext cx="7567930" cy="235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7930" h="2353310">
                      <a:moveTo>
                        <a:pt x="0" y="0"/>
                      </a:moveTo>
                      <a:lnTo>
                        <a:pt x="0" y="2353056"/>
                      </a:lnTo>
                      <a:lnTo>
                        <a:pt x="7567422" y="2353056"/>
                      </a:lnTo>
                      <a:lnTo>
                        <a:pt x="756742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1" name="object 22">
                  <a:extLst>
                    <a:ext uri="{FF2B5EF4-FFF2-40B4-BE49-F238E27FC236}">
                      <a16:creationId xmlns:a16="http://schemas.microsoft.com/office/drawing/2014/main" id="{0F9E9AD7-C7B2-6497-7CBC-C2C1A374581D}"/>
                    </a:ext>
                  </a:extLst>
                </p:cNvPr>
                <p:cNvSpPr/>
                <p:nvPr/>
              </p:nvSpPr>
              <p:spPr>
                <a:xfrm>
                  <a:off x="2889389" y="2919222"/>
                  <a:ext cx="2049780" cy="1059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9179">
                      <a:moveTo>
                        <a:pt x="2049780" y="1059179"/>
                      </a:moveTo>
                      <a:lnTo>
                        <a:pt x="2049780" y="0"/>
                      </a:lnTo>
                      <a:lnTo>
                        <a:pt x="0" y="0"/>
                      </a:lnTo>
                      <a:lnTo>
                        <a:pt x="0" y="1059179"/>
                      </a:lnTo>
                      <a:lnTo>
                        <a:pt x="2049780" y="1059179"/>
                      </a:lnTo>
                      <a:close/>
                    </a:path>
                  </a:pathLst>
                </a:custGeom>
                <a:solidFill>
                  <a:srgbClr val="EAEAEA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2" name="object 23">
                  <a:extLst>
                    <a:ext uri="{FF2B5EF4-FFF2-40B4-BE49-F238E27FC236}">
                      <a16:creationId xmlns:a16="http://schemas.microsoft.com/office/drawing/2014/main" id="{02984A4F-22D0-4860-FB7D-A61016878120}"/>
                    </a:ext>
                  </a:extLst>
                </p:cNvPr>
                <p:cNvSpPr/>
                <p:nvPr/>
              </p:nvSpPr>
              <p:spPr>
                <a:xfrm>
                  <a:off x="2889389" y="2919222"/>
                  <a:ext cx="2049780" cy="1058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8545">
                      <a:moveTo>
                        <a:pt x="0" y="0"/>
                      </a:moveTo>
                      <a:lnTo>
                        <a:pt x="0" y="1058418"/>
                      </a:lnTo>
                      <a:lnTo>
                        <a:pt x="2049780" y="1058418"/>
                      </a:lnTo>
                      <a:lnTo>
                        <a:pt x="204978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3" name="object 24">
                  <a:extLst>
                    <a:ext uri="{FF2B5EF4-FFF2-40B4-BE49-F238E27FC236}">
                      <a16:creationId xmlns:a16="http://schemas.microsoft.com/office/drawing/2014/main" id="{235B4FFF-B971-82F9-1106-0B6D0A509F37}"/>
                    </a:ext>
                  </a:extLst>
                </p:cNvPr>
                <p:cNvSpPr/>
                <p:nvPr/>
              </p:nvSpPr>
              <p:spPr>
                <a:xfrm>
                  <a:off x="3383165" y="3429000"/>
                  <a:ext cx="0" cy="548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8639">
                      <a:moveTo>
                        <a:pt x="0" y="0"/>
                      </a:moveTo>
                      <a:lnTo>
                        <a:pt x="0" y="54864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4" name="object 25">
                  <a:extLst>
                    <a:ext uri="{FF2B5EF4-FFF2-40B4-BE49-F238E27FC236}">
                      <a16:creationId xmlns:a16="http://schemas.microsoft.com/office/drawing/2014/main" id="{5B5F88DE-08BC-B2D4-0AB2-A691F9FD9EE5}"/>
                    </a:ext>
                  </a:extLst>
                </p:cNvPr>
                <p:cNvSpPr/>
                <p:nvPr/>
              </p:nvSpPr>
              <p:spPr>
                <a:xfrm>
                  <a:off x="3910469" y="3429000"/>
                  <a:ext cx="0" cy="548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8639">
                      <a:moveTo>
                        <a:pt x="0" y="0"/>
                      </a:moveTo>
                      <a:lnTo>
                        <a:pt x="0" y="54864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5" name="object 26">
                  <a:extLst>
                    <a:ext uri="{FF2B5EF4-FFF2-40B4-BE49-F238E27FC236}">
                      <a16:creationId xmlns:a16="http://schemas.microsoft.com/office/drawing/2014/main" id="{9ACDDC69-71E7-8F8A-98FD-A1C05BFD8B4D}"/>
                    </a:ext>
                  </a:extLst>
                </p:cNvPr>
                <p:cNvSpPr/>
                <p:nvPr/>
              </p:nvSpPr>
              <p:spPr>
                <a:xfrm>
                  <a:off x="4437011" y="3429000"/>
                  <a:ext cx="0" cy="548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8639">
                      <a:moveTo>
                        <a:pt x="0" y="0"/>
                      </a:moveTo>
                      <a:lnTo>
                        <a:pt x="0" y="548640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26" name="object 27">
                <a:extLst>
                  <a:ext uri="{FF2B5EF4-FFF2-40B4-BE49-F238E27FC236}">
                    <a16:creationId xmlns:a16="http://schemas.microsoft.com/office/drawing/2014/main" id="{22A3D2DE-8360-B3EB-B230-005A3633B95E}"/>
                  </a:ext>
                </a:extLst>
              </p:cNvPr>
              <p:cNvSpPr txBox="1"/>
              <p:nvPr/>
            </p:nvSpPr>
            <p:spPr>
              <a:xfrm>
                <a:off x="2889389" y="2919222"/>
                <a:ext cx="692150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61594" rIns="0" bIns="0" rtlCol="0">
                <a:spAutoFit/>
              </a:bodyPr>
              <a:lstStyle/>
              <a:p>
                <a:pPr marL="150495">
                  <a:lnSpc>
                    <a:spcPct val="100000"/>
                  </a:lnSpc>
                  <a:spcBef>
                    <a:spcPts val="484"/>
                  </a:spcBef>
                </a:pPr>
                <a:r>
                  <a:rPr sz="2400" b="1" spc="-25" dirty="0">
                    <a:latin typeface="Lantinghei SC Heavy"/>
                    <a:cs typeface="Lantinghei SC Heavy"/>
                  </a:rPr>
                  <a:t>57</a:t>
                </a:r>
                <a:endParaRPr sz="24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27" name="object 28">
                <a:extLst>
                  <a:ext uri="{FF2B5EF4-FFF2-40B4-BE49-F238E27FC236}">
                    <a16:creationId xmlns:a16="http://schemas.microsoft.com/office/drawing/2014/main" id="{D98980EE-EEB9-1F01-68D4-490F58A79AA0}"/>
                  </a:ext>
                </a:extLst>
              </p:cNvPr>
              <p:cNvSpPr txBox="1"/>
              <p:nvPr/>
            </p:nvSpPr>
            <p:spPr>
              <a:xfrm>
                <a:off x="1957711" y="4274311"/>
                <a:ext cx="1042035" cy="75882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b="1" spc="-20" dirty="0">
                    <a:latin typeface="Lantinghei SC Heavy"/>
                    <a:cs typeface="Lantinghei SC Heavy"/>
                  </a:rPr>
                  <a:t>指向属性值</a:t>
                </a:r>
                <a:r>
                  <a:rPr sz="1600" b="1" spc="-105" dirty="0">
                    <a:latin typeface="Lantinghei SC Heavy"/>
                    <a:cs typeface="Lantinghei SC Heavy"/>
                  </a:rPr>
                  <a:t>为</a:t>
                </a:r>
                <a:r>
                  <a:rPr sz="1600" b="1" spc="-75" dirty="0">
                    <a:latin typeface="Lantinghei SC Heavy"/>
                    <a:cs typeface="Lantinghei SC Heavy"/>
                  </a:rPr>
                  <a:t>57</a:t>
                </a:r>
                <a:r>
                  <a:rPr sz="1600" b="1" spc="-114" dirty="0">
                    <a:latin typeface="Lantinghei SC Heavy"/>
                    <a:cs typeface="Lantinghei SC Heavy"/>
                  </a:rPr>
                  <a:t>的</a:t>
                </a:r>
                <a:r>
                  <a:rPr sz="1600" b="1" spc="-5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主</a:t>
                </a:r>
                <a:r>
                  <a:rPr sz="1600" b="1" spc="-2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文件记录</a:t>
                </a:r>
                <a:endParaRPr sz="16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28" name="object 29">
                <a:extLst>
                  <a:ext uri="{FF2B5EF4-FFF2-40B4-BE49-F238E27FC236}">
                    <a16:creationId xmlns:a16="http://schemas.microsoft.com/office/drawing/2014/main" id="{6FC23985-DD0D-1094-B81B-6EBD2B006B09}"/>
                  </a:ext>
                </a:extLst>
              </p:cNvPr>
              <p:cNvSpPr txBox="1"/>
              <p:nvPr/>
            </p:nvSpPr>
            <p:spPr>
              <a:xfrm>
                <a:off x="5366135" y="4243814"/>
                <a:ext cx="1042035" cy="75882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b="1" spc="-20" dirty="0">
                    <a:latin typeface="Lantinghei SC Heavy"/>
                    <a:cs typeface="Lantinghei SC Heavy"/>
                  </a:rPr>
                  <a:t>指向属性值</a:t>
                </a:r>
                <a:r>
                  <a:rPr sz="1600" b="1" spc="-105" dirty="0">
                    <a:latin typeface="Lantinghei SC Heavy"/>
                    <a:cs typeface="Lantinghei SC Heavy"/>
                  </a:rPr>
                  <a:t>为</a:t>
                </a:r>
                <a:r>
                  <a:rPr sz="1600" b="1" spc="-75" dirty="0">
                    <a:latin typeface="Lantinghei SC Heavy"/>
                    <a:cs typeface="Lantinghei SC Heavy"/>
                  </a:rPr>
                  <a:t>78</a:t>
                </a:r>
                <a:r>
                  <a:rPr sz="1600" b="1" spc="-114" dirty="0">
                    <a:latin typeface="Lantinghei SC Heavy"/>
                    <a:cs typeface="Lantinghei SC Heavy"/>
                  </a:rPr>
                  <a:t>的</a:t>
                </a:r>
                <a:r>
                  <a:rPr sz="1600" b="1" spc="-6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主</a:t>
                </a:r>
                <a:r>
                  <a:rPr sz="1600" b="1" spc="-2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文件记录</a:t>
                </a:r>
                <a:endParaRPr sz="16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29" name="object 30">
                <a:extLst>
                  <a:ext uri="{FF2B5EF4-FFF2-40B4-BE49-F238E27FC236}">
                    <a16:creationId xmlns:a16="http://schemas.microsoft.com/office/drawing/2014/main" id="{17EEC21C-D6B6-6723-D429-A8BD648CF616}"/>
                  </a:ext>
                </a:extLst>
              </p:cNvPr>
              <p:cNvSpPr txBox="1"/>
              <p:nvPr/>
            </p:nvSpPr>
            <p:spPr>
              <a:xfrm>
                <a:off x="5324997" y="2785333"/>
                <a:ext cx="838835" cy="75882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 algn="just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b="1" spc="-20" dirty="0">
                    <a:latin typeface="Lantinghei SC Heavy"/>
                    <a:cs typeface="Lantinghei SC Heavy"/>
                  </a:rPr>
                  <a:t>指向按顺</a:t>
                </a:r>
                <a:r>
                  <a:rPr sz="1600" b="1" dirty="0">
                    <a:latin typeface="Lantinghei SC Heavy"/>
                    <a:cs typeface="Lantinghei SC Heavy"/>
                  </a:rPr>
                  <a:t>序的</a:t>
                </a:r>
                <a:r>
                  <a:rPr sz="1600" b="1" spc="-3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下一</a:t>
                </a:r>
                <a:r>
                  <a:rPr sz="1600" b="1" spc="-20" dirty="0">
                    <a:solidFill>
                      <a:srgbClr val="CC0000"/>
                    </a:solidFill>
                    <a:latin typeface="Lantinghei SC Heavy"/>
                    <a:cs typeface="Lantinghei SC Heavy"/>
                  </a:rPr>
                  <a:t>个叶结点</a:t>
                </a:r>
                <a:endParaRPr sz="1600">
                  <a:latin typeface="Lantinghei SC Heavy"/>
                  <a:cs typeface="Lantinghei SC Heavy"/>
                </a:endParaRPr>
              </a:p>
            </p:txBody>
          </p:sp>
          <p:grpSp>
            <p:nvGrpSpPr>
              <p:cNvPr id="30" name="object 31">
                <a:extLst>
                  <a:ext uri="{FF2B5EF4-FFF2-40B4-BE49-F238E27FC236}">
                    <a16:creationId xmlns:a16="http://schemas.microsoft.com/office/drawing/2014/main" id="{4D82AE33-B5AC-8714-CC8A-5467DD868BB9}"/>
                  </a:ext>
                </a:extLst>
              </p:cNvPr>
              <p:cNvGrpSpPr/>
              <p:nvPr/>
            </p:nvGrpSpPr>
            <p:grpSpPr>
              <a:xfrm>
                <a:off x="6521577" y="2925826"/>
                <a:ext cx="2062480" cy="1071245"/>
                <a:chOff x="6521577" y="2925826"/>
                <a:chExt cx="2062480" cy="1071245"/>
              </a:xfrm>
            </p:grpSpPr>
            <p:sp>
              <p:nvSpPr>
                <p:cNvPr id="31" name="object 32">
                  <a:extLst>
                    <a:ext uri="{FF2B5EF4-FFF2-40B4-BE49-F238E27FC236}">
                      <a16:creationId xmlns:a16="http://schemas.microsoft.com/office/drawing/2014/main" id="{A3425910-2246-1640-CBE2-89E531FACC4F}"/>
                    </a:ext>
                  </a:extLst>
                </p:cNvPr>
                <p:cNvSpPr/>
                <p:nvPr/>
              </p:nvSpPr>
              <p:spPr>
                <a:xfrm>
                  <a:off x="6527927" y="2932176"/>
                  <a:ext cx="2049780" cy="1058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8545">
                      <a:moveTo>
                        <a:pt x="2049779" y="1058417"/>
                      </a:moveTo>
                      <a:lnTo>
                        <a:pt x="2049779" y="0"/>
                      </a:lnTo>
                      <a:lnTo>
                        <a:pt x="0" y="0"/>
                      </a:lnTo>
                      <a:lnTo>
                        <a:pt x="0" y="1058417"/>
                      </a:lnTo>
                      <a:lnTo>
                        <a:pt x="2049779" y="1058417"/>
                      </a:lnTo>
                      <a:close/>
                    </a:path>
                  </a:pathLst>
                </a:custGeom>
                <a:solidFill>
                  <a:srgbClr val="EAEAEA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2" name="object 33">
                  <a:extLst>
                    <a:ext uri="{FF2B5EF4-FFF2-40B4-BE49-F238E27FC236}">
                      <a16:creationId xmlns:a16="http://schemas.microsoft.com/office/drawing/2014/main" id="{ED9C0458-C970-4D9A-6E41-0A3EB89EEE1F}"/>
                    </a:ext>
                  </a:extLst>
                </p:cNvPr>
                <p:cNvSpPr/>
                <p:nvPr/>
              </p:nvSpPr>
              <p:spPr>
                <a:xfrm>
                  <a:off x="6527927" y="2932176"/>
                  <a:ext cx="2049780" cy="1058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779" h="1058545">
                      <a:moveTo>
                        <a:pt x="0" y="0"/>
                      </a:moveTo>
                      <a:lnTo>
                        <a:pt x="0" y="1058417"/>
                      </a:lnTo>
                      <a:lnTo>
                        <a:pt x="2049779" y="1058417"/>
                      </a:lnTo>
                      <a:lnTo>
                        <a:pt x="204977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3" name="object 34">
                  <a:extLst>
                    <a:ext uri="{FF2B5EF4-FFF2-40B4-BE49-F238E27FC236}">
                      <a16:creationId xmlns:a16="http://schemas.microsoft.com/office/drawing/2014/main" id="{691A5DC8-52D6-72C1-77EB-AF00FA5F648B}"/>
                    </a:ext>
                  </a:extLst>
                </p:cNvPr>
                <p:cNvSpPr/>
                <p:nvPr/>
              </p:nvSpPr>
              <p:spPr>
                <a:xfrm>
                  <a:off x="7021715" y="3441192"/>
                  <a:ext cx="0" cy="549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9910">
                      <a:moveTo>
                        <a:pt x="0" y="0"/>
                      </a:moveTo>
                      <a:lnTo>
                        <a:pt x="0" y="549402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4" name="object 35">
                  <a:extLst>
                    <a:ext uri="{FF2B5EF4-FFF2-40B4-BE49-F238E27FC236}">
                      <a16:creationId xmlns:a16="http://schemas.microsoft.com/office/drawing/2014/main" id="{C88D484C-0CC9-9E3E-1433-09910B2DFED2}"/>
                    </a:ext>
                  </a:extLst>
                </p:cNvPr>
                <p:cNvSpPr/>
                <p:nvPr/>
              </p:nvSpPr>
              <p:spPr>
                <a:xfrm>
                  <a:off x="7549019" y="3441192"/>
                  <a:ext cx="0" cy="549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9910">
                      <a:moveTo>
                        <a:pt x="0" y="0"/>
                      </a:moveTo>
                      <a:lnTo>
                        <a:pt x="0" y="549402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5" name="object 36">
                  <a:extLst>
                    <a:ext uri="{FF2B5EF4-FFF2-40B4-BE49-F238E27FC236}">
                      <a16:creationId xmlns:a16="http://schemas.microsoft.com/office/drawing/2014/main" id="{5456CB30-71F0-0FA6-CDE9-BEAE19AD5B8B}"/>
                    </a:ext>
                  </a:extLst>
                </p:cNvPr>
                <p:cNvSpPr/>
                <p:nvPr/>
              </p:nvSpPr>
              <p:spPr>
                <a:xfrm>
                  <a:off x="8075561" y="3441192"/>
                  <a:ext cx="0" cy="549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549910">
                      <a:moveTo>
                        <a:pt x="0" y="0"/>
                      </a:moveTo>
                      <a:lnTo>
                        <a:pt x="0" y="549402"/>
                      </a:lnTo>
                    </a:path>
                  </a:pathLst>
                </a:custGeom>
                <a:ln w="12700">
                  <a:solidFill>
                    <a:srgbClr val="FF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36" name="object 37">
                <a:extLst>
                  <a:ext uri="{FF2B5EF4-FFF2-40B4-BE49-F238E27FC236}">
                    <a16:creationId xmlns:a16="http://schemas.microsoft.com/office/drawing/2014/main" id="{8D92D934-6ECD-5AC8-1DF1-1A5FD54CB143}"/>
                  </a:ext>
                </a:extLst>
              </p:cNvPr>
              <p:cNvSpPr txBox="1"/>
              <p:nvPr/>
            </p:nvSpPr>
            <p:spPr>
              <a:xfrm>
                <a:off x="6527927" y="2932176"/>
                <a:ext cx="692150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137795" rIns="0" bIns="0" rtlCol="0">
                <a:spAutoFit/>
              </a:bodyPr>
              <a:lstStyle/>
              <a:p>
                <a:pPr marL="196215">
                  <a:lnSpc>
                    <a:spcPct val="100000"/>
                  </a:lnSpc>
                  <a:spcBef>
                    <a:spcPts val="1085"/>
                  </a:spcBef>
                </a:pPr>
                <a:r>
                  <a:rPr sz="1800" b="1" spc="-25" dirty="0">
                    <a:latin typeface="Lantinghei SC Heavy"/>
                    <a:cs typeface="Lantinghei SC Heavy"/>
                  </a:rPr>
                  <a:t>78</a:t>
                </a:r>
                <a:endParaRPr sz="1800" dirty="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37" name="object 38">
                <a:extLst>
                  <a:ext uri="{FF2B5EF4-FFF2-40B4-BE49-F238E27FC236}">
                    <a16:creationId xmlns:a16="http://schemas.microsoft.com/office/drawing/2014/main" id="{058456A1-2468-ACD7-68D1-92B1EDF1BFAA}"/>
                  </a:ext>
                </a:extLst>
              </p:cNvPr>
              <p:cNvSpPr txBox="1"/>
              <p:nvPr/>
            </p:nvSpPr>
            <p:spPr>
              <a:xfrm>
                <a:off x="1681105" y="2824225"/>
                <a:ext cx="533400" cy="6350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b="1" spc="-35" dirty="0">
                    <a:solidFill>
                      <a:srgbClr val="3333CC"/>
                    </a:solidFill>
                    <a:latin typeface="Lantinghei SC Heavy"/>
                    <a:cs typeface="Lantinghei SC Heavy"/>
                  </a:rPr>
                  <a:t>索引文件</a:t>
                </a:r>
                <a:endParaRPr sz="20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38" name="object 39">
                <a:extLst>
                  <a:ext uri="{FF2B5EF4-FFF2-40B4-BE49-F238E27FC236}">
                    <a16:creationId xmlns:a16="http://schemas.microsoft.com/office/drawing/2014/main" id="{5655000C-E538-B78F-DCA5-82807C6E0A2B}"/>
                  </a:ext>
                </a:extLst>
              </p:cNvPr>
              <p:cNvSpPr txBox="1"/>
              <p:nvPr/>
            </p:nvSpPr>
            <p:spPr>
              <a:xfrm>
                <a:off x="8367667" y="6583168"/>
                <a:ext cx="786765" cy="3302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b="1" spc="-35" dirty="0">
                    <a:solidFill>
                      <a:srgbClr val="3333CC"/>
                    </a:solidFill>
                    <a:latin typeface="Lantinghei SC Heavy"/>
                    <a:cs typeface="Lantinghei SC Heavy"/>
                  </a:rPr>
                  <a:t>主文件</a:t>
                </a:r>
                <a:endParaRPr sz="2000">
                  <a:latin typeface="Lantinghei SC Heavy"/>
                  <a:cs typeface="Lantinghei SC Heavy"/>
                </a:endParaRPr>
              </a:p>
            </p:txBody>
          </p:sp>
          <p:grpSp>
            <p:nvGrpSpPr>
              <p:cNvPr id="39" name="object 40">
                <a:extLst>
                  <a:ext uri="{FF2B5EF4-FFF2-40B4-BE49-F238E27FC236}">
                    <a16:creationId xmlns:a16="http://schemas.microsoft.com/office/drawing/2014/main" id="{85C7FEAC-E033-3DF9-D4E1-D0A5932B750C}"/>
                  </a:ext>
                </a:extLst>
              </p:cNvPr>
              <p:cNvGrpSpPr/>
              <p:nvPr/>
            </p:nvGrpSpPr>
            <p:grpSpPr>
              <a:xfrm>
                <a:off x="1827923" y="3665220"/>
                <a:ext cx="7070090" cy="2524760"/>
                <a:chOff x="1827923" y="3665220"/>
                <a:chExt cx="7070090" cy="2524760"/>
              </a:xfrm>
            </p:grpSpPr>
            <p:sp>
              <p:nvSpPr>
                <p:cNvPr id="40" name="object 41">
                  <a:extLst>
                    <a:ext uri="{FF2B5EF4-FFF2-40B4-BE49-F238E27FC236}">
                      <a16:creationId xmlns:a16="http://schemas.microsoft.com/office/drawing/2014/main" id="{59DD137D-82EA-CF1E-CB0F-284E01C7CA31}"/>
                    </a:ext>
                  </a:extLst>
                </p:cNvPr>
                <p:cNvSpPr/>
                <p:nvPr/>
              </p:nvSpPr>
              <p:spPr>
                <a:xfrm>
                  <a:off x="1827923" y="3665232"/>
                  <a:ext cx="7070090" cy="2524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0090" h="2524760">
                      <a:moveTo>
                        <a:pt x="28194" y="1888718"/>
                      </a:moveTo>
                      <a:lnTo>
                        <a:pt x="0" y="1887474"/>
                      </a:lnTo>
                      <a:lnTo>
                        <a:pt x="28194" y="1951037"/>
                      </a:lnTo>
                      <a:lnTo>
                        <a:pt x="28194" y="1902714"/>
                      </a:lnTo>
                      <a:lnTo>
                        <a:pt x="28194" y="1888718"/>
                      </a:lnTo>
                      <a:close/>
                    </a:path>
                    <a:path w="7070090" h="2524760">
                      <a:moveTo>
                        <a:pt x="1361694" y="56388"/>
                      </a:moveTo>
                      <a:lnTo>
                        <a:pt x="1351788" y="29718"/>
                      </a:lnTo>
                      <a:lnTo>
                        <a:pt x="52578" y="512826"/>
                      </a:lnTo>
                      <a:lnTo>
                        <a:pt x="46482" y="514350"/>
                      </a:lnTo>
                      <a:lnTo>
                        <a:pt x="42672" y="519684"/>
                      </a:lnTo>
                      <a:lnTo>
                        <a:pt x="42672" y="1591056"/>
                      </a:lnTo>
                      <a:lnTo>
                        <a:pt x="28841" y="1888744"/>
                      </a:lnTo>
                      <a:lnTo>
                        <a:pt x="28841" y="1902739"/>
                      </a:lnTo>
                      <a:lnTo>
                        <a:pt x="28194" y="1902714"/>
                      </a:lnTo>
                      <a:lnTo>
                        <a:pt x="28841" y="1902752"/>
                      </a:lnTo>
                      <a:lnTo>
                        <a:pt x="28841" y="1952510"/>
                      </a:lnTo>
                      <a:lnTo>
                        <a:pt x="38862" y="1975104"/>
                      </a:lnTo>
                      <a:lnTo>
                        <a:pt x="86106" y="1891284"/>
                      </a:lnTo>
                      <a:lnTo>
                        <a:pt x="57073" y="1889988"/>
                      </a:lnTo>
                      <a:lnTo>
                        <a:pt x="62484" y="1778965"/>
                      </a:lnTo>
                      <a:lnTo>
                        <a:pt x="71628" y="1591056"/>
                      </a:lnTo>
                      <a:lnTo>
                        <a:pt x="71628" y="536092"/>
                      </a:lnTo>
                      <a:lnTo>
                        <a:pt x="1361694" y="56388"/>
                      </a:lnTo>
                      <a:close/>
                    </a:path>
                    <a:path w="7070090" h="2524760">
                      <a:moveTo>
                        <a:pt x="1831086" y="22098"/>
                      </a:moveTo>
                      <a:lnTo>
                        <a:pt x="1802892" y="22098"/>
                      </a:lnTo>
                      <a:lnTo>
                        <a:pt x="1802892" y="1205268"/>
                      </a:lnTo>
                      <a:lnTo>
                        <a:pt x="92506" y="2427706"/>
                      </a:lnTo>
                      <a:lnTo>
                        <a:pt x="76200" y="2404872"/>
                      </a:lnTo>
                      <a:lnTo>
                        <a:pt x="31242" y="2489454"/>
                      </a:lnTo>
                      <a:lnTo>
                        <a:pt x="80772" y="2481453"/>
                      </a:lnTo>
                      <a:lnTo>
                        <a:pt x="125730" y="2474214"/>
                      </a:lnTo>
                      <a:lnTo>
                        <a:pt x="108991" y="2450782"/>
                      </a:lnTo>
                      <a:lnTo>
                        <a:pt x="1802892" y="1240853"/>
                      </a:lnTo>
                      <a:lnTo>
                        <a:pt x="1808988" y="1236497"/>
                      </a:lnTo>
                      <a:lnTo>
                        <a:pt x="1825752" y="1224534"/>
                      </a:lnTo>
                      <a:lnTo>
                        <a:pt x="1828800" y="1221486"/>
                      </a:lnTo>
                      <a:lnTo>
                        <a:pt x="1831086" y="1217676"/>
                      </a:lnTo>
                      <a:lnTo>
                        <a:pt x="1831086" y="22098"/>
                      </a:lnTo>
                      <a:close/>
                    </a:path>
                    <a:path w="7070090" h="2524760">
                      <a:moveTo>
                        <a:pt x="4709147" y="64770"/>
                      </a:moveTo>
                      <a:lnTo>
                        <a:pt x="4623803" y="22098"/>
                      </a:lnTo>
                      <a:lnTo>
                        <a:pt x="4623803" y="51054"/>
                      </a:lnTo>
                      <a:lnTo>
                        <a:pt x="2909316" y="51054"/>
                      </a:lnTo>
                      <a:lnTo>
                        <a:pt x="2909316" y="79248"/>
                      </a:lnTo>
                      <a:lnTo>
                        <a:pt x="4623803" y="79248"/>
                      </a:lnTo>
                      <a:lnTo>
                        <a:pt x="4623803" y="108204"/>
                      </a:lnTo>
                      <a:lnTo>
                        <a:pt x="4638294" y="100825"/>
                      </a:lnTo>
                      <a:lnTo>
                        <a:pt x="4709147" y="64770"/>
                      </a:lnTo>
                      <a:close/>
                    </a:path>
                    <a:path w="7070090" h="2524760">
                      <a:moveTo>
                        <a:pt x="5263896" y="2510028"/>
                      </a:moveTo>
                      <a:lnTo>
                        <a:pt x="5195316" y="2442972"/>
                      </a:lnTo>
                      <a:lnTo>
                        <a:pt x="5186489" y="2469921"/>
                      </a:lnTo>
                      <a:lnTo>
                        <a:pt x="2291334" y="1543050"/>
                      </a:lnTo>
                      <a:lnTo>
                        <a:pt x="2301240" y="1546212"/>
                      </a:lnTo>
                      <a:lnTo>
                        <a:pt x="2301240" y="0"/>
                      </a:lnTo>
                      <a:lnTo>
                        <a:pt x="2273046" y="0"/>
                      </a:lnTo>
                      <a:lnTo>
                        <a:pt x="2273046" y="1562862"/>
                      </a:lnTo>
                      <a:lnTo>
                        <a:pt x="2276856" y="1568196"/>
                      </a:lnTo>
                      <a:lnTo>
                        <a:pt x="2282952" y="1569720"/>
                      </a:lnTo>
                      <a:lnTo>
                        <a:pt x="2291334" y="1572399"/>
                      </a:lnTo>
                      <a:lnTo>
                        <a:pt x="2301240" y="1575574"/>
                      </a:lnTo>
                      <a:lnTo>
                        <a:pt x="5177574" y="2497175"/>
                      </a:lnTo>
                      <a:lnTo>
                        <a:pt x="5168646" y="2524506"/>
                      </a:lnTo>
                      <a:lnTo>
                        <a:pt x="5199888" y="2519756"/>
                      </a:lnTo>
                      <a:lnTo>
                        <a:pt x="5263896" y="2510028"/>
                      </a:lnTo>
                      <a:close/>
                    </a:path>
                    <a:path w="7070090" h="2524760">
                      <a:moveTo>
                        <a:pt x="7069823" y="63246"/>
                      </a:moveTo>
                      <a:lnTo>
                        <a:pt x="6984492" y="20574"/>
                      </a:lnTo>
                      <a:lnTo>
                        <a:pt x="6984492" y="49530"/>
                      </a:lnTo>
                      <a:lnTo>
                        <a:pt x="6474701" y="49530"/>
                      </a:lnTo>
                      <a:lnTo>
                        <a:pt x="6474701" y="77724"/>
                      </a:lnTo>
                      <a:lnTo>
                        <a:pt x="6984492" y="77724"/>
                      </a:lnTo>
                      <a:lnTo>
                        <a:pt x="6984492" y="106680"/>
                      </a:lnTo>
                      <a:lnTo>
                        <a:pt x="6998957" y="99314"/>
                      </a:lnTo>
                      <a:lnTo>
                        <a:pt x="7069823" y="63246"/>
                      </a:lnTo>
                      <a:close/>
                    </a:path>
                  </a:pathLst>
                </a:custGeom>
                <a:solidFill>
                  <a:srgbClr val="CC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1" name="object 42">
                  <a:extLst>
                    <a:ext uri="{FF2B5EF4-FFF2-40B4-BE49-F238E27FC236}">
                      <a16:creationId xmlns:a16="http://schemas.microsoft.com/office/drawing/2014/main" id="{92AA3E5B-C238-E0F6-1DC3-1FA0C092EBF3}"/>
                    </a:ext>
                  </a:extLst>
                </p:cNvPr>
                <p:cNvSpPr/>
                <p:nvPr/>
              </p:nvSpPr>
              <p:spPr>
                <a:xfrm>
                  <a:off x="4602352" y="3751326"/>
                  <a:ext cx="2162175" cy="240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2175" h="2403475">
                      <a:moveTo>
                        <a:pt x="63612" y="2343700"/>
                      </a:moveTo>
                      <a:lnTo>
                        <a:pt x="48006" y="2320290"/>
                      </a:lnTo>
                      <a:lnTo>
                        <a:pt x="0" y="2403348"/>
                      </a:lnTo>
                      <a:lnTo>
                        <a:pt x="51816" y="2396715"/>
                      </a:lnTo>
                      <a:lnTo>
                        <a:pt x="51816" y="2351532"/>
                      </a:lnTo>
                      <a:lnTo>
                        <a:pt x="63612" y="2343700"/>
                      </a:lnTo>
                      <a:close/>
                    </a:path>
                    <a:path w="2162175" h="2403475">
                      <a:moveTo>
                        <a:pt x="79208" y="2367093"/>
                      </a:moveTo>
                      <a:lnTo>
                        <a:pt x="63612" y="2343700"/>
                      </a:lnTo>
                      <a:lnTo>
                        <a:pt x="51816" y="2351532"/>
                      </a:lnTo>
                      <a:lnTo>
                        <a:pt x="67056" y="2375154"/>
                      </a:lnTo>
                      <a:lnTo>
                        <a:pt x="79208" y="2367093"/>
                      </a:lnTo>
                      <a:close/>
                    </a:path>
                    <a:path w="2162175" h="2403475">
                      <a:moveTo>
                        <a:pt x="95250" y="2391156"/>
                      </a:moveTo>
                      <a:lnTo>
                        <a:pt x="79208" y="2367093"/>
                      </a:lnTo>
                      <a:lnTo>
                        <a:pt x="67056" y="2375154"/>
                      </a:lnTo>
                      <a:lnTo>
                        <a:pt x="51816" y="2351532"/>
                      </a:lnTo>
                      <a:lnTo>
                        <a:pt x="51816" y="2396715"/>
                      </a:lnTo>
                      <a:lnTo>
                        <a:pt x="95250" y="2391156"/>
                      </a:lnTo>
                      <a:close/>
                    </a:path>
                    <a:path w="2162175" h="2403475">
                      <a:moveTo>
                        <a:pt x="2139696" y="965454"/>
                      </a:moveTo>
                      <a:lnTo>
                        <a:pt x="63612" y="2343700"/>
                      </a:lnTo>
                      <a:lnTo>
                        <a:pt x="79208" y="2367093"/>
                      </a:lnTo>
                      <a:lnTo>
                        <a:pt x="2133600" y="1004494"/>
                      </a:lnTo>
                      <a:lnTo>
                        <a:pt x="2133600" y="977646"/>
                      </a:lnTo>
                      <a:lnTo>
                        <a:pt x="2139696" y="965454"/>
                      </a:lnTo>
                      <a:close/>
                    </a:path>
                    <a:path w="2162175" h="2403475">
                      <a:moveTo>
                        <a:pt x="2161794" y="982218"/>
                      </a:moveTo>
                      <a:lnTo>
                        <a:pt x="2161794" y="0"/>
                      </a:lnTo>
                      <a:lnTo>
                        <a:pt x="2133600" y="0"/>
                      </a:lnTo>
                      <a:lnTo>
                        <a:pt x="2133600" y="969500"/>
                      </a:lnTo>
                      <a:lnTo>
                        <a:pt x="2139696" y="965454"/>
                      </a:lnTo>
                      <a:lnTo>
                        <a:pt x="2139696" y="1000451"/>
                      </a:lnTo>
                      <a:lnTo>
                        <a:pt x="2155698" y="989838"/>
                      </a:lnTo>
                      <a:lnTo>
                        <a:pt x="2159508" y="986790"/>
                      </a:lnTo>
                      <a:lnTo>
                        <a:pt x="2161794" y="982218"/>
                      </a:lnTo>
                      <a:close/>
                    </a:path>
                    <a:path w="2162175" h="2403475">
                      <a:moveTo>
                        <a:pt x="2139696" y="1000451"/>
                      </a:moveTo>
                      <a:lnTo>
                        <a:pt x="2139696" y="965454"/>
                      </a:lnTo>
                      <a:lnTo>
                        <a:pt x="2133600" y="977646"/>
                      </a:lnTo>
                      <a:lnTo>
                        <a:pt x="2133600" y="1004494"/>
                      </a:lnTo>
                      <a:lnTo>
                        <a:pt x="2139696" y="1000451"/>
                      </a:lnTo>
                      <a:close/>
                    </a:path>
                  </a:pathLst>
                </a:custGeom>
                <a:solidFill>
                  <a:srgbClr val="3333CC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2" name="object 43">
                  <a:extLst>
                    <a:ext uri="{FF2B5EF4-FFF2-40B4-BE49-F238E27FC236}">
                      <a16:creationId xmlns:a16="http://schemas.microsoft.com/office/drawing/2014/main" id="{FC56B2B4-55C0-9BE2-05CE-C02715E8F525}"/>
                    </a:ext>
                  </a:extLst>
                </p:cNvPr>
                <p:cNvSpPr/>
                <p:nvPr/>
              </p:nvSpPr>
              <p:spPr>
                <a:xfrm>
                  <a:off x="4495673" y="3729990"/>
                  <a:ext cx="2821305" cy="1950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1304" h="1950085">
                      <a:moveTo>
                        <a:pt x="78228" y="1895590"/>
                      </a:moveTo>
                      <a:lnTo>
                        <a:pt x="70104" y="1868424"/>
                      </a:lnTo>
                      <a:lnTo>
                        <a:pt x="0" y="1933956"/>
                      </a:lnTo>
                      <a:lnTo>
                        <a:pt x="64769" y="1944925"/>
                      </a:lnTo>
                      <a:lnTo>
                        <a:pt x="64769" y="1899666"/>
                      </a:lnTo>
                      <a:lnTo>
                        <a:pt x="78228" y="1895590"/>
                      </a:lnTo>
                      <a:close/>
                    </a:path>
                    <a:path w="2821304" h="1950085">
                      <a:moveTo>
                        <a:pt x="86384" y="1922861"/>
                      </a:moveTo>
                      <a:lnTo>
                        <a:pt x="78228" y="1895590"/>
                      </a:lnTo>
                      <a:lnTo>
                        <a:pt x="64769" y="1899666"/>
                      </a:lnTo>
                      <a:lnTo>
                        <a:pt x="72390" y="1927098"/>
                      </a:lnTo>
                      <a:lnTo>
                        <a:pt x="86384" y="1922861"/>
                      </a:lnTo>
                      <a:close/>
                    </a:path>
                    <a:path w="2821304" h="1950085">
                      <a:moveTo>
                        <a:pt x="94487" y="1949958"/>
                      </a:moveTo>
                      <a:lnTo>
                        <a:pt x="86384" y="1922861"/>
                      </a:lnTo>
                      <a:lnTo>
                        <a:pt x="72390" y="1927098"/>
                      </a:lnTo>
                      <a:lnTo>
                        <a:pt x="64769" y="1899666"/>
                      </a:lnTo>
                      <a:lnTo>
                        <a:pt x="64769" y="1944925"/>
                      </a:lnTo>
                      <a:lnTo>
                        <a:pt x="94487" y="1949958"/>
                      </a:lnTo>
                      <a:close/>
                    </a:path>
                    <a:path w="2821304" h="1950085">
                      <a:moveTo>
                        <a:pt x="2802636" y="1070610"/>
                      </a:moveTo>
                      <a:lnTo>
                        <a:pt x="78228" y="1895590"/>
                      </a:lnTo>
                      <a:lnTo>
                        <a:pt x="86384" y="1922861"/>
                      </a:lnTo>
                      <a:lnTo>
                        <a:pt x="2792730" y="1103578"/>
                      </a:lnTo>
                      <a:lnTo>
                        <a:pt x="2792730" y="1084326"/>
                      </a:lnTo>
                      <a:lnTo>
                        <a:pt x="2802636" y="1070610"/>
                      </a:lnTo>
                      <a:close/>
                    </a:path>
                    <a:path w="2821304" h="1950085">
                      <a:moveTo>
                        <a:pt x="2820924" y="1091184"/>
                      </a:moveTo>
                      <a:lnTo>
                        <a:pt x="2820924" y="0"/>
                      </a:lnTo>
                      <a:lnTo>
                        <a:pt x="2792730" y="0"/>
                      </a:lnTo>
                      <a:lnTo>
                        <a:pt x="2792730" y="1073609"/>
                      </a:lnTo>
                      <a:lnTo>
                        <a:pt x="2802636" y="1070610"/>
                      </a:lnTo>
                      <a:lnTo>
                        <a:pt x="2802636" y="1100579"/>
                      </a:lnTo>
                      <a:lnTo>
                        <a:pt x="2811018" y="1098042"/>
                      </a:lnTo>
                      <a:lnTo>
                        <a:pt x="2817114" y="1096518"/>
                      </a:lnTo>
                      <a:lnTo>
                        <a:pt x="2820924" y="1091184"/>
                      </a:lnTo>
                      <a:close/>
                    </a:path>
                    <a:path w="2821304" h="1950085">
                      <a:moveTo>
                        <a:pt x="2802636" y="1100579"/>
                      </a:moveTo>
                      <a:lnTo>
                        <a:pt x="2802636" y="1070610"/>
                      </a:lnTo>
                      <a:lnTo>
                        <a:pt x="2792730" y="1084326"/>
                      </a:lnTo>
                      <a:lnTo>
                        <a:pt x="2792730" y="1103578"/>
                      </a:lnTo>
                      <a:lnTo>
                        <a:pt x="2802636" y="1100579"/>
                      </a:lnTo>
                      <a:close/>
                    </a:path>
                  </a:pathLst>
                </a:custGeom>
                <a:solidFill>
                  <a:srgbClr val="CC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43" name="object 44">
                <a:extLst>
                  <a:ext uri="{FF2B5EF4-FFF2-40B4-BE49-F238E27FC236}">
                    <a16:creationId xmlns:a16="http://schemas.microsoft.com/office/drawing/2014/main" id="{59F5132B-07CF-2B61-411F-78DF7B3EF91F}"/>
                  </a:ext>
                </a:extLst>
              </p:cNvPr>
              <p:cNvSpPr txBox="1"/>
              <p:nvPr/>
            </p:nvSpPr>
            <p:spPr>
              <a:xfrm>
                <a:off x="7219836" y="2932176"/>
                <a:ext cx="699135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126364" rIns="0" bIns="0" rtlCol="0">
                <a:spAutoFit/>
              </a:bodyPr>
              <a:lstStyle/>
              <a:p>
                <a:pPr marL="174625">
                  <a:lnSpc>
                    <a:spcPct val="100000"/>
                  </a:lnSpc>
                  <a:spcBef>
                    <a:spcPts val="994"/>
                  </a:spcBef>
                </a:pPr>
                <a:r>
                  <a:rPr sz="1800" b="1" spc="-25" dirty="0">
                    <a:latin typeface="Lantinghei SC Heavy"/>
                    <a:cs typeface="Lantinghei SC Heavy"/>
                  </a:rPr>
                  <a:t>89</a:t>
                </a:r>
                <a:endParaRPr sz="18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44" name="object 45">
                <a:extLst>
                  <a:ext uri="{FF2B5EF4-FFF2-40B4-BE49-F238E27FC236}">
                    <a16:creationId xmlns:a16="http://schemas.microsoft.com/office/drawing/2014/main" id="{FF3F67AB-DB91-FF33-F3DA-0EAF061FD4F1}"/>
                  </a:ext>
                </a:extLst>
              </p:cNvPr>
              <p:cNvSpPr txBox="1"/>
              <p:nvPr/>
            </p:nvSpPr>
            <p:spPr>
              <a:xfrm>
                <a:off x="3581285" y="2919222"/>
                <a:ext cx="699135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50165" rIns="0" bIns="0" rtlCol="0">
                <a:spAutoFit/>
              </a:bodyPr>
              <a:lstStyle/>
              <a:p>
                <a:pPr marL="149225">
                  <a:lnSpc>
                    <a:spcPct val="100000"/>
                  </a:lnSpc>
                  <a:spcBef>
                    <a:spcPts val="395"/>
                  </a:spcBef>
                </a:pPr>
                <a:r>
                  <a:rPr sz="2400" b="1" spc="-25" dirty="0">
                    <a:latin typeface="Lantinghei SC Heavy"/>
                    <a:cs typeface="Lantinghei SC Heavy"/>
                  </a:rPr>
                  <a:t>57</a:t>
                </a:r>
                <a:endParaRPr sz="2400" dirty="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45" name="object 46">
                <a:extLst>
                  <a:ext uri="{FF2B5EF4-FFF2-40B4-BE49-F238E27FC236}">
                    <a16:creationId xmlns:a16="http://schemas.microsoft.com/office/drawing/2014/main" id="{396552E9-82E1-D79E-509A-874483DD961A}"/>
                  </a:ext>
                </a:extLst>
              </p:cNvPr>
              <p:cNvSpPr txBox="1"/>
              <p:nvPr/>
            </p:nvSpPr>
            <p:spPr>
              <a:xfrm>
                <a:off x="4280039" y="2919222"/>
                <a:ext cx="659130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60325" rIns="0" bIns="0" rtlCol="0">
                <a:spAutoFit/>
              </a:bodyPr>
              <a:lstStyle/>
              <a:p>
                <a:pPr marL="99695">
                  <a:lnSpc>
                    <a:spcPct val="100000"/>
                  </a:lnSpc>
                  <a:spcBef>
                    <a:spcPts val="475"/>
                  </a:spcBef>
                </a:pPr>
                <a:r>
                  <a:rPr sz="2400" b="1" spc="-25" dirty="0">
                    <a:latin typeface="Lantinghei SC Heavy"/>
                    <a:cs typeface="Lantinghei SC Heavy"/>
                  </a:rPr>
                  <a:t>57</a:t>
                </a:r>
                <a:endParaRPr sz="240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46" name="object 47">
                <a:extLst>
                  <a:ext uri="{FF2B5EF4-FFF2-40B4-BE49-F238E27FC236}">
                    <a16:creationId xmlns:a16="http://schemas.microsoft.com/office/drawing/2014/main" id="{A095CCE7-BAAF-A538-E082-6BEEDE131F46}"/>
                  </a:ext>
                </a:extLst>
              </p:cNvPr>
              <p:cNvSpPr txBox="1"/>
              <p:nvPr/>
            </p:nvSpPr>
            <p:spPr>
              <a:xfrm>
                <a:off x="7918589" y="2932176"/>
                <a:ext cx="659130" cy="521970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rgbClr val="FF0066"/>
                </a:solidFill>
              </a:ln>
            </p:spPr>
            <p:txBody>
              <a:bodyPr vert="horz" wrap="square" lIns="0" tIns="129540" rIns="0" bIns="0" rtlCol="0">
                <a:spAutoFit/>
              </a:bodyPr>
              <a:lstStyle/>
              <a:p>
                <a:pPr marL="109220">
                  <a:lnSpc>
                    <a:spcPct val="100000"/>
                  </a:lnSpc>
                  <a:spcBef>
                    <a:spcPts val="1020"/>
                  </a:spcBef>
                </a:pPr>
                <a:r>
                  <a:rPr sz="1800" b="1" spc="-25" dirty="0">
                    <a:latin typeface="Lantinghei SC Heavy"/>
                    <a:cs typeface="Lantinghei SC Heavy"/>
                  </a:rPr>
                  <a:t>100</a:t>
                </a:r>
                <a:endParaRPr sz="1800" dirty="0">
                  <a:latin typeface="Lantinghei SC Heavy"/>
                  <a:cs typeface="Lantinghei SC Heavy"/>
                </a:endParaRPr>
              </a:p>
            </p:txBody>
          </p:sp>
          <p:sp>
            <p:nvSpPr>
              <p:cNvPr id="47" name="object 48">
                <a:extLst>
                  <a:ext uri="{FF2B5EF4-FFF2-40B4-BE49-F238E27FC236}">
                    <a16:creationId xmlns:a16="http://schemas.microsoft.com/office/drawing/2014/main" id="{3356845C-C985-9D0F-BE84-5CAD2E2998EB}"/>
                  </a:ext>
                </a:extLst>
              </p:cNvPr>
              <p:cNvSpPr/>
              <p:nvPr/>
            </p:nvSpPr>
            <p:spPr>
              <a:xfrm>
                <a:off x="7026275" y="3707891"/>
                <a:ext cx="802005" cy="1915160"/>
              </a:xfrm>
              <a:custGeom>
                <a:avLst/>
                <a:gdLst/>
                <a:ahLst/>
                <a:cxnLst/>
                <a:rect l="l" t="t" r="r" b="b"/>
                <a:pathLst>
                  <a:path w="802004" h="1915160">
                    <a:moveTo>
                      <a:pt x="55094" y="1847345"/>
                    </a:moveTo>
                    <a:lnTo>
                      <a:pt x="35814" y="1825752"/>
                    </a:lnTo>
                    <a:lnTo>
                      <a:pt x="0" y="1914906"/>
                    </a:lnTo>
                    <a:lnTo>
                      <a:pt x="44196" y="1902951"/>
                    </a:lnTo>
                    <a:lnTo>
                      <a:pt x="44196" y="1856994"/>
                    </a:lnTo>
                    <a:lnTo>
                      <a:pt x="55094" y="1847345"/>
                    </a:lnTo>
                    <a:close/>
                  </a:path>
                  <a:path w="802004" h="1915160">
                    <a:moveTo>
                      <a:pt x="74144" y="1868681"/>
                    </a:moveTo>
                    <a:lnTo>
                      <a:pt x="55094" y="1847345"/>
                    </a:lnTo>
                    <a:lnTo>
                      <a:pt x="44196" y="1856994"/>
                    </a:lnTo>
                    <a:lnTo>
                      <a:pt x="63246" y="1878330"/>
                    </a:lnTo>
                    <a:lnTo>
                      <a:pt x="74144" y="1868681"/>
                    </a:lnTo>
                    <a:close/>
                  </a:path>
                  <a:path w="802004" h="1915160">
                    <a:moveTo>
                      <a:pt x="92964" y="1889760"/>
                    </a:moveTo>
                    <a:lnTo>
                      <a:pt x="74144" y="1868681"/>
                    </a:lnTo>
                    <a:lnTo>
                      <a:pt x="63246" y="1878330"/>
                    </a:lnTo>
                    <a:lnTo>
                      <a:pt x="44196" y="1856994"/>
                    </a:lnTo>
                    <a:lnTo>
                      <a:pt x="44196" y="1902951"/>
                    </a:lnTo>
                    <a:lnTo>
                      <a:pt x="92964" y="1889760"/>
                    </a:lnTo>
                    <a:close/>
                  </a:path>
                  <a:path w="802004" h="1915160">
                    <a:moveTo>
                      <a:pt x="730208" y="1249642"/>
                    </a:moveTo>
                    <a:lnTo>
                      <a:pt x="55094" y="1847345"/>
                    </a:lnTo>
                    <a:lnTo>
                      <a:pt x="74144" y="1868681"/>
                    </a:lnTo>
                    <a:lnTo>
                      <a:pt x="729996" y="1288032"/>
                    </a:lnTo>
                    <a:lnTo>
                      <a:pt x="729996" y="1255776"/>
                    </a:lnTo>
                    <a:lnTo>
                      <a:pt x="730208" y="1249642"/>
                    </a:lnTo>
                    <a:close/>
                  </a:path>
                  <a:path w="802004" h="1915160">
                    <a:moveTo>
                      <a:pt x="735330" y="1245108"/>
                    </a:moveTo>
                    <a:lnTo>
                      <a:pt x="730208" y="1249642"/>
                    </a:lnTo>
                    <a:lnTo>
                      <a:pt x="729996" y="1255776"/>
                    </a:lnTo>
                    <a:lnTo>
                      <a:pt x="735330" y="1245108"/>
                    </a:lnTo>
                    <a:close/>
                  </a:path>
                  <a:path w="802004" h="1915160">
                    <a:moveTo>
                      <a:pt x="735330" y="1283309"/>
                    </a:moveTo>
                    <a:lnTo>
                      <a:pt x="735330" y="1245108"/>
                    </a:lnTo>
                    <a:lnTo>
                      <a:pt x="729996" y="1255776"/>
                    </a:lnTo>
                    <a:lnTo>
                      <a:pt x="729996" y="1288032"/>
                    </a:lnTo>
                    <a:lnTo>
                      <a:pt x="735330" y="1283309"/>
                    </a:lnTo>
                    <a:close/>
                  </a:path>
                  <a:path w="802004" h="1915160">
                    <a:moveTo>
                      <a:pt x="801624" y="762"/>
                    </a:moveTo>
                    <a:lnTo>
                      <a:pt x="773430" y="0"/>
                    </a:lnTo>
                    <a:lnTo>
                      <a:pt x="730208" y="1249642"/>
                    </a:lnTo>
                    <a:lnTo>
                      <a:pt x="735330" y="1245108"/>
                    </a:lnTo>
                    <a:lnTo>
                      <a:pt x="735330" y="1283309"/>
                    </a:lnTo>
                    <a:lnTo>
                      <a:pt x="754380" y="1266444"/>
                    </a:lnTo>
                    <a:lnTo>
                      <a:pt x="756666" y="1264158"/>
                    </a:lnTo>
                    <a:lnTo>
                      <a:pt x="758952" y="1260348"/>
                    </a:lnTo>
                    <a:lnTo>
                      <a:pt x="758952" y="1256538"/>
                    </a:lnTo>
                    <a:lnTo>
                      <a:pt x="801624" y="762"/>
                    </a:lnTo>
                    <a:close/>
                  </a:path>
                </a:pathLst>
              </a:custGeom>
              <a:solidFill>
                <a:srgbClr val="CC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AA5D7AD1-443F-8429-0665-C1BF1BEA004A}"/>
                </a:ext>
              </a:extLst>
            </p:cNvPr>
            <p:cNvSpPr txBox="1"/>
            <p:nvPr/>
          </p:nvSpPr>
          <p:spPr>
            <a:xfrm>
              <a:off x="1853191" y="4520572"/>
              <a:ext cx="5109091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dirty="0">
                  <a:latin typeface="SimHei" panose="02010609060101010101" pitchFamily="49" charset="-122"/>
                  <a:ea typeface="SimHei" panose="02010609060101010101" pitchFamily="49" charset="-122"/>
                </a:rPr>
                <a:t>B+</a:t>
              </a:r>
              <a:r>
                <a:rPr kumimoji="1" lang="zh-CN" altLang="en-US" sz="3200" dirty="0">
                  <a:latin typeface="SimHei" panose="02010609060101010101" pitchFamily="49" charset="-122"/>
                  <a:ea typeface="SimHei" panose="02010609060101010101" pitchFamily="49" charset="-122"/>
                </a:rPr>
                <a:t>树用于非主键、稠密索引</a:t>
              </a:r>
              <a:endParaRPr kumimoji="1"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r>
                <a:rPr kumimoji="1" lang="zh-CN" altLang="en-US" sz="3200" dirty="0">
                  <a:latin typeface="SimHei" panose="02010609060101010101" pitchFamily="49" charset="-122"/>
                  <a:ea typeface="SimHei" panose="02010609060101010101" pitchFamily="49" charset="-122"/>
                </a:rPr>
                <a:t>索引重复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7616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组合 81">
            <a:extLst>
              <a:ext uri="{FF2B5EF4-FFF2-40B4-BE49-F238E27FC236}">
                <a16:creationId xmlns:a16="http://schemas.microsoft.com/office/drawing/2014/main" id="{7432C71E-BF03-A1F4-CE10-3D73C1251052}"/>
              </a:ext>
            </a:extLst>
          </p:cNvPr>
          <p:cNvGrpSpPr/>
          <p:nvPr/>
        </p:nvGrpSpPr>
        <p:grpSpPr>
          <a:xfrm>
            <a:off x="1853184" y="3229847"/>
            <a:ext cx="8638359" cy="1951753"/>
            <a:chOff x="1853184" y="3229847"/>
            <a:chExt cx="8638359" cy="1951753"/>
          </a:xfrm>
        </p:grpSpPr>
        <p:sp>
          <p:nvSpPr>
            <p:cNvPr id="39" name="圆柱体 38">
              <a:extLst>
                <a:ext uri="{FF2B5EF4-FFF2-40B4-BE49-F238E27FC236}">
                  <a16:creationId xmlns:a16="http://schemas.microsoft.com/office/drawing/2014/main" id="{1099E38B-2EC0-0B28-1A43-337E187FB1D9}"/>
                </a:ext>
              </a:extLst>
            </p:cNvPr>
            <p:cNvSpPr/>
            <p:nvPr/>
          </p:nvSpPr>
          <p:spPr>
            <a:xfrm>
              <a:off x="1853184" y="3560064"/>
              <a:ext cx="1055195" cy="1621536"/>
            </a:xfrm>
            <a:prstGeom prst="ca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465B0DA-A587-1490-BDCE-94C2CA133528}"/>
                </a:ext>
              </a:extLst>
            </p:cNvPr>
            <p:cNvSpPr/>
            <p:nvPr/>
          </p:nvSpPr>
          <p:spPr>
            <a:xfrm>
              <a:off x="2072640" y="4108704"/>
              <a:ext cx="621792" cy="3413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R</a:t>
              </a:r>
              <a:endParaRPr kumimoji="1" lang="zh-CN" altLang="en-US" dirty="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D2ED284-E451-3FA0-4574-867C2369757A}"/>
                </a:ext>
              </a:extLst>
            </p:cNvPr>
            <p:cNvSpPr/>
            <p:nvPr/>
          </p:nvSpPr>
          <p:spPr>
            <a:xfrm>
              <a:off x="2072640" y="4657344"/>
              <a:ext cx="621792" cy="3413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S</a:t>
              </a:r>
              <a:endParaRPr kumimoji="1" lang="zh-CN" altLang="en-US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E18894B5-0CA3-FD7E-7202-88098413A9BB}"/>
                </a:ext>
              </a:extLst>
            </p:cNvPr>
            <p:cNvSpPr/>
            <p:nvPr/>
          </p:nvSpPr>
          <p:spPr>
            <a:xfrm>
              <a:off x="3201214" y="4031172"/>
              <a:ext cx="945898" cy="6793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输入</a:t>
              </a:r>
              <a:endParaRPr kumimoji="1" lang="en-US" altLang="zh-CN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缓冲区</a:t>
              </a:r>
            </a:p>
          </p:txBody>
        </p:sp>
        <p:cxnSp>
          <p:nvCxnSpPr>
            <p:cNvPr id="44" name="直线箭头连接符 43">
              <a:extLst>
                <a:ext uri="{FF2B5EF4-FFF2-40B4-BE49-F238E27FC236}">
                  <a16:creationId xmlns:a16="http://schemas.microsoft.com/office/drawing/2014/main" id="{86776074-7828-A192-0990-3B556C4021EE}"/>
                </a:ext>
              </a:extLst>
            </p:cNvPr>
            <p:cNvCxnSpPr>
              <a:cxnSpLocks/>
              <a:stCxn id="39" idx="4"/>
              <a:endCxn id="42" idx="1"/>
            </p:cNvCxnSpPr>
            <p:nvPr/>
          </p:nvCxnSpPr>
          <p:spPr>
            <a:xfrm>
              <a:off x="2908379" y="4370832"/>
              <a:ext cx="29283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圆角矩形 47">
              <a:extLst>
                <a:ext uri="{FF2B5EF4-FFF2-40B4-BE49-F238E27FC236}">
                  <a16:creationId xmlns:a16="http://schemas.microsoft.com/office/drawing/2014/main" id="{91822295-4201-6E74-AEFE-AD56D917AC5D}"/>
                </a:ext>
              </a:extLst>
            </p:cNvPr>
            <p:cNvSpPr/>
            <p:nvPr/>
          </p:nvSpPr>
          <p:spPr>
            <a:xfrm>
              <a:off x="4433580" y="4031171"/>
              <a:ext cx="945898" cy="679319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积</a:t>
              </a:r>
              <a:endParaRPr kumimoji="1" lang="en-US" altLang="zh-CN" dirty="0"/>
            </a:p>
            <a:p>
              <a:pPr algn="ctr"/>
              <a:r>
                <a:rPr kumimoji="1" lang="zh-CN" altLang="en-US" dirty="0"/>
                <a:t>操作</a:t>
              </a:r>
            </a:p>
          </p:txBody>
        </p:sp>
        <p:sp>
          <p:nvSpPr>
            <p:cNvPr id="49" name="圆角矩形 48">
              <a:extLst>
                <a:ext uri="{FF2B5EF4-FFF2-40B4-BE49-F238E27FC236}">
                  <a16:creationId xmlns:a16="http://schemas.microsoft.com/office/drawing/2014/main" id="{D44A65C8-FB9D-7497-4A43-53B1C8ECDAD0}"/>
                </a:ext>
              </a:extLst>
            </p:cNvPr>
            <p:cNvSpPr/>
            <p:nvPr/>
          </p:nvSpPr>
          <p:spPr>
            <a:xfrm>
              <a:off x="5606174" y="4011166"/>
              <a:ext cx="945898" cy="71932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选择</a:t>
              </a:r>
              <a:endParaRPr kumimoji="1" lang="en-US" altLang="zh-CN" dirty="0"/>
            </a:p>
            <a:p>
              <a:pPr algn="ctr"/>
              <a:r>
                <a:rPr kumimoji="1" lang="zh-CN" altLang="en-US" dirty="0"/>
                <a:t>操作</a:t>
              </a:r>
            </a:p>
          </p:txBody>
        </p:sp>
        <p:sp>
          <p:nvSpPr>
            <p:cNvPr id="50" name="圆角矩形 49">
              <a:extLst>
                <a:ext uri="{FF2B5EF4-FFF2-40B4-BE49-F238E27FC236}">
                  <a16:creationId xmlns:a16="http://schemas.microsoft.com/office/drawing/2014/main" id="{797F266A-1B1F-573B-5F95-0F2891C85AB4}"/>
                </a:ext>
              </a:extLst>
            </p:cNvPr>
            <p:cNvSpPr/>
            <p:nvPr/>
          </p:nvSpPr>
          <p:spPr>
            <a:xfrm>
              <a:off x="6844907" y="4007732"/>
              <a:ext cx="945898" cy="71932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投影</a:t>
              </a:r>
              <a:endParaRPr kumimoji="1" lang="en-US" altLang="zh-CN" dirty="0"/>
            </a:p>
            <a:p>
              <a:pPr algn="ctr"/>
              <a:r>
                <a:rPr kumimoji="1" lang="zh-CN" altLang="en-US" dirty="0"/>
                <a:t>操作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7CF6F62C-1A2E-45E9-5606-4DD8A01462DC}"/>
                </a:ext>
              </a:extLst>
            </p:cNvPr>
            <p:cNvSpPr/>
            <p:nvPr/>
          </p:nvSpPr>
          <p:spPr>
            <a:xfrm>
              <a:off x="8083640" y="4047742"/>
              <a:ext cx="945899" cy="67931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输出</a:t>
              </a:r>
              <a:endParaRPr kumimoji="1" lang="en-US" altLang="zh-CN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缓冲区</a:t>
              </a:r>
            </a:p>
          </p:txBody>
        </p:sp>
        <p:sp>
          <p:nvSpPr>
            <p:cNvPr id="57" name="圆柱体 56">
              <a:extLst>
                <a:ext uri="{FF2B5EF4-FFF2-40B4-BE49-F238E27FC236}">
                  <a16:creationId xmlns:a16="http://schemas.microsoft.com/office/drawing/2014/main" id="{AA2A9714-0D9B-4A86-D90A-45505587E631}"/>
                </a:ext>
              </a:extLst>
            </p:cNvPr>
            <p:cNvSpPr/>
            <p:nvPr/>
          </p:nvSpPr>
          <p:spPr>
            <a:xfrm>
              <a:off x="9436348" y="3560064"/>
              <a:ext cx="1055195" cy="1621536"/>
            </a:xfrm>
            <a:prstGeom prst="ca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36B28D77-3266-F9AE-BEE2-6798EFBA50B7}"/>
                </a:ext>
              </a:extLst>
            </p:cNvPr>
            <p:cNvSpPr/>
            <p:nvPr/>
          </p:nvSpPr>
          <p:spPr>
            <a:xfrm>
              <a:off x="9638405" y="4197095"/>
              <a:ext cx="651079" cy="5059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结果</a:t>
              </a:r>
            </a:p>
          </p:txBody>
        </p:sp>
        <p:cxnSp>
          <p:nvCxnSpPr>
            <p:cNvPr id="59" name="直线箭头连接符 58">
              <a:extLst>
                <a:ext uri="{FF2B5EF4-FFF2-40B4-BE49-F238E27FC236}">
                  <a16:creationId xmlns:a16="http://schemas.microsoft.com/office/drawing/2014/main" id="{BECB2E69-2588-5719-E2FF-16B61A98B1C4}"/>
                </a:ext>
              </a:extLst>
            </p:cNvPr>
            <p:cNvCxnSpPr>
              <a:cxnSpLocks/>
              <a:stCxn id="42" idx="3"/>
              <a:endCxn id="48" idx="1"/>
            </p:cNvCxnSpPr>
            <p:nvPr/>
          </p:nvCxnSpPr>
          <p:spPr>
            <a:xfrm flipV="1">
              <a:off x="4147112" y="4370831"/>
              <a:ext cx="28646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线箭头连接符 61">
              <a:extLst>
                <a:ext uri="{FF2B5EF4-FFF2-40B4-BE49-F238E27FC236}">
                  <a16:creationId xmlns:a16="http://schemas.microsoft.com/office/drawing/2014/main" id="{A0A6FFE9-46B8-8395-D23A-6A9F330C9F34}"/>
                </a:ext>
              </a:extLst>
            </p:cNvPr>
            <p:cNvCxnSpPr>
              <a:cxnSpLocks/>
              <a:stCxn id="48" idx="3"/>
              <a:endCxn id="49" idx="1"/>
            </p:cNvCxnSpPr>
            <p:nvPr/>
          </p:nvCxnSpPr>
          <p:spPr>
            <a:xfrm flipV="1">
              <a:off x="5379478" y="4370830"/>
              <a:ext cx="22669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线箭头连接符 65">
              <a:extLst>
                <a:ext uri="{FF2B5EF4-FFF2-40B4-BE49-F238E27FC236}">
                  <a16:creationId xmlns:a16="http://schemas.microsoft.com/office/drawing/2014/main" id="{3C811733-5D9B-80B2-24E0-572E6941FB3C}"/>
                </a:ext>
              </a:extLst>
            </p:cNvPr>
            <p:cNvCxnSpPr>
              <a:cxnSpLocks/>
              <a:stCxn id="49" idx="3"/>
              <a:endCxn id="50" idx="1"/>
            </p:cNvCxnSpPr>
            <p:nvPr/>
          </p:nvCxnSpPr>
          <p:spPr>
            <a:xfrm flipV="1">
              <a:off x="6552072" y="4367396"/>
              <a:ext cx="292835" cy="34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线箭头连接符 74">
              <a:extLst>
                <a:ext uri="{FF2B5EF4-FFF2-40B4-BE49-F238E27FC236}">
                  <a16:creationId xmlns:a16="http://schemas.microsoft.com/office/drawing/2014/main" id="{D2EF2C1D-D07B-ED14-C01B-65E7CB0A2110}"/>
                </a:ext>
              </a:extLst>
            </p:cNvPr>
            <p:cNvCxnSpPr>
              <a:cxnSpLocks/>
              <a:stCxn id="50" idx="3"/>
              <a:endCxn id="51" idx="1"/>
            </p:cNvCxnSpPr>
            <p:nvPr/>
          </p:nvCxnSpPr>
          <p:spPr>
            <a:xfrm>
              <a:off x="7790805" y="4367396"/>
              <a:ext cx="292835" cy="200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线箭头连接符 77">
              <a:extLst>
                <a:ext uri="{FF2B5EF4-FFF2-40B4-BE49-F238E27FC236}">
                  <a16:creationId xmlns:a16="http://schemas.microsoft.com/office/drawing/2014/main" id="{EE88D508-5D34-920C-8E8B-3E120C26B3DD}"/>
                </a:ext>
              </a:extLst>
            </p:cNvPr>
            <p:cNvCxnSpPr>
              <a:cxnSpLocks/>
              <a:stCxn id="51" idx="3"/>
              <a:endCxn id="57" idx="2"/>
            </p:cNvCxnSpPr>
            <p:nvPr/>
          </p:nvCxnSpPr>
          <p:spPr>
            <a:xfrm flipV="1">
              <a:off x="9029539" y="4370832"/>
              <a:ext cx="406809" cy="165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AA8B9FB7-B318-5067-AAED-151E585C4C2D}"/>
                </a:ext>
              </a:extLst>
            </p:cNvPr>
            <p:cNvSpPr txBox="1"/>
            <p:nvPr/>
          </p:nvSpPr>
          <p:spPr>
            <a:xfrm>
              <a:off x="4771980" y="3229847"/>
              <a:ext cx="2800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400" dirty="0">
                  <a:latin typeface="SimHei" panose="02010609060101010101" pitchFamily="49" charset="-122"/>
                  <a:ea typeface="SimHei" panose="02010609060101010101" pitchFamily="49" charset="-122"/>
                </a:rPr>
                <a:t>迭代器</a:t>
              </a:r>
              <a:r>
                <a:rPr kumimoji="1" lang="en-US" altLang="zh-CN" sz="2400" dirty="0">
                  <a:latin typeface="SimHei" panose="02010609060101010101" pitchFamily="49" charset="-122"/>
                  <a:ea typeface="SimHei" panose="02010609060101010101" pitchFamily="49" charset="-122"/>
                </a:rPr>
                <a:t>-</a:t>
              </a:r>
              <a:r>
                <a:rPr kumimoji="1" lang="zh-CN" altLang="en-US" sz="2400" dirty="0">
                  <a:latin typeface="SimHei" panose="02010609060101010101" pitchFamily="49" charset="-122"/>
                  <a:ea typeface="SimHei" panose="02010609060101010101" pitchFamily="49" charset="-122"/>
                </a:rPr>
                <a:t>流水线策略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756E-6FEE-E9A9-BBBE-7293AC754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6D85431F-BB60-3AC0-7FC1-9E2D9FF23728}"/>
              </a:ext>
            </a:extLst>
          </p:cNvPr>
          <p:cNvGrpSpPr/>
          <p:nvPr/>
        </p:nvGrpSpPr>
        <p:grpSpPr>
          <a:xfrm>
            <a:off x="1682496" y="717612"/>
            <a:ext cx="6871258" cy="4982064"/>
            <a:chOff x="1682496" y="717612"/>
            <a:chExt cx="6871258" cy="4982064"/>
          </a:xfrm>
        </p:grpSpPr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A39A2C7A-A596-B8CC-7A0B-A15B6B91489A}"/>
                </a:ext>
              </a:extLst>
            </p:cNvPr>
            <p:cNvGrpSpPr/>
            <p:nvPr/>
          </p:nvGrpSpPr>
          <p:grpSpPr>
            <a:xfrm>
              <a:off x="1682496" y="717612"/>
              <a:ext cx="6577060" cy="2354772"/>
              <a:chOff x="1853184" y="2826828"/>
              <a:chExt cx="6577060" cy="2354772"/>
            </a:xfrm>
          </p:grpSpPr>
          <p:sp>
            <p:nvSpPr>
              <p:cNvPr id="39" name="圆柱体 38">
                <a:extLst>
                  <a:ext uri="{FF2B5EF4-FFF2-40B4-BE49-F238E27FC236}">
                    <a16:creationId xmlns:a16="http://schemas.microsoft.com/office/drawing/2014/main" id="{01733C27-BF5F-8ECA-90F8-6EBFD1E0C07E}"/>
                  </a:ext>
                </a:extLst>
              </p:cNvPr>
              <p:cNvSpPr/>
              <p:nvPr/>
            </p:nvSpPr>
            <p:spPr>
              <a:xfrm>
                <a:off x="1853184" y="3560064"/>
                <a:ext cx="1055195" cy="1621536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6BCDB78D-9B48-F698-53B2-4B0C419A8426}"/>
                  </a:ext>
                </a:extLst>
              </p:cNvPr>
              <p:cNvSpPr/>
              <p:nvPr/>
            </p:nvSpPr>
            <p:spPr>
              <a:xfrm>
                <a:off x="2072640" y="4108704"/>
                <a:ext cx="621792" cy="34137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R</a:t>
                </a:r>
                <a:endParaRPr kumimoji="1" lang="zh-CN" altLang="en-US" dirty="0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30FA0D58-9BB4-3B3C-353E-B41D87C8F4A1}"/>
                  </a:ext>
                </a:extLst>
              </p:cNvPr>
              <p:cNvSpPr/>
              <p:nvPr/>
            </p:nvSpPr>
            <p:spPr>
              <a:xfrm>
                <a:off x="2072640" y="4657344"/>
                <a:ext cx="621792" cy="34137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S</a:t>
                </a:r>
                <a:endParaRPr kumimoji="1" lang="zh-CN" altLang="en-US" dirty="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639A7D38-5419-39CC-8974-D2458D0889C6}"/>
                  </a:ext>
                </a:extLst>
              </p:cNvPr>
              <p:cNvSpPr/>
              <p:nvPr/>
            </p:nvSpPr>
            <p:spPr>
              <a:xfrm>
                <a:off x="3201214" y="4031172"/>
                <a:ext cx="945898" cy="67931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输入</a:t>
                </a:r>
                <a:endParaRPr kumimoji="1" lang="en-US" altLang="zh-CN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缓冲区</a:t>
                </a:r>
              </a:p>
            </p:txBody>
          </p:sp>
          <p:cxnSp>
            <p:nvCxnSpPr>
              <p:cNvPr id="44" name="直线箭头连接符 43">
                <a:extLst>
                  <a:ext uri="{FF2B5EF4-FFF2-40B4-BE49-F238E27FC236}">
                    <a16:creationId xmlns:a16="http://schemas.microsoft.com/office/drawing/2014/main" id="{0408B19C-CD6D-3784-59C2-225EDE0FA3E6}"/>
                  </a:ext>
                </a:extLst>
              </p:cNvPr>
              <p:cNvCxnSpPr>
                <a:cxnSpLocks/>
                <a:stCxn id="39" idx="4"/>
                <a:endCxn id="42" idx="1"/>
              </p:cNvCxnSpPr>
              <p:nvPr/>
            </p:nvCxnSpPr>
            <p:spPr>
              <a:xfrm>
                <a:off x="2908379" y="4370832"/>
                <a:ext cx="29283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圆角矩形 47">
                <a:extLst>
                  <a:ext uri="{FF2B5EF4-FFF2-40B4-BE49-F238E27FC236}">
                    <a16:creationId xmlns:a16="http://schemas.microsoft.com/office/drawing/2014/main" id="{7C8CC928-2888-3AD9-69D2-5C208C6835B5}"/>
                  </a:ext>
                </a:extLst>
              </p:cNvPr>
              <p:cNvSpPr/>
              <p:nvPr/>
            </p:nvSpPr>
            <p:spPr>
              <a:xfrm>
                <a:off x="4669634" y="4031171"/>
                <a:ext cx="945898" cy="679319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是否</a:t>
                </a:r>
                <a:endParaRPr kumimoji="1" lang="en-US" altLang="zh-CN" dirty="0"/>
              </a:p>
              <a:p>
                <a:pPr algn="ctr"/>
                <a:r>
                  <a:rPr kumimoji="1" lang="zh-CN" altLang="en-US" dirty="0"/>
                  <a:t>重复？</a:t>
                </a: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2C38209E-E4DC-B2CF-9B84-D9EB562F26D1}"/>
                  </a:ext>
                </a:extLst>
              </p:cNvPr>
              <p:cNvSpPr/>
              <p:nvPr/>
            </p:nvSpPr>
            <p:spPr>
              <a:xfrm>
                <a:off x="6022341" y="4031172"/>
                <a:ext cx="945899" cy="67931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输出</a:t>
                </a:r>
                <a:endParaRPr kumimoji="1" lang="en-US" altLang="zh-CN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缓冲区</a:t>
                </a:r>
              </a:p>
            </p:txBody>
          </p:sp>
          <p:sp>
            <p:nvSpPr>
              <p:cNvPr id="57" name="圆柱体 56">
                <a:extLst>
                  <a:ext uri="{FF2B5EF4-FFF2-40B4-BE49-F238E27FC236}">
                    <a16:creationId xmlns:a16="http://schemas.microsoft.com/office/drawing/2014/main" id="{C996A726-FF9C-C162-C6A4-1DB5265C179D}"/>
                  </a:ext>
                </a:extLst>
              </p:cNvPr>
              <p:cNvSpPr/>
              <p:nvPr/>
            </p:nvSpPr>
            <p:spPr>
              <a:xfrm>
                <a:off x="7375049" y="3560063"/>
                <a:ext cx="1055195" cy="1621536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83B7624E-E4BB-8EAF-8578-8CCD4677D33B}"/>
                  </a:ext>
                </a:extLst>
              </p:cNvPr>
              <p:cNvSpPr/>
              <p:nvPr/>
            </p:nvSpPr>
            <p:spPr>
              <a:xfrm>
                <a:off x="7611103" y="4151375"/>
                <a:ext cx="651079" cy="5059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结果</a:t>
                </a:r>
              </a:p>
            </p:txBody>
          </p:sp>
          <p:cxnSp>
            <p:nvCxnSpPr>
              <p:cNvPr id="59" name="直线箭头连接符 58">
                <a:extLst>
                  <a:ext uri="{FF2B5EF4-FFF2-40B4-BE49-F238E27FC236}">
                    <a16:creationId xmlns:a16="http://schemas.microsoft.com/office/drawing/2014/main" id="{BE29956D-00D9-7CCC-D936-0455F8AFAC2C}"/>
                  </a:ext>
                </a:extLst>
              </p:cNvPr>
              <p:cNvCxnSpPr>
                <a:cxnSpLocks/>
                <a:stCxn id="42" idx="3"/>
                <a:endCxn id="48" idx="1"/>
              </p:cNvCxnSpPr>
              <p:nvPr/>
            </p:nvCxnSpPr>
            <p:spPr>
              <a:xfrm flipV="1">
                <a:off x="4147112" y="4370831"/>
                <a:ext cx="52252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箭头连接符 61">
                <a:extLst>
                  <a:ext uri="{FF2B5EF4-FFF2-40B4-BE49-F238E27FC236}">
                    <a16:creationId xmlns:a16="http://schemas.microsoft.com/office/drawing/2014/main" id="{B5EC8C9D-DF01-4B6D-2E97-4450415A4CDE}"/>
                  </a:ext>
                </a:extLst>
              </p:cNvPr>
              <p:cNvCxnSpPr>
                <a:cxnSpLocks/>
                <a:stCxn id="48" idx="3"/>
                <a:endCxn id="51" idx="1"/>
              </p:cNvCxnSpPr>
              <p:nvPr/>
            </p:nvCxnSpPr>
            <p:spPr>
              <a:xfrm>
                <a:off x="5615532" y="4370831"/>
                <a:ext cx="406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线箭头连接符 77">
                <a:extLst>
                  <a:ext uri="{FF2B5EF4-FFF2-40B4-BE49-F238E27FC236}">
                    <a16:creationId xmlns:a16="http://schemas.microsoft.com/office/drawing/2014/main" id="{054E2BC7-0464-1380-150B-2210BE5DBF3A}"/>
                  </a:ext>
                </a:extLst>
              </p:cNvPr>
              <p:cNvCxnSpPr>
                <a:cxnSpLocks/>
                <a:stCxn id="51" idx="3"/>
                <a:endCxn id="57" idx="2"/>
              </p:cNvCxnSpPr>
              <p:nvPr/>
            </p:nvCxnSpPr>
            <p:spPr>
              <a:xfrm>
                <a:off x="6968240" y="4370831"/>
                <a:ext cx="406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CC36B2A5-5429-256C-1572-E7B0AA0D72D5}"/>
                  </a:ext>
                </a:extLst>
              </p:cNvPr>
              <p:cNvSpPr txBox="1"/>
              <p:nvPr/>
            </p:nvSpPr>
            <p:spPr>
              <a:xfrm>
                <a:off x="4217507" y="2826828"/>
                <a:ext cx="20313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4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Distinct</a:t>
                </a:r>
                <a:r>
                  <a:rPr kumimoji="1" lang="zh-CN" altLang="en-US" sz="24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操作</a:t>
                </a:r>
              </a:p>
            </p:txBody>
          </p:sp>
        </p:grp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F12F60E3-D8CE-3E4C-264E-70343F0EC619}"/>
                </a:ext>
              </a:extLst>
            </p:cNvPr>
            <p:cNvCxnSpPr>
              <a:cxnSpLocks/>
              <a:stCxn id="48" idx="2"/>
              <a:endCxn id="11" idx="0"/>
            </p:cNvCxnSpPr>
            <p:nvPr/>
          </p:nvCxnSpPr>
          <p:spPr>
            <a:xfrm>
              <a:off x="4971895" y="2601274"/>
              <a:ext cx="4934" cy="1031942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8663C1C-BAC3-0B4E-6261-DF9E973C8DBD}"/>
                </a:ext>
              </a:extLst>
            </p:cNvPr>
            <p:cNvGrpSpPr/>
            <p:nvPr/>
          </p:nvGrpSpPr>
          <p:grpSpPr>
            <a:xfrm>
              <a:off x="3141304" y="3633216"/>
              <a:ext cx="3661182" cy="365760"/>
              <a:chOff x="3674163" y="5742432"/>
              <a:chExt cx="3661182" cy="365760"/>
            </a:xfrm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1552C121-E3BC-7E55-CEE6-75B629B4841D}"/>
                  </a:ext>
                </a:extLst>
              </p:cNvPr>
              <p:cNvGrpSpPr/>
              <p:nvPr/>
            </p:nvGrpSpPr>
            <p:grpSpPr>
              <a:xfrm>
                <a:off x="3674163" y="5742432"/>
                <a:ext cx="2936840" cy="365760"/>
                <a:chOff x="3674163" y="5742432"/>
                <a:chExt cx="2936840" cy="365760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5C5D1703-C66E-9D0B-2E7D-AF85480B0538}"/>
                    </a:ext>
                  </a:extLst>
                </p:cNvPr>
                <p:cNvSpPr/>
                <p:nvPr/>
              </p:nvSpPr>
              <p:spPr>
                <a:xfrm>
                  <a:off x="367416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30BAD115-DCC8-A3E5-18CE-F891E2AA1901}"/>
                    </a:ext>
                  </a:extLst>
                </p:cNvPr>
                <p:cNvSpPr/>
                <p:nvPr/>
              </p:nvSpPr>
              <p:spPr>
                <a:xfrm>
                  <a:off x="440837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974CBF19-F11C-7B39-7EE6-EEF85001F753}"/>
                    </a:ext>
                  </a:extLst>
                </p:cNvPr>
                <p:cNvSpPr/>
                <p:nvPr/>
              </p:nvSpPr>
              <p:spPr>
                <a:xfrm>
                  <a:off x="514258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8DD3300C-A882-AFAF-A417-CC47A139E980}"/>
                    </a:ext>
                  </a:extLst>
                </p:cNvPr>
                <p:cNvSpPr/>
                <p:nvPr/>
              </p:nvSpPr>
              <p:spPr>
                <a:xfrm>
                  <a:off x="587679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8476198-76FC-674A-EA7B-72B819CCBBCA}"/>
                  </a:ext>
                </a:extLst>
              </p:cNvPr>
              <p:cNvSpPr/>
              <p:nvPr/>
            </p:nvSpPr>
            <p:spPr>
              <a:xfrm>
                <a:off x="6601135" y="5742432"/>
                <a:ext cx="734210" cy="36576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C085C06-F3F8-8A62-4F36-C9FE40C19763}"/>
                </a:ext>
              </a:extLst>
            </p:cNvPr>
            <p:cNvSpPr txBox="1"/>
            <p:nvPr/>
          </p:nvSpPr>
          <p:spPr>
            <a:xfrm>
              <a:off x="4498946" y="3998976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保存已处理过的数据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CA72135-3BDB-563D-4E95-B3895F402D68}"/>
                </a:ext>
              </a:extLst>
            </p:cNvPr>
            <p:cNvSpPr txBox="1"/>
            <p:nvPr/>
          </p:nvSpPr>
          <p:spPr>
            <a:xfrm>
              <a:off x="2310495" y="3998976"/>
              <a:ext cx="15456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M-2</a:t>
              </a:r>
              <a:r>
                <a:rPr kumimoji="1" lang="zh-CN" altLang="en-US" dirty="0"/>
                <a:t>个内存页</a:t>
              </a:r>
            </a:p>
          </p:txBody>
        </p:sp>
        <p:sp>
          <p:nvSpPr>
            <p:cNvPr id="21" name="左大括号 20">
              <a:extLst>
                <a:ext uri="{FF2B5EF4-FFF2-40B4-BE49-F238E27FC236}">
                  <a16:creationId xmlns:a16="http://schemas.microsoft.com/office/drawing/2014/main" id="{9E609082-C6D9-F0E4-4D8E-DFF0DC5EAC23}"/>
                </a:ext>
              </a:extLst>
            </p:cNvPr>
            <p:cNvSpPr/>
            <p:nvPr/>
          </p:nvSpPr>
          <p:spPr>
            <a:xfrm>
              <a:off x="7002212" y="3358896"/>
              <a:ext cx="453045" cy="2090929"/>
            </a:xfrm>
            <a:prstGeom prst="leftBrace">
              <a:avLst>
                <a:gd name="adj1" fmla="val 8333"/>
                <a:gd name="adj2" fmla="val 2551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aphicFrame>
          <p:nvGraphicFramePr>
            <p:cNvPr id="22" name="图示 21">
              <a:extLst>
                <a:ext uri="{FF2B5EF4-FFF2-40B4-BE49-F238E27FC236}">
                  <a16:creationId xmlns:a16="http://schemas.microsoft.com/office/drawing/2014/main" id="{007D45D1-D518-FAE4-D0D7-2DBE2A80D28A}"/>
                </a:ext>
              </a:extLst>
            </p:cNvPr>
            <p:cNvGraphicFramePr/>
            <p:nvPr/>
          </p:nvGraphicFramePr>
          <p:xfrm>
            <a:off x="7653299" y="2920069"/>
            <a:ext cx="900455" cy="277960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29045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814C4-87CC-B290-0F11-6C62A0A90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84966FFB-70AE-E659-FC6E-D82D41D8CB98}"/>
              </a:ext>
            </a:extLst>
          </p:cNvPr>
          <p:cNvGrpSpPr/>
          <p:nvPr/>
        </p:nvGrpSpPr>
        <p:grpSpPr>
          <a:xfrm>
            <a:off x="1682496" y="774490"/>
            <a:ext cx="6871258" cy="4925186"/>
            <a:chOff x="1682496" y="774490"/>
            <a:chExt cx="6871258" cy="4925186"/>
          </a:xfrm>
        </p:grpSpPr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CD9195F6-B03F-A97C-C6E4-F4FBD4DF19E6}"/>
                </a:ext>
              </a:extLst>
            </p:cNvPr>
            <p:cNvGrpSpPr/>
            <p:nvPr/>
          </p:nvGrpSpPr>
          <p:grpSpPr>
            <a:xfrm>
              <a:off x="1682496" y="774490"/>
              <a:ext cx="6577060" cy="2297894"/>
              <a:chOff x="1853184" y="2883706"/>
              <a:chExt cx="6577060" cy="2297894"/>
            </a:xfrm>
          </p:grpSpPr>
          <p:sp>
            <p:nvSpPr>
              <p:cNvPr id="39" name="圆柱体 38">
                <a:extLst>
                  <a:ext uri="{FF2B5EF4-FFF2-40B4-BE49-F238E27FC236}">
                    <a16:creationId xmlns:a16="http://schemas.microsoft.com/office/drawing/2014/main" id="{BB306497-04DF-538F-603B-8E599423D1A2}"/>
                  </a:ext>
                </a:extLst>
              </p:cNvPr>
              <p:cNvSpPr/>
              <p:nvPr/>
            </p:nvSpPr>
            <p:spPr>
              <a:xfrm>
                <a:off x="1853184" y="3560064"/>
                <a:ext cx="1055195" cy="1621536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CA55D8C1-A89E-BB76-A2D6-6E77B543EE8A}"/>
                  </a:ext>
                </a:extLst>
              </p:cNvPr>
              <p:cNvSpPr/>
              <p:nvPr/>
            </p:nvSpPr>
            <p:spPr>
              <a:xfrm>
                <a:off x="2072640" y="4108704"/>
                <a:ext cx="621792" cy="34137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R</a:t>
                </a:r>
                <a:endParaRPr kumimoji="1" lang="zh-CN" altLang="en-US" dirty="0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2DCE4323-7D85-4972-B22D-1AEB5C6EB2E9}"/>
                  </a:ext>
                </a:extLst>
              </p:cNvPr>
              <p:cNvSpPr/>
              <p:nvPr/>
            </p:nvSpPr>
            <p:spPr>
              <a:xfrm>
                <a:off x="2072640" y="4657344"/>
                <a:ext cx="621792" cy="34137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S</a:t>
                </a:r>
                <a:endParaRPr kumimoji="1" lang="zh-CN" altLang="en-US" dirty="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FA919BF1-56A8-0ECC-86A1-72AEF32C1DCB}"/>
                  </a:ext>
                </a:extLst>
              </p:cNvPr>
              <p:cNvSpPr/>
              <p:nvPr/>
            </p:nvSpPr>
            <p:spPr>
              <a:xfrm>
                <a:off x="3201214" y="4031172"/>
                <a:ext cx="945898" cy="67931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输入</a:t>
                </a:r>
                <a:endParaRPr kumimoji="1" lang="en-US" altLang="zh-CN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缓冲区</a:t>
                </a:r>
              </a:p>
            </p:txBody>
          </p:sp>
          <p:cxnSp>
            <p:nvCxnSpPr>
              <p:cNvPr id="44" name="直线箭头连接符 43">
                <a:extLst>
                  <a:ext uri="{FF2B5EF4-FFF2-40B4-BE49-F238E27FC236}">
                    <a16:creationId xmlns:a16="http://schemas.microsoft.com/office/drawing/2014/main" id="{ED30739D-D68A-6B1E-C429-05FA2662A5E0}"/>
                  </a:ext>
                </a:extLst>
              </p:cNvPr>
              <p:cNvCxnSpPr>
                <a:cxnSpLocks/>
                <a:stCxn id="39" idx="4"/>
                <a:endCxn id="42" idx="1"/>
              </p:cNvCxnSpPr>
              <p:nvPr/>
            </p:nvCxnSpPr>
            <p:spPr>
              <a:xfrm>
                <a:off x="2908379" y="4370832"/>
                <a:ext cx="29283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圆角矩形 47">
                <a:extLst>
                  <a:ext uri="{FF2B5EF4-FFF2-40B4-BE49-F238E27FC236}">
                    <a16:creationId xmlns:a16="http://schemas.microsoft.com/office/drawing/2014/main" id="{4755DA0A-5EF1-08B3-1F16-7E3894DAB08C}"/>
                  </a:ext>
                </a:extLst>
              </p:cNvPr>
              <p:cNvSpPr/>
              <p:nvPr/>
            </p:nvSpPr>
            <p:spPr>
              <a:xfrm>
                <a:off x="4669634" y="4031171"/>
                <a:ext cx="945898" cy="679319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分组</a:t>
                </a: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945C7855-1D19-4B50-AE92-513EE42DC849}"/>
                  </a:ext>
                </a:extLst>
              </p:cNvPr>
              <p:cNvSpPr/>
              <p:nvPr/>
            </p:nvSpPr>
            <p:spPr>
              <a:xfrm>
                <a:off x="6022341" y="4031172"/>
                <a:ext cx="945899" cy="67931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输出</a:t>
                </a:r>
                <a:endParaRPr kumimoji="1" lang="en-US" altLang="zh-CN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缓冲区</a:t>
                </a:r>
              </a:p>
            </p:txBody>
          </p:sp>
          <p:sp>
            <p:nvSpPr>
              <p:cNvPr id="57" name="圆柱体 56">
                <a:extLst>
                  <a:ext uri="{FF2B5EF4-FFF2-40B4-BE49-F238E27FC236}">
                    <a16:creationId xmlns:a16="http://schemas.microsoft.com/office/drawing/2014/main" id="{E64C8ED3-1EE1-FF5C-E12E-2C78DD1087A8}"/>
                  </a:ext>
                </a:extLst>
              </p:cNvPr>
              <p:cNvSpPr/>
              <p:nvPr/>
            </p:nvSpPr>
            <p:spPr>
              <a:xfrm>
                <a:off x="7375049" y="3560063"/>
                <a:ext cx="1055195" cy="1621536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7FB8902A-FE59-1B86-D3F5-E540EF3035A7}"/>
                  </a:ext>
                </a:extLst>
              </p:cNvPr>
              <p:cNvSpPr/>
              <p:nvPr/>
            </p:nvSpPr>
            <p:spPr>
              <a:xfrm>
                <a:off x="7611103" y="4151375"/>
                <a:ext cx="651079" cy="5059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结果</a:t>
                </a:r>
              </a:p>
            </p:txBody>
          </p:sp>
          <p:cxnSp>
            <p:nvCxnSpPr>
              <p:cNvPr id="59" name="直线箭头连接符 58">
                <a:extLst>
                  <a:ext uri="{FF2B5EF4-FFF2-40B4-BE49-F238E27FC236}">
                    <a16:creationId xmlns:a16="http://schemas.microsoft.com/office/drawing/2014/main" id="{08DA7EDB-A2FB-B438-6339-90EA5AC107D9}"/>
                  </a:ext>
                </a:extLst>
              </p:cNvPr>
              <p:cNvCxnSpPr>
                <a:cxnSpLocks/>
                <a:stCxn id="42" idx="3"/>
                <a:endCxn id="48" idx="1"/>
              </p:cNvCxnSpPr>
              <p:nvPr/>
            </p:nvCxnSpPr>
            <p:spPr>
              <a:xfrm flipV="1">
                <a:off x="4147112" y="4370831"/>
                <a:ext cx="52252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箭头连接符 61">
                <a:extLst>
                  <a:ext uri="{FF2B5EF4-FFF2-40B4-BE49-F238E27FC236}">
                    <a16:creationId xmlns:a16="http://schemas.microsoft.com/office/drawing/2014/main" id="{B9830338-53C8-CA7D-6739-9628098A29AF}"/>
                  </a:ext>
                </a:extLst>
              </p:cNvPr>
              <p:cNvCxnSpPr>
                <a:cxnSpLocks/>
                <a:stCxn id="48" idx="3"/>
                <a:endCxn id="51" idx="1"/>
              </p:cNvCxnSpPr>
              <p:nvPr/>
            </p:nvCxnSpPr>
            <p:spPr>
              <a:xfrm>
                <a:off x="5615532" y="4370831"/>
                <a:ext cx="406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线箭头连接符 77">
                <a:extLst>
                  <a:ext uri="{FF2B5EF4-FFF2-40B4-BE49-F238E27FC236}">
                    <a16:creationId xmlns:a16="http://schemas.microsoft.com/office/drawing/2014/main" id="{E9D88517-8A46-1547-72F4-0E8276B2665C}"/>
                  </a:ext>
                </a:extLst>
              </p:cNvPr>
              <p:cNvCxnSpPr>
                <a:cxnSpLocks/>
                <a:stCxn id="51" idx="3"/>
                <a:endCxn id="57" idx="2"/>
              </p:cNvCxnSpPr>
              <p:nvPr/>
            </p:nvCxnSpPr>
            <p:spPr>
              <a:xfrm>
                <a:off x="6968240" y="4370831"/>
                <a:ext cx="406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B6BAEFC0-4C85-89D1-048D-74E188883CDF}"/>
                  </a:ext>
                </a:extLst>
              </p:cNvPr>
              <p:cNvSpPr txBox="1"/>
              <p:nvPr/>
            </p:nvSpPr>
            <p:spPr>
              <a:xfrm>
                <a:off x="4434697" y="2883706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4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Group</a:t>
                </a:r>
                <a:r>
                  <a:rPr kumimoji="1" lang="zh-CN" altLang="en-US" sz="24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 </a:t>
                </a:r>
                <a:r>
                  <a:rPr kumimoji="1" lang="en-US" altLang="zh-CN" sz="24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By</a:t>
                </a:r>
                <a:endParaRPr kumimoji="1" lang="zh-CN" altLang="en-US" sz="2400" dirty="0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</p:grp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73B73DF4-5638-BAE6-22EC-E74998E06EBC}"/>
                </a:ext>
              </a:extLst>
            </p:cNvPr>
            <p:cNvCxnSpPr>
              <a:cxnSpLocks/>
              <a:stCxn id="48" idx="2"/>
              <a:endCxn id="11" idx="0"/>
            </p:cNvCxnSpPr>
            <p:nvPr/>
          </p:nvCxnSpPr>
          <p:spPr>
            <a:xfrm>
              <a:off x="4971895" y="2601274"/>
              <a:ext cx="4934" cy="1031942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0A65CD68-B582-96E8-F395-4EDA403859C0}"/>
                </a:ext>
              </a:extLst>
            </p:cNvPr>
            <p:cNvGrpSpPr/>
            <p:nvPr/>
          </p:nvGrpSpPr>
          <p:grpSpPr>
            <a:xfrm>
              <a:off x="3141304" y="3633216"/>
              <a:ext cx="3661182" cy="365760"/>
              <a:chOff x="3674163" y="5742432"/>
              <a:chExt cx="3661182" cy="365760"/>
            </a:xfrm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6D918F0D-C04D-F471-F781-BDD8734DD9A9}"/>
                  </a:ext>
                </a:extLst>
              </p:cNvPr>
              <p:cNvGrpSpPr/>
              <p:nvPr/>
            </p:nvGrpSpPr>
            <p:grpSpPr>
              <a:xfrm>
                <a:off x="3674163" y="5742432"/>
                <a:ext cx="2936840" cy="365760"/>
                <a:chOff x="3674163" y="5742432"/>
                <a:chExt cx="2936840" cy="365760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21FBDE02-D24A-7438-1A7A-44DD8273152A}"/>
                    </a:ext>
                  </a:extLst>
                </p:cNvPr>
                <p:cNvSpPr/>
                <p:nvPr/>
              </p:nvSpPr>
              <p:spPr>
                <a:xfrm>
                  <a:off x="367416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4EBD2793-8879-859C-ED65-8D32B27F4D77}"/>
                    </a:ext>
                  </a:extLst>
                </p:cNvPr>
                <p:cNvSpPr/>
                <p:nvPr/>
              </p:nvSpPr>
              <p:spPr>
                <a:xfrm>
                  <a:off x="440837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DF478323-3578-8202-FAE7-D8AE93AD3836}"/>
                    </a:ext>
                  </a:extLst>
                </p:cNvPr>
                <p:cNvSpPr/>
                <p:nvPr/>
              </p:nvSpPr>
              <p:spPr>
                <a:xfrm>
                  <a:off x="514258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39D05E8E-8331-9798-C9E6-113693AA8E41}"/>
                    </a:ext>
                  </a:extLst>
                </p:cNvPr>
                <p:cNvSpPr/>
                <p:nvPr/>
              </p:nvSpPr>
              <p:spPr>
                <a:xfrm>
                  <a:off x="587679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70FFCDE7-7F50-6983-8AAE-01488EFC26A1}"/>
                  </a:ext>
                </a:extLst>
              </p:cNvPr>
              <p:cNvSpPr/>
              <p:nvPr/>
            </p:nvSpPr>
            <p:spPr>
              <a:xfrm>
                <a:off x="6601135" y="5742432"/>
                <a:ext cx="734210" cy="36576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0AAA2C0-C5C6-E04B-3084-C4E31D4A1201}"/>
                </a:ext>
              </a:extLst>
            </p:cNvPr>
            <p:cNvSpPr txBox="1"/>
            <p:nvPr/>
          </p:nvSpPr>
          <p:spPr>
            <a:xfrm>
              <a:off x="4503334" y="3989832"/>
              <a:ext cx="2294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保存分组和聚集信息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4651B0C-841A-A898-4A33-BAE89CD10950}"/>
                </a:ext>
              </a:extLst>
            </p:cNvPr>
            <p:cNvSpPr txBox="1"/>
            <p:nvPr/>
          </p:nvSpPr>
          <p:spPr>
            <a:xfrm>
              <a:off x="2310495" y="3998976"/>
              <a:ext cx="15456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M-2</a:t>
              </a:r>
              <a:r>
                <a:rPr kumimoji="1" lang="zh-CN" altLang="en-US" dirty="0"/>
                <a:t>个内存页</a:t>
              </a:r>
            </a:p>
          </p:txBody>
        </p:sp>
        <p:sp>
          <p:nvSpPr>
            <p:cNvPr id="21" name="左大括号 20">
              <a:extLst>
                <a:ext uri="{FF2B5EF4-FFF2-40B4-BE49-F238E27FC236}">
                  <a16:creationId xmlns:a16="http://schemas.microsoft.com/office/drawing/2014/main" id="{8B333BD5-A1CC-135E-0254-2F84AF9C04DE}"/>
                </a:ext>
              </a:extLst>
            </p:cNvPr>
            <p:cNvSpPr/>
            <p:nvPr/>
          </p:nvSpPr>
          <p:spPr>
            <a:xfrm>
              <a:off x="7002212" y="3358896"/>
              <a:ext cx="453045" cy="2090929"/>
            </a:xfrm>
            <a:prstGeom prst="leftBrace">
              <a:avLst>
                <a:gd name="adj1" fmla="val 8333"/>
                <a:gd name="adj2" fmla="val 2551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aphicFrame>
          <p:nvGraphicFramePr>
            <p:cNvPr id="22" name="图示 21">
              <a:extLst>
                <a:ext uri="{FF2B5EF4-FFF2-40B4-BE49-F238E27FC236}">
                  <a16:creationId xmlns:a16="http://schemas.microsoft.com/office/drawing/2014/main" id="{1B47D588-29D8-16BD-D8D0-B189EA55EE72}"/>
                </a:ext>
              </a:extLst>
            </p:cNvPr>
            <p:cNvGraphicFramePr/>
            <p:nvPr/>
          </p:nvGraphicFramePr>
          <p:xfrm>
            <a:off x="7653299" y="2920069"/>
            <a:ext cx="900455" cy="277960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52288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22B3092-EBD4-ABA3-104E-841A62EF0A05}"/>
              </a:ext>
            </a:extLst>
          </p:cNvPr>
          <p:cNvGrpSpPr/>
          <p:nvPr/>
        </p:nvGrpSpPr>
        <p:grpSpPr>
          <a:xfrm>
            <a:off x="1682496" y="774490"/>
            <a:ext cx="6871258" cy="4925186"/>
            <a:chOff x="1682496" y="774490"/>
            <a:chExt cx="6871258" cy="4925186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801A48A-85C3-7FC8-2566-ACCD198689EA}"/>
                </a:ext>
              </a:extLst>
            </p:cNvPr>
            <p:cNvGrpSpPr/>
            <p:nvPr/>
          </p:nvGrpSpPr>
          <p:grpSpPr>
            <a:xfrm>
              <a:off x="1682496" y="774490"/>
              <a:ext cx="6577060" cy="2297894"/>
              <a:chOff x="1853184" y="2883706"/>
              <a:chExt cx="6577060" cy="2297894"/>
            </a:xfrm>
          </p:grpSpPr>
          <p:sp>
            <p:nvSpPr>
              <p:cNvPr id="16" name="圆柱体 15">
                <a:extLst>
                  <a:ext uri="{FF2B5EF4-FFF2-40B4-BE49-F238E27FC236}">
                    <a16:creationId xmlns:a16="http://schemas.microsoft.com/office/drawing/2014/main" id="{A141C35B-01F0-72F9-D1F3-9F70FE8B7BA0}"/>
                  </a:ext>
                </a:extLst>
              </p:cNvPr>
              <p:cNvSpPr/>
              <p:nvPr/>
            </p:nvSpPr>
            <p:spPr>
              <a:xfrm>
                <a:off x="1853184" y="3560064"/>
                <a:ext cx="1055195" cy="1621536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DF98C3D5-035E-2C61-6CE9-7AB178E96161}"/>
                  </a:ext>
                </a:extLst>
              </p:cNvPr>
              <p:cNvSpPr/>
              <p:nvPr/>
            </p:nvSpPr>
            <p:spPr>
              <a:xfrm>
                <a:off x="2072640" y="4108704"/>
                <a:ext cx="621792" cy="34137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R</a:t>
                </a:r>
                <a:endParaRPr kumimoji="1" lang="zh-CN" altLang="en-US" dirty="0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C9BD8267-80B3-C786-F046-E43E5384C17B}"/>
                  </a:ext>
                </a:extLst>
              </p:cNvPr>
              <p:cNvSpPr/>
              <p:nvPr/>
            </p:nvSpPr>
            <p:spPr>
              <a:xfrm>
                <a:off x="2072640" y="4657344"/>
                <a:ext cx="621792" cy="34137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S</a:t>
                </a:r>
                <a:endParaRPr kumimoji="1" lang="zh-CN" altLang="en-US" dirty="0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294B8E45-72E2-F5A4-F5F6-7F9A19E62198}"/>
                  </a:ext>
                </a:extLst>
              </p:cNvPr>
              <p:cNvSpPr/>
              <p:nvPr/>
            </p:nvSpPr>
            <p:spPr>
              <a:xfrm>
                <a:off x="3201214" y="4031172"/>
                <a:ext cx="945898" cy="67931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输入</a:t>
                </a:r>
                <a:endParaRPr kumimoji="1" lang="en-US" altLang="zh-CN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缓冲区</a:t>
                </a:r>
              </a:p>
            </p:txBody>
          </p:sp>
          <p:cxnSp>
            <p:nvCxnSpPr>
              <p:cNvPr id="20" name="直线箭头连接符 19">
                <a:extLst>
                  <a:ext uri="{FF2B5EF4-FFF2-40B4-BE49-F238E27FC236}">
                    <a16:creationId xmlns:a16="http://schemas.microsoft.com/office/drawing/2014/main" id="{EC8A4C41-88F6-B683-A304-E704E5CCE649}"/>
                  </a:ext>
                </a:extLst>
              </p:cNvPr>
              <p:cNvCxnSpPr>
                <a:cxnSpLocks/>
                <a:stCxn id="16" idx="4"/>
                <a:endCxn id="19" idx="1"/>
              </p:cNvCxnSpPr>
              <p:nvPr/>
            </p:nvCxnSpPr>
            <p:spPr>
              <a:xfrm>
                <a:off x="2908379" y="4370832"/>
                <a:ext cx="29283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圆角矩形 20">
                <a:extLst>
                  <a:ext uri="{FF2B5EF4-FFF2-40B4-BE49-F238E27FC236}">
                    <a16:creationId xmlns:a16="http://schemas.microsoft.com/office/drawing/2014/main" id="{82AA698B-53C9-958A-C72B-659985CEF572}"/>
                  </a:ext>
                </a:extLst>
              </p:cNvPr>
              <p:cNvSpPr/>
              <p:nvPr/>
            </p:nvSpPr>
            <p:spPr>
              <a:xfrm>
                <a:off x="4669634" y="4031171"/>
                <a:ext cx="945898" cy="679319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分组</a:t>
                </a: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880D385-D91D-8513-2F70-670AC0EF6D69}"/>
                  </a:ext>
                </a:extLst>
              </p:cNvPr>
              <p:cNvSpPr/>
              <p:nvPr/>
            </p:nvSpPr>
            <p:spPr>
              <a:xfrm>
                <a:off x="6022341" y="4031172"/>
                <a:ext cx="945899" cy="67931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输出</a:t>
                </a:r>
                <a:endParaRPr kumimoji="1" lang="en-US" altLang="zh-CN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缓冲区</a:t>
                </a:r>
              </a:p>
            </p:txBody>
          </p:sp>
          <p:sp>
            <p:nvSpPr>
              <p:cNvPr id="23" name="圆柱体 22">
                <a:extLst>
                  <a:ext uri="{FF2B5EF4-FFF2-40B4-BE49-F238E27FC236}">
                    <a16:creationId xmlns:a16="http://schemas.microsoft.com/office/drawing/2014/main" id="{A1834DA2-3D63-E07B-6903-4F1B0EE4B24A}"/>
                  </a:ext>
                </a:extLst>
              </p:cNvPr>
              <p:cNvSpPr/>
              <p:nvPr/>
            </p:nvSpPr>
            <p:spPr>
              <a:xfrm>
                <a:off x="7375049" y="3560063"/>
                <a:ext cx="1055195" cy="1621536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38C7BBEB-A960-CDAD-49C1-033A6E4EA420}"/>
                  </a:ext>
                </a:extLst>
              </p:cNvPr>
              <p:cNvSpPr/>
              <p:nvPr/>
            </p:nvSpPr>
            <p:spPr>
              <a:xfrm>
                <a:off x="7611103" y="4151375"/>
                <a:ext cx="651079" cy="5059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结果</a:t>
                </a:r>
              </a:p>
            </p:txBody>
          </p:sp>
          <p:cxnSp>
            <p:nvCxnSpPr>
              <p:cNvPr id="25" name="直线箭头连接符 24">
                <a:extLst>
                  <a:ext uri="{FF2B5EF4-FFF2-40B4-BE49-F238E27FC236}">
                    <a16:creationId xmlns:a16="http://schemas.microsoft.com/office/drawing/2014/main" id="{8E479244-01B0-1DE2-12AB-777FA135DCD5}"/>
                  </a:ext>
                </a:extLst>
              </p:cNvPr>
              <p:cNvCxnSpPr>
                <a:cxnSpLocks/>
                <a:stCxn id="19" idx="3"/>
                <a:endCxn id="21" idx="1"/>
              </p:cNvCxnSpPr>
              <p:nvPr/>
            </p:nvCxnSpPr>
            <p:spPr>
              <a:xfrm flipV="1">
                <a:off x="4147112" y="4370831"/>
                <a:ext cx="52252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线箭头连接符 25">
                <a:extLst>
                  <a:ext uri="{FF2B5EF4-FFF2-40B4-BE49-F238E27FC236}">
                    <a16:creationId xmlns:a16="http://schemas.microsoft.com/office/drawing/2014/main" id="{6D50EC77-E749-8FBF-07DF-CF671E94937A}"/>
                  </a:ext>
                </a:extLst>
              </p:cNvPr>
              <p:cNvCxnSpPr>
                <a:cxnSpLocks/>
                <a:stCxn id="21" idx="3"/>
                <a:endCxn id="22" idx="1"/>
              </p:cNvCxnSpPr>
              <p:nvPr/>
            </p:nvCxnSpPr>
            <p:spPr>
              <a:xfrm>
                <a:off x="5615532" y="4370831"/>
                <a:ext cx="406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线箭头连接符 26">
                <a:extLst>
                  <a:ext uri="{FF2B5EF4-FFF2-40B4-BE49-F238E27FC236}">
                    <a16:creationId xmlns:a16="http://schemas.microsoft.com/office/drawing/2014/main" id="{95F8DADB-CEE5-D6FA-A5EE-0CEBC865B199}"/>
                  </a:ext>
                </a:extLst>
              </p:cNvPr>
              <p:cNvCxnSpPr>
                <a:cxnSpLocks/>
                <a:stCxn id="22" idx="3"/>
                <a:endCxn id="23" idx="2"/>
              </p:cNvCxnSpPr>
              <p:nvPr/>
            </p:nvCxnSpPr>
            <p:spPr>
              <a:xfrm>
                <a:off x="6968240" y="4370831"/>
                <a:ext cx="406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4BA75F3-2C2E-D4C3-C004-A5328CC15369}"/>
                  </a:ext>
                </a:extLst>
              </p:cNvPr>
              <p:cNvSpPr txBox="1"/>
              <p:nvPr/>
            </p:nvSpPr>
            <p:spPr>
              <a:xfrm>
                <a:off x="4434697" y="2883706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4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Group</a:t>
                </a:r>
                <a:r>
                  <a:rPr kumimoji="1" lang="zh-CN" altLang="en-US" sz="24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 </a:t>
                </a:r>
                <a:r>
                  <a:rPr kumimoji="1" lang="en-US" altLang="zh-CN" sz="24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By</a:t>
                </a:r>
                <a:endParaRPr kumimoji="1" lang="zh-CN" altLang="en-US" sz="2400" dirty="0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</p:grpSp>
        <p:cxnSp>
          <p:nvCxnSpPr>
            <p:cNvPr id="4" name="直线箭头连接符 3">
              <a:extLst>
                <a:ext uri="{FF2B5EF4-FFF2-40B4-BE49-F238E27FC236}">
                  <a16:creationId xmlns:a16="http://schemas.microsoft.com/office/drawing/2014/main" id="{D7B20DEE-CE07-59B3-1C7F-68F03C334EE0}"/>
                </a:ext>
              </a:extLst>
            </p:cNvPr>
            <p:cNvCxnSpPr>
              <a:cxnSpLocks/>
              <a:stCxn id="21" idx="2"/>
              <a:endCxn id="14" idx="0"/>
            </p:cNvCxnSpPr>
            <p:nvPr/>
          </p:nvCxnSpPr>
          <p:spPr>
            <a:xfrm>
              <a:off x="4971895" y="2601274"/>
              <a:ext cx="4934" cy="1031942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F3AA2A9-F7C0-176A-CCF8-B30322215AE5}"/>
                </a:ext>
              </a:extLst>
            </p:cNvPr>
            <p:cNvGrpSpPr/>
            <p:nvPr/>
          </p:nvGrpSpPr>
          <p:grpSpPr>
            <a:xfrm>
              <a:off x="3141304" y="3633216"/>
              <a:ext cx="3661182" cy="365760"/>
              <a:chOff x="3674163" y="5742432"/>
              <a:chExt cx="3661182" cy="365760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EB839C24-7107-A7CD-C1A1-B2A15C817705}"/>
                  </a:ext>
                </a:extLst>
              </p:cNvPr>
              <p:cNvGrpSpPr/>
              <p:nvPr/>
            </p:nvGrpSpPr>
            <p:grpSpPr>
              <a:xfrm>
                <a:off x="3674163" y="5742432"/>
                <a:ext cx="2936840" cy="365760"/>
                <a:chOff x="3674163" y="5742432"/>
                <a:chExt cx="2936840" cy="365760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F48ACD94-6F4E-481D-C9D0-F1D76BF002CB}"/>
                    </a:ext>
                  </a:extLst>
                </p:cNvPr>
                <p:cNvSpPr/>
                <p:nvPr/>
              </p:nvSpPr>
              <p:spPr>
                <a:xfrm>
                  <a:off x="367416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F3CC7781-20F4-BA0D-27C0-416A402ADC81}"/>
                    </a:ext>
                  </a:extLst>
                </p:cNvPr>
                <p:cNvSpPr/>
                <p:nvPr/>
              </p:nvSpPr>
              <p:spPr>
                <a:xfrm>
                  <a:off x="440837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262859A4-E699-F413-A139-76F94839C2A2}"/>
                    </a:ext>
                  </a:extLst>
                </p:cNvPr>
                <p:cNvSpPr/>
                <p:nvPr/>
              </p:nvSpPr>
              <p:spPr>
                <a:xfrm>
                  <a:off x="514258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F758303D-2FDA-A010-CEBB-5D1DB734AD99}"/>
                    </a:ext>
                  </a:extLst>
                </p:cNvPr>
                <p:cNvSpPr/>
                <p:nvPr/>
              </p:nvSpPr>
              <p:spPr>
                <a:xfrm>
                  <a:off x="587679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38B6C27-8EB2-8173-0505-B5BFDB4305CA}"/>
                  </a:ext>
                </a:extLst>
              </p:cNvPr>
              <p:cNvSpPr/>
              <p:nvPr/>
            </p:nvSpPr>
            <p:spPr>
              <a:xfrm>
                <a:off x="6601135" y="5742432"/>
                <a:ext cx="734210" cy="36576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3F7DBC1-AA62-5D23-BDEE-F4D8AE5AA43D}"/>
                </a:ext>
              </a:extLst>
            </p:cNvPr>
            <p:cNvSpPr txBox="1"/>
            <p:nvPr/>
          </p:nvSpPr>
          <p:spPr>
            <a:xfrm>
              <a:off x="4503334" y="3989832"/>
              <a:ext cx="2294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保存分组和聚集信息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E3AFF9C-B978-4DB5-261D-B46954803FD8}"/>
                </a:ext>
              </a:extLst>
            </p:cNvPr>
            <p:cNvSpPr txBox="1"/>
            <p:nvPr/>
          </p:nvSpPr>
          <p:spPr>
            <a:xfrm>
              <a:off x="2310495" y="3998976"/>
              <a:ext cx="15456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M-2</a:t>
              </a:r>
              <a:r>
                <a:rPr kumimoji="1" lang="zh-CN" altLang="en-US" dirty="0"/>
                <a:t>个内存页</a:t>
              </a:r>
            </a:p>
          </p:txBody>
        </p:sp>
        <p:sp>
          <p:nvSpPr>
            <p:cNvPr id="8" name="左大括号 7">
              <a:extLst>
                <a:ext uri="{FF2B5EF4-FFF2-40B4-BE49-F238E27FC236}">
                  <a16:creationId xmlns:a16="http://schemas.microsoft.com/office/drawing/2014/main" id="{AE136922-459D-A440-568C-202A7140ECC6}"/>
                </a:ext>
              </a:extLst>
            </p:cNvPr>
            <p:cNvSpPr/>
            <p:nvPr/>
          </p:nvSpPr>
          <p:spPr>
            <a:xfrm>
              <a:off x="7002212" y="3358896"/>
              <a:ext cx="453045" cy="2090929"/>
            </a:xfrm>
            <a:prstGeom prst="leftBrace">
              <a:avLst>
                <a:gd name="adj1" fmla="val 8333"/>
                <a:gd name="adj2" fmla="val 2551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aphicFrame>
          <p:nvGraphicFramePr>
            <p:cNvPr id="9" name="图示 8">
              <a:extLst>
                <a:ext uri="{FF2B5EF4-FFF2-40B4-BE49-F238E27FC236}">
                  <a16:creationId xmlns:a16="http://schemas.microsoft.com/office/drawing/2014/main" id="{A96EBC52-B99B-CEF8-B0F5-27CA40DF43D3}"/>
                </a:ext>
              </a:extLst>
            </p:cNvPr>
            <p:cNvGraphicFramePr/>
            <p:nvPr/>
          </p:nvGraphicFramePr>
          <p:xfrm>
            <a:off x="7653299" y="2920069"/>
            <a:ext cx="900455" cy="277960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02287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66E5E-F943-0269-E803-479D5B237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A2B6D38-5EF1-D6A8-E621-385FAAB62E6C}"/>
              </a:ext>
            </a:extLst>
          </p:cNvPr>
          <p:cNvGrpSpPr/>
          <p:nvPr/>
        </p:nvGrpSpPr>
        <p:grpSpPr>
          <a:xfrm>
            <a:off x="1682496" y="774490"/>
            <a:ext cx="6871258" cy="4925186"/>
            <a:chOff x="1682496" y="774490"/>
            <a:chExt cx="6871258" cy="4925186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68CF86D-2165-10DA-2BC0-0A8DEDE6D0C3}"/>
                </a:ext>
              </a:extLst>
            </p:cNvPr>
            <p:cNvGrpSpPr/>
            <p:nvPr/>
          </p:nvGrpSpPr>
          <p:grpSpPr>
            <a:xfrm>
              <a:off x="1682496" y="774490"/>
              <a:ext cx="6577060" cy="2297894"/>
              <a:chOff x="1853184" y="2883706"/>
              <a:chExt cx="6577060" cy="2297894"/>
            </a:xfrm>
          </p:grpSpPr>
          <p:sp>
            <p:nvSpPr>
              <p:cNvPr id="16" name="圆柱体 15">
                <a:extLst>
                  <a:ext uri="{FF2B5EF4-FFF2-40B4-BE49-F238E27FC236}">
                    <a16:creationId xmlns:a16="http://schemas.microsoft.com/office/drawing/2014/main" id="{0B90FEF6-14F3-0098-2297-DF3D66844479}"/>
                  </a:ext>
                </a:extLst>
              </p:cNvPr>
              <p:cNvSpPr/>
              <p:nvPr/>
            </p:nvSpPr>
            <p:spPr>
              <a:xfrm>
                <a:off x="1853184" y="3560064"/>
                <a:ext cx="1055195" cy="1621536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0ED8667-A0BA-2465-D151-50F6A6A590BA}"/>
                  </a:ext>
                </a:extLst>
              </p:cNvPr>
              <p:cNvSpPr/>
              <p:nvPr/>
            </p:nvSpPr>
            <p:spPr>
              <a:xfrm>
                <a:off x="2072640" y="4108704"/>
                <a:ext cx="621792" cy="34137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R</a:t>
                </a:r>
                <a:endParaRPr kumimoji="1" lang="zh-CN" altLang="en-US" dirty="0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DCB87556-D222-72BE-F001-5A2AAC01F3D5}"/>
                  </a:ext>
                </a:extLst>
              </p:cNvPr>
              <p:cNvSpPr/>
              <p:nvPr/>
            </p:nvSpPr>
            <p:spPr>
              <a:xfrm>
                <a:off x="2072640" y="4657344"/>
                <a:ext cx="621792" cy="34137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S</a:t>
                </a:r>
                <a:endParaRPr kumimoji="1" lang="zh-CN" altLang="en-US" dirty="0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CA13870-7292-31B0-9C7A-9AB3627E12AA}"/>
                  </a:ext>
                </a:extLst>
              </p:cNvPr>
              <p:cNvSpPr/>
              <p:nvPr/>
            </p:nvSpPr>
            <p:spPr>
              <a:xfrm>
                <a:off x="3201214" y="4031172"/>
                <a:ext cx="945898" cy="67931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输入</a:t>
                </a:r>
                <a:endParaRPr kumimoji="1" lang="en-US" altLang="zh-CN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缓冲区</a:t>
                </a:r>
              </a:p>
            </p:txBody>
          </p:sp>
          <p:cxnSp>
            <p:nvCxnSpPr>
              <p:cNvPr id="20" name="直线箭头连接符 19">
                <a:extLst>
                  <a:ext uri="{FF2B5EF4-FFF2-40B4-BE49-F238E27FC236}">
                    <a16:creationId xmlns:a16="http://schemas.microsoft.com/office/drawing/2014/main" id="{E299221A-E087-755F-78E3-BA4DBCE204E2}"/>
                  </a:ext>
                </a:extLst>
              </p:cNvPr>
              <p:cNvCxnSpPr>
                <a:cxnSpLocks/>
                <a:stCxn id="16" idx="4"/>
                <a:endCxn id="19" idx="1"/>
              </p:cNvCxnSpPr>
              <p:nvPr/>
            </p:nvCxnSpPr>
            <p:spPr>
              <a:xfrm>
                <a:off x="2908379" y="4370832"/>
                <a:ext cx="29283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圆角矩形 20">
                <a:extLst>
                  <a:ext uri="{FF2B5EF4-FFF2-40B4-BE49-F238E27FC236}">
                    <a16:creationId xmlns:a16="http://schemas.microsoft.com/office/drawing/2014/main" id="{9F685C50-DEA1-1A97-6612-98E6A6B28931}"/>
                  </a:ext>
                </a:extLst>
              </p:cNvPr>
              <p:cNvSpPr/>
              <p:nvPr/>
            </p:nvSpPr>
            <p:spPr>
              <a:xfrm>
                <a:off x="4669634" y="4031171"/>
                <a:ext cx="945898" cy="679319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分组</a:t>
                </a: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AA42D01-758B-7E26-995A-0B9FCD9BFD38}"/>
                  </a:ext>
                </a:extLst>
              </p:cNvPr>
              <p:cNvSpPr/>
              <p:nvPr/>
            </p:nvSpPr>
            <p:spPr>
              <a:xfrm>
                <a:off x="6022341" y="4031172"/>
                <a:ext cx="945899" cy="67931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输出</a:t>
                </a:r>
                <a:endParaRPr kumimoji="1" lang="en-US" altLang="zh-CN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缓冲区</a:t>
                </a:r>
              </a:p>
            </p:txBody>
          </p:sp>
          <p:sp>
            <p:nvSpPr>
              <p:cNvPr id="23" name="圆柱体 22">
                <a:extLst>
                  <a:ext uri="{FF2B5EF4-FFF2-40B4-BE49-F238E27FC236}">
                    <a16:creationId xmlns:a16="http://schemas.microsoft.com/office/drawing/2014/main" id="{C935DCAA-3533-8634-EBD0-1DC44B9E02DE}"/>
                  </a:ext>
                </a:extLst>
              </p:cNvPr>
              <p:cNvSpPr/>
              <p:nvPr/>
            </p:nvSpPr>
            <p:spPr>
              <a:xfrm>
                <a:off x="7375049" y="3560063"/>
                <a:ext cx="1055195" cy="1621536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EC95D6FE-7870-735F-A5CE-B6B64A1BD255}"/>
                  </a:ext>
                </a:extLst>
              </p:cNvPr>
              <p:cNvSpPr/>
              <p:nvPr/>
            </p:nvSpPr>
            <p:spPr>
              <a:xfrm>
                <a:off x="7611103" y="4151375"/>
                <a:ext cx="651079" cy="5059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结果</a:t>
                </a:r>
              </a:p>
            </p:txBody>
          </p:sp>
          <p:cxnSp>
            <p:nvCxnSpPr>
              <p:cNvPr id="25" name="直线箭头连接符 24">
                <a:extLst>
                  <a:ext uri="{FF2B5EF4-FFF2-40B4-BE49-F238E27FC236}">
                    <a16:creationId xmlns:a16="http://schemas.microsoft.com/office/drawing/2014/main" id="{4D6D2393-F88B-77EA-8610-93EE79EE5EEA}"/>
                  </a:ext>
                </a:extLst>
              </p:cNvPr>
              <p:cNvCxnSpPr>
                <a:cxnSpLocks/>
                <a:stCxn id="19" idx="3"/>
                <a:endCxn id="21" idx="1"/>
              </p:cNvCxnSpPr>
              <p:nvPr/>
            </p:nvCxnSpPr>
            <p:spPr>
              <a:xfrm flipV="1">
                <a:off x="4147112" y="4370831"/>
                <a:ext cx="52252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线箭头连接符 25">
                <a:extLst>
                  <a:ext uri="{FF2B5EF4-FFF2-40B4-BE49-F238E27FC236}">
                    <a16:creationId xmlns:a16="http://schemas.microsoft.com/office/drawing/2014/main" id="{436D17B2-D24B-07CD-86E0-EFB379356B6B}"/>
                  </a:ext>
                </a:extLst>
              </p:cNvPr>
              <p:cNvCxnSpPr>
                <a:cxnSpLocks/>
                <a:stCxn id="21" idx="3"/>
                <a:endCxn id="22" idx="1"/>
              </p:cNvCxnSpPr>
              <p:nvPr/>
            </p:nvCxnSpPr>
            <p:spPr>
              <a:xfrm>
                <a:off x="5615532" y="4370831"/>
                <a:ext cx="406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线箭头连接符 26">
                <a:extLst>
                  <a:ext uri="{FF2B5EF4-FFF2-40B4-BE49-F238E27FC236}">
                    <a16:creationId xmlns:a16="http://schemas.microsoft.com/office/drawing/2014/main" id="{FCE67B17-0865-BC3B-DFE9-DCE2F7C7D496}"/>
                  </a:ext>
                </a:extLst>
              </p:cNvPr>
              <p:cNvCxnSpPr>
                <a:cxnSpLocks/>
                <a:stCxn id="22" idx="3"/>
                <a:endCxn id="23" idx="2"/>
              </p:cNvCxnSpPr>
              <p:nvPr/>
            </p:nvCxnSpPr>
            <p:spPr>
              <a:xfrm>
                <a:off x="6968240" y="4370831"/>
                <a:ext cx="406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F773419-DA79-2DF6-621F-43EE7D159017}"/>
                  </a:ext>
                </a:extLst>
              </p:cNvPr>
              <p:cNvSpPr txBox="1"/>
              <p:nvPr/>
            </p:nvSpPr>
            <p:spPr>
              <a:xfrm>
                <a:off x="4434697" y="2883706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4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Group</a:t>
                </a:r>
                <a:r>
                  <a:rPr kumimoji="1" lang="zh-CN" altLang="en-US" sz="24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 </a:t>
                </a:r>
                <a:r>
                  <a:rPr kumimoji="1" lang="en-US" altLang="zh-CN" sz="24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By</a:t>
                </a:r>
                <a:endParaRPr kumimoji="1" lang="zh-CN" altLang="en-US" sz="2400" dirty="0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</p:grpSp>
        <p:cxnSp>
          <p:nvCxnSpPr>
            <p:cNvPr id="4" name="直线箭头连接符 3">
              <a:extLst>
                <a:ext uri="{FF2B5EF4-FFF2-40B4-BE49-F238E27FC236}">
                  <a16:creationId xmlns:a16="http://schemas.microsoft.com/office/drawing/2014/main" id="{C496B774-6475-6F1E-63CB-0888943D5573}"/>
                </a:ext>
              </a:extLst>
            </p:cNvPr>
            <p:cNvCxnSpPr>
              <a:cxnSpLocks/>
              <a:stCxn id="21" idx="2"/>
              <a:endCxn id="14" idx="0"/>
            </p:cNvCxnSpPr>
            <p:nvPr/>
          </p:nvCxnSpPr>
          <p:spPr>
            <a:xfrm>
              <a:off x="4971895" y="2601274"/>
              <a:ext cx="4934" cy="1031942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B95B729-BB9E-461D-7765-CFEE9036F6B5}"/>
                </a:ext>
              </a:extLst>
            </p:cNvPr>
            <p:cNvGrpSpPr/>
            <p:nvPr/>
          </p:nvGrpSpPr>
          <p:grpSpPr>
            <a:xfrm>
              <a:off x="3141304" y="3633216"/>
              <a:ext cx="3661182" cy="365760"/>
              <a:chOff x="3674163" y="5742432"/>
              <a:chExt cx="3661182" cy="365760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44FDE21A-2591-94D5-84BE-78BB5637EF6E}"/>
                  </a:ext>
                </a:extLst>
              </p:cNvPr>
              <p:cNvGrpSpPr/>
              <p:nvPr/>
            </p:nvGrpSpPr>
            <p:grpSpPr>
              <a:xfrm>
                <a:off x="3674163" y="5742432"/>
                <a:ext cx="2936840" cy="365760"/>
                <a:chOff x="3674163" y="5742432"/>
                <a:chExt cx="2936840" cy="365760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76A09206-EFB6-40EC-8B83-55B9AFD4976B}"/>
                    </a:ext>
                  </a:extLst>
                </p:cNvPr>
                <p:cNvSpPr/>
                <p:nvPr/>
              </p:nvSpPr>
              <p:spPr>
                <a:xfrm>
                  <a:off x="367416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BDC6D055-E3BC-BA8F-BC92-C30137B5194B}"/>
                    </a:ext>
                  </a:extLst>
                </p:cNvPr>
                <p:cNvSpPr/>
                <p:nvPr/>
              </p:nvSpPr>
              <p:spPr>
                <a:xfrm>
                  <a:off x="440837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2B2D8B0E-CBD5-5CCF-96DF-F848A1FF5B5B}"/>
                    </a:ext>
                  </a:extLst>
                </p:cNvPr>
                <p:cNvSpPr/>
                <p:nvPr/>
              </p:nvSpPr>
              <p:spPr>
                <a:xfrm>
                  <a:off x="514258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819B41BD-8225-6784-E998-F1CE7E73FB24}"/>
                    </a:ext>
                  </a:extLst>
                </p:cNvPr>
                <p:cNvSpPr/>
                <p:nvPr/>
              </p:nvSpPr>
              <p:spPr>
                <a:xfrm>
                  <a:off x="587679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3CC33A2-F433-57CA-89EF-7FDCE70D8BBD}"/>
                  </a:ext>
                </a:extLst>
              </p:cNvPr>
              <p:cNvSpPr/>
              <p:nvPr/>
            </p:nvSpPr>
            <p:spPr>
              <a:xfrm>
                <a:off x="6601135" y="5742432"/>
                <a:ext cx="734210" cy="36576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C9FCA8D-B0F9-F105-877B-05D3AF9E15C3}"/>
                </a:ext>
              </a:extLst>
            </p:cNvPr>
            <p:cNvSpPr txBox="1"/>
            <p:nvPr/>
          </p:nvSpPr>
          <p:spPr>
            <a:xfrm>
              <a:off x="4503334" y="3989832"/>
              <a:ext cx="2294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保存分组和聚集信息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E72272D-569D-6B71-0B17-3182C3386E71}"/>
                </a:ext>
              </a:extLst>
            </p:cNvPr>
            <p:cNvSpPr txBox="1"/>
            <p:nvPr/>
          </p:nvSpPr>
          <p:spPr>
            <a:xfrm>
              <a:off x="2310495" y="3998976"/>
              <a:ext cx="15456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M-2</a:t>
              </a:r>
              <a:r>
                <a:rPr kumimoji="1" lang="zh-CN" altLang="en-US" dirty="0"/>
                <a:t>个内存页</a:t>
              </a:r>
            </a:p>
          </p:txBody>
        </p:sp>
        <p:sp>
          <p:nvSpPr>
            <p:cNvPr id="8" name="左大括号 7">
              <a:extLst>
                <a:ext uri="{FF2B5EF4-FFF2-40B4-BE49-F238E27FC236}">
                  <a16:creationId xmlns:a16="http://schemas.microsoft.com/office/drawing/2014/main" id="{C89226A1-A82C-FAFB-365B-45CE1C25BC5F}"/>
                </a:ext>
              </a:extLst>
            </p:cNvPr>
            <p:cNvSpPr/>
            <p:nvPr/>
          </p:nvSpPr>
          <p:spPr>
            <a:xfrm>
              <a:off x="7002212" y="3358896"/>
              <a:ext cx="453045" cy="2090929"/>
            </a:xfrm>
            <a:prstGeom prst="leftBrace">
              <a:avLst>
                <a:gd name="adj1" fmla="val 8333"/>
                <a:gd name="adj2" fmla="val 2551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aphicFrame>
          <p:nvGraphicFramePr>
            <p:cNvPr id="9" name="图示 8">
              <a:extLst>
                <a:ext uri="{FF2B5EF4-FFF2-40B4-BE49-F238E27FC236}">
                  <a16:creationId xmlns:a16="http://schemas.microsoft.com/office/drawing/2014/main" id="{2CBCAE6B-9490-B590-3655-DB2247E038CE}"/>
                </a:ext>
              </a:extLst>
            </p:cNvPr>
            <p:cNvGraphicFramePr/>
            <p:nvPr/>
          </p:nvGraphicFramePr>
          <p:xfrm>
            <a:off x="7653299" y="2920069"/>
            <a:ext cx="900455" cy="277960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95827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4A63B-F2C4-8E6E-5045-F64FA229A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E04468C-B189-FF43-CC53-11FD6C67F628}"/>
              </a:ext>
            </a:extLst>
          </p:cNvPr>
          <p:cNvGrpSpPr/>
          <p:nvPr/>
        </p:nvGrpSpPr>
        <p:grpSpPr>
          <a:xfrm>
            <a:off x="1682496" y="889798"/>
            <a:ext cx="6871258" cy="4809878"/>
            <a:chOff x="1682496" y="889798"/>
            <a:chExt cx="6871258" cy="4809878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07C3F1F-5DDB-61E7-FA71-6E9AB5DC1DE8}"/>
                </a:ext>
              </a:extLst>
            </p:cNvPr>
            <p:cNvGrpSpPr/>
            <p:nvPr/>
          </p:nvGrpSpPr>
          <p:grpSpPr>
            <a:xfrm>
              <a:off x="1682496" y="889798"/>
              <a:ext cx="6577060" cy="4809878"/>
              <a:chOff x="1853184" y="2999014"/>
              <a:chExt cx="6577060" cy="4809878"/>
            </a:xfrm>
          </p:grpSpPr>
          <p:sp>
            <p:nvSpPr>
              <p:cNvPr id="16" name="圆柱体 15">
                <a:extLst>
                  <a:ext uri="{FF2B5EF4-FFF2-40B4-BE49-F238E27FC236}">
                    <a16:creationId xmlns:a16="http://schemas.microsoft.com/office/drawing/2014/main" id="{34F664D3-AD4D-A1CE-7271-790CB6B994C4}"/>
                  </a:ext>
                </a:extLst>
              </p:cNvPr>
              <p:cNvSpPr/>
              <p:nvPr/>
            </p:nvSpPr>
            <p:spPr>
              <a:xfrm>
                <a:off x="1853184" y="3560064"/>
                <a:ext cx="985859" cy="4248828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E08F28C-E2CC-469C-3AE4-FBFE5F7C0A17}"/>
                  </a:ext>
                </a:extLst>
              </p:cNvPr>
              <p:cNvSpPr/>
              <p:nvPr/>
            </p:nvSpPr>
            <p:spPr>
              <a:xfrm>
                <a:off x="2061136" y="4217670"/>
                <a:ext cx="621792" cy="34137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R</a:t>
                </a:r>
                <a:endParaRPr kumimoji="1" lang="zh-CN" altLang="en-US" dirty="0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B2912069-DC14-443A-BC91-3FE74D7EAE04}"/>
                  </a:ext>
                </a:extLst>
              </p:cNvPr>
              <p:cNvSpPr/>
              <p:nvPr/>
            </p:nvSpPr>
            <p:spPr>
              <a:xfrm>
                <a:off x="2012199" y="5742432"/>
                <a:ext cx="621792" cy="34137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S</a:t>
                </a:r>
                <a:endParaRPr kumimoji="1" lang="zh-CN" altLang="en-US" dirty="0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5497E8B-3CFF-5733-D04F-AE611E0D96CC}"/>
                  </a:ext>
                </a:extLst>
              </p:cNvPr>
              <p:cNvSpPr/>
              <p:nvPr/>
            </p:nvSpPr>
            <p:spPr>
              <a:xfrm>
                <a:off x="3201214" y="4031172"/>
                <a:ext cx="945898" cy="67931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输入</a:t>
                </a:r>
                <a:endParaRPr kumimoji="1" lang="en-US" altLang="zh-CN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缓冲区</a:t>
                </a:r>
              </a:p>
            </p:txBody>
          </p:sp>
          <p:cxnSp>
            <p:nvCxnSpPr>
              <p:cNvPr id="20" name="直线箭头连接符 19">
                <a:extLst>
                  <a:ext uri="{FF2B5EF4-FFF2-40B4-BE49-F238E27FC236}">
                    <a16:creationId xmlns:a16="http://schemas.microsoft.com/office/drawing/2014/main" id="{09289D71-7A87-EBC9-75D6-7977898DB774}"/>
                  </a:ext>
                </a:extLst>
              </p:cNvPr>
              <p:cNvCxnSpPr>
                <a:cxnSpLocks/>
                <a:stCxn id="17" idx="3"/>
                <a:endCxn id="19" idx="1"/>
              </p:cNvCxnSpPr>
              <p:nvPr/>
            </p:nvCxnSpPr>
            <p:spPr>
              <a:xfrm flipV="1">
                <a:off x="2682928" y="4370832"/>
                <a:ext cx="518286" cy="175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圆角矩形 20">
                <a:extLst>
                  <a:ext uri="{FF2B5EF4-FFF2-40B4-BE49-F238E27FC236}">
                    <a16:creationId xmlns:a16="http://schemas.microsoft.com/office/drawing/2014/main" id="{19F0D221-911C-83ED-F7D0-665D090E3B9A}"/>
                  </a:ext>
                </a:extLst>
              </p:cNvPr>
              <p:cNvSpPr/>
              <p:nvPr/>
            </p:nvSpPr>
            <p:spPr>
              <a:xfrm>
                <a:off x="4509283" y="4031171"/>
                <a:ext cx="1277003" cy="679319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是否符合</a:t>
                </a:r>
                <a:endParaRPr kumimoji="1" lang="en-US" altLang="zh-CN" dirty="0"/>
              </a:p>
              <a:p>
                <a:pPr algn="ctr"/>
                <a:r>
                  <a:rPr kumimoji="1" lang="en-US" altLang="zh-CN" dirty="0"/>
                  <a:t>JOIN</a:t>
                </a:r>
                <a:r>
                  <a:rPr kumimoji="1" lang="zh-CN" altLang="en-US" dirty="0"/>
                  <a:t>条件</a:t>
                </a: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7759DD1-3A98-AB8D-C9A5-F6875D5A05E2}"/>
                  </a:ext>
                </a:extLst>
              </p:cNvPr>
              <p:cNvSpPr/>
              <p:nvPr/>
            </p:nvSpPr>
            <p:spPr>
              <a:xfrm>
                <a:off x="6022341" y="4031172"/>
                <a:ext cx="945899" cy="67931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输出</a:t>
                </a:r>
                <a:endParaRPr kumimoji="1" lang="en-US" altLang="zh-CN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缓冲区</a:t>
                </a:r>
              </a:p>
            </p:txBody>
          </p:sp>
          <p:sp>
            <p:nvSpPr>
              <p:cNvPr id="23" name="圆柱体 22">
                <a:extLst>
                  <a:ext uri="{FF2B5EF4-FFF2-40B4-BE49-F238E27FC236}">
                    <a16:creationId xmlns:a16="http://schemas.microsoft.com/office/drawing/2014/main" id="{E1ABDA78-907A-69C9-6CD0-F22B4E5B9D6A}"/>
                  </a:ext>
                </a:extLst>
              </p:cNvPr>
              <p:cNvSpPr/>
              <p:nvPr/>
            </p:nvSpPr>
            <p:spPr>
              <a:xfrm>
                <a:off x="7375049" y="3560063"/>
                <a:ext cx="1055195" cy="1621536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B1DA4615-BB8A-B661-A036-40437826A623}"/>
                  </a:ext>
                </a:extLst>
              </p:cNvPr>
              <p:cNvSpPr/>
              <p:nvPr/>
            </p:nvSpPr>
            <p:spPr>
              <a:xfrm>
                <a:off x="7611103" y="4151375"/>
                <a:ext cx="651079" cy="5059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结果</a:t>
                </a:r>
              </a:p>
            </p:txBody>
          </p:sp>
          <p:cxnSp>
            <p:nvCxnSpPr>
              <p:cNvPr id="25" name="直线箭头连接符 24">
                <a:extLst>
                  <a:ext uri="{FF2B5EF4-FFF2-40B4-BE49-F238E27FC236}">
                    <a16:creationId xmlns:a16="http://schemas.microsoft.com/office/drawing/2014/main" id="{D13CD670-8143-F3A6-6D64-AE357E7F3999}"/>
                  </a:ext>
                </a:extLst>
              </p:cNvPr>
              <p:cNvCxnSpPr>
                <a:cxnSpLocks/>
                <a:stCxn id="19" idx="3"/>
                <a:endCxn id="21" idx="1"/>
              </p:cNvCxnSpPr>
              <p:nvPr/>
            </p:nvCxnSpPr>
            <p:spPr>
              <a:xfrm flipV="1">
                <a:off x="4147112" y="4370831"/>
                <a:ext cx="36217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线箭头连接符 25">
                <a:extLst>
                  <a:ext uri="{FF2B5EF4-FFF2-40B4-BE49-F238E27FC236}">
                    <a16:creationId xmlns:a16="http://schemas.microsoft.com/office/drawing/2014/main" id="{A846AB51-AFBA-62D0-29C2-6B3809134D2A}"/>
                  </a:ext>
                </a:extLst>
              </p:cNvPr>
              <p:cNvCxnSpPr>
                <a:cxnSpLocks/>
                <a:stCxn id="21" idx="3"/>
                <a:endCxn id="22" idx="1"/>
              </p:cNvCxnSpPr>
              <p:nvPr/>
            </p:nvCxnSpPr>
            <p:spPr>
              <a:xfrm>
                <a:off x="5786286" y="4370831"/>
                <a:ext cx="23605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线箭头连接符 26">
                <a:extLst>
                  <a:ext uri="{FF2B5EF4-FFF2-40B4-BE49-F238E27FC236}">
                    <a16:creationId xmlns:a16="http://schemas.microsoft.com/office/drawing/2014/main" id="{A9B91CAE-0EF8-EF9F-201F-0BEC40D25E32}"/>
                  </a:ext>
                </a:extLst>
              </p:cNvPr>
              <p:cNvCxnSpPr>
                <a:cxnSpLocks/>
                <a:stCxn id="22" idx="3"/>
                <a:endCxn id="23" idx="2"/>
              </p:cNvCxnSpPr>
              <p:nvPr/>
            </p:nvCxnSpPr>
            <p:spPr>
              <a:xfrm>
                <a:off x="6968240" y="4370831"/>
                <a:ext cx="406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2F48DE9-81B4-D48A-B4E8-A11468E7B94E}"/>
                  </a:ext>
                </a:extLst>
              </p:cNvPr>
              <p:cNvSpPr txBox="1"/>
              <p:nvPr/>
            </p:nvSpPr>
            <p:spPr>
              <a:xfrm>
                <a:off x="4780412" y="2999014"/>
                <a:ext cx="8002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4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JOIN</a:t>
                </a:r>
                <a:endParaRPr kumimoji="1" lang="zh-CN" altLang="en-US" sz="2400" dirty="0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</p:grpSp>
        <p:cxnSp>
          <p:nvCxnSpPr>
            <p:cNvPr id="4" name="直线箭头连接符 3">
              <a:extLst>
                <a:ext uri="{FF2B5EF4-FFF2-40B4-BE49-F238E27FC236}">
                  <a16:creationId xmlns:a16="http://schemas.microsoft.com/office/drawing/2014/main" id="{926E4049-B86A-9942-AFA7-14B7D8B1D682}"/>
                </a:ext>
              </a:extLst>
            </p:cNvPr>
            <p:cNvCxnSpPr>
              <a:cxnSpLocks/>
              <a:stCxn id="21" idx="2"/>
              <a:endCxn id="14" idx="0"/>
            </p:cNvCxnSpPr>
            <p:nvPr/>
          </p:nvCxnSpPr>
          <p:spPr>
            <a:xfrm flipH="1">
              <a:off x="4976829" y="2601274"/>
              <a:ext cx="268" cy="1031942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33C750B-EB0A-0A95-E7FF-DE9681B14190}"/>
                </a:ext>
              </a:extLst>
            </p:cNvPr>
            <p:cNvGrpSpPr/>
            <p:nvPr/>
          </p:nvGrpSpPr>
          <p:grpSpPr>
            <a:xfrm>
              <a:off x="3141304" y="3633216"/>
              <a:ext cx="3661182" cy="365760"/>
              <a:chOff x="3674163" y="5742432"/>
              <a:chExt cx="3661182" cy="365760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7934DF53-331C-67AA-E102-078CEEC9584C}"/>
                  </a:ext>
                </a:extLst>
              </p:cNvPr>
              <p:cNvGrpSpPr/>
              <p:nvPr/>
            </p:nvGrpSpPr>
            <p:grpSpPr>
              <a:xfrm>
                <a:off x="3674163" y="5742432"/>
                <a:ext cx="2936840" cy="365760"/>
                <a:chOff x="3674163" y="5742432"/>
                <a:chExt cx="2936840" cy="365760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89A4845C-E73F-C669-8534-06F2ED464999}"/>
                    </a:ext>
                  </a:extLst>
                </p:cNvPr>
                <p:cNvSpPr/>
                <p:nvPr/>
              </p:nvSpPr>
              <p:spPr>
                <a:xfrm>
                  <a:off x="367416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4E3B622D-5CB3-5DC1-CA62-1A6AE0C8835D}"/>
                    </a:ext>
                  </a:extLst>
                </p:cNvPr>
                <p:cNvSpPr/>
                <p:nvPr/>
              </p:nvSpPr>
              <p:spPr>
                <a:xfrm>
                  <a:off x="440837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48EEADB0-1B8E-5936-4D41-CC9A060F868B}"/>
                    </a:ext>
                  </a:extLst>
                </p:cNvPr>
                <p:cNvSpPr/>
                <p:nvPr/>
              </p:nvSpPr>
              <p:spPr>
                <a:xfrm>
                  <a:off x="514258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61F8D3AB-6BAB-DBDF-4716-E1C89171A57F}"/>
                    </a:ext>
                  </a:extLst>
                </p:cNvPr>
                <p:cNvSpPr/>
                <p:nvPr/>
              </p:nvSpPr>
              <p:spPr>
                <a:xfrm>
                  <a:off x="5876793" y="5742432"/>
                  <a:ext cx="734210" cy="3657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C24F638-B9E5-CCC4-57D1-26633FBA6510}"/>
                  </a:ext>
                </a:extLst>
              </p:cNvPr>
              <p:cNvSpPr/>
              <p:nvPr/>
            </p:nvSpPr>
            <p:spPr>
              <a:xfrm>
                <a:off x="6601135" y="5742432"/>
                <a:ext cx="734210" cy="36576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100D44F-02E1-498D-9FD8-0AD60A5BF98D}"/>
                </a:ext>
              </a:extLst>
            </p:cNvPr>
            <p:cNvSpPr txBox="1"/>
            <p:nvPr/>
          </p:nvSpPr>
          <p:spPr>
            <a:xfrm>
              <a:off x="5648248" y="4125206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S</a:t>
              </a:r>
              <a:r>
                <a:rPr kumimoji="1" lang="zh-CN" altLang="en-US" dirty="0"/>
                <a:t>数据块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3E0CA03-91B5-F60A-5E1E-060C1ED2748E}"/>
                </a:ext>
              </a:extLst>
            </p:cNvPr>
            <p:cNvSpPr txBox="1"/>
            <p:nvPr/>
          </p:nvSpPr>
          <p:spPr>
            <a:xfrm>
              <a:off x="3017520" y="4098282"/>
              <a:ext cx="15456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M-2</a:t>
              </a:r>
              <a:r>
                <a:rPr kumimoji="1" lang="zh-CN" altLang="en-US" dirty="0"/>
                <a:t>个内存页</a:t>
              </a:r>
            </a:p>
          </p:txBody>
        </p:sp>
        <p:sp>
          <p:nvSpPr>
            <p:cNvPr id="8" name="左大括号 7">
              <a:extLst>
                <a:ext uri="{FF2B5EF4-FFF2-40B4-BE49-F238E27FC236}">
                  <a16:creationId xmlns:a16="http://schemas.microsoft.com/office/drawing/2014/main" id="{19958803-DA07-9563-55B5-4543177A2357}"/>
                </a:ext>
              </a:extLst>
            </p:cNvPr>
            <p:cNvSpPr/>
            <p:nvPr/>
          </p:nvSpPr>
          <p:spPr>
            <a:xfrm>
              <a:off x="7002212" y="3358896"/>
              <a:ext cx="453045" cy="2090929"/>
            </a:xfrm>
            <a:prstGeom prst="leftBrace">
              <a:avLst>
                <a:gd name="adj1" fmla="val 8333"/>
                <a:gd name="adj2" fmla="val 2551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aphicFrame>
          <p:nvGraphicFramePr>
            <p:cNvPr id="9" name="图示 8">
              <a:extLst>
                <a:ext uri="{FF2B5EF4-FFF2-40B4-BE49-F238E27FC236}">
                  <a16:creationId xmlns:a16="http://schemas.microsoft.com/office/drawing/2014/main" id="{1A57D251-B182-2339-65DC-FBC760C3C4F4}"/>
                </a:ext>
              </a:extLst>
            </p:cNvPr>
            <p:cNvGraphicFramePr/>
            <p:nvPr/>
          </p:nvGraphicFramePr>
          <p:xfrm>
            <a:off x="7653299" y="2920069"/>
            <a:ext cx="900455" cy="277960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93632D77-DC27-1DB3-BB8B-9D77E3BCC978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>
            <a:off x="2463303" y="3803904"/>
            <a:ext cx="678001" cy="12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262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F95C0C7E-0E43-A6E3-174D-485DF5EFD391}"/>
              </a:ext>
            </a:extLst>
          </p:cNvPr>
          <p:cNvGrpSpPr/>
          <p:nvPr/>
        </p:nvGrpSpPr>
        <p:grpSpPr>
          <a:xfrm>
            <a:off x="1303346" y="804307"/>
            <a:ext cx="3636739" cy="3585934"/>
            <a:chOff x="1493846" y="182007"/>
            <a:chExt cx="3636739" cy="3585934"/>
          </a:xfrm>
        </p:grpSpPr>
        <p:grpSp>
          <p:nvGrpSpPr>
            <p:cNvPr id="11" name="object 11"/>
            <p:cNvGrpSpPr/>
            <p:nvPr/>
          </p:nvGrpSpPr>
          <p:grpSpPr>
            <a:xfrm>
              <a:off x="1567651" y="1388713"/>
              <a:ext cx="3562934" cy="2053139"/>
              <a:chOff x="5800991" y="4122420"/>
              <a:chExt cx="3929125" cy="2264156"/>
            </a:xfrm>
          </p:grpSpPr>
          <p:sp>
            <p:nvSpPr>
              <p:cNvPr id="12" name="object 12"/>
              <p:cNvSpPr/>
              <p:nvPr/>
            </p:nvSpPr>
            <p:spPr>
              <a:xfrm>
                <a:off x="6012065" y="4796790"/>
                <a:ext cx="3443604" cy="1035685"/>
              </a:xfrm>
              <a:custGeom>
                <a:avLst/>
                <a:gdLst/>
                <a:ahLst/>
                <a:cxnLst/>
                <a:rect l="l" t="t" r="r" b="b"/>
                <a:pathLst>
                  <a:path w="3443604" h="1035685">
                    <a:moveTo>
                      <a:pt x="454855" y="979582"/>
                    </a:moveTo>
                    <a:lnTo>
                      <a:pt x="293370" y="10668"/>
                    </a:lnTo>
                    <a:lnTo>
                      <a:pt x="291846" y="7620"/>
                    </a:lnTo>
                    <a:lnTo>
                      <a:pt x="288798" y="6858"/>
                    </a:lnTo>
                    <a:lnTo>
                      <a:pt x="4572" y="6858"/>
                    </a:lnTo>
                    <a:lnTo>
                      <a:pt x="1524" y="8382"/>
                    </a:lnTo>
                    <a:lnTo>
                      <a:pt x="0" y="11430"/>
                    </a:lnTo>
                    <a:lnTo>
                      <a:pt x="1524" y="15240"/>
                    </a:lnTo>
                    <a:lnTo>
                      <a:pt x="4572" y="16002"/>
                    </a:lnTo>
                    <a:lnTo>
                      <a:pt x="284226" y="16002"/>
                    </a:lnTo>
                    <a:lnTo>
                      <a:pt x="284226" y="12192"/>
                    </a:lnTo>
                    <a:lnTo>
                      <a:pt x="288798" y="16002"/>
                    </a:lnTo>
                    <a:lnTo>
                      <a:pt x="288798" y="39624"/>
                    </a:lnTo>
                    <a:lnTo>
                      <a:pt x="449580" y="1004316"/>
                    </a:lnTo>
                    <a:lnTo>
                      <a:pt x="449580" y="1002792"/>
                    </a:lnTo>
                    <a:lnTo>
                      <a:pt x="454855" y="979582"/>
                    </a:lnTo>
                    <a:close/>
                  </a:path>
                  <a:path w="3443604" h="1035685">
                    <a:moveTo>
                      <a:pt x="288798" y="16002"/>
                    </a:moveTo>
                    <a:lnTo>
                      <a:pt x="284226" y="12192"/>
                    </a:lnTo>
                    <a:lnTo>
                      <a:pt x="284861" y="16002"/>
                    </a:lnTo>
                    <a:lnTo>
                      <a:pt x="288798" y="16002"/>
                    </a:lnTo>
                    <a:close/>
                  </a:path>
                  <a:path w="3443604" h="1035685">
                    <a:moveTo>
                      <a:pt x="284861" y="16002"/>
                    </a:moveTo>
                    <a:lnTo>
                      <a:pt x="284226" y="12192"/>
                    </a:lnTo>
                    <a:lnTo>
                      <a:pt x="284226" y="16002"/>
                    </a:lnTo>
                    <a:lnTo>
                      <a:pt x="284861" y="16002"/>
                    </a:lnTo>
                    <a:close/>
                  </a:path>
                  <a:path w="3443604" h="1035685">
                    <a:moveTo>
                      <a:pt x="288798" y="39624"/>
                    </a:moveTo>
                    <a:lnTo>
                      <a:pt x="288798" y="16002"/>
                    </a:lnTo>
                    <a:lnTo>
                      <a:pt x="284861" y="16002"/>
                    </a:lnTo>
                    <a:lnTo>
                      <a:pt x="288798" y="39624"/>
                    </a:lnTo>
                    <a:close/>
                  </a:path>
                  <a:path w="3443604" h="1035685">
                    <a:moveTo>
                      <a:pt x="458724" y="1002792"/>
                    </a:moveTo>
                    <a:lnTo>
                      <a:pt x="454855" y="979582"/>
                    </a:lnTo>
                    <a:lnTo>
                      <a:pt x="449580" y="1002792"/>
                    </a:lnTo>
                    <a:lnTo>
                      <a:pt x="458724" y="1002792"/>
                    </a:lnTo>
                    <a:close/>
                  </a:path>
                  <a:path w="3443604" h="1035685">
                    <a:moveTo>
                      <a:pt x="458724" y="1005078"/>
                    </a:moveTo>
                    <a:lnTo>
                      <a:pt x="458724" y="1002792"/>
                    </a:lnTo>
                    <a:lnTo>
                      <a:pt x="449580" y="1002792"/>
                    </a:lnTo>
                    <a:lnTo>
                      <a:pt x="449580" y="1004316"/>
                    </a:lnTo>
                    <a:lnTo>
                      <a:pt x="451104" y="1007364"/>
                    </a:lnTo>
                    <a:lnTo>
                      <a:pt x="454152" y="1008126"/>
                    </a:lnTo>
                    <a:lnTo>
                      <a:pt x="457200" y="1007364"/>
                    </a:lnTo>
                    <a:lnTo>
                      <a:pt x="458724" y="1005078"/>
                    </a:lnTo>
                    <a:close/>
                  </a:path>
                  <a:path w="3443604" h="1035685">
                    <a:moveTo>
                      <a:pt x="960785" y="979932"/>
                    </a:moveTo>
                    <a:lnTo>
                      <a:pt x="685800" y="3810"/>
                    </a:lnTo>
                    <a:lnTo>
                      <a:pt x="683514" y="1524"/>
                    </a:lnTo>
                    <a:lnTo>
                      <a:pt x="680466" y="0"/>
                    </a:lnTo>
                    <a:lnTo>
                      <a:pt x="678180" y="1524"/>
                    </a:lnTo>
                    <a:lnTo>
                      <a:pt x="676656" y="3810"/>
                    </a:lnTo>
                    <a:lnTo>
                      <a:pt x="454855" y="979582"/>
                    </a:lnTo>
                    <a:lnTo>
                      <a:pt x="458724" y="1002792"/>
                    </a:lnTo>
                    <a:lnTo>
                      <a:pt x="458724" y="1005078"/>
                    </a:lnTo>
                    <a:lnTo>
                      <a:pt x="676656" y="46323"/>
                    </a:lnTo>
                    <a:lnTo>
                      <a:pt x="676656" y="6096"/>
                    </a:lnTo>
                    <a:lnTo>
                      <a:pt x="685800" y="6096"/>
                    </a:lnTo>
                    <a:lnTo>
                      <a:pt x="685800" y="38554"/>
                    </a:lnTo>
                    <a:lnTo>
                      <a:pt x="952500" y="985266"/>
                    </a:lnTo>
                    <a:lnTo>
                      <a:pt x="954024" y="988314"/>
                    </a:lnTo>
                    <a:lnTo>
                      <a:pt x="957072" y="989076"/>
                    </a:lnTo>
                    <a:lnTo>
                      <a:pt x="957072" y="979932"/>
                    </a:lnTo>
                    <a:lnTo>
                      <a:pt x="960785" y="979932"/>
                    </a:lnTo>
                    <a:close/>
                  </a:path>
                  <a:path w="3443604" h="1035685">
                    <a:moveTo>
                      <a:pt x="685800" y="6096"/>
                    </a:moveTo>
                    <a:lnTo>
                      <a:pt x="676656" y="6096"/>
                    </a:lnTo>
                    <a:lnTo>
                      <a:pt x="681716" y="24059"/>
                    </a:lnTo>
                    <a:lnTo>
                      <a:pt x="685800" y="6096"/>
                    </a:lnTo>
                    <a:close/>
                  </a:path>
                  <a:path w="3443604" h="1035685">
                    <a:moveTo>
                      <a:pt x="681716" y="24059"/>
                    </a:moveTo>
                    <a:lnTo>
                      <a:pt x="676656" y="6096"/>
                    </a:lnTo>
                    <a:lnTo>
                      <a:pt x="676656" y="46323"/>
                    </a:lnTo>
                    <a:lnTo>
                      <a:pt x="681716" y="24059"/>
                    </a:lnTo>
                    <a:close/>
                  </a:path>
                  <a:path w="3443604" h="1035685">
                    <a:moveTo>
                      <a:pt x="685800" y="38554"/>
                    </a:moveTo>
                    <a:lnTo>
                      <a:pt x="685800" y="6096"/>
                    </a:lnTo>
                    <a:lnTo>
                      <a:pt x="681716" y="24059"/>
                    </a:lnTo>
                    <a:lnTo>
                      <a:pt x="685800" y="38554"/>
                    </a:lnTo>
                    <a:close/>
                  </a:path>
                  <a:path w="3443604" h="1035685">
                    <a:moveTo>
                      <a:pt x="961644" y="982980"/>
                    </a:moveTo>
                    <a:lnTo>
                      <a:pt x="960785" y="979932"/>
                    </a:lnTo>
                    <a:lnTo>
                      <a:pt x="957072" y="979932"/>
                    </a:lnTo>
                    <a:lnTo>
                      <a:pt x="961644" y="982980"/>
                    </a:lnTo>
                    <a:close/>
                  </a:path>
                  <a:path w="3443604" h="1035685">
                    <a:moveTo>
                      <a:pt x="961644" y="989076"/>
                    </a:moveTo>
                    <a:lnTo>
                      <a:pt x="961644" y="982980"/>
                    </a:lnTo>
                    <a:lnTo>
                      <a:pt x="957072" y="979932"/>
                    </a:lnTo>
                    <a:lnTo>
                      <a:pt x="957072" y="989076"/>
                    </a:lnTo>
                    <a:lnTo>
                      <a:pt x="961644" y="989076"/>
                    </a:lnTo>
                    <a:close/>
                  </a:path>
                  <a:path w="3443604" h="1035685">
                    <a:moveTo>
                      <a:pt x="1481328" y="989076"/>
                    </a:moveTo>
                    <a:lnTo>
                      <a:pt x="1481328" y="979932"/>
                    </a:lnTo>
                    <a:lnTo>
                      <a:pt x="1476756" y="986028"/>
                    </a:lnTo>
                    <a:lnTo>
                      <a:pt x="1474915" y="979932"/>
                    </a:lnTo>
                    <a:lnTo>
                      <a:pt x="960785" y="979932"/>
                    </a:lnTo>
                    <a:lnTo>
                      <a:pt x="961644" y="982980"/>
                    </a:lnTo>
                    <a:lnTo>
                      <a:pt x="961644" y="989076"/>
                    </a:lnTo>
                    <a:lnTo>
                      <a:pt x="1481328" y="989076"/>
                    </a:lnTo>
                    <a:close/>
                  </a:path>
                  <a:path w="3443604" h="1035685">
                    <a:moveTo>
                      <a:pt x="2142744" y="6096"/>
                    </a:moveTo>
                    <a:lnTo>
                      <a:pt x="2141982" y="2286"/>
                    </a:lnTo>
                    <a:lnTo>
                      <a:pt x="2138172" y="0"/>
                    </a:lnTo>
                    <a:lnTo>
                      <a:pt x="1185672" y="0"/>
                    </a:lnTo>
                    <a:lnTo>
                      <a:pt x="1181862" y="2286"/>
                    </a:lnTo>
                    <a:lnTo>
                      <a:pt x="1181100" y="6858"/>
                    </a:lnTo>
                    <a:lnTo>
                      <a:pt x="1185672" y="21999"/>
                    </a:lnTo>
                    <a:lnTo>
                      <a:pt x="1185672" y="9906"/>
                    </a:lnTo>
                    <a:lnTo>
                      <a:pt x="1190244" y="3810"/>
                    </a:lnTo>
                    <a:lnTo>
                      <a:pt x="1192084" y="9906"/>
                    </a:lnTo>
                    <a:lnTo>
                      <a:pt x="2132923" y="9906"/>
                    </a:lnTo>
                    <a:lnTo>
                      <a:pt x="2133600" y="4572"/>
                    </a:lnTo>
                    <a:lnTo>
                      <a:pt x="2138172" y="9906"/>
                    </a:lnTo>
                    <a:lnTo>
                      <a:pt x="2138172" y="42361"/>
                    </a:lnTo>
                    <a:lnTo>
                      <a:pt x="2142744" y="6096"/>
                    </a:lnTo>
                    <a:close/>
                  </a:path>
                  <a:path w="3443604" h="1035685">
                    <a:moveTo>
                      <a:pt x="1192084" y="9906"/>
                    </a:moveTo>
                    <a:lnTo>
                      <a:pt x="1190244" y="3810"/>
                    </a:lnTo>
                    <a:lnTo>
                      <a:pt x="1185672" y="9906"/>
                    </a:lnTo>
                    <a:lnTo>
                      <a:pt x="1192084" y="9906"/>
                    </a:lnTo>
                    <a:close/>
                  </a:path>
                  <a:path w="3443604" h="1035685">
                    <a:moveTo>
                      <a:pt x="1485900" y="982980"/>
                    </a:moveTo>
                    <a:lnTo>
                      <a:pt x="1192084" y="9906"/>
                    </a:lnTo>
                    <a:lnTo>
                      <a:pt x="1185672" y="9906"/>
                    </a:lnTo>
                    <a:lnTo>
                      <a:pt x="1185672" y="21999"/>
                    </a:lnTo>
                    <a:lnTo>
                      <a:pt x="1474915" y="979932"/>
                    </a:lnTo>
                    <a:lnTo>
                      <a:pt x="1481328" y="979932"/>
                    </a:lnTo>
                    <a:lnTo>
                      <a:pt x="1481328" y="989076"/>
                    </a:lnTo>
                    <a:lnTo>
                      <a:pt x="1485138" y="987552"/>
                    </a:lnTo>
                    <a:lnTo>
                      <a:pt x="1485900" y="982980"/>
                    </a:lnTo>
                    <a:close/>
                  </a:path>
                  <a:path w="3443604" h="1035685">
                    <a:moveTo>
                      <a:pt x="1481328" y="979932"/>
                    </a:moveTo>
                    <a:lnTo>
                      <a:pt x="1474915" y="979932"/>
                    </a:lnTo>
                    <a:lnTo>
                      <a:pt x="1476756" y="986028"/>
                    </a:lnTo>
                    <a:lnTo>
                      <a:pt x="1481328" y="979932"/>
                    </a:lnTo>
                    <a:close/>
                  </a:path>
                  <a:path w="3443604" h="1035685">
                    <a:moveTo>
                      <a:pt x="2138172" y="42361"/>
                    </a:moveTo>
                    <a:lnTo>
                      <a:pt x="2138172" y="9906"/>
                    </a:lnTo>
                    <a:lnTo>
                      <a:pt x="2132923" y="9906"/>
                    </a:lnTo>
                    <a:lnTo>
                      <a:pt x="2009394" y="983742"/>
                    </a:lnTo>
                    <a:lnTo>
                      <a:pt x="2010918" y="987552"/>
                    </a:lnTo>
                    <a:lnTo>
                      <a:pt x="2014728" y="989076"/>
                    </a:lnTo>
                    <a:lnTo>
                      <a:pt x="2014728" y="979932"/>
                    </a:lnTo>
                    <a:lnTo>
                      <a:pt x="2019972" y="979932"/>
                    </a:lnTo>
                    <a:lnTo>
                      <a:pt x="2138172" y="42361"/>
                    </a:lnTo>
                    <a:close/>
                  </a:path>
                  <a:path w="3443604" h="1035685">
                    <a:moveTo>
                      <a:pt x="2019972" y="979932"/>
                    </a:moveTo>
                    <a:lnTo>
                      <a:pt x="2014728" y="979932"/>
                    </a:lnTo>
                    <a:lnTo>
                      <a:pt x="2019300" y="985266"/>
                    </a:lnTo>
                    <a:lnTo>
                      <a:pt x="2019972" y="979932"/>
                    </a:lnTo>
                    <a:close/>
                  </a:path>
                  <a:path w="3443604" h="1035685">
                    <a:moveTo>
                      <a:pt x="2476944" y="979932"/>
                    </a:moveTo>
                    <a:lnTo>
                      <a:pt x="2019972" y="979932"/>
                    </a:lnTo>
                    <a:lnTo>
                      <a:pt x="2019300" y="985266"/>
                    </a:lnTo>
                    <a:lnTo>
                      <a:pt x="2014728" y="979932"/>
                    </a:lnTo>
                    <a:lnTo>
                      <a:pt x="2014728" y="989076"/>
                    </a:lnTo>
                    <a:lnTo>
                      <a:pt x="2476500" y="989076"/>
                    </a:lnTo>
                    <a:lnTo>
                      <a:pt x="2476500" y="983742"/>
                    </a:lnTo>
                    <a:lnTo>
                      <a:pt x="2476944" y="979932"/>
                    </a:lnTo>
                    <a:close/>
                  </a:path>
                  <a:path w="3443604" h="1035685">
                    <a:moveTo>
                      <a:pt x="2138172" y="9906"/>
                    </a:moveTo>
                    <a:lnTo>
                      <a:pt x="2133600" y="4572"/>
                    </a:lnTo>
                    <a:lnTo>
                      <a:pt x="2132923" y="9906"/>
                    </a:lnTo>
                    <a:lnTo>
                      <a:pt x="2138172" y="9906"/>
                    </a:lnTo>
                    <a:close/>
                  </a:path>
                  <a:path w="3443604" h="1035685">
                    <a:moveTo>
                      <a:pt x="2481072" y="979932"/>
                    </a:moveTo>
                    <a:lnTo>
                      <a:pt x="2476944" y="979932"/>
                    </a:lnTo>
                    <a:lnTo>
                      <a:pt x="2476500" y="983742"/>
                    </a:lnTo>
                    <a:lnTo>
                      <a:pt x="2481072" y="979932"/>
                    </a:lnTo>
                    <a:close/>
                  </a:path>
                  <a:path w="3443604" h="1035685">
                    <a:moveTo>
                      <a:pt x="2481072" y="989076"/>
                    </a:moveTo>
                    <a:lnTo>
                      <a:pt x="2481072" y="979932"/>
                    </a:lnTo>
                    <a:lnTo>
                      <a:pt x="2476500" y="983742"/>
                    </a:lnTo>
                    <a:lnTo>
                      <a:pt x="2476500" y="989076"/>
                    </a:lnTo>
                    <a:lnTo>
                      <a:pt x="2481072" y="989076"/>
                    </a:lnTo>
                    <a:close/>
                  </a:path>
                  <a:path w="3443604" h="1035685">
                    <a:moveTo>
                      <a:pt x="3124200" y="18288"/>
                    </a:moveTo>
                    <a:lnTo>
                      <a:pt x="3122676" y="15240"/>
                    </a:lnTo>
                    <a:lnTo>
                      <a:pt x="3119628" y="12954"/>
                    </a:lnTo>
                    <a:lnTo>
                      <a:pt x="2599944" y="112"/>
                    </a:lnTo>
                    <a:lnTo>
                      <a:pt x="2595372" y="0"/>
                    </a:lnTo>
                    <a:lnTo>
                      <a:pt x="2592324" y="1524"/>
                    </a:lnTo>
                    <a:lnTo>
                      <a:pt x="2590800" y="4572"/>
                    </a:lnTo>
                    <a:lnTo>
                      <a:pt x="2476944" y="979932"/>
                    </a:lnTo>
                    <a:lnTo>
                      <a:pt x="2481072" y="979932"/>
                    </a:lnTo>
                    <a:lnTo>
                      <a:pt x="2481072" y="989076"/>
                    </a:lnTo>
                    <a:lnTo>
                      <a:pt x="2484120" y="988314"/>
                    </a:lnTo>
                    <a:lnTo>
                      <a:pt x="2485644" y="985266"/>
                    </a:lnTo>
                    <a:lnTo>
                      <a:pt x="2595372" y="44531"/>
                    </a:lnTo>
                    <a:lnTo>
                      <a:pt x="2595372" y="9906"/>
                    </a:lnTo>
                    <a:lnTo>
                      <a:pt x="2599944" y="5334"/>
                    </a:lnTo>
                    <a:lnTo>
                      <a:pt x="2599944" y="10018"/>
                    </a:lnTo>
                    <a:lnTo>
                      <a:pt x="3113688" y="22713"/>
                    </a:lnTo>
                    <a:lnTo>
                      <a:pt x="3114294" y="17526"/>
                    </a:lnTo>
                    <a:lnTo>
                      <a:pt x="3119628" y="22860"/>
                    </a:lnTo>
                    <a:lnTo>
                      <a:pt x="3119628" y="57454"/>
                    </a:lnTo>
                    <a:lnTo>
                      <a:pt x="3124200" y="18288"/>
                    </a:lnTo>
                    <a:close/>
                  </a:path>
                  <a:path w="3443604" h="1035685">
                    <a:moveTo>
                      <a:pt x="2599944" y="5334"/>
                    </a:moveTo>
                    <a:lnTo>
                      <a:pt x="2595372" y="9906"/>
                    </a:lnTo>
                    <a:lnTo>
                      <a:pt x="2599399" y="10005"/>
                    </a:lnTo>
                    <a:lnTo>
                      <a:pt x="2599944" y="5334"/>
                    </a:lnTo>
                    <a:close/>
                  </a:path>
                  <a:path w="3443604" h="1035685">
                    <a:moveTo>
                      <a:pt x="2599399" y="10005"/>
                    </a:moveTo>
                    <a:lnTo>
                      <a:pt x="2595372" y="9906"/>
                    </a:lnTo>
                    <a:lnTo>
                      <a:pt x="2595372" y="44531"/>
                    </a:lnTo>
                    <a:lnTo>
                      <a:pt x="2599399" y="10005"/>
                    </a:lnTo>
                    <a:close/>
                  </a:path>
                  <a:path w="3443604" h="1035685">
                    <a:moveTo>
                      <a:pt x="2599944" y="10018"/>
                    </a:moveTo>
                    <a:lnTo>
                      <a:pt x="2599944" y="5334"/>
                    </a:lnTo>
                    <a:lnTo>
                      <a:pt x="2599399" y="10005"/>
                    </a:lnTo>
                    <a:lnTo>
                      <a:pt x="2599944" y="10018"/>
                    </a:lnTo>
                    <a:close/>
                  </a:path>
                  <a:path w="3443604" h="1035685">
                    <a:moveTo>
                      <a:pt x="3119628" y="57454"/>
                    </a:moveTo>
                    <a:lnTo>
                      <a:pt x="3119628" y="22860"/>
                    </a:lnTo>
                    <a:lnTo>
                      <a:pt x="3114294" y="22728"/>
                    </a:lnTo>
                    <a:lnTo>
                      <a:pt x="3113688" y="22713"/>
                    </a:lnTo>
                    <a:lnTo>
                      <a:pt x="2999994" y="996696"/>
                    </a:lnTo>
                    <a:lnTo>
                      <a:pt x="3001518" y="1000506"/>
                    </a:lnTo>
                    <a:lnTo>
                      <a:pt x="3005328" y="1002030"/>
                    </a:lnTo>
                    <a:lnTo>
                      <a:pt x="3005328" y="992124"/>
                    </a:lnTo>
                    <a:lnTo>
                      <a:pt x="3010522" y="992124"/>
                    </a:lnTo>
                    <a:lnTo>
                      <a:pt x="3119628" y="57454"/>
                    </a:lnTo>
                    <a:close/>
                  </a:path>
                  <a:path w="3443604" h="1035685">
                    <a:moveTo>
                      <a:pt x="3010522" y="992124"/>
                    </a:moveTo>
                    <a:lnTo>
                      <a:pt x="3005328" y="992124"/>
                    </a:lnTo>
                    <a:lnTo>
                      <a:pt x="3009900" y="997458"/>
                    </a:lnTo>
                    <a:lnTo>
                      <a:pt x="3010522" y="992124"/>
                    </a:lnTo>
                    <a:close/>
                  </a:path>
                  <a:path w="3443604" h="1035685">
                    <a:moveTo>
                      <a:pt x="3384804" y="997458"/>
                    </a:moveTo>
                    <a:lnTo>
                      <a:pt x="3383280" y="993648"/>
                    </a:lnTo>
                    <a:lnTo>
                      <a:pt x="3379470" y="992124"/>
                    </a:lnTo>
                    <a:lnTo>
                      <a:pt x="3010522" y="992124"/>
                    </a:lnTo>
                    <a:lnTo>
                      <a:pt x="3009900" y="997458"/>
                    </a:lnTo>
                    <a:lnTo>
                      <a:pt x="3005328" y="992124"/>
                    </a:lnTo>
                    <a:lnTo>
                      <a:pt x="3005328" y="1002030"/>
                    </a:lnTo>
                    <a:lnTo>
                      <a:pt x="3379470" y="1002030"/>
                    </a:lnTo>
                    <a:lnTo>
                      <a:pt x="3383280" y="1000506"/>
                    </a:lnTo>
                    <a:lnTo>
                      <a:pt x="3384804" y="997458"/>
                    </a:lnTo>
                    <a:close/>
                  </a:path>
                  <a:path w="3443604" h="1035685">
                    <a:moveTo>
                      <a:pt x="3119628" y="22860"/>
                    </a:moveTo>
                    <a:lnTo>
                      <a:pt x="3114294" y="17526"/>
                    </a:lnTo>
                    <a:lnTo>
                      <a:pt x="3113688" y="22713"/>
                    </a:lnTo>
                    <a:lnTo>
                      <a:pt x="3119628" y="22860"/>
                    </a:lnTo>
                    <a:close/>
                  </a:path>
                  <a:path w="3443604" h="1035685">
                    <a:moveTo>
                      <a:pt x="3443478" y="997458"/>
                    </a:moveTo>
                    <a:lnTo>
                      <a:pt x="3367278" y="959358"/>
                    </a:lnTo>
                    <a:lnTo>
                      <a:pt x="3367278" y="992124"/>
                    </a:lnTo>
                    <a:lnTo>
                      <a:pt x="3379470" y="992124"/>
                    </a:lnTo>
                    <a:lnTo>
                      <a:pt x="3383280" y="993648"/>
                    </a:lnTo>
                    <a:lnTo>
                      <a:pt x="3384804" y="997458"/>
                    </a:lnTo>
                    <a:lnTo>
                      <a:pt x="3384804" y="1026794"/>
                    </a:lnTo>
                    <a:lnTo>
                      <a:pt x="3443478" y="997458"/>
                    </a:lnTo>
                    <a:close/>
                  </a:path>
                  <a:path w="3443604" h="1035685">
                    <a:moveTo>
                      <a:pt x="3384804" y="1026794"/>
                    </a:moveTo>
                    <a:lnTo>
                      <a:pt x="3384804" y="997458"/>
                    </a:lnTo>
                    <a:lnTo>
                      <a:pt x="3383280" y="1000506"/>
                    </a:lnTo>
                    <a:lnTo>
                      <a:pt x="3379470" y="1002030"/>
                    </a:lnTo>
                    <a:lnTo>
                      <a:pt x="3367278" y="1002030"/>
                    </a:lnTo>
                    <a:lnTo>
                      <a:pt x="3367278" y="1035558"/>
                    </a:lnTo>
                    <a:lnTo>
                      <a:pt x="3384804" y="102679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6989698" y="4181094"/>
                <a:ext cx="1465580" cy="2117725"/>
              </a:xfrm>
              <a:custGeom>
                <a:avLst/>
                <a:gdLst/>
                <a:ahLst/>
                <a:cxnLst/>
                <a:rect l="l" t="t" r="r" b="b"/>
                <a:pathLst>
                  <a:path w="1465579" h="2117725">
                    <a:moveTo>
                      <a:pt x="733056" y="0"/>
                    </a:moveTo>
                    <a:lnTo>
                      <a:pt x="694144" y="1467"/>
                    </a:lnTo>
                    <a:lnTo>
                      <a:pt x="655759" y="5820"/>
                    </a:lnTo>
                    <a:lnTo>
                      <a:pt x="617951" y="12987"/>
                    </a:lnTo>
                    <a:lnTo>
                      <a:pt x="580772" y="22894"/>
                    </a:lnTo>
                    <a:lnTo>
                      <a:pt x="544271" y="35468"/>
                    </a:lnTo>
                    <a:lnTo>
                      <a:pt x="508501" y="50635"/>
                    </a:lnTo>
                    <a:lnTo>
                      <a:pt x="473511" y="68324"/>
                    </a:lnTo>
                    <a:lnTo>
                      <a:pt x="439352" y="88460"/>
                    </a:lnTo>
                    <a:lnTo>
                      <a:pt x="406075" y="110971"/>
                    </a:lnTo>
                    <a:lnTo>
                      <a:pt x="373732" y="135784"/>
                    </a:lnTo>
                    <a:lnTo>
                      <a:pt x="342372" y="162825"/>
                    </a:lnTo>
                    <a:lnTo>
                      <a:pt x="312047" y="192023"/>
                    </a:lnTo>
                    <a:lnTo>
                      <a:pt x="282807" y="223302"/>
                    </a:lnTo>
                    <a:lnTo>
                      <a:pt x="254704" y="256592"/>
                    </a:lnTo>
                    <a:lnTo>
                      <a:pt x="227787" y="291817"/>
                    </a:lnTo>
                    <a:lnTo>
                      <a:pt x="202108" y="328906"/>
                    </a:lnTo>
                    <a:lnTo>
                      <a:pt x="177718" y="367786"/>
                    </a:lnTo>
                    <a:lnTo>
                      <a:pt x="154667" y="408383"/>
                    </a:lnTo>
                    <a:lnTo>
                      <a:pt x="133006" y="450624"/>
                    </a:lnTo>
                    <a:lnTo>
                      <a:pt x="112787" y="494436"/>
                    </a:lnTo>
                    <a:lnTo>
                      <a:pt x="94059" y="539747"/>
                    </a:lnTo>
                    <a:lnTo>
                      <a:pt x="76873" y="586482"/>
                    </a:lnTo>
                    <a:lnTo>
                      <a:pt x="61281" y="634570"/>
                    </a:lnTo>
                    <a:lnTo>
                      <a:pt x="47333" y="683937"/>
                    </a:lnTo>
                    <a:lnTo>
                      <a:pt x="35080" y="734509"/>
                    </a:lnTo>
                    <a:lnTo>
                      <a:pt x="24573" y="786215"/>
                    </a:lnTo>
                    <a:lnTo>
                      <a:pt x="15862" y="838980"/>
                    </a:lnTo>
                    <a:lnTo>
                      <a:pt x="8998" y="892733"/>
                    </a:lnTo>
                    <a:lnTo>
                      <a:pt x="4033" y="947398"/>
                    </a:lnTo>
                    <a:lnTo>
                      <a:pt x="1016" y="1002905"/>
                    </a:lnTo>
                    <a:lnTo>
                      <a:pt x="0" y="1059179"/>
                    </a:lnTo>
                    <a:lnTo>
                      <a:pt x="1016" y="1115382"/>
                    </a:lnTo>
                    <a:lnTo>
                      <a:pt x="4033" y="1170822"/>
                    </a:lnTo>
                    <a:lnTo>
                      <a:pt x="8998" y="1225426"/>
                    </a:lnTo>
                    <a:lnTo>
                      <a:pt x="15862" y="1279120"/>
                    </a:lnTo>
                    <a:lnTo>
                      <a:pt x="24573" y="1331832"/>
                    </a:lnTo>
                    <a:lnTo>
                      <a:pt x="35080" y="1383487"/>
                    </a:lnTo>
                    <a:lnTo>
                      <a:pt x="47333" y="1434014"/>
                    </a:lnTo>
                    <a:lnTo>
                      <a:pt x="61281" y="1483338"/>
                    </a:lnTo>
                    <a:lnTo>
                      <a:pt x="76873" y="1531387"/>
                    </a:lnTo>
                    <a:lnTo>
                      <a:pt x="94059" y="1578087"/>
                    </a:lnTo>
                    <a:lnTo>
                      <a:pt x="112787" y="1623365"/>
                    </a:lnTo>
                    <a:lnTo>
                      <a:pt x="133006" y="1667149"/>
                    </a:lnTo>
                    <a:lnTo>
                      <a:pt x="154667" y="1709363"/>
                    </a:lnTo>
                    <a:lnTo>
                      <a:pt x="177718" y="1749937"/>
                    </a:lnTo>
                    <a:lnTo>
                      <a:pt x="202108" y="1788795"/>
                    </a:lnTo>
                    <a:lnTo>
                      <a:pt x="227787" y="1825866"/>
                    </a:lnTo>
                    <a:lnTo>
                      <a:pt x="254704" y="1861076"/>
                    </a:lnTo>
                    <a:lnTo>
                      <a:pt x="282807" y="1894351"/>
                    </a:lnTo>
                    <a:lnTo>
                      <a:pt x="312047" y="1925619"/>
                    </a:lnTo>
                    <a:lnTo>
                      <a:pt x="342372" y="1954806"/>
                    </a:lnTo>
                    <a:lnTo>
                      <a:pt x="373732" y="1981839"/>
                    </a:lnTo>
                    <a:lnTo>
                      <a:pt x="406075" y="2006645"/>
                    </a:lnTo>
                    <a:lnTo>
                      <a:pt x="439352" y="2029150"/>
                    </a:lnTo>
                    <a:lnTo>
                      <a:pt x="473511" y="2049282"/>
                    </a:lnTo>
                    <a:lnTo>
                      <a:pt x="508501" y="2066967"/>
                    </a:lnTo>
                    <a:lnTo>
                      <a:pt x="544271" y="2082133"/>
                    </a:lnTo>
                    <a:lnTo>
                      <a:pt x="580772" y="2094705"/>
                    </a:lnTo>
                    <a:lnTo>
                      <a:pt x="617951" y="2104611"/>
                    </a:lnTo>
                    <a:lnTo>
                      <a:pt x="655759" y="2111777"/>
                    </a:lnTo>
                    <a:lnTo>
                      <a:pt x="694144" y="2116130"/>
                    </a:lnTo>
                    <a:lnTo>
                      <a:pt x="733056" y="2117597"/>
                    </a:lnTo>
                    <a:lnTo>
                      <a:pt x="771964" y="2116130"/>
                    </a:lnTo>
                    <a:lnTo>
                      <a:pt x="810342" y="2111777"/>
                    </a:lnTo>
                    <a:lnTo>
                      <a:pt x="848137" y="2104611"/>
                    </a:lnTo>
                    <a:lnTo>
                      <a:pt x="885301" y="2094705"/>
                    </a:lnTo>
                    <a:lnTo>
                      <a:pt x="921782" y="2082133"/>
                    </a:lnTo>
                    <a:lnTo>
                      <a:pt x="957530" y="2066967"/>
                    </a:lnTo>
                    <a:lnTo>
                      <a:pt x="992494" y="2049282"/>
                    </a:lnTo>
                    <a:lnTo>
                      <a:pt x="1026625" y="2029150"/>
                    </a:lnTo>
                    <a:lnTo>
                      <a:pt x="1059871" y="2006645"/>
                    </a:lnTo>
                    <a:lnTo>
                      <a:pt x="1092182" y="1981839"/>
                    </a:lnTo>
                    <a:lnTo>
                      <a:pt x="1123508" y="1954806"/>
                    </a:lnTo>
                    <a:lnTo>
                      <a:pt x="1153797" y="1925619"/>
                    </a:lnTo>
                    <a:lnTo>
                      <a:pt x="1183000" y="1894351"/>
                    </a:lnTo>
                    <a:lnTo>
                      <a:pt x="1211067" y="1861076"/>
                    </a:lnTo>
                    <a:lnTo>
                      <a:pt x="1237946" y="1825866"/>
                    </a:lnTo>
                    <a:lnTo>
                      <a:pt x="1263587" y="1788795"/>
                    </a:lnTo>
                    <a:lnTo>
                      <a:pt x="1287939" y="1749937"/>
                    </a:lnTo>
                    <a:lnTo>
                      <a:pt x="1310953" y="1709363"/>
                    </a:lnTo>
                    <a:lnTo>
                      <a:pt x="1332578" y="1667149"/>
                    </a:lnTo>
                    <a:lnTo>
                      <a:pt x="1352762" y="1623365"/>
                    </a:lnTo>
                    <a:lnTo>
                      <a:pt x="1371457" y="1578087"/>
                    </a:lnTo>
                    <a:lnTo>
                      <a:pt x="1388610" y="1531387"/>
                    </a:lnTo>
                    <a:lnTo>
                      <a:pt x="1404172" y="1483338"/>
                    </a:lnTo>
                    <a:lnTo>
                      <a:pt x="1418093" y="1434014"/>
                    </a:lnTo>
                    <a:lnTo>
                      <a:pt x="1430321" y="1383487"/>
                    </a:lnTo>
                    <a:lnTo>
                      <a:pt x="1440806" y="1331832"/>
                    </a:lnTo>
                    <a:lnTo>
                      <a:pt x="1449499" y="1279120"/>
                    </a:lnTo>
                    <a:lnTo>
                      <a:pt x="1456347" y="1225426"/>
                    </a:lnTo>
                    <a:lnTo>
                      <a:pt x="1461301" y="1170822"/>
                    </a:lnTo>
                    <a:lnTo>
                      <a:pt x="1464311" y="1115382"/>
                    </a:lnTo>
                    <a:lnTo>
                      <a:pt x="1465326" y="1059179"/>
                    </a:lnTo>
                    <a:lnTo>
                      <a:pt x="1464311" y="1002905"/>
                    </a:lnTo>
                    <a:lnTo>
                      <a:pt x="1461301" y="947398"/>
                    </a:lnTo>
                    <a:lnTo>
                      <a:pt x="1456347" y="892733"/>
                    </a:lnTo>
                    <a:lnTo>
                      <a:pt x="1449499" y="838980"/>
                    </a:lnTo>
                    <a:lnTo>
                      <a:pt x="1440806" y="786215"/>
                    </a:lnTo>
                    <a:lnTo>
                      <a:pt x="1430321" y="734509"/>
                    </a:lnTo>
                    <a:lnTo>
                      <a:pt x="1418093" y="683937"/>
                    </a:lnTo>
                    <a:lnTo>
                      <a:pt x="1404172" y="634570"/>
                    </a:lnTo>
                    <a:lnTo>
                      <a:pt x="1388610" y="586482"/>
                    </a:lnTo>
                    <a:lnTo>
                      <a:pt x="1371457" y="539747"/>
                    </a:lnTo>
                    <a:lnTo>
                      <a:pt x="1352762" y="494436"/>
                    </a:lnTo>
                    <a:lnTo>
                      <a:pt x="1332578" y="450624"/>
                    </a:lnTo>
                    <a:lnTo>
                      <a:pt x="1310953" y="408383"/>
                    </a:lnTo>
                    <a:lnTo>
                      <a:pt x="1287939" y="367786"/>
                    </a:lnTo>
                    <a:lnTo>
                      <a:pt x="1263587" y="328906"/>
                    </a:lnTo>
                    <a:lnTo>
                      <a:pt x="1237946" y="291817"/>
                    </a:lnTo>
                    <a:lnTo>
                      <a:pt x="1211067" y="256592"/>
                    </a:lnTo>
                    <a:lnTo>
                      <a:pt x="1183000" y="223302"/>
                    </a:lnTo>
                    <a:lnTo>
                      <a:pt x="1153797" y="192023"/>
                    </a:lnTo>
                    <a:lnTo>
                      <a:pt x="1123508" y="162825"/>
                    </a:lnTo>
                    <a:lnTo>
                      <a:pt x="1092182" y="135784"/>
                    </a:lnTo>
                    <a:lnTo>
                      <a:pt x="1059871" y="110971"/>
                    </a:lnTo>
                    <a:lnTo>
                      <a:pt x="1026625" y="88460"/>
                    </a:lnTo>
                    <a:lnTo>
                      <a:pt x="992494" y="68324"/>
                    </a:lnTo>
                    <a:lnTo>
                      <a:pt x="957530" y="50635"/>
                    </a:lnTo>
                    <a:lnTo>
                      <a:pt x="921782" y="35468"/>
                    </a:lnTo>
                    <a:lnTo>
                      <a:pt x="885301" y="22894"/>
                    </a:lnTo>
                    <a:lnTo>
                      <a:pt x="848137" y="12987"/>
                    </a:lnTo>
                    <a:lnTo>
                      <a:pt x="810342" y="5820"/>
                    </a:lnTo>
                    <a:lnTo>
                      <a:pt x="771964" y="1467"/>
                    </a:lnTo>
                    <a:lnTo>
                      <a:pt x="733056" y="0"/>
                    </a:lnTo>
                    <a:close/>
                  </a:path>
                </a:pathLst>
              </a:custGeom>
              <a:ln w="28575">
                <a:solidFill>
                  <a:srgbClr val="CC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8383276" y="4256384"/>
                <a:ext cx="991869" cy="2032635"/>
              </a:xfrm>
              <a:custGeom>
                <a:avLst/>
                <a:gdLst/>
                <a:ahLst/>
                <a:cxnLst/>
                <a:rect l="l" t="t" r="r" b="b"/>
                <a:pathLst>
                  <a:path w="991870" h="2032635">
                    <a:moveTo>
                      <a:pt x="905389" y="6243"/>
                    </a:moveTo>
                    <a:lnTo>
                      <a:pt x="886191" y="953"/>
                    </a:lnTo>
                    <a:lnTo>
                      <a:pt x="865599" y="0"/>
                    </a:lnTo>
                    <a:lnTo>
                      <a:pt x="843704" y="3264"/>
                    </a:lnTo>
                    <a:lnTo>
                      <a:pt x="796368" y="21977"/>
                    </a:lnTo>
                    <a:lnTo>
                      <a:pt x="744913" y="56145"/>
                    </a:lnTo>
                    <a:lnTo>
                      <a:pt x="690066" y="104823"/>
                    </a:lnTo>
                    <a:lnTo>
                      <a:pt x="661598" y="134308"/>
                    </a:lnTo>
                    <a:lnTo>
                      <a:pt x="632555" y="167066"/>
                    </a:lnTo>
                    <a:lnTo>
                      <a:pt x="603028" y="202978"/>
                    </a:lnTo>
                    <a:lnTo>
                      <a:pt x="573108" y="241926"/>
                    </a:lnTo>
                    <a:lnTo>
                      <a:pt x="542886" y="283793"/>
                    </a:lnTo>
                    <a:lnTo>
                      <a:pt x="512453" y="328460"/>
                    </a:lnTo>
                    <a:lnTo>
                      <a:pt x="481900" y="375808"/>
                    </a:lnTo>
                    <a:lnTo>
                      <a:pt x="451318" y="425720"/>
                    </a:lnTo>
                    <a:lnTo>
                      <a:pt x="420799" y="478077"/>
                    </a:lnTo>
                    <a:lnTo>
                      <a:pt x="390432" y="532762"/>
                    </a:lnTo>
                    <a:lnTo>
                      <a:pt x="360309" y="589655"/>
                    </a:lnTo>
                    <a:lnTo>
                      <a:pt x="330521" y="648639"/>
                    </a:lnTo>
                    <a:lnTo>
                      <a:pt x="301160" y="709595"/>
                    </a:lnTo>
                    <a:lnTo>
                      <a:pt x="272315" y="772406"/>
                    </a:lnTo>
                    <a:lnTo>
                      <a:pt x="244079" y="836953"/>
                    </a:lnTo>
                    <a:lnTo>
                      <a:pt x="216541" y="903117"/>
                    </a:lnTo>
                    <a:lnTo>
                      <a:pt x="190191" y="969760"/>
                    </a:lnTo>
                    <a:lnTo>
                      <a:pt x="165468" y="1035721"/>
                    </a:lnTo>
                    <a:lnTo>
                      <a:pt x="142389" y="1100854"/>
                    </a:lnTo>
                    <a:lnTo>
                      <a:pt x="120972" y="1165012"/>
                    </a:lnTo>
                    <a:lnTo>
                      <a:pt x="101235" y="1228046"/>
                    </a:lnTo>
                    <a:lnTo>
                      <a:pt x="83195" y="1289811"/>
                    </a:lnTo>
                    <a:lnTo>
                      <a:pt x="66870" y="1350159"/>
                    </a:lnTo>
                    <a:lnTo>
                      <a:pt x="52277" y="1408942"/>
                    </a:lnTo>
                    <a:lnTo>
                      <a:pt x="39434" y="1466014"/>
                    </a:lnTo>
                    <a:lnTo>
                      <a:pt x="28358" y="1521227"/>
                    </a:lnTo>
                    <a:lnTo>
                      <a:pt x="19067" y="1574435"/>
                    </a:lnTo>
                    <a:lnTo>
                      <a:pt x="11578" y="1625489"/>
                    </a:lnTo>
                    <a:lnTo>
                      <a:pt x="5909" y="1674244"/>
                    </a:lnTo>
                    <a:lnTo>
                      <a:pt x="2078" y="1720550"/>
                    </a:lnTo>
                    <a:lnTo>
                      <a:pt x="103" y="1764263"/>
                    </a:lnTo>
                    <a:lnTo>
                      <a:pt x="0" y="1805233"/>
                    </a:lnTo>
                    <a:lnTo>
                      <a:pt x="1787" y="1843315"/>
                    </a:lnTo>
                    <a:lnTo>
                      <a:pt x="11102" y="1910223"/>
                    </a:lnTo>
                    <a:lnTo>
                      <a:pt x="28189" y="1963809"/>
                    </a:lnTo>
                    <a:lnTo>
                      <a:pt x="53188" y="2002895"/>
                    </a:lnTo>
                    <a:lnTo>
                      <a:pt x="86239" y="2026305"/>
                    </a:lnTo>
                    <a:lnTo>
                      <a:pt x="126027" y="2032549"/>
                    </a:lnTo>
                    <a:lnTo>
                      <a:pt x="147921" y="2029284"/>
                    </a:lnTo>
                    <a:lnTo>
                      <a:pt x="195255" y="2010572"/>
                    </a:lnTo>
                    <a:lnTo>
                      <a:pt x="246709" y="1976403"/>
                    </a:lnTo>
                    <a:lnTo>
                      <a:pt x="301556" y="1927725"/>
                    </a:lnTo>
                    <a:lnTo>
                      <a:pt x="330024" y="1898241"/>
                    </a:lnTo>
                    <a:lnTo>
                      <a:pt x="359067" y="1865483"/>
                    </a:lnTo>
                    <a:lnTo>
                      <a:pt x="388594" y="1829571"/>
                    </a:lnTo>
                    <a:lnTo>
                      <a:pt x="418514" y="1790622"/>
                    </a:lnTo>
                    <a:lnTo>
                      <a:pt x="448736" y="1748756"/>
                    </a:lnTo>
                    <a:lnTo>
                      <a:pt x="479169" y="1704089"/>
                    </a:lnTo>
                    <a:lnTo>
                      <a:pt x="509721" y="1656741"/>
                    </a:lnTo>
                    <a:lnTo>
                      <a:pt x="540303" y="1606829"/>
                    </a:lnTo>
                    <a:lnTo>
                      <a:pt x="570823" y="1554471"/>
                    </a:lnTo>
                    <a:lnTo>
                      <a:pt x="601189" y="1499787"/>
                    </a:lnTo>
                    <a:lnTo>
                      <a:pt x="631311" y="1442894"/>
                    </a:lnTo>
                    <a:lnTo>
                      <a:pt x="661098" y="1383910"/>
                    </a:lnTo>
                    <a:lnTo>
                      <a:pt x="690459" y="1322953"/>
                    </a:lnTo>
                    <a:lnTo>
                      <a:pt x="719303" y="1260143"/>
                    </a:lnTo>
                    <a:lnTo>
                      <a:pt x="747538" y="1195596"/>
                    </a:lnTo>
                    <a:lnTo>
                      <a:pt x="775074" y="1129431"/>
                    </a:lnTo>
                    <a:lnTo>
                      <a:pt x="801426" y="1062785"/>
                    </a:lnTo>
                    <a:lnTo>
                      <a:pt x="826150" y="996814"/>
                    </a:lnTo>
                    <a:lnTo>
                      <a:pt x="849230" y="931666"/>
                    </a:lnTo>
                    <a:lnTo>
                      <a:pt x="870647" y="867488"/>
                    </a:lnTo>
                    <a:lnTo>
                      <a:pt x="890385" y="804429"/>
                    </a:lnTo>
                    <a:lnTo>
                      <a:pt x="908426" y="742638"/>
                    </a:lnTo>
                    <a:lnTo>
                      <a:pt x="924751" y="682261"/>
                    </a:lnTo>
                    <a:lnTo>
                      <a:pt x="939345" y="623447"/>
                    </a:lnTo>
                    <a:lnTo>
                      <a:pt x="952188" y="566345"/>
                    </a:lnTo>
                    <a:lnTo>
                      <a:pt x="963264" y="511102"/>
                    </a:lnTo>
                    <a:lnTo>
                      <a:pt x="972555" y="457866"/>
                    </a:lnTo>
                    <a:lnTo>
                      <a:pt x="980044" y="406786"/>
                    </a:lnTo>
                    <a:lnTo>
                      <a:pt x="985712" y="358009"/>
                    </a:lnTo>
                    <a:lnTo>
                      <a:pt x="989543" y="311683"/>
                    </a:lnTo>
                    <a:lnTo>
                      <a:pt x="991519" y="267957"/>
                    </a:lnTo>
                    <a:lnTo>
                      <a:pt x="991623" y="226978"/>
                    </a:lnTo>
                    <a:lnTo>
                      <a:pt x="989836" y="188896"/>
                    </a:lnTo>
                    <a:lnTo>
                      <a:pt x="980521" y="122009"/>
                    </a:lnTo>
                    <a:lnTo>
                      <a:pt x="963435" y="68482"/>
                    </a:lnTo>
                    <a:lnTo>
                      <a:pt x="938438" y="29498"/>
                    </a:lnTo>
                    <a:lnTo>
                      <a:pt x="905389" y="6243"/>
                    </a:lnTo>
                    <a:close/>
                  </a:path>
                </a:pathLst>
              </a:custGeom>
              <a:ln w="28575">
                <a:solidFill>
                  <a:srgbClr val="CC0000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5800991" y="4122420"/>
                <a:ext cx="3903979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3903979" h="609600">
                    <a:moveTo>
                      <a:pt x="1951481" y="0"/>
                    </a:moveTo>
                    <a:lnTo>
                      <a:pt x="0" y="609600"/>
                    </a:lnTo>
                    <a:lnTo>
                      <a:pt x="3903726" y="609599"/>
                    </a:lnTo>
                    <a:lnTo>
                      <a:pt x="1951481" y="0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5826137" y="5862066"/>
                <a:ext cx="3903979" cy="524510"/>
              </a:xfrm>
              <a:custGeom>
                <a:avLst/>
                <a:gdLst/>
                <a:ahLst/>
                <a:cxnLst/>
                <a:rect l="l" t="t" r="r" b="b"/>
                <a:pathLst>
                  <a:path w="3903979" h="524510">
                    <a:moveTo>
                      <a:pt x="1952244" y="524256"/>
                    </a:moveTo>
                    <a:lnTo>
                      <a:pt x="0" y="0"/>
                    </a:lnTo>
                    <a:lnTo>
                      <a:pt x="3903726" y="0"/>
                    </a:lnTo>
                    <a:lnTo>
                      <a:pt x="1952244" y="524256"/>
                    </a:lnTo>
                    <a:close/>
                  </a:path>
                </a:pathLst>
              </a:custGeom>
              <a:ln w="952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9" name="object 19"/>
            <p:cNvSpPr txBox="1"/>
            <p:nvPr/>
          </p:nvSpPr>
          <p:spPr>
            <a:xfrm>
              <a:off x="1518817" y="1167139"/>
              <a:ext cx="3183701" cy="1078520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389829">
                <a:lnSpc>
                  <a:spcPts val="3355"/>
                </a:lnSpc>
                <a:spcBef>
                  <a:spcPts val="86"/>
                </a:spcBef>
              </a:pPr>
              <a:r>
                <a:rPr sz="4353" b="1" baseline="-3472" dirty="0">
                  <a:solidFill>
                    <a:srgbClr val="3333CC"/>
                  </a:solidFill>
                  <a:latin typeface="Arial"/>
                  <a:cs typeface="Arial"/>
                </a:rPr>
                <a:t>R</a:t>
              </a:r>
              <a:r>
                <a:rPr sz="4353" b="1" spc="435" baseline="-3472" dirty="0">
                  <a:solidFill>
                    <a:srgbClr val="3333CC"/>
                  </a:solidFill>
                  <a:latin typeface="Arial"/>
                  <a:cs typeface="Arial"/>
                </a:rPr>
                <a:t> </a:t>
              </a:r>
              <a:r>
                <a:rPr sz="2176" b="1" spc="-45" dirty="0">
                  <a:solidFill>
                    <a:srgbClr val="CC0000"/>
                  </a:solidFill>
                  <a:latin typeface="Arial"/>
                  <a:cs typeface="Arial"/>
                </a:rPr>
                <a:t>a</a:t>
              </a:r>
              <a:endParaRPr sz="2176" dirty="0">
                <a:latin typeface="Arial"/>
                <a:cs typeface="Arial"/>
              </a:endParaRPr>
            </a:p>
            <a:p>
              <a:pPr marL="305184">
                <a:lnSpc>
                  <a:spcPts val="2920"/>
                </a:lnSpc>
                <a:tabLst>
                  <a:tab pos="752593" algn="l"/>
                  <a:tab pos="1200581" algn="l"/>
                  <a:tab pos="1648567" algn="l"/>
                  <a:tab pos="2096553" algn="l"/>
                  <a:tab pos="2544540" algn="l"/>
                  <a:tab pos="2992526" algn="l"/>
                </a:tabLst>
              </a:pPr>
              <a:r>
                <a:rPr sz="2539" b="1" spc="-45" dirty="0">
                  <a:latin typeface="Arial"/>
                  <a:cs typeface="Arial"/>
                </a:rPr>
                <a:t>1</a:t>
              </a:r>
              <a:r>
                <a:rPr sz="2539" b="1" dirty="0">
                  <a:latin typeface="Arial"/>
                  <a:cs typeface="Arial"/>
                </a:rPr>
                <a:t>	</a:t>
              </a:r>
              <a:r>
                <a:rPr sz="2539" b="1" spc="-45" dirty="0">
                  <a:latin typeface="Arial"/>
                  <a:cs typeface="Arial"/>
                </a:rPr>
                <a:t>3</a:t>
              </a:r>
              <a:r>
                <a:rPr sz="2539" b="1" dirty="0">
                  <a:latin typeface="Arial"/>
                  <a:cs typeface="Arial"/>
                </a:rPr>
                <a:t>	</a:t>
              </a:r>
              <a:r>
                <a:rPr sz="2539" b="1" spc="-45" dirty="0">
                  <a:latin typeface="Arial"/>
                  <a:cs typeface="Arial"/>
                </a:rPr>
                <a:t>4</a:t>
              </a:r>
              <a:r>
                <a:rPr sz="2539" b="1" dirty="0">
                  <a:latin typeface="Arial"/>
                  <a:cs typeface="Arial"/>
                </a:rPr>
                <a:t>	</a:t>
              </a:r>
              <a:r>
                <a:rPr sz="2539" b="1" spc="-45" dirty="0">
                  <a:latin typeface="Arial"/>
                  <a:cs typeface="Arial"/>
                </a:rPr>
                <a:t>4</a:t>
              </a:r>
              <a:r>
                <a:rPr sz="2539" b="1" dirty="0">
                  <a:latin typeface="Arial"/>
                  <a:cs typeface="Arial"/>
                </a:rPr>
                <a:t>	</a:t>
              </a:r>
              <a:r>
                <a:rPr sz="2539" b="1" spc="-45" dirty="0">
                  <a:latin typeface="Arial"/>
                  <a:cs typeface="Arial"/>
                </a:rPr>
                <a:t>4</a:t>
              </a:r>
              <a:r>
                <a:rPr sz="2539" b="1" dirty="0">
                  <a:latin typeface="Arial"/>
                  <a:cs typeface="Arial"/>
                </a:rPr>
                <a:t>	</a:t>
              </a:r>
              <a:r>
                <a:rPr sz="2539" b="1" spc="-45" dirty="0">
                  <a:latin typeface="Arial"/>
                  <a:cs typeface="Arial"/>
                </a:rPr>
                <a:t>5</a:t>
              </a:r>
              <a:r>
                <a:rPr sz="2539" b="1" dirty="0">
                  <a:latin typeface="Arial"/>
                  <a:cs typeface="Arial"/>
                </a:rPr>
                <a:t>	</a:t>
              </a:r>
              <a:r>
                <a:rPr sz="2539" b="1" spc="-45" dirty="0">
                  <a:latin typeface="Arial"/>
                  <a:cs typeface="Arial"/>
                </a:rPr>
                <a:t>6</a:t>
              </a:r>
              <a:endParaRPr sz="2539" dirty="0">
                <a:latin typeface="Arial"/>
                <a:cs typeface="Arial"/>
              </a:endParaRPr>
            </a:p>
            <a:p>
              <a:pPr marL="11516">
                <a:spcBef>
                  <a:spcPts val="549"/>
                </a:spcBef>
              </a:pPr>
              <a:r>
                <a:rPr sz="1270" b="1" spc="-113" dirty="0">
                  <a:latin typeface="Lantinghei SC Heavy"/>
                  <a:cs typeface="Lantinghei SC Heavy"/>
                </a:rPr>
                <a:t>B+Tree</a:t>
              </a:r>
              <a:r>
                <a:rPr sz="1270" b="1" spc="-118" dirty="0">
                  <a:latin typeface="Lantinghei SC Heavy"/>
                  <a:cs typeface="Lantinghei SC Heavy"/>
                </a:rPr>
                <a:t>索引</a:t>
              </a:r>
              <a:endParaRPr sz="1270" dirty="0">
                <a:latin typeface="Lantinghei SC Heavy"/>
                <a:cs typeface="Lantinghei SC Heavy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1493846" y="2662515"/>
              <a:ext cx="3367386" cy="1105426"/>
            </a:xfrm>
            <a:prstGeom prst="rect">
              <a:avLst/>
            </a:prstGeom>
          </p:spPr>
          <p:txBody>
            <a:bodyPr vert="horz" wrap="square" lIns="0" tIns="24760" rIns="0" bIns="0" rtlCol="0">
              <a:spAutoFit/>
            </a:bodyPr>
            <a:lstStyle/>
            <a:p>
              <a:pPr marL="46065">
                <a:spcBef>
                  <a:spcPts val="195"/>
                </a:spcBef>
              </a:pPr>
              <a:r>
                <a:rPr sz="1270" b="1" spc="-113" dirty="0">
                  <a:latin typeface="Lantinghei SC Heavy"/>
                  <a:cs typeface="Lantinghei SC Heavy"/>
                </a:rPr>
                <a:t>B+Tree</a:t>
              </a:r>
              <a:r>
                <a:rPr sz="1270" b="1" spc="-118" dirty="0">
                  <a:latin typeface="Lantinghei SC Heavy"/>
                  <a:cs typeface="Lantinghei SC Heavy"/>
                </a:rPr>
                <a:t>索引</a:t>
              </a:r>
              <a:endParaRPr sz="1270" dirty="0">
                <a:latin typeface="Lantinghei SC Heavy"/>
                <a:cs typeface="Lantinghei SC Heavy"/>
              </a:endParaRPr>
            </a:p>
            <a:p>
              <a:pPr marL="612670">
                <a:spcBef>
                  <a:spcPts val="222"/>
                </a:spcBef>
                <a:tabLst>
                  <a:tab pos="1060081" algn="l"/>
                  <a:tab pos="1508066" algn="l"/>
                  <a:tab pos="1956054" algn="l"/>
                  <a:tab pos="2403464" algn="l"/>
                  <a:tab pos="2851451" algn="l"/>
                </a:tabLst>
              </a:pPr>
              <a:r>
                <a:rPr sz="2539" b="1" spc="-45" dirty="0">
                  <a:latin typeface="Arial"/>
                  <a:cs typeface="Arial"/>
                </a:rPr>
                <a:t>2</a:t>
              </a:r>
              <a:r>
                <a:rPr sz="2539" b="1" dirty="0">
                  <a:latin typeface="Arial"/>
                  <a:cs typeface="Arial"/>
                </a:rPr>
                <a:t>	</a:t>
              </a:r>
              <a:r>
                <a:rPr sz="2539" b="1" spc="-45" dirty="0">
                  <a:latin typeface="Arial"/>
                  <a:cs typeface="Arial"/>
                </a:rPr>
                <a:t>2</a:t>
              </a:r>
              <a:r>
                <a:rPr sz="2539" b="1" dirty="0">
                  <a:latin typeface="Arial"/>
                  <a:cs typeface="Arial"/>
                </a:rPr>
                <a:t>	</a:t>
              </a:r>
              <a:r>
                <a:rPr sz="2539" b="1" spc="-45" dirty="0">
                  <a:latin typeface="Arial"/>
                  <a:cs typeface="Arial"/>
                </a:rPr>
                <a:t>4</a:t>
              </a:r>
              <a:r>
                <a:rPr sz="2539" b="1" dirty="0">
                  <a:latin typeface="Arial"/>
                  <a:cs typeface="Arial"/>
                </a:rPr>
                <a:t>	</a:t>
              </a:r>
              <a:r>
                <a:rPr sz="2539" b="1" spc="-45" dirty="0">
                  <a:latin typeface="Arial"/>
                  <a:cs typeface="Arial"/>
                </a:rPr>
                <a:t>4</a:t>
              </a:r>
              <a:r>
                <a:rPr sz="2539" b="1" dirty="0">
                  <a:latin typeface="Arial"/>
                  <a:cs typeface="Arial"/>
                </a:rPr>
                <a:t>	</a:t>
              </a:r>
              <a:r>
                <a:rPr sz="2539" b="1" spc="-45" dirty="0">
                  <a:latin typeface="Arial"/>
                  <a:cs typeface="Arial"/>
                </a:rPr>
                <a:t>6</a:t>
              </a:r>
              <a:r>
                <a:rPr sz="2539" b="1" dirty="0">
                  <a:latin typeface="Arial"/>
                  <a:cs typeface="Arial"/>
                </a:rPr>
                <a:t>	</a:t>
              </a:r>
              <a:r>
                <a:rPr sz="2539" b="1" spc="-45" dirty="0">
                  <a:latin typeface="Arial"/>
                  <a:cs typeface="Arial"/>
                </a:rPr>
                <a:t>7</a:t>
              </a:r>
              <a:endParaRPr sz="2539" dirty="0">
                <a:latin typeface="Arial"/>
                <a:cs typeface="Arial"/>
              </a:endParaRPr>
            </a:p>
            <a:p>
              <a:pPr marL="409982">
                <a:lnSpc>
                  <a:spcPts val="3342"/>
                </a:lnSpc>
                <a:spcBef>
                  <a:spcPts val="236"/>
                </a:spcBef>
                <a:tabLst>
                  <a:tab pos="812479" algn="l"/>
                  <a:tab pos="1304804" algn="l"/>
                </a:tabLst>
              </a:pPr>
              <a:r>
                <a:rPr sz="4353" b="1" spc="-68" baseline="20833" dirty="0">
                  <a:solidFill>
                    <a:srgbClr val="3333CC"/>
                  </a:solidFill>
                  <a:latin typeface="Arial"/>
                  <a:cs typeface="Arial"/>
                </a:rPr>
                <a:t>S</a:t>
              </a:r>
              <a:r>
                <a:rPr sz="4353" b="1" baseline="20833" dirty="0">
                  <a:solidFill>
                    <a:srgbClr val="3333CC"/>
                  </a:solidFill>
                  <a:latin typeface="Arial"/>
                  <a:cs typeface="Arial"/>
                </a:rPr>
                <a:t>	</a:t>
              </a:r>
              <a:r>
                <a:rPr sz="3264" b="1" spc="-68" baseline="21990" dirty="0">
                  <a:solidFill>
                    <a:srgbClr val="CC0000"/>
                  </a:solidFill>
                  <a:latin typeface="Arial"/>
                  <a:cs typeface="Arial"/>
                </a:rPr>
                <a:t>b</a:t>
              </a:r>
              <a:r>
                <a:rPr sz="3264" b="1" baseline="21990" dirty="0">
                  <a:solidFill>
                    <a:srgbClr val="CC0000"/>
                  </a:solidFill>
                  <a:latin typeface="Arial"/>
                  <a:cs typeface="Arial"/>
                </a:rPr>
                <a:t>	</a:t>
              </a:r>
              <a:endParaRPr sz="1451" dirty="0">
                <a:latin typeface="Lantinghei SC Heavy"/>
                <a:cs typeface="Lantinghei SC Heavy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BEE9692-D52F-68BF-A76D-2B38F567289F}"/>
                </a:ext>
              </a:extLst>
            </p:cNvPr>
            <p:cNvSpPr txBox="1"/>
            <p:nvPr/>
          </p:nvSpPr>
          <p:spPr>
            <a:xfrm>
              <a:off x="2371347" y="182007"/>
              <a:ext cx="18774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2400" dirty="0">
                  <a:latin typeface="SimHei" panose="02010609060101010101" pitchFamily="49" charset="-122"/>
                  <a:ea typeface="SimHei" panose="02010609060101010101" pitchFamily="49" charset="-122"/>
                </a:rPr>
                <a:t>JOIN</a:t>
              </a:r>
            </a:p>
            <a:p>
              <a:pPr algn="ctr"/>
              <a:r>
                <a:rPr kumimoji="1" lang="en-US" altLang="zh-CN" sz="2400" dirty="0">
                  <a:latin typeface="SimHei" panose="02010609060101010101" pitchFamily="49" charset="-122"/>
                  <a:ea typeface="SimHei" panose="02010609060101010101" pitchFamily="49" charset="-122"/>
                </a:rPr>
                <a:t>Zig-Zag</a:t>
              </a:r>
              <a:r>
                <a:rPr kumimoji="1" lang="zh-CN" altLang="en-US" sz="2400" dirty="0">
                  <a:latin typeface="SimHei" panose="02010609060101010101" pitchFamily="49" charset="-122"/>
                  <a:ea typeface="SimHei" panose="02010609060101010101" pitchFamily="49" charset="-122"/>
                </a:rPr>
                <a:t>算法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6C07BB1B-17E7-81EA-C9A1-8EC83A95F4E4}"/>
              </a:ext>
            </a:extLst>
          </p:cNvPr>
          <p:cNvGrpSpPr/>
          <p:nvPr/>
        </p:nvGrpSpPr>
        <p:grpSpPr>
          <a:xfrm>
            <a:off x="2354680" y="1117549"/>
            <a:ext cx="7615439" cy="5242697"/>
            <a:chOff x="2354680" y="1117549"/>
            <a:chExt cx="7615439" cy="5242697"/>
          </a:xfrm>
        </p:grpSpPr>
        <p:sp>
          <p:nvSpPr>
            <p:cNvPr id="4" name="object 4"/>
            <p:cNvSpPr/>
            <p:nvPr/>
          </p:nvSpPr>
          <p:spPr>
            <a:xfrm>
              <a:off x="3932661" y="3726467"/>
              <a:ext cx="6037458" cy="16123"/>
            </a:xfrm>
            <a:custGeom>
              <a:avLst/>
              <a:gdLst/>
              <a:ahLst/>
              <a:cxnLst/>
              <a:rect l="l" t="t" r="r" b="b"/>
              <a:pathLst>
                <a:path w="6657975" h="17779">
                  <a:moveTo>
                    <a:pt x="0" y="17526"/>
                  </a:moveTo>
                  <a:lnTo>
                    <a:pt x="6657594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4516765" y="6097459"/>
              <a:ext cx="437622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23" dirty="0">
                  <a:latin typeface="Lantinghei SC Heavy"/>
                  <a:cs typeface="Lantinghei SC Heavy"/>
                </a:rPr>
                <a:t>磁盘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6427338" y="3401239"/>
              <a:ext cx="437622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23" dirty="0">
                  <a:latin typeface="Lantinghei SC Heavy"/>
                  <a:cs typeface="Lantinghei SC Heavy"/>
                </a:rPr>
                <a:t>内存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8492678" y="3401239"/>
              <a:ext cx="437622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23" dirty="0">
                  <a:latin typeface="Lantinghei SC Heavy"/>
                  <a:cs typeface="Lantinghei SC Heavy"/>
                </a:rPr>
                <a:t>磁盘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601756" y="3401239"/>
              <a:ext cx="437622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23" dirty="0">
                  <a:latin typeface="Lantinghei SC Heavy"/>
                  <a:cs typeface="Lantinghei SC Heavy"/>
                </a:rPr>
                <a:t>磁盘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4332965" y="1259199"/>
              <a:ext cx="760656" cy="234895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451" b="1" spc="-18" dirty="0">
                  <a:latin typeface="Lantinghei SC Heavy"/>
                  <a:cs typeface="Lantinghei SC Heavy"/>
                </a:rPr>
                <a:t>原始关系</a:t>
              </a:r>
              <a:endParaRPr sz="1451">
                <a:latin typeface="Lantinghei SC Heavy"/>
                <a:cs typeface="Lantinghei SC Heavy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7292442" y="1659969"/>
              <a:ext cx="345491" cy="20648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1270" b="1" spc="-32" dirty="0">
                  <a:latin typeface="Lantinghei SC Heavy"/>
                  <a:cs typeface="Lantinghei SC Heavy"/>
                </a:rPr>
                <a:t>输出</a:t>
              </a:r>
              <a:endParaRPr sz="1270">
                <a:latin typeface="Lantinghei SC Heavy"/>
                <a:cs typeface="Lantinghei SC Heavy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429328" y="1627954"/>
              <a:ext cx="2421893" cy="1743579"/>
            </a:xfrm>
            <a:custGeom>
              <a:avLst/>
              <a:gdLst/>
              <a:ahLst/>
              <a:cxnLst/>
              <a:rect l="l" t="t" r="r" b="b"/>
              <a:pathLst>
                <a:path w="2670809" h="1922779">
                  <a:moveTo>
                    <a:pt x="0" y="1922526"/>
                  </a:moveTo>
                  <a:lnTo>
                    <a:pt x="0" y="0"/>
                  </a:lnTo>
                  <a:lnTo>
                    <a:pt x="2670810" y="0"/>
                  </a:lnTo>
                  <a:lnTo>
                    <a:pt x="2670810" y="1922525"/>
                  </a:lnTo>
                  <a:lnTo>
                    <a:pt x="0" y="192252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8181736" y="1117549"/>
              <a:ext cx="1129756" cy="458161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>
                <a:spcBef>
                  <a:spcPts val="91"/>
                </a:spcBef>
              </a:pPr>
              <a:r>
                <a:rPr sz="1451" b="1" spc="-18" dirty="0">
                  <a:latin typeface="Lantinghei SC Heavy"/>
                  <a:cs typeface="Lantinghei SC Heavy"/>
                </a:rPr>
                <a:t>具有某种特性的若干子集</a:t>
              </a:r>
              <a:endParaRPr sz="1451">
                <a:latin typeface="Lantinghei SC Heavy"/>
                <a:cs typeface="Lantinghei SC Heavy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9425510" y="1746336"/>
              <a:ext cx="160078" cy="792231"/>
            </a:xfrm>
            <a:prstGeom prst="rect">
              <a:avLst/>
            </a:prstGeom>
          </p:spPr>
          <p:txBody>
            <a:bodyPr vert="horz" wrap="square" lIns="0" tIns="147410" rIns="0" bIns="0" rtlCol="0">
              <a:spAutoFit/>
            </a:bodyPr>
            <a:lstStyle/>
            <a:p>
              <a:pPr marL="20154">
                <a:spcBef>
                  <a:spcPts val="1161"/>
                </a:spcBef>
              </a:pPr>
              <a:r>
                <a:rPr sz="1632" b="1" dirty="0">
                  <a:latin typeface="Lantinghei SC Heavy"/>
                  <a:cs typeface="Lantinghei SC Heavy"/>
                </a:rPr>
                <a:t>1</a:t>
              </a:r>
              <a:endParaRPr sz="1632">
                <a:latin typeface="Lantinghei SC Heavy"/>
                <a:cs typeface="Lantinghei SC Heavy"/>
              </a:endParaRPr>
            </a:p>
            <a:p>
              <a:pPr marL="11516">
                <a:spcBef>
                  <a:spcPts val="1075"/>
                </a:spcBef>
              </a:pPr>
              <a:r>
                <a:rPr sz="1632" b="1" spc="-45" dirty="0">
                  <a:latin typeface="Lantinghei SC Heavy"/>
                  <a:cs typeface="Lantinghei SC Heavy"/>
                </a:rPr>
                <a:t>2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9397174" y="2985275"/>
              <a:ext cx="166987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363" dirty="0">
                  <a:latin typeface="Lantinghei SC Heavy"/>
                  <a:cs typeface="Lantinghei SC Heavy"/>
                </a:rPr>
                <a:t>K</a:t>
              </a:r>
              <a:endParaRPr sz="1632">
                <a:latin typeface="Lantinghei SC Heavy"/>
                <a:cs typeface="Lantinghei SC Heavy"/>
              </a:endParaRPr>
            </a:p>
          </p:txBody>
        </p:sp>
        <p:grpSp>
          <p:nvGrpSpPr>
            <p:cNvPr id="15" name="object 15"/>
            <p:cNvGrpSpPr/>
            <p:nvPr/>
          </p:nvGrpSpPr>
          <p:grpSpPr>
            <a:xfrm>
              <a:off x="4174274" y="1656746"/>
              <a:ext cx="4088312" cy="1740700"/>
              <a:chOff x="3227463" y="1827022"/>
              <a:chExt cx="4508500" cy="1919605"/>
            </a:xfrm>
          </p:grpSpPr>
          <p:sp>
            <p:nvSpPr>
              <p:cNvPr id="16" name="object 16"/>
              <p:cNvSpPr/>
              <p:nvPr/>
            </p:nvSpPr>
            <p:spPr>
              <a:xfrm>
                <a:off x="4521593" y="2185428"/>
                <a:ext cx="3214370" cy="1340485"/>
              </a:xfrm>
              <a:custGeom>
                <a:avLst/>
                <a:gdLst/>
                <a:ahLst/>
                <a:cxnLst/>
                <a:rect l="l" t="t" r="r" b="b"/>
                <a:pathLst>
                  <a:path w="3214370" h="1340485">
                    <a:moveTo>
                      <a:pt x="379476" y="635508"/>
                    </a:moveTo>
                    <a:lnTo>
                      <a:pt x="252222" y="597408"/>
                    </a:lnTo>
                    <a:lnTo>
                      <a:pt x="294081" y="628650"/>
                    </a:lnTo>
                    <a:lnTo>
                      <a:pt x="0" y="628650"/>
                    </a:lnTo>
                    <a:lnTo>
                      <a:pt x="0" y="641604"/>
                    </a:lnTo>
                    <a:lnTo>
                      <a:pt x="295097" y="641604"/>
                    </a:lnTo>
                    <a:lnTo>
                      <a:pt x="252222" y="673608"/>
                    </a:lnTo>
                    <a:lnTo>
                      <a:pt x="303276" y="658317"/>
                    </a:lnTo>
                    <a:lnTo>
                      <a:pt x="379476" y="635508"/>
                    </a:lnTo>
                    <a:close/>
                  </a:path>
                  <a:path w="3214370" h="1340485">
                    <a:moveTo>
                      <a:pt x="3214103" y="1302258"/>
                    </a:moveTo>
                    <a:lnTo>
                      <a:pt x="3087624" y="1264158"/>
                    </a:lnTo>
                    <a:lnTo>
                      <a:pt x="3128848" y="1295400"/>
                    </a:lnTo>
                    <a:lnTo>
                      <a:pt x="2606027" y="1295400"/>
                    </a:lnTo>
                    <a:lnTo>
                      <a:pt x="2606027" y="1308354"/>
                    </a:lnTo>
                    <a:lnTo>
                      <a:pt x="3129851" y="1308354"/>
                    </a:lnTo>
                    <a:lnTo>
                      <a:pt x="3087624" y="1340358"/>
                    </a:lnTo>
                    <a:lnTo>
                      <a:pt x="3137903" y="1325206"/>
                    </a:lnTo>
                    <a:lnTo>
                      <a:pt x="3214103" y="1302258"/>
                    </a:lnTo>
                    <a:close/>
                  </a:path>
                  <a:path w="3214370" h="1340485">
                    <a:moveTo>
                      <a:pt x="3214103" y="464058"/>
                    </a:moveTo>
                    <a:lnTo>
                      <a:pt x="3087624" y="425958"/>
                    </a:lnTo>
                    <a:lnTo>
                      <a:pt x="3128848" y="457200"/>
                    </a:lnTo>
                    <a:lnTo>
                      <a:pt x="2606027" y="457200"/>
                    </a:lnTo>
                    <a:lnTo>
                      <a:pt x="2606027" y="470154"/>
                    </a:lnTo>
                    <a:lnTo>
                      <a:pt x="3129851" y="470154"/>
                    </a:lnTo>
                    <a:lnTo>
                      <a:pt x="3087624" y="502158"/>
                    </a:lnTo>
                    <a:lnTo>
                      <a:pt x="3137903" y="487006"/>
                    </a:lnTo>
                    <a:lnTo>
                      <a:pt x="3214103" y="464058"/>
                    </a:lnTo>
                    <a:close/>
                  </a:path>
                  <a:path w="3214370" h="1340485">
                    <a:moveTo>
                      <a:pt x="3214103" y="38100"/>
                    </a:moveTo>
                    <a:lnTo>
                      <a:pt x="3087624" y="0"/>
                    </a:lnTo>
                    <a:lnTo>
                      <a:pt x="3129851" y="32004"/>
                    </a:lnTo>
                    <a:lnTo>
                      <a:pt x="2606027" y="32004"/>
                    </a:lnTo>
                    <a:lnTo>
                      <a:pt x="2606027" y="44958"/>
                    </a:lnTo>
                    <a:lnTo>
                      <a:pt x="3128848" y="44958"/>
                    </a:lnTo>
                    <a:lnTo>
                      <a:pt x="3087624" y="76200"/>
                    </a:lnTo>
                    <a:lnTo>
                      <a:pt x="3137903" y="61048"/>
                    </a:lnTo>
                    <a:lnTo>
                      <a:pt x="3214103" y="381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3251339" y="1833372"/>
                <a:ext cx="127508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275079" h="132080">
                    <a:moveTo>
                      <a:pt x="637032" y="0"/>
                    </a:moveTo>
                    <a:lnTo>
                      <a:pt x="557080" y="516"/>
                    </a:lnTo>
                    <a:lnTo>
                      <a:pt x="480105" y="2024"/>
                    </a:lnTo>
                    <a:lnTo>
                      <a:pt x="406700" y="4457"/>
                    </a:lnTo>
                    <a:lnTo>
                      <a:pt x="337462" y="7752"/>
                    </a:lnTo>
                    <a:lnTo>
                      <a:pt x="272985" y="11844"/>
                    </a:lnTo>
                    <a:lnTo>
                      <a:pt x="213864" y="16668"/>
                    </a:lnTo>
                    <a:lnTo>
                      <a:pt x="160696" y="22161"/>
                    </a:lnTo>
                    <a:lnTo>
                      <a:pt x="114074" y="28257"/>
                    </a:lnTo>
                    <a:lnTo>
                      <a:pt x="74594" y="34892"/>
                    </a:lnTo>
                    <a:lnTo>
                      <a:pt x="19442" y="49521"/>
                    </a:lnTo>
                    <a:lnTo>
                      <a:pt x="0" y="65532"/>
                    </a:lnTo>
                    <a:lnTo>
                      <a:pt x="4959" y="73840"/>
                    </a:lnTo>
                    <a:lnTo>
                      <a:pt x="42852" y="89477"/>
                    </a:lnTo>
                    <a:lnTo>
                      <a:pt x="114074" y="103390"/>
                    </a:lnTo>
                    <a:lnTo>
                      <a:pt x="160696" y="109545"/>
                    </a:lnTo>
                    <a:lnTo>
                      <a:pt x="213864" y="115082"/>
                    </a:lnTo>
                    <a:lnTo>
                      <a:pt x="272985" y="119938"/>
                    </a:lnTo>
                    <a:lnTo>
                      <a:pt x="337462" y="124051"/>
                    </a:lnTo>
                    <a:lnTo>
                      <a:pt x="406700" y="127359"/>
                    </a:lnTo>
                    <a:lnTo>
                      <a:pt x="480105" y="129799"/>
                    </a:lnTo>
                    <a:lnTo>
                      <a:pt x="557080" y="131308"/>
                    </a:lnTo>
                    <a:lnTo>
                      <a:pt x="637032" y="131826"/>
                    </a:lnTo>
                    <a:lnTo>
                      <a:pt x="716996" y="131308"/>
                    </a:lnTo>
                    <a:lnTo>
                      <a:pt x="794007" y="129799"/>
                    </a:lnTo>
                    <a:lnTo>
                      <a:pt x="867466" y="127359"/>
                    </a:lnTo>
                    <a:lnTo>
                      <a:pt x="936773" y="124051"/>
                    </a:lnTo>
                    <a:lnTo>
                      <a:pt x="1001330" y="119938"/>
                    </a:lnTo>
                    <a:lnTo>
                      <a:pt x="1060536" y="115082"/>
                    </a:lnTo>
                    <a:lnTo>
                      <a:pt x="1113792" y="109545"/>
                    </a:lnTo>
                    <a:lnTo>
                      <a:pt x="1160499" y="103390"/>
                    </a:lnTo>
                    <a:lnTo>
                      <a:pt x="1200059" y="96680"/>
                    </a:lnTo>
                    <a:lnTo>
                      <a:pt x="1255335" y="81843"/>
                    </a:lnTo>
                    <a:lnTo>
                      <a:pt x="1274826" y="65531"/>
                    </a:lnTo>
                    <a:lnTo>
                      <a:pt x="1269853" y="57386"/>
                    </a:lnTo>
                    <a:lnTo>
                      <a:pt x="1231870" y="42001"/>
                    </a:lnTo>
                    <a:lnTo>
                      <a:pt x="1160499" y="28257"/>
                    </a:lnTo>
                    <a:lnTo>
                      <a:pt x="1113792" y="22161"/>
                    </a:lnTo>
                    <a:lnTo>
                      <a:pt x="1060536" y="16668"/>
                    </a:lnTo>
                    <a:lnTo>
                      <a:pt x="1001330" y="11844"/>
                    </a:lnTo>
                    <a:lnTo>
                      <a:pt x="936773" y="7752"/>
                    </a:lnTo>
                    <a:lnTo>
                      <a:pt x="867466" y="4457"/>
                    </a:lnTo>
                    <a:lnTo>
                      <a:pt x="794007" y="2024"/>
                    </a:lnTo>
                    <a:lnTo>
                      <a:pt x="716996" y="516"/>
                    </a:lnTo>
                    <a:lnTo>
                      <a:pt x="637032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3243719" y="1899666"/>
                <a:ext cx="0" cy="1718310"/>
              </a:xfrm>
              <a:custGeom>
                <a:avLst/>
                <a:gdLst/>
                <a:ahLst/>
                <a:cxnLst/>
                <a:rect l="l" t="t" r="r" b="b"/>
                <a:pathLst>
                  <a:path h="1718310">
                    <a:moveTo>
                      <a:pt x="0" y="0"/>
                    </a:moveTo>
                    <a:lnTo>
                      <a:pt x="0" y="171831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4535309" y="1899666"/>
                <a:ext cx="0" cy="1718310"/>
              </a:xfrm>
              <a:custGeom>
                <a:avLst/>
                <a:gdLst/>
                <a:ahLst/>
                <a:cxnLst/>
                <a:rect l="l" t="t" r="r" b="b"/>
                <a:pathLst>
                  <a:path h="1718310">
                    <a:moveTo>
                      <a:pt x="0" y="0"/>
                    </a:moveTo>
                    <a:lnTo>
                      <a:pt x="0" y="171831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3233813" y="3622548"/>
                <a:ext cx="129286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1292860" h="117475">
                    <a:moveTo>
                      <a:pt x="1292352" y="0"/>
                    </a:moveTo>
                    <a:lnTo>
                      <a:pt x="1292352" y="762"/>
                    </a:lnTo>
                    <a:lnTo>
                      <a:pt x="1292352" y="2286"/>
                    </a:lnTo>
                    <a:lnTo>
                      <a:pt x="1292352" y="3048"/>
                    </a:lnTo>
                    <a:lnTo>
                      <a:pt x="1288001" y="16399"/>
                    </a:lnTo>
                    <a:lnTo>
                      <a:pt x="1254652" y="41644"/>
                    </a:lnTo>
                    <a:lnTo>
                      <a:pt x="1191686" y="64375"/>
                    </a:lnTo>
                    <a:lnTo>
                      <a:pt x="1150313" y="74587"/>
                    </a:lnTo>
                    <a:lnTo>
                      <a:pt x="1102995" y="83915"/>
                    </a:lnTo>
                    <a:lnTo>
                      <a:pt x="1050218" y="92275"/>
                    </a:lnTo>
                    <a:lnTo>
                      <a:pt x="992469" y="99582"/>
                    </a:lnTo>
                    <a:lnTo>
                      <a:pt x="930235" y="105751"/>
                    </a:lnTo>
                    <a:lnTo>
                      <a:pt x="864002" y="110697"/>
                    </a:lnTo>
                    <a:lnTo>
                      <a:pt x="794257" y="114335"/>
                    </a:lnTo>
                    <a:lnTo>
                      <a:pt x="721486" y="116580"/>
                    </a:lnTo>
                    <a:lnTo>
                      <a:pt x="646175" y="117348"/>
                    </a:lnTo>
                    <a:lnTo>
                      <a:pt x="570865" y="116580"/>
                    </a:lnTo>
                    <a:lnTo>
                      <a:pt x="498094" y="114335"/>
                    </a:lnTo>
                    <a:lnTo>
                      <a:pt x="428349" y="110697"/>
                    </a:lnTo>
                    <a:lnTo>
                      <a:pt x="362116" y="105751"/>
                    </a:lnTo>
                    <a:lnTo>
                      <a:pt x="299882" y="99582"/>
                    </a:lnTo>
                    <a:lnTo>
                      <a:pt x="242133" y="92275"/>
                    </a:lnTo>
                    <a:lnTo>
                      <a:pt x="189356" y="83915"/>
                    </a:lnTo>
                    <a:lnTo>
                      <a:pt x="142038" y="74587"/>
                    </a:lnTo>
                    <a:lnTo>
                      <a:pt x="100665" y="64375"/>
                    </a:lnTo>
                    <a:lnTo>
                      <a:pt x="37699" y="41644"/>
                    </a:lnTo>
                    <a:lnTo>
                      <a:pt x="4350" y="16399"/>
                    </a:lnTo>
                    <a:lnTo>
                      <a:pt x="0" y="3048"/>
                    </a:lnTo>
                    <a:lnTo>
                      <a:pt x="0" y="2286"/>
                    </a:lnTo>
                    <a:lnTo>
                      <a:pt x="0" y="762"/>
                    </a:lnTo>
                    <a:lnTo>
                      <a:pt x="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21" name="object 21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139069" y="2076450"/>
                <a:ext cx="291846" cy="291845"/>
              </a:xfrm>
              <a:prstGeom prst="rect">
                <a:avLst/>
              </a:prstGeom>
            </p:spPr>
          </p:pic>
          <p:sp>
            <p:nvSpPr>
              <p:cNvPr id="22" name="object 22"/>
              <p:cNvSpPr/>
              <p:nvPr/>
            </p:nvSpPr>
            <p:spPr>
              <a:xfrm>
                <a:off x="4139069" y="20764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1846" y="291845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23" name="object 23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139069" y="2533650"/>
                <a:ext cx="291846" cy="291845"/>
              </a:xfrm>
              <a:prstGeom prst="rect">
                <a:avLst/>
              </a:prstGeom>
            </p:spPr>
          </p:pic>
          <p:sp>
            <p:nvSpPr>
              <p:cNvPr id="24" name="object 24"/>
              <p:cNvSpPr/>
              <p:nvPr/>
            </p:nvSpPr>
            <p:spPr>
              <a:xfrm>
                <a:off x="4139069" y="25336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1846" y="291845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25" name="object 25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139069" y="3295650"/>
                <a:ext cx="291846" cy="291846"/>
              </a:xfrm>
              <a:prstGeom prst="rect">
                <a:avLst/>
              </a:prstGeom>
            </p:spPr>
          </p:pic>
          <p:sp>
            <p:nvSpPr>
              <p:cNvPr id="26" name="object 26"/>
              <p:cNvSpPr/>
              <p:nvPr/>
            </p:nvSpPr>
            <p:spPr>
              <a:xfrm>
                <a:off x="4139069" y="32956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1846" y="291846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27" name="object 27"/>
            <p:cNvSpPr txBox="1"/>
            <p:nvPr/>
          </p:nvSpPr>
          <p:spPr>
            <a:xfrm>
              <a:off x="4536804" y="2490530"/>
              <a:ext cx="558544" cy="457645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2902" b="1" dirty="0">
                  <a:latin typeface="Lantinghei SC Heavy"/>
                  <a:cs typeface="Lantinghei SC Heavy"/>
                </a:rPr>
                <a:t>.</a:t>
              </a:r>
              <a:r>
                <a:rPr sz="2902" b="1" spc="59" dirty="0">
                  <a:latin typeface="Lantinghei SC Heavy"/>
                  <a:cs typeface="Lantinghei SC Heavy"/>
                </a:rPr>
                <a:t> </a:t>
              </a:r>
              <a:r>
                <a:rPr sz="2902" b="1" dirty="0">
                  <a:latin typeface="Lantinghei SC Heavy"/>
                  <a:cs typeface="Lantinghei SC Heavy"/>
                </a:rPr>
                <a:t>.</a:t>
              </a:r>
              <a:r>
                <a:rPr sz="2902" b="1" spc="63" dirty="0">
                  <a:latin typeface="Lantinghei SC Heavy"/>
                  <a:cs typeface="Lantinghei SC Heavy"/>
                </a:rPr>
                <a:t> </a:t>
              </a:r>
              <a:r>
                <a:rPr sz="2902" b="1" spc="-45" dirty="0">
                  <a:latin typeface="Lantinghei SC Heavy"/>
                  <a:cs typeface="Lantinghei SC Heavy"/>
                </a:rPr>
                <a:t>.</a:t>
              </a:r>
              <a:endParaRPr sz="2902">
                <a:latin typeface="Lantinghei SC Heavy"/>
                <a:cs typeface="Lantinghei SC Heavy"/>
              </a:endParaRPr>
            </a:p>
          </p:txBody>
        </p:sp>
        <p:grpSp>
          <p:nvGrpSpPr>
            <p:cNvPr id="28" name="object 28"/>
            <p:cNvGrpSpPr/>
            <p:nvPr/>
          </p:nvGrpSpPr>
          <p:grpSpPr>
            <a:xfrm>
              <a:off x="4277921" y="1877169"/>
              <a:ext cx="3320170" cy="1381965"/>
              <a:chOff x="3341763" y="2070100"/>
              <a:chExt cx="3661410" cy="1524000"/>
            </a:xfrm>
          </p:grpSpPr>
          <p:pic>
            <p:nvPicPr>
              <p:cNvPr id="29" name="object 29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35209" y="2076450"/>
                <a:ext cx="292608" cy="291845"/>
              </a:xfrm>
              <a:prstGeom prst="rect">
                <a:avLst/>
              </a:prstGeom>
            </p:spPr>
          </p:pic>
          <p:sp>
            <p:nvSpPr>
              <p:cNvPr id="30" name="object 30"/>
              <p:cNvSpPr/>
              <p:nvPr/>
            </p:nvSpPr>
            <p:spPr>
              <a:xfrm>
                <a:off x="3735209" y="2076450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2608" y="291845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31" name="object 31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35209" y="2533650"/>
                <a:ext cx="292608" cy="291845"/>
              </a:xfrm>
              <a:prstGeom prst="rect">
                <a:avLst/>
              </a:prstGeom>
            </p:spPr>
          </p:pic>
          <p:sp>
            <p:nvSpPr>
              <p:cNvPr id="32" name="object 32"/>
              <p:cNvSpPr/>
              <p:nvPr/>
            </p:nvSpPr>
            <p:spPr>
              <a:xfrm>
                <a:off x="3735209" y="2533650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2608" y="291845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33" name="object 33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35209" y="3295650"/>
                <a:ext cx="292608" cy="291846"/>
              </a:xfrm>
              <a:prstGeom prst="rect">
                <a:avLst/>
              </a:prstGeom>
            </p:spPr>
          </p:pic>
          <p:sp>
            <p:nvSpPr>
              <p:cNvPr id="34" name="object 34"/>
              <p:cNvSpPr/>
              <p:nvPr/>
            </p:nvSpPr>
            <p:spPr>
              <a:xfrm>
                <a:off x="3735209" y="3295650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2608" y="291846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35" name="object 35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348113" y="2076450"/>
                <a:ext cx="291846" cy="291845"/>
              </a:xfrm>
              <a:prstGeom prst="rect">
                <a:avLst/>
              </a:prstGeom>
            </p:spPr>
          </p:pic>
          <p:sp>
            <p:nvSpPr>
              <p:cNvPr id="36" name="object 36"/>
              <p:cNvSpPr/>
              <p:nvPr/>
            </p:nvSpPr>
            <p:spPr>
              <a:xfrm>
                <a:off x="3348113" y="20764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1846" y="291845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37" name="object 37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348113" y="2533650"/>
                <a:ext cx="291846" cy="291845"/>
              </a:xfrm>
              <a:prstGeom prst="rect">
                <a:avLst/>
              </a:prstGeom>
            </p:spPr>
          </p:pic>
          <p:sp>
            <p:nvSpPr>
              <p:cNvPr id="38" name="object 38"/>
              <p:cNvSpPr/>
              <p:nvPr/>
            </p:nvSpPr>
            <p:spPr>
              <a:xfrm>
                <a:off x="3348113" y="25336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1846" y="291845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39" name="object 39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348113" y="3295650"/>
                <a:ext cx="291846" cy="291846"/>
              </a:xfrm>
              <a:prstGeom prst="rect">
                <a:avLst/>
              </a:prstGeom>
            </p:spPr>
          </p:pic>
          <p:sp>
            <p:nvSpPr>
              <p:cNvPr id="40" name="object 40"/>
              <p:cNvSpPr/>
              <p:nvPr/>
            </p:nvSpPr>
            <p:spPr>
              <a:xfrm>
                <a:off x="3348113" y="32956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1846" y="291846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41" name="object 41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59743" y="3052572"/>
                <a:ext cx="291846" cy="291846"/>
              </a:xfrm>
              <a:prstGeom prst="rect">
                <a:avLst/>
              </a:prstGeom>
            </p:spPr>
          </p:pic>
          <p:sp>
            <p:nvSpPr>
              <p:cNvPr id="42" name="object 42"/>
              <p:cNvSpPr/>
              <p:nvPr/>
            </p:nvSpPr>
            <p:spPr>
              <a:xfrm>
                <a:off x="4959743" y="3052572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1846" y="291846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43" name="object 4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58219" y="2665476"/>
                <a:ext cx="291846" cy="291846"/>
              </a:xfrm>
              <a:prstGeom prst="rect">
                <a:avLst/>
              </a:prstGeom>
            </p:spPr>
          </p:pic>
          <p:sp>
            <p:nvSpPr>
              <p:cNvPr id="44" name="object 44"/>
              <p:cNvSpPr/>
              <p:nvPr/>
            </p:nvSpPr>
            <p:spPr>
              <a:xfrm>
                <a:off x="4958219" y="2665476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1846" y="291845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pic>
            <p:nvPicPr>
              <p:cNvPr id="45" name="object 45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958219" y="2247900"/>
                <a:ext cx="291846" cy="291845"/>
              </a:xfrm>
              <a:prstGeom prst="rect">
                <a:avLst/>
              </a:prstGeom>
            </p:spPr>
          </p:pic>
          <p:sp>
            <p:nvSpPr>
              <p:cNvPr id="46" name="object 46"/>
              <p:cNvSpPr/>
              <p:nvPr/>
            </p:nvSpPr>
            <p:spPr>
              <a:xfrm>
                <a:off x="4958219" y="224790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1846" y="291845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7" name="object 47"/>
              <p:cNvSpPr/>
              <p:nvPr/>
            </p:nvSpPr>
            <p:spPr>
              <a:xfrm>
                <a:off x="4504068" y="2387358"/>
                <a:ext cx="44577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45770" h="762000">
                    <a:moveTo>
                      <a:pt x="445770" y="762000"/>
                    </a:moveTo>
                    <a:lnTo>
                      <a:pt x="406908" y="686562"/>
                    </a:lnTo>
                    <a:lnTo>
                      <a:pt x="387146" y="713676"/>
                    </a:lnTo>
                    <a:lnTo>
                      <a:pt x="7620" y="437388"/>
                    </a:lnTo>
                    <a:lnTo>
                      <a:pt x="3810" y="436626"/>
                    </a:lnTo>
                    <a:lnTo>
                      <a:pt x="762" y="438150"/>
                    </a:lnTo>
                    <a:lnTo>
                      <a:pt x="0" y="441960"/>
                    </a:lnTo>
                    <a:lnTo>
                      <a:pt x="1524" y="445008"/>
                    </a:lnTo>
                    <a:lnTo>
                      <a:pt x="381660" y="721207"/>
                    </a:lnTo>
                    <a:lnTo>
                      <a:pt x="361950" y="748284"/>
                    </a:lnTo>
                    <a:lnTo>
                      <a:pt x="398526" y="754265"/>
                    </a:lnTo>
                    <a:lnTo>
                      <a:pt x="399288" y="754392"/>
                    </a:lnTo>
                    <a:lnTo>
                      <a:pt x="445770" y="762000"/>
                    </a:lnTo>
                    <a:close/>
                  </a:path>
                  <a:path w="445770" h="762000">
                    <a:moveTo>
                      <a:pt x="445770" y="0"/>
                    </a:moveTo>
                    <a:lnTo>
                      <a:pt x="364998" y="26670"/>
                    </a:lnTo>
                    <a:lnTo>
                      <a:pt x="388620" y="50292"/>
                    </a:lnTo>
                    <a:lnTo>
                      <a:pt x="31242" y="407670"/>
                    </a:lnTo>
                    <a:lnTo>
                      <a:pt x="29718" y="411480"/>
                    </a:lnTo>
                    <a:lnTo>
                      <a:pt x="31242" y="414528"/>
                    </a:lnTo>
                    <a:lnTo>
                      <a:pt x="35052" y="416052"/>
                    </a:lnTo>
                    <a:lnTo>
                      <a:pt x="38100" y="414528"/>
                    </a:lnTo>
                    <a:lnTo>
                      <a:pt x="395478" y="57150"/>
                    </a:lnTo>
                    <a:lnTo>
                      <a:pt x="406146" y="67818"/>
                    </a:lnTo>
                    <a:lnTo>
                      <a:pt x="419100" y="80772"/>
                    </a:lnTo>
                    <a:lnTo>
                      <a:pt x="44577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8" name="object 48"/>
              <p:cNvSpPr/>
              <p:nvPr/>
            </p:nvSpPr>
            <p:spPr>
              <a:xfrm>
                <a:off x="6703949" y="3055619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100">
                    <a:moveTo>
                      <a:pt x="292607" y="291845"/>
                    </a:moveTo>
                    <a:lnTo>
                      <a:pt x="292607" y="0"/>
                    </a:lnTo>
                    <a:lnTo>
                      <a:pt x="0" y="0"/>
                    </a:lnTo>
                    <a:lnTo>
                      <a:pt x="0" y="291845"/>
                    </a:lnTo>
                    <a:lnTo>
                      <a:pt x="292607" y="29184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6703949" y="3055619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2607" y="291845"/>
                    </a:lnTo>
                    <a:lnTo>
                      <a:pt x="292607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0" name="object 50"/>
              <p:cNvSpPr/>
              <p:nvPr/>
            </p:nvSpPr>
            <p:spPr>
              <a:xfrm>
                <a:off x="6702425" y="2668523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100">
                    <a:moveTo>
                      <a:pt x="292607" y="291845"/>
                    </a:moveTo>
                    <a:lnTo>
                      <a:pt x="292607" y="0"/>
                    </a:lnTo>
                    <a:lnTo>
                      <a:pt x="0" y="0"/>
                    </a:lnTo>
                    <a:lnTo>
                      <a:pt x="0" y="291845"/>
                    </a:lnTo>
                    <a:lnTo>
                      <a:pt x="292607" y="29184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1" name="object 51"/>
              <p:cNvSpPr/>
              <p:nvPr/>
            </p:nvSpPr>
            <p:spPr>
              <a:xfrm>
                <a:off x="6702425" y="2668523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1846" y="291845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2" name="object 52"/>
              <p:cNvSpPr/>
              <p:nvPr/>
            </p:nvSpPr>
            <p:spPr>
              <a:xfrm>
                <a:off x="6702425" y="2250947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100">
                    <a:moveTo>
                      <a:pt x="292607" y="291845"/>
                    </a:moveTo>
                    <a:lnTo>
                      <a:pt x="292607" y="0"/>
                    </a:lnTo>
                    <a:lnTo>
                      <a:pt x="0" y="0"/>
                    </a:lnTo>
                    <a:lnTo>
                      <a:pt x="0" y="291845"/>
                    </a:lnTo>
                    <a:lnTo>
                      <a:pt x="292607" y="29184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3" name="object 53"/>
              <p:cNvSpPr/>
              <p:nvPr/>
            </p:nvSpPr>
            <p:spPr>
              <a:xfrm>
                <a:off x="6702425" y="2250947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1846" y="291845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54" name="object 54"/>
            <p:cNvSpPr txBox="1"/>
            <p:nvPr/>
          </p:nvSpPr>
          <p:spPr>
            <a:xfrm>
              <a:off x="6465802" y="1920240"/>
              <a:ext cx="364493" cy="878986"/>
            </a:xfrm>
            <a:prstGeom prst="rect">
              <a:avLst/>
            </a:prstGeom>
            <a:ln w="9525">
              <a:solidFill>
                <a:srgbClr val="6666FF"/>
              </a:solidFill>
            </a:ln>
          </p:spPr>
          <p:txBody>
            <a:bodyPr vert="horz" wrap="square" lIns="0" tIns="37428" rIns="0" bIns="0" rtlCol="0">
              <a:spAutoFit/>
            </a:bodyPr>
            <a:lstStyle/>
            <a:p>
              <a:pPr marL="90403" marR="81766">
                <a:lnSpc>
                  <a:spcPct val="200599"/>
                </a:lnSpc>
                <a:spcBef>
                  <a:spcPts val="295"/>
                </a:spcBef>
              </a:pPr>
              <a:r>
                <a:rPr sz="1451" b="1" spc="-45" dirty="0">
                  <a:latin typeface="Lantinghei SC Heavy"/>
                  <a:cs typeface="Lantinghei SC Heavy"/>
                </a:rPr>
                <a:t>处理</a:t>
              </a:r>
              <a:endParaRPr sz="1451">
                <a:latin typeface="Lantinghei SC Heavy"/>
                <a:cs typeface="Lantinghei SC Heavy"/>
              </a:endParaRPr>
            </a:p>
          </p:txBody>
        </p:sp>
        <p:grpSp>
          <p:nvGrpSpPr>
            <p:cNvPr id="55" name="object 55"/>
            <p:cNvGrpSpPr/>
            <p:nvPr/>
          </p:nvGrpSpPr>
          <p:grpSpPr>
            <a:xfrm>
              <a:off x="5995243" y="1656746"/>
              <a:ext cx="3378903" cy="1740700"/>
              <a:chOff x="5235587" y="1827022"/>
              <a:chExt cx="3726179" cy="1919605"/>
            </a:xfrm>
          </p:grpSpPr>
          <p:sp>
            <p:nvSpPr>
              <p:cNvPr id="56" name="object 56"/>
              <p:cNvSpPr/>
              <p:nvPr/>
            </p:nvSpPr>
            <p:spPr>
              <a:xfrm>
                <a:off x="5235588" y="2352306"/>
                <a:ext cx="1481455" cy="889635"/>
              </a:xfrm>
              <a:custGeom>
                <a:avLst/>
                <a:gdLst/>
                <a:ahLst/>
                <a:cxnLst/>
                <a:rect l="l" t="t" r="r" b="b"/>
                <a:pathLst>
                  <a:path w="1481454" h="889635">
                    <a:moveTo>
                      <a:pt x="477774" y="38100"/>
                    </a:moveTo>
                    <a:lnTo>
                      <a:pt x="401574" y="0"/>
                    </a:lnTo>
                    <a:lnTo>
                      <a:pt x="401574" y="33528"/>
                    </a:lnTo>
                    <a:lnTo>
                      <a:pt x="4572" y="33528"/>
                    </a:lnTo>
                    <a:lnTo>
                      <a:pt x="1524" y="35052"/>
                    </a:lnTo>
                    <a:lnTo>
                      <a:pt x="0" y="38100"/>
                    </a:lnTo>
                    <a:lnTo>
                      <a:pt x="1524" y="41910"/>
                    </a:lnTo>
                    <a:lnTo>
                      <a:pt x="4572" y="42672"/>
                    </a:lnTo>
                    <a:lnTo>
                      <a:pt x="401574" y="42672"/>
                    </a:lnTo>
                    <a:lnTo>
                      <a:pt x="401574" y="76200"/>
                    </a:lnTo>
                    <a:lnTo>
                      <a:pt x="419100" y="67437"/>
                    </a:lnTo>
                    <a:lnTo>
                      <a:pt x="477774" y="38100"/>
                    </a:lnTo>
                    <a:close/>
                  </a:path>
                  <a:path w="1481454" h="889635">
                    <a:moveTo>
                      <a:pt x="487680" y="444246"/>
                    </a:moveTo>
                    <a:lnTo>
                      <a:pt x="411480" y="406146"/>
                    </a:lnTo>
                    <a:lnTo>
                      <a:pt x="411480" y="439674"/>
                    </a:lnTo>
                    <a:lnTo>
                      <a:pt x="14478" y="439674"/>
                    </a:lnTo>
                    <a:lnTo>
                      <a:pt x="10668" y="441198"/>
                    </a:lnTo>
                    <a:lnTo>
                      <a:pt x="9906" y="444246"/>
                    </a:lnTo>
                    <a:lnTo>
                      <a:pt x="10668" y="448056"/>
                    </a:lnTo>
                    <a:lnTo>
                      <a:pt x="14478" y="449580"/>
                    </a:lnTo>
                    <a:lnTo>
                      <a:pt x="411480" y="449580"/>
                    </a:lnTo>
                    <a:lnTo>
                      <a:pt x="411480" y="482346"/>
                    </a:lnTo>
                    <a:lnTo>
                      <a:pt x="429006" y="473583"/>
                    </a:lnTo>
                    <a:lnTo>
                      <a:pt x="487680" y="444246"/>
                    </a:lnTo>
                    <a:close/>
                  </a:path>
                  <a:path w="1481454" h="889635">
                    <a:moveTo>
                      <a:pt x="496824" y="851154"/>
                    </a:moveTo>
                    <a:lnTo>
                      <a:pt x="420624" y="813054"/>
                    </a:lnTo>
                    <a:lnTo>
                      <a:pt x="420624" y="846582"/>
                    </a:lnTo>
                    <a:lnTo>
                      <a:pt x="23622" y="846582"/>
                    </a:lnTo>
                    <a:lnTo>
                      <a:pt x="20574" y="847344"/>
                    </a:lnTo>
                    <a:lnTo>
                      <a:pt x="19050" y="851154"/>
                    </a:lnTo>
                    <a:lnTo>
                      <a:pt x="20574" y="854202"/>
                    </a:lnTo>
                    <a:lnTo>
                      <a:pt x="23622" y="855726"/>
                    </a:lnTo>
                    <a:lnTo>
                      <a:pt x="420624" y="855726"/>
                    </a:lnTo>
                    <a:lnTo>
                      <a:pt x="420624" y="889254"/>
                    </a:lnTo>
                    <a:lnTo>
                      <a:pt x="438150" y="880491"/>
                    </a:lnTo>
                    <a:lnTo>
                      <a:pt x="496824" y="851154"/>
                    </a:lnTo>
                    <a:close/>
                  </a:path>
                  <a:path w="1481454" h="889635">
                    <a:moveTo>
                      <a:pt x="1399032" y="508254"/>
                    </a:moveTo>
                    <a:lnTo>
                      <a:pt x="1322832" y="470154"/>
                    </a:lnTo>
                    <a:lnTo>
                      <a:pt x="1322832" y="503682"/>
                    </a:lnTo>
                    <a:lnTo>
                      <a:pt x="925830" y="503682"/>
                    </a:lnTo>
                    <a:lnTo>
                      <a:pt x="922020" y="504444"/>
                    </a:lnTo>
                    <a:lnTo>
                      <a:pt x="920496" y="508254"/>
                    </a:lnTo>
                    <a:lnTo>
                      <a:pt x="922020" y="511302"/>
                    </a:lnTo>
                    <a:lnTo>
                      <a:pt x="925830" y="512826"/>
                    </a:lnTo>
                    <a:lnTo>
                      <a:pt x="1322832" y="512826"/>
                    </a:lnTo>
                    <a:lnTo>
                      <a:pt x="1322832" y="546354"/>
                    </a:lnTo>
                    <a:lnTo>
                      <a:pt x="1339596" y="537972"/>
                    </a:lnTo>
                    <a:lnTo>
                      <a:pt x="1399032" y="508254"/>
                    </a:lnTo>
                    <a:close/>
                  </a:path>
                  <a:path w="1481454" h="889635">
                    <a:moveTo>
                      <a:pt x="1466850" y="38100"/>
                    </a:moveTo>
                    <a:lnTo>
                      <a:pt x="1383792" y="57912"/>
                    </a:lnTo>
                    <a:lnTo>
                      <a:pt x="1405178" y="83642"/>
                    </a:lnTo>
                    <a:lnTo>
                      <a:pt x="915924" y="491490"/>
                    </a:lnTo>
                    <a:lnTo>
                      <a:pt x="914400" y="495300"/>
                    </a:lnTo>
                    <a:lnTo>
                      <a:pt x="915924" y="498348"/>
                    </a:lnTo>
                    <a:lnTo>
                      <a:pt x="918972" y="499872"/>
                    </a:lnTo>
                    <a:lnTo>
                      <a:pt x="922020" y="499110"/>
                    </a:lnTo>
                    <a:lnTo>
                      <a:pt x="1411046" y="90703"/>
                    </a:lnTo>
                    <a:lnTo>
                      <a:pt x="1422654" y="104660"/>
                    </a:lnTo>
                    <a:lnTo>
                      <a:pt x="1432560" y="116586"/>
                    </a:lnTo>
                    <a:lnTo>
                      <a:pt x="1466850" y="38100"/>
                    </a:lnTo>
                    <a:close/>
                  </a:path>
                  <a:path w="1481454" h="889635">
                    <a:moveTo>
                      <a:pt x="1481328" y="854202"/>
                    </a:moveTo>
                    <a:lnTo>
                      <a:pt x="1434846" y="782574"/>
                    </a:lnTo>
                    <a:lnTo>
                      <a:pt x="1417891" y="811161"/>
                    </a:lnTo>
                    <a:lnTo>
                      <a:pt x="920496" y="515112"/>
                    </a:lnTo>
                    <a:lnTo>
                      <a:pt x="916686" y="514350"/>
                    </a:lnTo>
                    <a:lnTo>
                      <a:pt x="913638" y="516636"/>
                    </a:lnTo>
                    <a:lnTo>
                      <a:pt x="912876" y="520446"/>
                    </a:lnTo>
                    <a:lnTo>
                      <a:pt x="915162" y="523494"/>
                    </a:lnTo>
                    <a:lnTo>
                      <a:pt x="1413014" y="819365"/>
                    </a:lnTo>
                    <a:lnTo>
                      <a:pt x="1395984" y="848106"/>
                    </a:lnTo>
                    <a:lnTo>
                      <a:pt x="1431036" y="850607"/>
                    </a:lnTo>
                    <a:lnTo>
                      <a:pt x="1481328" y="85420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7" name="object 57"/>
              <p:cNvSpPr/>
              <p:nvPr/>
            </p:nvSpPr>
            <p:spPr>
              <a:xfrm>
                <a:off x="7670939" y="1833372"/>
                <a:ext cx="127508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275079" h="132080">
                    <a:moveTo>
                      <a:pt x="637031" y="0"/>
                    </a:moveTo>
                    <a:lnTo>
                      <a:pt x="557080" y="516"/>
                    </a:lnTo>
                    <a:lnTo>
                      <a:pt x="480105" y="2024"/>
                    </a:lnTo>
                    <a:lnTo>
                      <a:pt x="406700" y="4457"/>
                    </a:lnTo>
                    <a:lnTo>
                      <a:pt x="337462" y="7752"/>
                    </a:lnTo>
                    <a:lnTo>
                      <a:pt x="272985" y="11844"/>
                    </a:lnTo>
                    <a:lnTo>
                      <a:pt x="213864" y="16668"/>
                    </a:lnTo>
                    <a:lnTo>
                      <a:pt x="160696" y="22161"/>
                    </a:lnTo>
                    <a:lnTo>
                      <a:pt x="114074" y="28257"/>
                    </a:lnTo>
                    <a:lnTo>
                      <a:pt x="74594" y="34892"/>
                    </a:lnTo>
                    <a:lnTo>
                      <a:pt x="19442" y="49521"/>
                    </a:lnTo>
                    <a:lnTo>
                      <a:pt x="0" y="65532"/>
                    </a:lnTo>
                    <a:lnTo>
                      <a:pt x="4959" y="73840"/>
                    </a:lnTo>
                    <a:lnTo>
                      <a:pt x="42852" y="89477"/>
                    </a:lnTo>
                    <a:lnTo>
                      <a:pt x="114074" y="103390"/>
                    </a:lnTo>
                    <a:lnTo>
                      <a:pt x="160696" y="109545"/>
                    </a:lnTo>
                    <a:lnTo>
                      <a:pt x="213864" y="115082"/>
                    </a:lnTo>
                    <a:lnTo>
                      <a:pt x="272985" y="119938"/>
                    </a:lnTo>
                    <a:lnTo>
                      <a:pt x="337462" y="124051"/>
                    </a:lnTo>
                    <a:lnTo>
                      <a:pt x="406700" y="127359"/>
                    </a:lnTo>
                    <a:lnTo>
                      <a:pt x="480105" y="129799"/>
                    </a:lnTo>
                    <a:lnTo>
                      <a:pt x="557080" y="131308"/>
                    </a:lnTo>
                    <a:lnTo>
                      <a:pt x="637031" y="131826"/>
                    </a:lnTo>
                    <a:lnTo>
                      <a:pt x="716996" y="131308"/>
                    </a:lnTo>
                    <a:lnTo>
                      <a:pt x="794007" y="129799"/>
                    </a:lnTo>
                    <a:lnTo>
                      <a:pt x="867466" y="127359"/>
                    </a:lnTo>
                    <a:lnTo>
                      <a:pt x="936773" y="124051"/>
                    </a:lnTo>
                    <a:lnTo>
                      <a:pt x="1001330" y="119938"/>
                    </a:lnTo>
                    <a:lnTo>
                      <a:pt x="1060536" y="115082"/>
                    </a:lnTo>
                    <a:lnTo>
                      <a:pt x="1113792" y="109545"/>
                    </a:lnTo>
                    <a:lnTo>
                      <a:pt x="1160499" y="103390"/>
                    </a:lnTo>
                    <a:lnTo>
                      <a:pt x="1200059" y="96680"/>
                    </a:lnTo>
                    <a:lnTo>
                      <a:pt x="1255335" y="81843"/>
                    </a:lnTo>
                    <a:lnTo>
                      <a:pt x="1274825" y="65531"/>
                    </a:lnTo>
                    <a:lnTo>
                      <a:pt x="1269853" y="57386"/>
                    </a:lnTo>
                    <a:lnTo>
                      <a:pt x="1231870" y="42001"/>
                    </a:lnTo>
                    <a:lnTo>
                      <a:pt x="1160499" y="28257"/>
                    </a:lnTo>
                    <a:lnTo>
                      <a:pt x="1113792" y="22161"/>
                    </a:lnTo>
                    <a:lnTo>
                      <a:pt x="1060536" y="16668"/>
                    </a:lnTo>
                    <a:lnTo>
                      <a:pt x="1001330" y="11844"/>
                    </a:lnTo>
                    <a:lnTo>
                      <a:pt x="936773" y="7752"/>
                    </a:lnTo>
                    <a:lnTo>
                      <a:pt x="867466" y="4457"/>
                    </a:lnTo>
                    <a:lnTo>
                      <a:pt x="794007" y="2024"/>
                    </a:lnTo>
                    <a:lnTo>
                      <a:pt x="716996" y="516"/>
                    </a:lnTo>
                    <a:lnTo>
                      <a:pt x="637031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8" name="object 58"/>
              <p:cNvSpPr/>
              <p:nvPr/>
            </p:nvSpPr>
            <p:spPr>
              <a:xfrm>
                <a:off x="7663319" y="1899666"/>
                <a:ext cx="0" cy="1718310"/>
              </a:xfrm>
              <a:custGeom>
                <a:avLst/>
                <a:gdLst/>
                <a:ahLst/>
                <a:cxnLst/>
                <a:rect l="l" t="t" r="r" b="b"/>
                <a:pathLst>
                  <a:path h="1718310">
                    <a:moveTo>
                      <a:pt x="0" y="0"/>
                    </a:moveTo>
                    <a:lnTo>
                      <a:pt x="0" y="171831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9" name="object 59"/>
              <p:cNvSpPr/>
              <p:nvPr/>
            </p:nvSpPr>
            <p:spPr>
              <a:xfrm>
                <a:off x="8954909" y="1899666"/>
                <a:ext cx="0" cy="1718310"/>
              </a:xfrm>
              <a:custGeom>
                <a:avLst/>
                <a:gdLst/>
                <a:ahLst/>
                <a:cxnLst/>
                <a:rect l="l" t="t" r="r" b="b"/>
                <a:pathLst>
                  <a:path h="1718310">
                    <a:moveTo>
                      <a:pt x="0" y="0"/>
                    </a:moveTo>
                    <a:lnTo>
                      <a:pt x="0" y="171831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0" name="object 60"/>
              <p:cNvSpPr/>
              <p:nvPr/>
            </p:nvSpPr>
            <p:spPr>
              <a:xfrm>
                <a:off x="7653413" y="3622548"/>
                <a:ext cx="129286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1292859" h="117475">
                    <a:moveTo>
                      <a:pt x="1292352" y="0"/>
                    </a:moveTo>
                    <a:lnTo>
                      <a:pt x="1292352" y="762"/>
                    </a:lnTo>
                    <a:lnTo>
                      <a:pt x="1292352" y="2286"/>
                    </a:lnTo>
                    <a:lnTo>
                      <a:pt x="1292352" y="3048"/>
                    </a:lnTo>
                    <a:lnTo>
                      <a:pt x="1288001" y="16399"/>
                    </a:lnTo>
                    <a:lnTo>
                      <a:pt x="1254652" y="41644"/>
                    </a:lnTo>
                    <a:lnTo>
                      <a:pt x="1191686" y="64375"/>
                    </a:lnTo>
                    <a:lnTo>
                      <a:pt x="1150313" y="74587"/>
                    </a:lnTo>
                    <a:lnTo>
                      <a:pt x="1102995" y="83915"/>
                    </a:lnTo>
                    <a:lnTo>
                      <a:pt x="1050218" y="92275"/>
                    </a:lnTo>
                    <a:lnTo>
                      <a:pt x="992469" y="99582"/>
                    </a:lnTo>
                    <a:lnTo>
                      <a:pt x="930235" y="105751"/>
                    </a:lnTo>
                    <a:lnTo>
                      <a:pt x="864002" y="110697"/>
                    </a:lnTo>
                    <a:lnTo>
                      <a:pt x="794257" y="114335"/>
                    </a:lnTo>
                    <a:lnTo>
                      <a:pt x="721486" y="116580"/>
                    </a:lnTo>
                    <a:lnTo>
                      <a:pt x="646175" y="117348"/>
                    </a:lnTo>
                    <a:lnTo>
                      <a:pt x="570865" y="116580"/>
                    </a:lnTo>
                    <a:lnTo>
                      <a:pt x="498094" y="114335"/>
                    </a:lnTo>
                    <a:lnTo>
                      <a:pt x="428349" y="110697"/>
                    </a:lnTo>
                    <a:lnTo>
                      <a:pt x="362116" y="105751"/>
                    </a:lnTo>
                    <a:lnTo>
                      <a:pt x="299882" y="99582"/>
                    </a:lnTo>
                    <a:lnTo>
                      <a:pt x="242133" y="92275"/>
                    </a:lnTo>
                    <a:lnTo>
                      <a:pt x="189356" y="83915"/>
                    </a:lnTo>
                    <a:lnTo>
                      <a:pt x="142038" y="74587"/>
                    </a:lnTo>
                    <a:lnTo>
                      <a:pt x="100665" y="64375"/>
                    </a:lnTo>
                    <a:lnTo>
                      <a:pt x="37699" y="41644"/>
                    </a:lnTo>
                    <a:lnTo>
                      <a:pt x="4350" y="16399"/>
                    </a:lnTo>
                    <a:lnTo>
                      <a:pt x="0" y="3048"/>
                    </a:lnTo>
                    <a:lnTo>
                      <a:pt x="0" y="2286"/>
                    </a:lnTo>
                    <a:lnTo>
                      <a:pt x="0" y="762"/>
                    </a:lnTo>
                    <a:lnTo>
                      <a:pt x="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1" name="object 61"/>
              <p:cNvSpPr/>
              <p:nvPr/>
            </p:nvSpPr>
            <p:spPr>
              <a:xfrm>
                <a:off x="8558669" y="20764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291846" y="291845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1846"/>
                    </a:lnTo>
                    <a:lnTo>
                      <a:pt x="291846" y="29184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2" name="object 62"/>
              <p:cNvSpPr/>
              <p:nvPr/>
            </p:nvSpPr>
            <p:spPr>
              <a:xfrm>
                <a:off x="8558669" y="20764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1846" y="291845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3" name="object 63"/>
              <p:cNvSpPr/>
              <p:nvPr/>
            </p:nvSpPr>
            <p:spPr>
              <a:xfrm>
                <a:off x="8558669" y="25336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291846" y="291845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1846"/>
                    </a:lnTo>
                    <a:lnTo>
                      <a:pt x="291846" y="291845"/>
                    </a:lnTo>
                    <a:close/>
                  </a:path>
                </a:pathLst>
              </a:custGeom>
              <a:solidFill>
                <a:srgbClr val="6699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4" name="object 64"/>
              <p:cNvSpPr/>
              <p:nvPr/>
            </p:nvSpPr>
            <p:spPr>
              <a:xfrm>
                <a:off x="8558669" y="25336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1846" y="291845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5" name="object 65"/>
              <p:cNvSpPr/>
              <p:nvPr/>
            </p:nvSpPr>
            <p:spPr>
              <a:xfrm>
                <a:off x="8558669" y="32956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291846" y="291846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1846"/>
                    </a:lnTo>
                    <a:lnTo>
                      <a:pt x="291846" y="291846"/>
                    </a:lnTo>
                    <a:close/>
                  </a:path>
                </a:pathLst>
              </a:custGeom>
              <a:solidFill>
                <a:srgbClr val="3333CC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6" name="object 66"/>
              <p:cNvSpPr/>
              <p:nvPr/>
            </p:nvSpPr>
            <p:spPr>
              <a:xfrm>
                <a:off x="8558669" y="32956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1846" y="291846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67" name="object 67"/>
            <p:cNvSpPr txBox="1"/>
            <p:nvPr/>
          </p:nvSpPr>
          <p:spPr>
            <a:xfrm>
              <a:off x="6437005" y="6097459"/>
              <a:ext cx="437622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23" dirty="0">
                  <a:latin typeface="Lantinghei SC Heavy"/>
                  <a:cs typeface="Lantinghei SC Heavy"/>
                </a:rPr>
                <a:t>内存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68" name="object 68"/>
            <p:cNvSpPr txBox="1"/>
            <p:nvPr/>
          </p:nvSpPr>
          <p:spPr>
            <a:xfrm>
              <a:off x="8549338" y="6097459"/>
              <a:ext cx="437622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23" dirty="0">
                  <a:latin typeface="Lantinghei SC Heavy"/>
                  <a:cs typeface="Lantinghei SC Heavy"/>
                </a:rPr>
                <a:t>磁盘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69" name="object 69"/>
            <p:cNvSpPr txBox="1"/>
            <p:nvPr/>
          </p:nvSpPr>
          <p:spPr>
            <a:xfrm>
              <a:off x="7305570" y="4337526"/>
              <a:ext cx="345491" cy="20648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1270" b="1" spc="-32" dirty="0">
                  <a:latin typeface="Lantinghei SC Heavy"/>
                  <a:cs typeface="Lantinghei SC Heavy"/>
                </a:rPr>
                <a:t>输出</a:t>
              </a:r>
              <a:endParaRPr sz="1270">
                <a:latin typeface="Lantinghei SC Heavy"/>
                <a:cs typeface="Lantinghei SC Heavy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5442457" y="4305510"/>
              <a:ext cx="2421317" cy="1743579"/>
            </a:xfrm>
            <a:custGeom>
              <a:avLst/>
              <a:gdLst/>
              <a:ahLst/>
              <a:cxnLst/>
              <a:rect l="l" t="t" r="r" b="b"/>
              <a:pathLst>
                <a:path w="2670175" h="1922779">
                  <a:moveTo>
                    <a:pt x="0" y="1922526"/>
                  </a:moveTo>
                  <a:lnTo>
                    <a:pt x="0" y="0"/>
                  </a:lnTo>
                  <a:lnTo>
                    <a:pt x="2670048" y="0"/>
                  </a:lnTo>
                  <a:lnTo>
                    <a:pt x="2670048" y="1922526"/>
                  </a:lnTo>
                  <a:lnTo>
                    <a:pt x="0" y="192252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1" name="object 71"/>
            <p:cNvSpPr txBox="1"/>
            <p:nvPr/>
          </p:nvSpPr>
          <p:spPr>
            <a:xfrm>
              <a:off x="8310259" y="3976834"/>
              <a:ext cx="760656" cy="234895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451" b="1" spc="-18" dirty="0">
                  <a:latin typeface="Lantinghei SC Heavy"/>
                  <a:cs typeface="Lantinghei SC Heavy"/>
                </a:rPr>
                <a:t>结果关系</a:t>
              </a:r>
              <a:endParaRPr sz="1451">
                <a:latin typeface="Lantinghei SC Heavy"/>
                <a:cs typeface="Lantinghei SC Heavy"/>
              </a:endParaRPr>
            </a:p>
          </p:txBody>
        </p:sp>
        <p:sp>
          <p:nvSpPr>
            <p:cNvPr id="72" name="object 72"/>
            <p:cNvSpPr txBox="1"/>
            <p:nvPr/>
          </p:nvSpPr>
          <p:spPr>
            <a:xfrm>
              <a:off x="9438639" y="4423893"/>
              <a:ext cx="160078" cy="792231"/>
            </a:xfrm>
            <a:prstGeom prst="rect">
              <a:avLst/>
            </a:prstGeom>
          </p:spPr>
          <p:txBody>
            <a:bodyPr vert="horz" wrap="square" lIns="0" tIns="147410" rIns="0" bIns="0" rtlCol="0">
              <a:spAutoFit/>
            </a:bodyPr>
            <a:lstStyle/>
            <a:p>
              <a:pPr marL="20154">
                <a:spcBef>
                  <a:spcPts val="1161"/>
                </a:spcBef>
              </a:pPr>
              <a:r>
                <a:rPr sz="1632" b="1" dirty="0">
                  <a:latin typeface="Lantinghei SC Heavy"/>
                  <a:cs typeface="Lantinghei SC Heavy"/>
                </a:rPr>
                <a:t>1</a:t>
              </a:r>
              <a:endParaRPr sz="1632">
                <a:latin typeface="Lantinghei SC Heavy"/>
                <a:cs typeface="Lantinghei SC Heavy"/>
              </a:endParaRPr>
            </a:p>
            <a:p>
              <a:pPr marL="11516">
                <a:spcBef>
                  <a:spcPts val="1075"/>
                </a:spcBef>
              </a:pPr>
              <a:r>
                <a:rPr sz="1632" b="1" spc="-45" dirty="0">
                  <a:latin typeface="Lantinghei SC Heavy"/>
                  <a:cs typeface="Lantinghei SC Heavy"/>
                </a:rPr>
                <a:t>2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73" name="object 73"/>
            <p:cNvSpPr txBox="1"/>
            <p:nvPr/>
          </p:nvSpPr>
          <p:spPr>
            <a:xfrm>
              <a:off x="9410303" y="5662831"/>
              <a:ext cx="166987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363" dirty="0">
                  <a:latin typeface="Lantinghei SC Heavy"/>
                  <a:cs typeface="Lantinghei SC Heavy"/>
                </a:rPr>
                <a:t>K</a:t>
              </a:r>
              <a:endParaRPr sz="1632">
                <a:latin typeface="Lantinghei SC Heavy"/>
                <a:cs typeface="Lantinghei SC Heavy"/>
              </a:endParaRPr>
            </a:p>
          </p:txBody>
        </p:sp>
        <p:grpSp>
          <p:nvGrpSpPr>
            <p:cNvPr id="74" name="object 74"/>
            <p:cNvGrpSpPr/>
            <p:nvPr/>
          </p:nvGrpSpPr>
          <p:grpSpPr>
            <a:xfrm>
              <a:off x="5345028" y="4659294"/>
              <a:ext cx="2930917" cy="1215553"/>
              <a:chOff x="4518545" y="5138165"/>
              <a:chExt cx="3232150" cy="1340485"/>
            </a:xfrm>
          </p:grpSpPr>
          <p:sp>
            <p:nvSpPr>
              <p:cNvPr id="75" name="object 75"/>
              <p:cNvSpPr/>
              <p:nvPr/>
            </p:nvSpPr>
            <p:spPr>
              <a:xfrm>
                <a:off x="4521593" y="5138178"/>
                <a:ext cx="3228975" cy="1340485"/>
              </a:xfrm>
              <a:custGeom>
                <a:avLst/>
                <a:gdLst/>
                <a:ahLst/>
                <a:cxnLst/>
                <a:rect l="l" t="t" r="r" b="b"/>
                <a:pathLst>
                  <a:path w="3228975" h="1340485">
                    <a:moveTo>
                      <a:pt x="379476" y="651510"/>
                    </a:moveTo>
                    <a:lnTo>
                      <a:pt x="252222" y="613410"/>
                    </a:lnTo>
                    <a:lnTo>
                      <a:pt x="294081" y="644652"/>
                    </a:lnTo>
                    <a:lnTo>
                      <a:pt x="0" y="644652"/>
                    </a:lnTo>
                    <a:lnTo>
                      <a:pt x="0" y="657606"/>
                    </a:lnTo>
                    <a:lnTo>
                      <a:pt x="295097" y="657606"/>
                    </a:lnTo>
                    <a:lnTo>
                      <a:pt x="252222" y="689610"/>
                    </a:lnTo>
                    <a:lnTo>
                      <a:pt x="303276" y="674319"/>
                    </a:lnTo>
                    <a:lnTo>
                      <a:pt x="379476" y="651510"/>
                    </a:lnTo>
                    <a:close/>
                  </a:path>
                  <a:path w="3228975" h="1340485">
                    <a:moveTo>
                      <a:pt x="3228581" y="1302258"/>
                    </a:moveTo>
                    <a:lnTo>
                      <a:pt x="3101327" y="1264158"/>
                    </a:lnTo>
                    <a:lnTo>
                      <a:pt x="3143186" y="1295400"/>
                    </a:lnTo>
                    <a:lnTo>
                      <a:pt x="2620505" y="1295400"/>
                    </a:lnTo>
                    <a:lnTo>
                      <a:pt x="2620505" y="1308354"/>
                    </a:lnTo>
                    <a:lnTo>
                      <a:pt x="3144202" y="1308354"/>
                    </a:lnTo>
                    <a:lnTo>
                      <a:pt x="3101327" y="1340358"/>
                    </a:lnTo>
                    <a:lnTo>
                      <a:pt x="3152381" y="1325067"/>
                    </a:lnTo>
                    <a:lnTo>
                      <a:pt x="3228581" y="1302258"/>
                    </a:lnTo>
                    <a:close/>
                  </a:path>
                  <a:path w="3228975" h="1340485">
                    <a:moveTo>
                      <a:pt x="3228581" y="464058"/>
                    </a:moveTo>
                    <a:lnTo>
                      <a:pt x="3101327" y="425958"/>
                    </a:lnTo>
                    <a:lnTo>
                      <a:pt x="3143186" y="457200"/>
                    </a:lnTo>
                    <a:lnTo>
                      <a:pt x="2620505" y="457200"/>
                    </a:lnTo>
                    <a:lnTo>
                      <a:pt x="2620505" y="470154"/>
                    </a:lnTo>
                    <a:lnTo>
                      <a:pt x="3144202" y="470154"/>
                    </a:lnTo>
                    <a:lnTo>
                      <a:pt x="3101327" y="502158"/>
                    </a:lnTo>
                    <a:lnTo>
                      <a:pt x="3152381" y="486867"/>
                    </a:lnTo>
                    <a:lnTo>
                      <a:pt x="3228581" y="464058"/>
                    </a:lnTo>
                    <a:close/>
                  </a:path>
                  <a:path w="3228975" h="1340485">
                    <a:moveTo>
                      <a:pt x="3228581" y="38100"/>
                    </a:moveTo>
                    <a:lnTo>
                      <a:pt x="3101327" y="0"/>
                    </a:lnTo>
                    <a:lnTo>
                      <a:pt x="3144202" y="32004"/>
                    </a:lnTo>
                    <a:lnTo>
                      <a:pt x="2620505" y="32004"/>
                    </a:lnTo>
                    <a:lnTo>
                      <a:pt x="2620505" y="44958"/>
                    </a:lnTo>
                    <a:lnTo>
                      <a:pt x="3143186" y="44958"/>
                    </a:lnTo>
                    <a:lnTo>
                      <a:pt x="3101327" y="76200"/>
                    </a:lnTo>
                    <a:lnTo>
                      <a:pt x="3152381" y="60909"/>
                    </a:lnTo>
                    <a:lnTo>
                      <a:pt x="3228581" y="381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6" name="object 76"/>
              <p:cNvSpPr/>
              <p:nvPr/>
            </p:nvSpPr>
            <p:spPr>
              <a:xfrm>
                <a:off x="4973459" y="6005321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100">
                    <a:moveTo>
                      <a:pt x="292608" y="291846"/>
                    </a:moveTo>
                    <a:lnTo>
                      <a:pt x="292608" y="0"/>
                    </a:lnTo>
                    <a:lnTo>
                      <a:pt x="0" y="0"/>
                    </a:lnTo>
                    <a:lnTo>
                      <a:pt x="0" y="291846"/>
                    </a:lnTo>
                    <a:lnTo>
                      <a:pt x="292608" y="291846"/>
                    </a:lnTo>
                    <a:close/>
                  </a:path>
                </a:pathLst>
              </a:custGeom>
              <a:solidFill>
                <a:srgbClr val="3333CC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7" name="object 77"/>
              <p:cNvSpPr/>
              <p:nvPr/>
            </p:nvSpPr>
            <p:spPr>
              <a:xfrm>
                <a:off x="4973459" y="6005321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2608" y="291846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8" name="object 78"/>
              <p:cNvSpPr/>
              <p:nvPr/>
            </p:nvSpPr>
            <p:spPr>
              <a:xfrm>
                <a:off x="4971935" y="5618225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100">
                    <a:moveTo>
                      <a:pt x="292608" y="291846"/>
                    </a:moveTo>
                    <a:lnTo>
                      <a:pt x="292608" y="0"/>
                    </a:lnTo>
                    <a:lnTo>
                      <a:pt x="0" y="0"/>
                    </a:lnTo>
                    <a:lnTo>
                      <a:pt x="0" y="291846"/>
                    </a:lnTo>
                    <a:lnTo>
                      <a:pt x="292608" y="291846"/>
                    </a:lnTo>
                    <a:close/>
                  </a:path>
                </a:pathLst>
              </a:custGeom>
              <a:solidFill>
                <a:srgbClr val="6699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9" name="object 79"/>
              <p:cNvSpPr/>
              <p:nvPr/>
            </p:nvSpPr>
            <p:spPr>
              <a:xfrm>
                <a:off x="4971935" y="5618225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2608" y="291846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0" name="object 80"/>
              <p:cNvSpPr/>
              <p:nvPr/>
            </p:nvSpPr>
            <p:spPr>
              <a:xfrm>
                <a:off x="4971935" y="5200649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100">
                    <a:moveTo>
                      <a:pt x="292608" y="291846"/>
                    </a:moveTo>
                    <a:lnTo>
                      <a:pt x="292608" y="0"/>
                    </a:lnTo>
                    <a:lnTo>
                      <a:pt x="0" y="0"/>
                    </a:lnTo>
                    <a:lnTo>
                      <a:pt x="0" y="291846"/>
                    </a:lnTo>
                    <a:lnTo>
                      <a:pt x="292608" y="29184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1" name="object 81"/>
              <p:cNvSpPr/>
              <p:nvPr/>
            </p:nvSpPr>
            <p:spPr>
              <a:xfrm>
                <a:off x="4971935" y="5200649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2608" y="291846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2" name="object 82"/>
              <p:cNvSpPr/>
              <p:nvPr/>
            </p:nvSpPr>
            <p:spPr>
              <a:xfrm>
                <a:off x="4518545" y="5368302"/>
                <a:ext cx="445770" cy="734060"/>
              </a:xfrm>
              <a:custGeom>
                <a:avLst/>
                <a:gdLst/>
                <a:ahLst/>
                <a:cxnLst/>
                <a:rect l="l" t="t" r="r" b="b"/>
                <a:pathLst>
                  <a:path w="445770" h="734060">
                    <a:moveTo>
                      <a:pt x="445770" y="733806"/>
                    </a:moveTo>
                    <a:lnTo>
                      <a:pt x="406146" y="658368"/>
                    </a:lnTo>
                    <a:lnTo>
                      <a:pt x="386854" y="685292"/>
                    </a:lnTo>
                    <a:lnTo>
                      <a:pt x="15913" y="415785"/>
                    </a:lnTo>
                    <a:lnTo>
                      <a:pt x="19050" y="414528"/>
                    </a:lnTo>
                    <a:lnTo>
                      <a:pt x="376047" y="57531"/>
                    </a:lnTo>
                    <a:lnTo>
                      <a:pt x="386334" y="67818"/>
                    </a:lnTo>
                    <a:lnTo>
                      <a:pt x="400050" y="81534"/>
                    </a:lnTo>
                    <a:lnTo>
                      <a:pt x="426720" y="0"/>
                    </a:lnTo>
                    <a:lnTo>
                      <a:pt x="345948" y="27432"/>
                    </a:lnTo>
                    <a:lnTo>
                      <a:pt x="369570" y="51054"/>
                    </a:lnTo>
                    <a:lnTo>
                      <a:pt x="12192" y="408432"/>
                    </a:lnTo>
                    <a:lnTo>
                      <a:pt x="10668" y="411480"/>
                    </a:lnTo>
                    <a:lnTo>
                      <a:pt x="11036" y="412242"/>
                    </a:lnTo>
                    <a:lnTo>
                      <a:pt x="6858" y="409194"/>
                    </a:lnTo>
                    <a:lnTo>
                      <a:pt x="3810" y="408432"/>
                    </a:lnTo>
                    <a:lnTo>
                      <a:pt x="762" y="409956"/>
                    </a:lnTo>
                    <a:lnTo>
                      <a:pt x="0" y="413766"/>
                    </a:lnTo>
                    <a:lnTo>
                      <a:pt x="1524" y="416814"/>
                    </a:lnTo>
                    <a:lnTo>
                      <a:pt x="381444" y="692848"/>
                    </a:lnTo>
                    <a:lnTo>
                      <a:pt x="361950" y="720090"/>
                    </a:lnTo>
                    <a:lnTo>
                      <a:pt x="398526" y="726071"/>
                    </a:lnTo>
                    <a:lnTo>
                      <a:pt x="399288" y="726198"/>
                    </a:lnTo>
                    <a:lnTo>
                      <a:pt x="445770" y="73380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3" name="object 83"/>
              <p:cNvSpPr/>
              <p:nvPr/>
            </p:nvSpPr>
            <p:spPr>
              <a:xfrm>
                <a:off x="6718426" y="6008369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291846" y="291846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1846"/>
                    </a:lnTo>
                    <a:lnTo>
                      <a:pt x="291846" y="291846"/>
                    </a:lnTo>
                    <a:close/>
                  </a:path>
                </a:pathLst>
              </a:custGeom>
              <a:solidFill>
                <a:srgbClr val="666633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4" name="object 84"/>
              <p:cNvSpPr/>
              <p:nvPr/>
            </p:nvSpPr>
            <p:spPr>
              <a:xfrm>
                <a:off x="6718426" y="6008369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1846" y="291846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5" name="object 85"/>
              <p:cNvSpPr/>
              <p:nvPr/>
            </p:nvSpPr>
            <p:spPr>
              <a:xfrm>
                <a:off x="6716915" y="5621273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291846" y="291846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1846"/>
                    </a:lnTo>
                    <a:lnTo>
                      <a:pt x="291846" y="291846"/>
                    </a:lnTo>
                    <a:close/>
                  </a:path>
                </a:pathLst>
              </a:custGeom>
              <a:solidFill>
                <a:srgbClr val="666633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6" name="object 86"/>
              <p:cNvSpPr/>
              <p:nvPr/>
            </p:nvSpPr>
            <p:spPr>
              <a:xfrm>
                <a:off x="6716915" y="5621273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1846" y="291846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7" name="object 87"/>
              <p:cNvSpPr/>
              <p:nvPr/>
            </p:nvSpPr>
            <p:spPr>
              <a:xfrm>
                <a:off x="6716915" y="5203697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291846" y="291846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1846"/>
                    </a:lnTo>
                    <a:lnTo>
                      <a:pt x="291846" y="291846"/>
                    </a:lnTo>
                    <a:close/>
                  </a:path>
                </a:pathLst>
              </a:custGeom>
              <a:solidFill>
                <a:srgbClr val="666633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8" name="object 88"/>
              <p:cNvSpPr/>
              <p:nvPr/>
            </p:nvSpPr>
            <p:spPr>
              <a:xfrm>
                <a:off x="6716915" y="5203697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1846" y="291846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89" name="object 89"/>
            <p:cNvSpPr txBox="1"/>
            <p:nvPr/>
          </p:nvSpPr>
          <p:spPr>
            <a:xfrm>
              <a:off x="6478931" y="4597796"/>
              <a:ext cx="364493" cy="878986"/>
            </a:xfrm>
            <a:prstGeom prst="rect">
              <a:avLst/>
            </a:prstGeom>
            <a:ln w="9525">
              <a:solidFill>
                <a:srgbClr val="6666FF"/>
              </a:solidFill>
            </a:ln>
          </p:spPr>
          <p:txBody>
            <a:bodyPr vert="horz" wrap="square" lIns="0" tIns="37428" rIns="0" bIns="0" rtlCol="0">
              <a:spAutoFit/>
            </a:bodyPr>
            <a:lstStyle/>
            <a:p>
              <a:pPr marL="89252" marR="82918">
                <a:lnSpc>
                  <a:spcPct val="200599"/>
                </a:lnSpc>
                <a:spcBef>
                  <a:spcPts val="295"/>
                </a:spcBef>
              </a:pPr>
              <a:r>
                <a:rPr sz="1451" b="1" spc="-45" dirty="0">
                  <a:latin typeface="Lantinghei SC Heavy"/>
                  <a:cs typeface="Lantinghei SC Heavy"/>
                </a:rPr>
                <a:t>处理</a:t>
              </a:r>
              <a:endParaRPr sz="1451">
                <a:latin typeface="Lantinghei SC Heavy"/>
                <a:cs typeface="Lantinghei SC Heavy"/>
              </a:endParaRPr>
            </a:p>
          </p:txBody>
        </p:sp>
        <p:grpSp>
          <p:nvGrpSpPr>
            <p:cNvPr id="90" name="object 90"/>
            <p:cNvGrpSpPr/>
            <p:nvPr/>
          </p:nvGrpSpPr>
          <p:grpSpPr>
            <a:xfrm>
              <a:off x="4171510" y="4328775"/>
              <a:ext cx="3171608" cy="1740700"/>
              <a:chOff x="3224415" y="4773676"/>
              <a:chExt cx="3497579" cy="1919605"/>
            </a:xfrm>
          </p:grpSpPr>
          <p:sp>
            <p:nvSpPr>
              <p:cNvPr id="91" name="object 91"/>
              <p:cNvSpPr/>
              <p:nvPr/>
            </p:nvSpPr>
            <p:spPr>
              <a:xfrm>
                <a:off x="5250065" y="5305056"/>
                <a:ext cx="1471930" cy="889635"/>
              </a:xfrm>
              <a:custGeom>
                <a:avLst/>
                <a:gdLst/>
                <a:ahLst/>
                <a:cxnLst/>
                <a:rect l="l" t="t" r="r" b="b"/>
                <a:pathLst>
                  <a:path w="1471929" h="889635">
                    <a:moveTo>
                      <a:pt x="477774" y="38100"/>
                    </a:moveTo>
                    <a:lnTo>
                      <a:pt x="401574" y="0"/>
                    </a:lnTo>
                    <a:lnTo>
                      <a:pt x="401574" y="33528"/>
                    </a:lnTo>
                    <a:lnTo>
                      <a:pt x="4572" y="33528"/>
                    </a:lnTo>
                    <a:lnTo>
                      <a:pt x="1524" y="35052"/>
                    </a:lnTo>
                    <a:lnTo>
                      <a:pt x="0" y="38100"/>
                    </a:lnTo>
                    <a:lnTo>
                      <a:pt x="1524" y="41910"/>
                    </a:lnTo>
                    <a:lnTo>
                      <a:pt x="4572" y="42672"/>
                    </a:lnTo>
                    <a:lnTo>
                      <a:pt x="401574" y="42672"/>
                    </a:lnTo>
                    <a:lnTo>
                      <a:pt x="401574" y="76200"/>
                    </a:lnTo>
                    <a:lnTo>
                      <a:pt x="419100" y="67437"/>
                    </a:lnTo>
                    <a:lnTo>
                      <a:pt x="477774" y="38100"/>
                    </a:lnTo>
                    <a:close/>
                  </a:path>
                  <a:path w="1471929" h="889635">
                    <a:moveTo>
                      <a:pt x="486918" y="444246"/>
                    </a:moveTo>
                    <a:lnTo>
                      <a:pt x="410718" y="406146"/>
                    </a:lnTo>
                    <a:lnTo>
                      <a:pt x="410718" y="439674"/>
                    </a:lnTo>
                    <a:lnTo>
                      <a:pt x="14478" y="439674"/>
                    </a:lnTo>
                    <a:lnTo>
                      <a:pt x="10668" y="441198"/>
                    </a:lnTo>
                    <a:lnTo>
                      <a:pt x="9144" y="444246"/>
                    </a:lnTo>
                    <a:lnTo>
                      <a:pt x="10668" y="448056"/>
                    </a:lnTo>
                    <a:lnTo>
                      <a:pt x="14478" y="449580"/>
                    </a:lnTo>
                    <a:lnTo>
                      <a:pt x="410718" y="449580"/>
                    </a:lnTo>
                    <a:lnTo>
                      <a:pt x="410718" y="482346"/>
                    </a:lnTo>
                    <a:lnTo>
                      <a:pt x="428244" y="473583"/>
                    </a:lnTo>
                    <a:lnTo>
                      <a:pt x="486918" y="444246"/>
                    </a:lnTo>
                    <a:close/>
                  </a:path>
                  <a:path w="1471929" h="889635">
                    <a:moveTo>
                      <a:pt x="496824" y="851154"/>
                    </a:moveTo>
                    <a:lnTo>
                      <a:pt x="420624" y="813054"/>
                    </a:lnTo>
                    <a:lnTo>
                      <a:pt x="420624" y="846582"/>
                    </a:lnTo>
                    <a:lnTo>
                      <a:pt x="23622" y="846582"/>
                    </a:lnTo>
                    <a:lnTo>
                      <a:pt x="20574" y="847344"/>
                    </a:lnTo>
                    <a:lnTo>
                      <a:pt x="19050" y="851154"/>
                    </a:lnTo>
                    <a:lnTo>
                      <a:pt x="20574" y="854202"/>
                    </a:lnTo>
                    <a:lnTo>
                      <a:pt x="23622" y="855726"/>
                    </a:lnTo>
                    <a:lnTo>
                      <a:pt x="420624" y="855726"/>
                    </a:lnTo>
                    <a:lnTo>
                      <a:pt x="420624" y="889254"/>
                    </a:lnTo>
                    <a:lnTo>
                      <a:pt x="438150" y="880491"/>
                    </a:lnTo>
                    <a:lnTo>
                      <a:pt x="496824" y="851154"/>
                    </a:lnTo>
                    <a:close/>
                  </a:path>
                  <a:path w="1471929" h="889635">
                    <a:moveTo>
                      <a:pt x="1466850" y="38100"/>
                    </a:moveTo>
                    <a:lnTo>
                      <a:pt x="1383792" y="57912"/>
                    </a:lnTo>
                    <a:lnTo>
                      <a:pt x="1405178" y="83642"/>
                    </a:lnTo>
                    <a:lnTo>
                      <a:pt x="915924" y="491490"/>
                    </a:lnTo>
                    <a:lnTo>
                      <a:pt x="914400" y="495300"/>
                    </a:lnTo>
                    <a:lnTo>
                      <a:pt x="915162" y="498348"/>
                    </a:lnTo>
                    <a:lnTo>
                      <a:pt x="918972" y="499872"/>
                    </a:lnTo>
                    <a:lnTo>
                      <a:pt x="922020" y="499110"/>
                    </a:lnTo>
                    <a:lnTo>
                      <a:pt x="1411046" y="90703"/>
                    </a:lnTo>
                    <a:lnTo>
                      <a:pt x="1422654" y="104660"/>
                    </a:lnTo>
                    <a:lnTo>
                      <a:pt x="1432560" y="116586"/>
                    </a:lnTo>
                    <a:lnTo>
                      <a:pt x="1466850" y="38100"/>
                    </a:lnTo>
                    <a:close/>
                  </a:path>
                  <a:path w="1471929" h="889635">
                    <a:moveTo>
                      <a:pt x="1471422" y="854202"/>
                    </a:moveTo>
                    <a:lnTo>
                      <a:pt x="1425702" y="782574"/>
                    </a:lnTo>
                    <a:lnTo>
                      <a:pt x="1408734" y="811161"/>
                    </a:lnTo>
                    <a:lnTo>
                      <a:pt x="923404" y="522732"/>
                    </a:lnTo>
                    <a:lnTo>
                      <a:pt x="1312926" y="522732"/>
                    </a:lnTo>
                    <a:lnTo>
                      <a:pt x="1312926" y="555498"/>
                    </a:lnTo>
                    <a:lnTo>
                      <a:pt x="1330452" y="546735"/>
                    </a:lnTo>
                    <a:lnTo>
                      <a:pt x="1389126" y="517398"/>
                    </a:lnTo>
                    <a:lnTo>
                      <a:pt x="1312926" y="479298"/>
                    </a:lnTo>
                    <a:lnTo>
                      <a:pt x="1312926" y="512826"/>
                    </a:lnTo>
                    <a:lnTo>
                      <a:pt x="915924" y="512826"/>
                    </a:lnTo>
                    <a:lnTo>
                      <a:pt x="912876" y="514350"/>
                    </a:lnTo>
                    <a:lnTo>
                      <a:pt x="912050" y="515988"/>
                    </a:lnTo>
                    <a:lnTo>
                      <a:pt x="910590" y="515112"/>
                    </a:lnTo>
                    <a:lnTo>
                      <a:pt x="906780" y="514350"/>
                    </a:lnTo>
                    <a:lnTo>
                      <a:pt x="903732" y="516636"/>
                    </a:lnTo>
                    <a:lnTo>
                      <a:pt x="902970" y="520446"/>
                    </a:lnTo>
                    <a:lnTo>
                      <a:pt x="905256" y="523494"/>
                    </a:lnTo>
                    <a:lnTo>
                      <a:pt x="1403667" y="819708"/>
                    </a:lnTo>
                    <a:lnTo>
                      <a:pt x="1386840" y="848106"/>
                    </a:lnTo>
                    <a:lnTo>
                      <a:pt x="1418082" y="850353"/>
                    </a:lnTo>
                    <a:lnTo>
                      <a:pt x="1419606" y="850455"/>
                    </a:lnTo>
                    <a:lnTo>
                      <a:pt x="1421130" y="850569"/>
                    </a:lnTo>
                    <a:lnTo>
                      <a:pt x="1421892" y="850620"/>
                    </a:lnTo>
                    <a:lnTo>
                      <a:pt x="1471422" y="85420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2" name="object 92"/>
              <p:cNvSpPr/>
              <p:nvPr/>
            </p:nvSpPr>
            <p:spPr>
              <a:xfrm>
                <a:off x="3248291" y="4780026"/>
                <a:ext cx="127508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1275079" h="131445">
                    <a:moveTo>
                      <a:pt x="637032" y="0"/>
                    </a:moveTo>
                    <a:lnTo>
                      <a:pt x="557080" y="504"/>
                    </a:lnTo>
                    <a:lnTo>
                      <a:pt x="480105" y="1978"/>
                    </a:lnTo>
                    <a:lnTo>
                      <a:pt x="406700" y="4363"/>
                    </a:lnTo>
                    <a:lnTo>
                      <a:pt x="337462" y="7602"/>
                    </a:lnTo>
                    <a:lnTo>
                      <a:pt x="272985" y="11636"/>
                    </a:lnTo>
                    <a:lnTo>
                      <a:pt x="213864" y="16406"/>
                    </a:lnTo>
                    <a:lnTo>
                      <a:pt x="160696" y="21855"/>
                    </a:lnTo>
                    <a:lnTo>
                      <a:pt x="114074" y="27924"/>
                    </a:lnTo>
                    <a:lnTo>
                      <a:pt x="74594" y="34555"/>
                    </a:lnTo>
                    <a:lnTo>
                      <a:pt x="19442" y="49269"/>
                    </a:lnTo>
                    <a:lnTo>
                      <a:pt x="0" y="65532"/>
                    </a:lnTo>
                    <a:lnTo>
                      <a:pt x="4959" y="73827"/>
                    </a:lnTo>
                    <a:lnTo>
                      <a:pt x="42852" y="89374"/>
                    </a:lnTo>
                    <a:lnTo>
                      <a:pt x="114074" y="103139"/>
                    </a:lnTo>
                    <a:lnTo>
                      <a:pt x="160696" y="109208"/>
                    </a:lnTo>
                    <a:lnTo>
                      <a:pt x="213864" y="114657"/>
                    </a:lnTo>
                    <a:lnTo>
                      <a:pt x="272985" y="119427"/>
                    </a:lnTo>
                    <a:lnTo>
                      <a:pt x="337462" y="123461"/>
                    </a:lnTo>
                    <a:lnTo>
                      <a:pt x="406700" y="126700"/>
                    </a:lnTo>
                    <a:lnTo>
                      <a:pt x="480105" y="129085"/>
                    </a:lnTo>
                    <a:lnTo>
                      <a:pt x="557080" y="130559"/>
                    </a:lnTo>
                    <a:lnTo>
                      <a:pt x="637032" y="131064"/>
                    </a:lnTo>
                    <a:lnTo>
                      <a:pt x="716996" y="130559"/>
                    </a:lnTo>
                    <a:lnTo>
                      <a:pt x="794007" y="129085"/>
                    </a:lnTo>
                    <a:lnTo>
                      <a:pt x="867466" y="126700"/>
                    </a:lnTo>
                    <a:lnTo>
                      <a:pt x="936773" y="123461"/>
                    </a:lnTo>
                    <a:lnTo>
                      <a:pt x="1001330" y="119427"/>
                    </a:lnTo>
                    <a:lnTo>
                      <a:pt x="1060536" y="114657"/>
                    </a:lnTo>
                    <a:lnTo>
                      <a:pt x="1113792" y="109208"/>
                    </a:lnTo>
                    <a:lnTo>
                      <a:pt x="1160499" y="103139"/>
                    </a:lnTo>
                    <a:lnTo>
                      <a:pt x="1200059" y="96508"/>
                    </a:lnTo>
                    <a:lnTo>
                      <a:pt x="1255335" y="81794"/>
                    </a:lnTo>
                    <a:lnTo>
                      <a:pt x="1274826" y="65531"/>
                    </a:lnTo>
                    <a:lnTo>
                      <a:pt x="1269853" y="57236"/>
                    </a:lnTo>
                    <a:lnTo>
                      <a:pt x="1231870" y="41689"/>
                    </a:lnTo>
                    <a:lnTo>
                      <a:pt x="1160499" y="27924"/>
                    </a:lnTo>
                    <a:lnTo>
                      <a:pt x="1113792" y="21855"/>
                    </a:lnTo>
                    <a:lnTo>
                      <a:pt x="1060536" y="16406"/>
                    </a:lnTo>
                    <a:lnTo>
                      <a:pt x="1001330" y="11636"/>
                    </a:lnTo>
                    <a:lnTo>
                      <a:pt x="936773" y="7602"/>
                    </a:lnTo>
                    <a:lnTo>
                      <a:pt x="867466" y="4363"/>
                    </a:lnTo>
                    <a:lnTo>
                      <a:pt x="794007" y="1978"/>
                    </a:lnTo>
                    <a:lnTo>
                      <a:pt x="716996" y="504"/>
                    </a:lnTo>
                    <a:lnTo>
                      <a:pt x="637032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3" name="object 93"/>
              <p:cNvSpPr/>
              <p:nvPr/>
            </p:nvSpPr>
            <p:spPr>
              <a:xfrm>
                <a:off x="3239909" y="4846320"/>
                <a:ext cx="0" cy="1717675"/>
              </a:xfrm>
              <a:custGeom>
                <a:avLst/>
                <a:gdLst/>
                <a:ahLst/>
                <a:cxnLst/>
                <a:rect l="l" t="t" r="r" b="b"/>
                <a:pathLst>
                  <a:path h="1717675">
                    <a:moveTo>
                      <a:pt x="0" y="0"/>
                    </a:moveTo>
                    <a:lnTo>
                      <a:pt x="0" y="1717548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4" name="object 94"/>
              <p:cNvSpPr/>
              <p:nvPr/>
            </p:nvSpPr>
            <p:spPr>
              <a:xfrm>
                <a:off x="4532261" y="4846320"/>
                <a:ext cx="0" cy="1717675"/>
              </a:xfrm>
              <a:custGeom>
                <a:avLst/>
                <a:gdLst/>
                <a:ahLst/>
                <a:cxnLst/>
                <a:rect l="l" t="t" r="r" b="b"/>
                <a:pathLst>
                  <a:path h="1717675">
                    <a:moveTo>
                      <a:pt x="0" y="0"/>
                    </a:moveTo>
                    <a:lnTo>
                      <a:pt x="0" y="1717548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5" name="object 95"/>
              <p:cNvSpPr/>
              <p:nvPr/>
            </p:nvSpPr>
            <p:spPr>
              <a:xfrm>
                <a:off x="3230765" y="6568440"/>
                <a:ext cx="1292860" cy="118110"/>
              </a:xfrm>
              <a:custGeom>
                <a:avLst/>
                <a:gdLst/>
                <a:ahLst/>
                <a:cxnLst/>
                <a:rect l="l" t="t" r="r" b="b"/>
                <a:pathLst>
                  <a:path w="1292860" h="118109">
                    <a:moveTo>
                      <a:pt x="1291589" y="0"/>
                    </a:moveTo>
                    <a:lnTo>
                      <a:pt x="1292352" y="1524"/>
                    </a:lnTo>
                    <a:lnTo>
                      <a:pt x="1292352" y="2286"/>
                    </a:lnTo>
                    <a:lnTo>
                      <a:pt x="1292352" y="3810"/>
                    </a:lnTo>
                    <a:lnTo>
                      <a:pt x="1254652" y="42103"/>
                    </a:lnTo>
                    <a:lnTo>
                      <a:pt x="1191686" y="64800"/>
                    </a:lnTo>
                    <a:lnTo>
                      <a:pt x="1150313" y="75029"/>
                    </a:lnTo>
                    <a:lnTo>
                      <a:pt x="1102995" y="84391"/>
                    </a:lnTo>
                    <a:lnTo>
                      <a:pt x="1050218" y="92797"/>
                    </a:lnTo>
                    <a:lnTo>
                      <a:pt x="992469" y="100156"/>
                    </a:lnTo>
                    <a:lnTo>
                      <a:pt x="930235" y="106380"/>
                    </a:lnTo>
                    <a:lnTo>
                      <a:pt x="864002" y="111376"/>
                    </a:lnTo>
                    <a:lnTo>
                      <a:pt x="794257" y="115057"/>
                    </a:lnTo>
                    <a:lnTo>
                      <a:pt x="721486" y="117331"/>
                    </a:lnTo>
                    <a:lnTo>
                      <a:pt x="646175" y="118110"/>
                    </a:lnTo>
                    <a:lnTo>
                      <a:pt x="570724" y="117331"/>
                    </a:lnTo>
                    <a:lnTo>
                      <a:pt x="497854" y="115057"/>
                    </a:lnTo>
                    <a:lnTo>
                      <a:pt x="428047" y="111376"/>
                    </a:lnTo>
                    <a:lnTo>
                      <a:pt x="361783" y="106380"/>
                    </a:lnTo>
                    <a:lnTo>
                      <a:pt x="299545" y="100156"/>
                    </a:lnTo>
                    <a:lnTo>
                      <a:pt x="241813" y="92797"/>
                    </a:lnTo>
                    <a:lnTo>
                      <a:pt x="189071" y="84391"/>
                    </a:lnTo>
                    <a:lnTo>
                      <a:pt x="141798" y="75029"/>
                    </a:lnTo>
                    <a:lnTo>
                      <a:pt x="100477" y="64800"/>
                    </a:lnTo>
                    <a:lnTo>
                      <a:pt x="37616" y="42103"/>
                    </a:lnTo>
                    <a:lnTo>
                      <a:pt x="4340" y="17021"/>
                    </a:lnTo>
                    <a:lnTo>
                      <a:pt x="0" y="3810"/>
                    </a:lnTo>
                    <a:lnTo>
                      <a:pt x="0" y="2286"/>
                    </a:lnTo>
                    <a:lnTo>
                      <a:pt x="0" y="1524"/>
                    </a:lnTo>
                    <a:lnTo>
                      <a:pt x="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6" name="object 96"/>
              <p:cNvSpPr/>
              <p:nvPr/>
            </p:nvSpPr>
            <p:spPr>
              <a:xfrm>
                <a:off x="4135259" y="50223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735">
                    <a:moveTo>
                      <a:pt x="292608" y="292608"/>
                    </a:moveTo>
                    <a:lnTo>
                      <a:pt x="292608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2608" y="292608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7" name="object 97"/>
              <p:cNvSpPr/>
              <p:nvPr/>
            </p:nvSpPr>
            <p:spPr>
              <a:xfrm>
                <a:off x="4135259" y="50223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735">
                    <a:moveTo>
                      <a:pt x="0" y="0"/>
                    </a:moveTo>
                    <a:lnTo>
                      <a:pt x="0" y="292608"/>
                    </a:lnTo>
                    <a:lnTo>
                      <a:pt x="292608" y="292608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8" name="object 98"/>
              <p:cNvSpPr/>
              <p:nvPr/>
            </p:nvSpPr>
            <p:spPr>
              <a:xfrm>
                <a:off x="4135259" y="54795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735">
                    <a:moveTo>
                      <a:pt x="292608" y="292608"/>
                    </a:moveTo>
                    <a:lnTo>
                      <a:pt x="292608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2608" y="292608"/>
                    </a:lnTo>
                    <a:close/>
                  </a:path>
                </a:pathLst>
              </a:custGeom>
              <a:solidFill>
                <a:srgbClr val="6699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9" name="object 99"/>
              <p:cNvSpPr/>
              <p:nvPr/>
            </p:nvSpPr>
            <p:spPr>
              <a:xfrm>
                <a:off x="4135259" y="54795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735">
                    <a:moveTo>
                      <a:pt x="0" y="0"/>
                    </a:moveTo>
                    <a:lnTo>
                      <a:pt x="0" y="292608"/>
                    </a:lnTo>
                    <a:lnTo>
                      <a:pt x="292608" y="292608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0" name="object 100"/>
              <p:cNvSpPr/>
              <p:nvPr/>
            </p:nvSpPr>
            <p:spPr>
              <a:xfrm>
                <a:off x="4135259" y="62415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734">
                    <a:moveTo>
                      <a:pt x="292608" y="292608"/>
                    </a:moveTo>
                    <a:lnTo>
                      <a:pt x="292608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2608" y="292608"/>
                    </a:lnTo>
                    <a:close/>
                  </a:path>
                </a:pathLst>
              </a:custGeom>
              <a:solidFill>
                <a:srgbClr val="3333CC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1" name="object 101"/>
              <p:cNvSpPr/>
              <p:nvPr/>
            </p:nvSpPr>
            <p:spPr>
              <a:xfrm>
                <a:off x="4135259" y="62415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734">
                    <a:moveTo>
                      <a:pt x="0" y="0"/>
                    </a:moveTo>
                    <a:lnTo>
                      <a:pt x="0" y="292608"/>
                    </a:lnTo>
                    <a:lnTo>
                      <a:pt x="292608" y="292608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02" name="object 102"/>
            <p:cNvSpPr txBox="1"/>
            <p:nvPr/>
          </p:nvSpPr>
          <p:spPr>
            <a:xfrm>
              <a:off x="4237608" y="3819982"/>
              <a:ext cx="1129756" cy="458161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>
                <a:spcBef>
                  <a:spcPts val="91"/>
                </a:spcBef>
              </a:pPr>
              <a:r>
                <a:rPr sz="1451" b="1" spc="-18" dirty="0">
                  <a:latin typeface="Lantinghei SC Heavy"/>
                  <a:cs typeface="Lantinghei SC Heavy"/>
                </a:rPr>
                <a:t>具有某种特性的若干子集</a:t>
              </a:r>
              <a:endParaRPr sz="1451">
                <a:latin typeface="Lantinghei SC Heavy"/>
                <a:cs typeface="Lantinghei SC Heavy"/>
              </a:endParaRPr>
            </a:p>
          </p:txBody>
        </p:sp>
        <p:sp>
          <p:nvSpPr>
            <p:cNvPr id="103" name="object 103"/>
            <p:cNvSpPr txBox="1"/>
            <p:nvPr/>
          </p:nvSpPr>
          <p:spPr>
            <a:xfrm>
              <a:off x="2380934" y="4352684"/>
              <a:ext cx="1497704" cy="1127960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 marR="4607" algn="just">
                <a:spcBef>
                  <a:spcPts val="91"/>
                </a:spcBef>
              </a:pPr>
              <a:r>
                <a:rPr sz="1451" b="1" spc="-18" dirty="0">
                  <a:latin typeface="Lantinghei SC Heavy"/>
                  <a:cs typeface="Lantinghei SC Heavy"/>
                </a:rPr>
                <a:t>处理全局性内容的操作，形成结果关系。如多子集间的归并排序，相同散列值子集的操作等</a:t>
              </a:r>
              <a:endParaRPr sz="1451">
                <a:latin typeface="Lantinghei SC Heavy"/>
                <a:cs typeface="Lantinghei SC Heavy"/>
              </a:endParaRPr>
            </a:p>
          </p:txBody>
        </p:sp>
        <p:sp>
          <p:nvSpPr>
            <p:cNvPr id="104" name="object 104"/>
            <p:cNvSpPr txBox="1"/>
            <p:nvPr/>
          </p:nvSpPr>
          <p:spPr>
            <a:xfrm>
              <a:off x="8544502" y="2490530"/>
              <a:ext cx="558544" cy="457645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2902" b="1" dirty="0">
                  <a:latin typeface="Lantinghei SC Heavy"/>
                  <a:cs typeface="Lantinghei SC Heavy"/>
                </a:rPr>
                <a:t>.</a:t>
              </a:r>
              <a:r>
                <a:rPr sz="2902" b="1" spc="59" dirty="0">
                  <a:latin typeface="Lantinghei SC Heavy"/>
                  <a:cs typeface="Lantinghei SC Heavy"/>
                </a:rPr>
                <a:t> </a:t>
              </a:r>
              <a:r>
                <a:rPr sz="2902" b="1" dirty="0">
                  <a:latin typeface="Lantinghei SC Heavy"/>
                  <a:cs typeface="Lantinghei SC Heavy"/>
                </a:rPr>
                <a:t>.</a:t>
              </a:r>
              <a:r>
                <a:rPr sz="2902" b="1" spc="63" dirty="0">
                  <a:latin typeface="Lantinghei SC Heavy"/>
                  <a:cs typeface="Lantinghei SC Heavy"/>
                </a:rPr>
                <a:t> </a:t>
              </a:r>
              <a:r>
                <a:rPr sz="2902" b="1" spc="-45" dirty="0">
                  <a:latin typeface="Lantinghei SC Heavy"/>
                  <a:cs typeface="Lantinghei SC Heavy"/>
                </a:rPr>
                <a:t>.</a:t>
              </a:r>
              <a:endParaRPr sz="2902">
                <a:latin typeface="Lantinghei SC Heavy"/>
                <a:cs typeface="Lantinghei SC Heavy"/>
              </a:endParaRPr>
            </a:p>
          </p:txBody>
        </p:sp>
        <p:grpSp>
          <p:nvGrpSpPr>
            <p:cNvPr id="105" name="object 105"/>
            <p:cNvGrpSpPr/>
            <p:nvPr/>
          </p:nvGrpSpPr>
          <p:grpSpPr>
            <a:xfrm>
              <a:off x="8285608" y="1877169"/>
              <a:ext cx="628218" cy="1381965"/>
              <a:chOff x="7761351" y="2070100"/>
              <a:chExt cx="692785" cy="1524000"/>
            </a:xfrm>
          </p:grpSpPr>
          <p:sp>
            <p:nvSpPr>
              <p:cNvPr id="106" name="object 106"/>
              <p:cNvSpPr/>
              <p:nvPr/>
            </p:nvSpPr>
            <p:spPr>
              <a:xfrm>
                <a:off x="8154797" y="2076450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100">
                    <a:moveTo>
                      <a:pt x="292607" y="291845"/>
                    </a:moveTo>
                    <a:lnTo>
                      <a:pt x="292607" y="0"/>
                    </a:lnTo>
                    <a:lnTo>
                      <a:pt x="0" y="0"/>
                    </a:lnTo>
                    <a:lnTo>
                      <a:pt x="0" y="291845"/>
                    </a:lnTo>
                    <a:lnTo>
                      <a:pt x="292607" y="29184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7" name="object 107"/>
              <p:cNvSpPr/>
              <p:nvPr/>
            </p:nvSpPr>
            <p:spPr>
              <a:xfrm>
                <a:off x="8154797" y="2076450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2607" y="291845"/>
                    </a:lnTo>
                    <a:lnTo>
                      <a:pt x="292607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8" name="object 108"/>
              <p:cNvSpPr/>
              <p:nvPr/>
            </p:nvSpPr>
            <p:spPr>
              <a:xfrm>
                <a:off x="8154797" y="2533650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100">
                    <a:moveTo>
                      <a:pt x="292607" y="291845"/>
                    </a:moveTo>
                    <a:lnTo>
                      <a:pt x="292607" y="0"/>
                    </a:lnTo>
                    <a:lnTo>
                      <a:pt x="0" y="0"/>
                    </a:lnTo>
                    <a:lnTo>
                      <a:pt x="0" y="291845"/>
                    </a:lnTo>
                    <a:lnTo>
                      <a:pt x="292607" y="291845"/>
                    </a:lnTo>
                    <a:close/>
                  </a:path>
                </a:pathLst>
              </a:custGeom>
              <a:solidFill>
                <a:srgbClr val="6699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9" name="object 109"/>
              <p:cNvSpPr/>
              <p:nvPr/>
            </p:nvSpPr>
            <p:spPr>
              <a:xfrm>
                <a:off x="8154797" y="2533650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2607" y="291845"/>
                    </a:lnTo>
                    <a:lnTo>
                      <a:pt x="292607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0" name="object 110"/>
              <p:cNvSpPr/>
              <p:nvPr/>
            </p:nvSpPr>
            <p:spPr>
              <a:xfrm>
                <a:off x="8154797" y="3295650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100">
                    <a:moveTo>
                      <a:pt x="292607" y="291846"/>
                    </a:moveTo>
                    <a:lnTo>
                      <a:pt x="292607" y="0"/>
                    </a:lnTo>
                    <a:lnTo>
                      <a:pt x="0" y="0"/>
                    </a:lnTo>
                    <a:lnTo>
                      <a:pt x="0" y="291846"/>
                    </a:lnTo>
                    <a:lnTo>
                      <a:pt x="292607" y="291846"/>
                    </a:lnTo>
                    <a:close/>
                  </a:path>
                </a:pathLst>
              </a:custGeom>
              <a:solidFill>
                <a:srgbClr val="3333CC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1" name="object 111"/>
              <p:cNvSpPr/>
              <p:nvPr/>
            </p:nvSpPr>
            <p:spPr>
              <a:xfrm>
                <a:off x="8154797" y="3295650"/>
                <a:ext cx="29273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2607" y="291846"/>
                    </a:lnTo>
                    <a:lnTo>
                      <a:pt x="292607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2" name="object 112"/>
              <p:cNvSpPr/>
              <p:nvPr/>
            </p:nvSpPr>
            <p:spPr>
              <a:xfrm>
                <a:off x="7767701" y="20764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291846" y="291845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1845"/>
                    </a:lnTo>
                    <a:lnTo>
                      <a:pt x="291846" y="29184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3" name="object 113"/>
              <p:cNvSpPr/>
              <p:nvPr/>
            </p:nvSpPr>
            <p:spPr>
              <a:xfrm>
                <a:off x="7767701" y="20764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1846" y="291845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4" name="object 114"/>
              <p:cNvSpPr/>
              <p:nvPr/>
            </p:nvSpPr>
            <p:spPr>
              <a:xfrm>
                <a:off x="7767701" y="25336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291846" y="291845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1845"/>
                    </a:lnTo>
                    <a:lnTo>
                      <a:pt x="291846" y="291845"/>
                    </a:lnTo>
                    <a:close/>
                  </a:path>
                </a:pathLst>
              </a:custGeom>
              <a:solidFill>
                <a:srgbClr val="6699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5" name="object 115"/>
              <p:cNvSpPr/>
              <p:nvPr/>
            </p:nvSpPr>
            <p:spPr>
              <a:xfrm>
                <a:off x="7767701" y="25336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1846" y="291845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6" name="object 116"/>
              <p:cNvSpPr/>
              <p:nvPr/>
            </p:nvSpPr>
            <p:spPr>
              <a:xfrm>
                <a:off x="7767701" y="32956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291846" y="291846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1846"/>
                    </a:lnTo>
                    <a:lnTo>
                      <a:pt x="291846" y="291846"/>
                    </a:lnTo>
                    <a:close/>
                  </a:path>
                </a:pathLst>
              </a:custGeom>
              <a:solidFill>
                <a:srgbClr val="3333CC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7" name="object 117"/>
              <p:cNvSpPr/>
              <p:nvPr/>
            </p:nvSpPr>
            <p:spPr>
              <a:xfrm>
                <a:off x="7767701" y="3295650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1846" y="291846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18" name="object 118"/>
            <p:cNvSpPr txBox="1"/>
            <p:nvPr/>
          </p:nvSpPr>
          <p:spPr>
            <a:xfrm>
              <a:off x="4534040" y="5162559"/>
              <a:ext cx="558544" cy="457645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2902" b="1" dirty="0">
                  <a:latin typeface="Lantinghei SC Heavy"/>
                  <a:cs typeface="Lantinghei SC Heavy"/>
                </a:rPr>
                <a:t>.</a:t>
              </a:r>
              <a:r>
                <a:rPr sz="2902" b="1" spc="59" dirty="0">
                  <a:latin typeface="Lantinghei SC Heavy"/>
                  <a:cs typeface="Lantinghei SC Heavy"/>
                </a:rPr>
                <a:t> </a:t>
              </a:r>
              <a:r>
                <a:rPr sz="2902" b="1" dirty="0">
                  <a:latin typeface="Lantinghei SC Heavy"/>
                  <a:cs typeface="Lantinghei SC Heavy"/>
                </a:rPr>
                <a:t>.</a:t>
              </a:r>
              <a:r>
                <a:rPr sz="2902" b="1" spc="63" dirty="0">
                  <a:latin typeface="Lantinghei SC Heavy"/>
                  <a:cs typeface="Lantinghei SC Heavy"/>
                </a:rPr>
                <a:t> </a:t>
              </a:r>
              <a:r>
                <a:rPr sz="2902" b="1" spc="-45" dirty="0">
                  <a:latin typeface="Lantinghei SC Heavy"/>
                  <a:cs typeface="Lantinghei SC Heavy"/>
                </a:rPr>
                <a:t>.</a:t>
              </a:r>
              <a:endParaRPr sz="2902">
                <a:latin typeface="Lantinghei SC Heavy"/>
                <a:cs typeface="Lantinghei SC Heavy"/>
              </a:endParaRPr>
            </a:p>
          </p:txBody>
        </p:sp>
        <p:grpSp>
          <p:nvGrpSpPr>
            <p:cNvPr id="119" name="object 119"/>
            <p:cNvGrpSpPr/>
            <p:nvPr/>
          </p:nvGrpSpPr>
          <p:grpSpPr>
            <a:xfrm>
              <a:off x="4275157" y="4328775"/>
              <a:ext cx="5114421" cy="1740700"/>
              <a:chOff x="3338715" y="4773676"/>
              <a:chExt cx="5640070" cy="1919605"/>
            </a:xfrm>
          </p:grpSpPr>
          <p:sp>
            <p:nvSpPr>
              <p:cNvPr id="120" name="object 120"/>
              <p:cNvSpPr/>
              <p:nvPr/>
            </p:nvSpPr>
            <p:spPr>
              <a:xfrm>
                <a:off x="3732161" y="50223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735">
                    <a:moveTo>
                      <a:pt x="292608" y="292608"/>
                    </a:moveTo>
                    <a:lnTo>
                      <a:pt x="292608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2608" y="292608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1" name="object 121"/>
              <p:cNvSpPr/>
              <p:nvPr/>
            </p:nvSpPr>
            <p:spPr>
              <a:xfrm>
                <a:off x="3732161" y="50223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735">
                    <a:moveTo>
                      <a:pt x="0" y="0"/>
                    </a:moveTo>
                    <a:lnTo>
                      <a:pt x="0" y="292608"/>
                    </a:lnTo>
                    <a:lnTo>
                      <a:pt x="292608" y="292608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2" name="object 122"/>
              <p:cNvSpPr/>
              <p:nvPr/>
            </p:nvSpPr>
            <p:spPr>
              <a:xfrm>
                <a:off x="3732161" y="54795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735">
                    <a:moveTo>
                      <a:pt x="292608" y="292608"/>
                    </a:moveTo>
                    <a:lnTo>
                      <a:pt x="292608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2608" y="292608"/>
                    </a:lnTo>
                    <a:close/>
                  </a:path>
                </a:pathLst>
              </a:custGeom>
              <a:solidFill>
                <a:srgbClr val="6699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3" name="object 123"/>
              <p:cNvSpPr/>
              <p:nvPr/>
            </p:nvSpPr>
            <p:spPr>
              <a:xfrm>
                <a:off x="3732161" y="54795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735">
                    <a:moveTo>
                      <a:pt x="0" y="0"/>
                    </a:moveTo>
                    <a:lnTo>
                      <a:pt x="0" y="292608"/>
                    </a:lnTo>
                    <a:lnTo>
                      <a:pt x="292608" y="292608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4" name="object 124"/>
              <p:cNvSpPr/>
              <p:nvPr/>
            </p:nvSpPr>
            <p:spPr>
              <a:xfrm>
                <a:off x="3732161" y="62415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734">
                    <a:moveTo>
                      <a:pt x="292608" y="292608"/>
                    </a:moveTo>
                    <a:lnTo>
                      <a:pt x="292608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2608" y="292608"/>
                    </a:lnTo>
                    <a:close/>
                  </a:path>
                </a:pathLst>
              </a:custGeom>
              <a:solidFill>
                <a:srgbClr val="3333CC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5" name="object 125"/>
              <p:cNvSpPr/>
              <p:nvPr/>
            </p:nvSpPr>
            <p:spPr>
              <a:xfrm>
                <a:off x="3732161" y="62415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734">
                    <a:moveTo>
                      <a:pt x="0" y="0"/>
                    </a:moveTo>
                    <a:lnTo>
                      <a:pt x="0" y="292608"/>
                    </a:lnTo>
                    <a:lnTo>
                      <a:pt x="292608" y="292608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6" name="object 126"/>
              <p:cNvSpPr/>
              <p:nvPr/>
            </p:nvSpPr>
            <p:spPr>
              <a:xfrm>
                <a:off x="3345065" y="5022342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5">
                    <a:moveTo>
                      <a:pt x="291846" y="292608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1846" y="292608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7" name="object 127"/>
              <p:cNvSpPr/>
              <p:nvPr/>
            </p:nvSpPr>
            <p:spPr>
              <a:xfrm>
                <a:off x="3345065" y="5022342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5">
                    <a:moveTo>
                      <a:pt x="0" y="0"/>
                    </a:moveTo>
                    <a:lnTo>
                      <a:pt x="0" y="292608"/>
                    </a:lnTo>
                    <a:lnTo>
                      <a:pt x="291846" y="292608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8" name="object 128"/>
              <p:cNvSpPr/>
              <p:nvPr/>
            </p:nvSpPr>
            <p:spPr>
              <a:xfrm>
                <a:off x="3345065" y="5479542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5">
                    <a:moveTo>
                      <a:pt x="291846" y="292608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1846" y="292608"/>
                    </a:lnTo>
                    <a:close/>
                  </a:path>
                </a:pathLst>
              </a:custGeom>
              <a:solidFill>
                <a:srgbClr val="6699FF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9" name="object 129"/>
              <p:cNvSpPr/>
              <p:nvPr/>
            </p:nvSpPr>
            <p:spPr>
              <a:xfrm>
                <a:off x="3345065" y="5479542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5">
                    <a:moveTo>
                      <a:pt x="0" y="0"/>
                    </a:moveTo>
                    <a:lnTo>
                      <a:pt x="0" y="292608"/>
                    </a:lnTo>
                    <a:lnTo>
                      <a:pt x="291846" y="292608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0" name="object 130"/>
              <p:cNvSpPr/>
              <p:nvPr/>
            </p:nvSpPr>
            <p:spPr>
              <a:xfrm>
                <a:off x="3345065" y="6241542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4">
                    <a:moveTo>
                      <a:pt x="291846" y="292608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1846" y="292608"/>
                    </a:lnTo>
                    <a:close/>
                  </a:path>
                </a:pathLst>
              </a:custGeom>
              <a:solidFill>
                <a:srgbClr val="3333CC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1" name="object 131"/>
              <p:cNvSpPr/>
              <p:nvPr/>
            </p:nvSpPr>
            <p:spPr>
              <a:xfrm>
                <a:off x="3345065" y="6241542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4">
                    <a:moveTo>
                      <a:pt x="0" y="0"/>
                    </a:moveTo>
                    <a:lnTo>
                      <a:pt x="0" y="292608"/>
                    </a:lnTo>
                    <a:lnTo>
                      <a:pt x="291846" y="292608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2" name="object 132"/>
              <p:cNvSpPr/>
              <p:nvPr/>
            </p:nvSpPr>
            <p:spPr>
              <a:xfrm>
                <a:off x="7688465" y="4780026"/>
                <a:ext cx="127508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1275079" h="131445">
                    <a:moveTo>
                      <a:pt x="637031" y="0"/>
                    </a:moveTo>
                    <a:lnTo>
                      <a:pt x="557080" y="504"/>
                    </a:lnTo>
                    <a:lnTo>
                      <a:pt x="480105" y="1978"/>
                    </a:lnTo>
                    <a:lnTo>
                      <a:pt x="406700" y="4363"/>
                    </a:lnTo>
                    <a:lnTo>
                      <a:pt x="337462" y="7602"/>
                    </a:lnTo>
                    <a:lnTo>
                      <a:pt x="272985" y="11636"/>
                    </a:lnTo>
                    <a:lnTo>
                      <a:pt x="213864" y="16406"/>
                    </a:lnTo>
                    <a:lnTo>
                      <a:pt x="160696" y="21855"/>
                    </a:lnTo>
                    <a:lnTo>
                      <a:pt x="114074" y="27924"/>
                    </a:lnTo>
                    <a:lnTo>
                      <a:pt x="74594" y="34555"/>
                    </a:lnTo>
                    <a:lnTo>
                      <a:pt x="19442" y="49269"/>
                    </a:lnTo>
                    <a:lnTo>
                      <a:pt x="0" y="65532"/>
                    </a:lnTo>
                    <a:lnTo>
                      <a:pt x="4959" y="73827"/>
                    </a:lnTo>
                    <a:lnTo>
                      <a:pt x="42852" y="89374"/>
                    </a:lnTo>
                    <a:lnTo>
                      <a:pt x="114074" y="103139"/>
                    </a:lnTo>
                    <a:lnTo>
                      <a:pt x="160696" y="109208"/>
                    </a:lnTo>
                    <a:lnTo>
                      <a:pt x="213864" y="114657"/>
                    </a:lnTo>
                    <a:lnTo>
                      <a:pt x="272985" y="119427"/>
                    </a:lnTo>
                    <a:lnTo>
                      <a:pt x="337462" y="123461"/>
                    </a:lnTo>
                    <a:lnTo>
                      <a:pt x="406700" y="126700"/>
                    </a:lnTo>
                    <a:lnTo>
                      <a:pt x="480105" y="129085"/>
                    </a:lnTo>
                    <a:lnTo>
                      <a:pt x="557080" y="130559"/>
                    </a:lnTo>
                    <a:lnTo>
                      <a:pt x="637031" y="131064"/>
                    </a:lnTo>
                    <a:lnTo>
                      <a:pt x="716996" y="130559"/>
                    </a:lnTo>
                    <a:lnTo>
                      <a:pt x="794007" y="129085"/>
                    </a:lnTo>
                    <a:lnTo>
                      <a:pt x="867466" y="126700"/>
                    </a:lnTo>
                    <a:lnTo>
                      <a:pt x="936773" y="123461"/>
                    </a:lnTo>
                    <a:lnTo>
                      <a:pt x="1001330" y="119427"/>
                    </a:lnTo>
                    <a:lnTo>
                      <a:pt x="1060536" y="114657"/>
                    </a:lnTo>
                    <a:lnTo>
                      <a:pt x="1113792" y="109208"/>
                    </a:lnTo>
                    <a:lnTo>
                      <a:pt x="1160499" y="103139"/>
                    </a:lnTo>
                    <a:lnTo>
                      <a:pt x="1200059" y="96508"/>
                    </a:lnTo>
                    <a:lnTo>
                      <a:pt x="1255335" y="81794"/>
                    </a:lnTo>
                    <a:lnTo>
                      <a:pt x="1274825" y="65531"/>
                    </a:lnTo>
                    <a:lnTo>
                      <a:pt x="1269853" y="57236"/>
                    </a:lnTo>
                    <a:lnTo>
                      <a:pt x="1231870" y="41689"/>
                    </a:lnTo>
                    <a:lnTo>
                      <a:pt x="1160499" y="27924"/>
                    </a:lnTo>
                    <a:lnTo>
                      <a:pt x="1113792" y="21855"/>
                    </a:lnTo>
                    <a:lnTo>
                      <a:pt x="1060536" y="16406"/>
                    </a:lnTo>
                    <a:lnTo>
                      <a:pt x="1001330" y="11636"/>
                    </a:lnTo>
                    <a:lnTo>
                      <a:pt x="936773" y="7602"/>
                    </a:lnTo>
                    <a:lnTo>
                      <a:pt x="867466" y="4363"/>
                    </a:lnTo>
                    <a:lnTo>
                      <a:pt x="794007" y="1978"/>
                    </a:lnTo>
                    <a:lnTo>
                      <a:pt x="716996" y="504"/>
                    </a:lnTo>
                    <a:lnTo>
                      <a:pt x="637031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3" name="object 133"/>
              <p:cNvSpPr/>
              <p:nvPr/>
            </p:nvSpPr>
            <p:spPr>
              <a:xfrm>
                <a:off x="7680070" y="4846320"/>
                <a:ext cx="0" cy="1717675"/>
              </a:xfrm>
              <a:custGeom>
                <a:avLst/>
                <a:gdLst/>
                <a:ahLst/>
                <a:cxnLst/>
                <a:rect l="l" t="t" r="r" b="b"/>
                <a:pathLst>
                  <a:path h="1717675">
                    <a:moveTo>
                      <a:pt x="0" y="0"/>
                    </a:moveTo>
                    <a:lnTo>
                      <a:pt x="0" y="1717548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4" name="object 134"/>
              <p:cNvSpPr/>
              <p:nvPr/>
            </p:nvSpPr>
            <p:spPr>
              <a:xfrm>
                <a:off x="8972422" y="4846320"/>
                <a:ext cx="0" cy="1717675"/>
              </a:xfrm>
              <a:custGeom>
                <a:avLst/>
                <a:gdLst/>
                <a:ahLst/>
                <a:cxnLst/>
                <a:rect l="l" t="t" r="r" b="b"/>
                <a:pathLst>
                  <a:path h="1717675">
                    <a:moveTo>
                      <a:pt x="0" y="0"/>
                    </a:moveTo>
                    <a:lnTo>
                      <a:pt x="0" y="1717548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5" name="object 135"/>
              <p:cNvSpPr/>
              <p:nvPr/>
            </p:nvSpPr>
            <p:spPr>
              <a:xfrm>
                <a:off x="7670939" y="6568440"/>
                <a:ext cx="1292860" cy="118110"/>
              </a:xfrm>
              <a:custGeom>
                <a:avLst/>
                <a:gdLst/>
                <a:ahLst/>
                <a:cxnLst/>
                <a:rect l="l" t="t" r="r" b="b"/>
                <a:pathLst>
                  <a:path w="1292859" h="118109">
                    <a:moveTo>
                      <a:pt x="1291590" y="0"/>
                    </a:moveTo>
                    <a:lnTo>
                      <a:pt x="1292352" y="1524"/>
                    </a:lnTo>
                    <a:lnTo>
                      <a:pt x="1292352" y="2286"/>
                    </a:lnTo>
                    <a:lnTo>
                      <a:pt x="1292352" y="3810"/>
                    </a:lnTo>
                    <a:lnTo>
                      <a:pt x="1254652" y="42103"/>
                    </a:lnTo>
                    <a:lnTo>
                      <a:pt x="1191686" y="64800"/>
                    </a:lnTo>
                    <a:lnTo>
                      <a:pt x="1150313" y="75029"/>
                    </a:lnTo>
                    <a:lnTo>
                      <a:pt x="1102995" y="84391"/>
                    </a:lnTo>
                    <a:lnTo>
                      <a:pt x="1050218" y="92797"/>
                    </a:lnTo>
                    <a:lnTo>
                      <a:pt x="992469" y="100156"/>
                    </a:lnTo>
                    <a:lnTo>
                      <a:pt x="930235" y="106380"/>
                    </a:lnTo>
                    <a:lnTo>
                      <a:pt x="864002" y="111376"/>
                    </a:lnTo>
                    <a:lnTo>
                      <a:pt x="794257" y="115057"/>
                    </a:lnTo>
                    <a:lnTo>
                      <a:pt x="721486" y="117331"/>
                    </a:lnTo>
                    <a:lnTo>
                      <a:pt x="646176" y="118110"/>
                    </a:lnTo>
                    <a:lnTo>
                      <a:pt x="570865" y="117331"/>
                    </a:lnTo>
                    <a:lnTo>
                      <a:pt x="498094" y="115057"/>
                    </a:lnTo>
                    <a:lnTo>
                      <a:pt x="428349" y="111376"/>
                    </a:lnTo>
                    <a:lnTo>
                      <a:pt x="362116" y="106380"/>
                    </a:lnTo>
                    <a:lnTo>
                      <a:pt x="299882" y="100156"/>
                    </a:lnTo>
                    <a:lnTo>
                      <a:pt x="242133" y="92797"/>
                    </a:lnTo>
                    <a:lnTo>
                      <a:pt x="189357" y="84391"/>
                    </a:lnTo>
                    <a:lnTo>
                      <a:pt x="142038" y="75029"/>
                    </a:lnTo>
                    <a:lnTo>
                      <a:pt x="100665" y="64800"/>
                    </a:lnTo>
                    <a:lnTo>
                      <a:pt x="37699" y="42103"/>
                    </a:lnTo>
                    <a:lnTo>
                      <a:pt x="4350" y="17021"/>
                    </a:lnTo>
                    <a:lnTo>
                      <a:pt x="0" y="3810"/>
                    </a:lnTo>
                    <a:lnTo>
                      <a:pt x="0" y="2286"/>
                    </a:lnTo>
                    <a:lnTo>
                      <a:pt x="0" y="1524"/>
                    </a:lnTo>
                    <a:lnTo>
                      <a:pt x="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6" name="object 136"/>
              <p:cNvSpPr/>
              <p:nvPr/>
            </p:nvSpPr>
            <p:spPr>
              <a:xfrm>
                <a:off x="8576195" y="5022342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5">
                    <a:moveTo>
                      <a:pt x="291846" y="292608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1846" y="292608"/>
                    </a:lnTo>
                    <a:close/>
                  </a:path>
                </a:pathLst>
              </a:custGeom>
              <a:solidFill>
                <a:srgbClr val="666633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7" name="object 137"/>
              <p:cNvSpPr/>
              <p:nvPr/>
            </p:nvSpPr>
            <p:spPr>
              <a:xfrm>
                <a:off x="8575433" y="50223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735">
                    <a:moveTo>
                      <a:pt x="0" y="0"/>
                    </a:moveTo>
                    <a:lnTo>
                      <a:pt x="0" y="292608"/>
                    </a:lnTo>
                    <a:lnTo>
                      <a:pt x="292607" y="292608"/>
                    </a:lnTo>
                    <a:lnTo>
                      <a:pt x="292607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8" name="object 138"/>
              <p:cNvSpPr/>
              <p:nvPr/>
            </p:nvSpPr>
            <p:spPr>
              <a:xfrm>
                <a:off x="8576195" y="5479542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5">
                    <a:moveTo>
                      <a:pt x="291846" y="292608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1846" y="292608"/>
                    </a:lnTo>
                    <a:close/>
                  </a:path>
                </a:pathLst>
              </a:custGeom>
              <a:solidFill>
                <a:srgbClr val="666633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9" name="object 139"/>
              <p:cNvSpPr/>
              <p:nvPr/>
            </p:nvSpPr>
            <p:spPr>
              <a:xfrm>
                <a:off x="8575433" y="54795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735">
                    <a:moveTo>
                      <a:pt x="0" y="0"/>
                    </a:moveTo>
                    <a:lnTo>
                      <a:pt x="0" y="292608"/>
                    </a:lnTo>
                    <a:lnTo>
                      <a:pt x="292607" y="292608"/>
                    </a:lnTo>
                    <a:lnTo>
                      <a:pt x="292607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0" name="object 140"/>
              <p:cNvSpPr/>
              <p:nvPr/>
            </p:nvSpPr>
            <p:spPr>
              <a:xfrm>
                <a:off x="8576195" y="6241542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4">
                    <a:moveTo>
                      <a:pt x="291846" y="292608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1846" y="292608"/>
                    </a:lnTo>
                    <a:close/>
                  </a:path>
                </a:pathLst>
              </a:custGeom>
              <a:solidFill>
                <a:srgbClr val="666633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1" name="object 141"/>
              <p:cNvSpPr/>
              <p:nvPr/>
            </p:nvSpPr>
            <p:spPr>
              <a:xfrm>
                <a:off x="8575433" y="6241542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734">
                    <a:moveTo>
                      <a:pt x="0" y="0"/>
                    </a:moveTo>
                    <a:lnTo>
                      <a:pt x="0" y="292608"/>
                    </a:lnTo>
                    <a:lnTo>
                      <a:pt x="292607" y="292608"/>
                    </a:lnTo>
                    <a:lnTo>
                      <a:pt x="292607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42" name="object 142"/>
            <p:cNvSpPr txBox="1"/>
            <p:nvPr/>
          </p:nvSpPr>
          <p:spPr>
            <a:xfrm>
              <a:off x="8560394" y="5162559"/>
              <a:ext cx="558544" cy="457645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2902" b="1" dirty="0">
                  <a:latin typeface="Lantinghei SC Heavy"/>
                  <a:cs typeface="Lantinghei SC Heavy"/>
                </a:rPr>
                <a:t>.</a:t>
              </a:r>
              <a:r>
                <a:rPr sz="2902" b="1" spc="59" dirty="0">
                  <a:latin typeface="Lantinghei SC Heavy"/>
                  <a:cs typeface="Lantinghei SC Heavy"/>
                </a:rPr>
                <a:t> </a:t>
              </a:r>
              <a:r>
                <a:rPr sz="2902" b="1" dirty="0">
                  <a:latin typeface="Lantinghei SC Heavy"/>
                  <a:cs typeface="Lantinghei SC Heavy"/>
                </a:rPr>
                <a:t>.</a:t>
              </a:r>
              <a:r>
                <a:rPr sz="2902" b="1" spc="63" dirty="0">
                  <a:latin typeface="Lantinghei SC Heavy"/>
                  <a:cs typeface="Lantinghei SC Heavy"/>
                </a:rPr>
                <a:t> </a:t>
              </a:r>
              <a:r>
                <a:rPr sz="2902" b="1" spc="-45" dirty="0">
                  <a:latin typeface="Lantinghei SC Heavy"/>
                  <a:cs typeface="Lantinghei SC Heavy"/>
                </a:rPr>
                <a:t>.</a:t>
              </a:r>
              <a:endParaRPr sz="2902">
                <a:latin typeface="Lantinghei SC Heavy"/>
                <a:cs typeface="Lantinghei SC Heavy"/>
              </a:endParaRPr>
            </a:p>
          </p:txBody>
        </p:sp>
        <p:grpSp>
          <p:nvGrpSpPr>
            <p:cNvPr id="143" name="object 143"/>
            <p:cNvGrpSpPr/>
            <p:nvPr/>
          </p:nvGrpSpPr>
          <p:grpSpPr>
            <a:xfrm>
              <a:off x="8301501" y="4548506"/>
              <a:ext cx="628218" cy="1382541"/>
              <a:chOff x="7778877" y="5015991"/>
              <a:chExt cx="692785" cy="1524635"/>
            </a:xfrm>
          </p:grpSpPr>
          <p:sp>
            <p:nvSpPr>
              <p:cNvPr id="144" name="object 144"/>
              <p:cNvSpPr/>
              <p:nvPr/>
            </p:nvSpPr>
            <p:spPr>
              <a:xfrm>
                <a:off x="8172323" y="5022341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735">
                    <a:moveTo>
                      <a:pt x="292607" y="292608"/>
                    </a:moveTo>
                    <a:lnTo>
                      <a:pt x="292607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2607" y="292608"/>
                    </a:lnTo>
                    <a:close/>
                  </a:path>
                </a:pathLst>
              </a:custGeom>
              <a:solidFill>
                <a:srgbClr val="666633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5" name="object 145"/>
              <p:cNvSpPr/>
              <p:nvPr/>
            </p:nvSpPr>
            <p:spPr>
              <a:xfrm>
                <a:off x="8172323" y="5022341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735">
                    <a:moveTo>
                      <a:pt x="0" y="0"/>
                    </a:moveTo>
                    <a:lnTo>
                      <a:pt x="0" y="292608"/>
                    </a:lnTo>
                    <a:lnTo>
                      <a:pt x="292607" y="292608"/>
                    </a:lnTo>
                    <a:lnTo>
                      <a:pt x="292607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6" name="object 146"/>
              <p:cNvSpPr/>
              <p:nvPr/>
            </p:nvSpPr>
            <p:spPr>
              <a:xfrm>
                <a:off x="8172323" y="5479541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735">
                    <a:moveTo>
                      <a:pt x="292607" y="292608"/>
                    </a:moveTo>
                    <a:lnTo>
                      <a:pt x="292607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2607" y="292608"/>
                    </a:lnTo>
                    <a:close/>
                  </a:path>
                </a:pathLst>
              </a:custGeom>
              <a:solidFill>
                <a:srgbClr val="666633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7" name="object 147"/>
              <p:cNvSpPr/>
              <p:nvPr/>
            </p:nvSpPr>
            <p:spPr>
              <a:xfrm>
                <a:off x="8172323" y="5479541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735">
                    <a:moveTo>
                      <a:pt x="0" y="0"/>
                    </a:moveTo>
                    <a:lnTo>
                      <a:pt x="0" y="292608"/>
                    </a:lnTo>
                    <a:lnTo>
                      <a:pt x="292607" y="292608"/>
                    </a:lnTo>
                    <a:lnTo>
                      <a:pt x="292607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8" name="object 148"/>
              <p:cNvSpPr/>
              <p:nvPr/>
            </p:nvSpPr>
            <p:spPr>
              <a:xfrm>
                <a:off x="8172323" y="6241541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734">
                    <a:moveTo>
                      <a:pt x="292607" y="292608"/>
                    </a:moveTo>
                    <a:lnTo>
                      <a:pt x="292607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2607" y="292608"/>
                    </a:lnTo>
                    <a:close/>
                  </a:path>
                </a:pathLst>
              </a:custGeom>
              <a:solidFill>
                <a:srgbClr val="666633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9" name="object 149"/>
              <p:cNvSpPr/>
              <p:nvPr/>
            </p:nvSpPr>
            <p:spPr>
              <a:xfrm>
                <a:off x="8172323" y="6241541"/>
                <a:ext cx="29273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734" h="292734">
                    <a:moveTo>
                      <a:pt x="0" y="0"/>
                    </a:moveTo>
                    <a:lnTo>
                      <a:pt x="0" y="292608"/>
                    </a:lnTo>
                    <a:lnTo>
                      <a:pt x="292607" y="292608"/>
                    </a:lnTo>
                    <a:lnTo>
                      <a:pt x="292607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50" name="object 150"/>
              <p:cNvSpPr/>
              <p:nvPr/>
            </p:nvSpPr>
            <p:spPr>
              <a:xfrm>
                <a:off x="7785227" y="5022341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5">
                    <a:moveTo>
                      <a:pt x="291846" y="292608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1846" y="292608"/>
                    </a:lnTo>
                    <a:close/>
                  </a:path>
                </a:pathLst>
              </a:custGeom>
              <a:solidFill>
                <a:srgbClr val="666633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51" name="object 151"/>
              <p:cNvSpPr/>
              <p:nvPr/>
            </p:nvSpPr>
            <p:spPr>
              <a:xfrm>
                <a:off x="7785227" y="5022341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5">
                    <a:moveTo>
                      <a:pt x="0" y="0"/>
                    </a:moveTo>
                    <a:lnTo>
                      <a:pt x="0" y="292608"/>
                    </a:lnTo>
                    <a:lnTo>
                      <a:pt x="291846" y="292608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52" name="object 152"/>
              <p:cNvSpPr/>
              <p:nvPr/>
            </p:nvSpPr>
            <p:spPr>
              <a:xfrm>
                <a:off x="7785227" y="5479541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5">
                    <a:moveTo>
                      <a:pt x="291846" y="292608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1846" y="292608"/>
                    </a:lnTo>
                    <a:close/>
                  </a:path>
                </a:pathLst>
              </a:custGeom>
              <a:solidFill>
                <a:srgbClr val="666633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53" name="object 153"/>
              <p:cNvSpPr/>
              <p:nvPr/>
            </p:nvSpPr>
            <p:spPr>
              <a:xfrm>
                <a:off x="7785227" y="5479541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5">
                    <a:moveTo>
                      <a:pt x="0" y="0"/>
                    </a:moveTo>
                    <a:lnTo>
                      <a:pt x="0" y="292608"/>
                    </a:lnTo>
                    <a:lnTo>
                      <a:pt x="291846" y="292608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54" name="object 154"/>
              <p:cNvSpPr/>
              <p:nvPr/>
            </p:nvSpPr>
            <p:spPr>
              <a:xfrm>
                <a:off x="7785227" y="6241541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4">
                    <a:moveTo>
                      <a:pt x="291846" y="292608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2608"/>
                    </a:lnTo>
                    <a:lnTo>
                      <a:pt x="291846" y="292608"/>
                    </a:lnTo>
                    <a:close/>
                  </a:path>
                </a:pathLst>
              </a:custGeom>
              <a:solidFill>
                <a:srgbClr val="666633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55" name="object 155"/>
              <p:cNvSpPr/>
              <p:nvPr/>
            </p:nvSpPr>
            <p:spPr>
              <a:xfrm>
                <a:off x="7785227" y="6241541"/>
                <a:ext cx="292100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734">
                    <a:moveTo>
                      <a:pt x="0" y="0"/>
                    </a:moveTo>
                    <a:lnTo>
                      <a:pt x="0" y="292608"/>
                    </a:lnTo>
                    <a:lnTo>
                      <a:pt x="291846" y="292608"/>
                    </a:lnTo>
                    <a:lnTo>
                      <a:pt x="29184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grpSp>
          <p:nvGrpSpPr>
            <p:cNvPr id="156" name="object 156"/>
            <p:cNvGrpSpPr/>
            <p:nvPr/>
          </p:nvGrpSpPr>
          <p:grpSpPr>
            <a:xfrm>
              <a:off x="2513382" y="1469720"/>
              <a:ext cx="1292137" cy="607489"/>
              <a:chOff x="1395869" y="1620774"/>
              <a:chExt cx="1424940" cy="669925"/>
            </a:xfrm>
          </p:grpSpPr>
          <p:sp>
            <p:nvSpPr>
              <p:cNvPr id="157" name="object 157"/>
              <p:cNvSpPr/>
              <p:nvPr/>
            </p:nvSpPr>
            <p:spPr>
              <a:xfrm>
                <a:off x="1395869" y="1620774"/>
                <a:ext cx="1424940" cy="669925"/>
              </a:xfrm>
              <a:custGeom>
                <a:avLst/>
                <a:gdLst/>
                <a:ahLst/>
                <a:cxnLst/>
                <a:rect l="l" t="t" r="r" b="b"/>
                <a:pathLst>
                  <a:path w="1424939" h="669925">
                    <a:moveTo>
                      <a:pt x="1424940" y="334518"/>
                    </a:moveTo>
                    <a:lnTo>
                      <a:pt x="1413476" y="274478"/>
                    </a:lnTo>
                    <a:lnTo>
                      <a:pt x="1380419" y="217933"/>
                    </a:lnTo>
                    <a:lnTo>
                      <a:pt x="1327770" y="165833"/>
                    </a:lnTo>
                    <a:lnTo>
                      <a:pt x="1294724" y="141749"/>
                    </a:lnTo>
                    <a:lnTo>
                      <a:pt x="1257529" y="119134"/>
                    </a:lnTo>
                    <a:lnTo>
                      <a:pt x="1216437" y="98107"/>
                    </a:lnTo>
                    <a:lnTo>
                      <a:pt x="1171697" y="78788"/>
                    </a:lnTo>
                    <a:lnTo>
                      <a:pt x="1123560" y="61295"/>
                    </a:lnTo>
                    <a:lnTo>
                      <a:pt x="1072275" y="45748"/>
                    </a:lnTo>
                    <a:lnTo>
                      <a:pt x="1018092" y="32266"/>
                    </a:lnTo>
                    <a:lnTo>
                      <a:pt x="961262" y="20968"/>
                    </a:lnTo>
                    <a:lnTo>
                      <a:pt x="902035" y="11973"/>
                    </a:lnTo>
                    <a:lnTo>
                      <a:pt x="840660" y="5400"/>
                    </a:lnTo>
                    <a:lnTo>
                      <a:pt x="777388" y="1370"/>
                    </a:lnTo>
                    <a:lnTo>
                      <a:pt x="712470" y="0"/>
                    </a:lnTo>
                    <a:lnTo>
                      <a:pt x="648572" y="1348"/>
                    </a:lnTo>
                    <a:lnTo>
                      <a:pt x="584279" y="5400"/>
                    </a:lnTo>
                    <a:lnTo>
                      <a:pt x="522904" y="11973"/>
                    </a:lnTo>
                    <a:lnTo>
                      <a:pt x="463677" y="20968"/>
                    </a:lnTo>
                    <a:lnTo>
                      <a:pt x="406847" y="32266"/>
                    </a:lnTo>
                    <a:lnTo>
                      <a:pt x="352664" y="45748"/>
                    </a:lnTo>
                    <a:lnTo>
                      <a:pt x="301379" y="61295"/>
                    </a:lnTo>
                    <a:lnTo>
                      <a:pt x="253242" y="78788"/>
                    </a:lnTo>
                    <a:lnTo>
                      <a:pt x="208502" y="98107"/>
                    </a:lnTo>
                    <a:lnTo>
                      <a:pt x="167410" y="119134"/>
                    </a:lnTo>
                    <a:lnTo>
                      <a:pt x="130215" y="141749"/>
                    </a:lnTo>
                    <a:lnTo>
                      <a:pt x="97169" y="165833"/>
                    </a:lnTo>
                    <a:lnTo>
                      <a:pt x="68520" y="191268"/>
                    </a:lnTo>
                    <a:lnTo>
                      <a:pt x="25417" y="245709"/>
                    </a:lnTo>
                    <a:lnTo>
                      <a:pt x="2907" y="304121"/>
                    </a:lnTo>
                    <a:lnTo>
                      <a:pt x="0" y="334518"/>
                    </a:lnTo>
                    <a:lnTo>
                      <a:pt x="2907" y="365034"/>
                    </a:lnTo>
                    <a:lnTo>
                      <a:pt x="25417" y="423647"/>
                    </a:lnTo>
                    <a:lnTo>
                      <a:pt x="68520" y="478242"/>
                    </a:lnTo>
                    <a:lnTo>
                      <a:pt x="97169" y="503738"/>
                    </a:lnTo>
                    <a:lnTo>
                      <a:pt x="125730" y="524598"/>
                    </a:lnTo>
                    <a:lnTo>
                      <a:pt x="125730" y="334518"/>
                    </a:lnTo>
                    <a:lnTo>
                      <a:pt x="129175" y="304594"/>
                    </a:lnTo>
                    <a:lnTo>
                      <a:pt x="155661" y="247680"/>
                    </a:lnTo>
                    <a:lnTo>
                      <a:pt x="205881" y="195805"/>
                    </a:lnTo>
                    <a:lnTo>
                      <a:pt x="238993" y="172181"/>
                    </a:lnTo>
                    <a:lnTo>
                      <a:pt x="276962" y="150325"/>
                    </a:lnTo>
                    <a:lnTo>
                      <a:pt x="319429" y="130405"/>
                    </a:lnTo>
                    <a:lnTo>
                      <a:pt x="366034" y="112593"/>
                    </a:lnTo>
                    <a:lnTo>
                      <a:pt x="416418" y="97056"/>
                    </a:lnTo>
                    <a:lnTo>
                      <a:pt x="470223" y="83964"/>
                    </a:lnTo>
                    <a:lnTo>
                      <a:pt x="527090" y="73487"/>
                    </a:lnTo>
                    <a:lnTo>
                      <a:pt x="586659" y="65793"/>
                    </a:lnTo>
                    <a:lnTo>
                      <a:pt x="647551" y="61131"/>
                    </a:lnTo>
                    <a:lnTo>
                      <a:pt x="648572" y="61053"/>
                    </a:lnTo>
                    <a:lnTo>
                      <a:pt x="712470" y="59436"/>
                    </a:lnTo>
                    <a:lnTo>
                      <a:pt x="776367" y="61053"/>
                    </a:lnTo>
                    <a:lnTo>
                      <a:pt x="838280" y="65793"/>
                    </a:lnTo>
                    <a:lnTo>
                      <a:pt x="897849" y="73487"/>
                    </a:lnTo>
                    <a:lnTo>
                      <a:pt x="954716" y="83964"/>
                    </a:lnTo>
                    <a:lnTo>
                      <a:pt x="1008521" y="97056"/>
                    </a:lnTo>
                    <a:lnTo>
                      <a:pt x="1058905" y="112593"/>
                    </a:lnTo>
                    <a:lnTo>
                      <a:pt x="1105510" y="130405"/>
                    </a:lnTo>
                    <a:lnTo>
                      <a:pt x="1147977" y="150325"/>
                    </a:lnTo>
                    <a:lnTo>
                      <a:pt x="1185946" y="172181"/>
                    </a:lnTo>
                    <a:lnTo>
                      <a:pt x="1219058" y="195805"/>
                    </a:lnTo>
                    <a:lnTo>
                      <a:pt x="1269278" y="247680"/>
                    </a:lnTo>
                    <a:lnTo>
                      <a:pt x="1295764" y="304594"/>
                    </a:lnTo>
                    <a:lnTo>
                      <a:pt x="1299210" y="334518"/>
                    </a:lnTo>
                    <a:lnTo>
                      <a:pt x="1299210" y="524598"/>
                    </a:lnTo>
                    <a:lnTo>
                      <a:pt x="1327770" y="503738"/>
                    </a:lnTo>
                    <a:lnTo>
                      <a:pt x="1356419" y="478242"/>
                    </a:lnTo>
                    <a:lnTo>
                      <a:pt x="1399522" y="423647"/>
                    </a:lnTo>
                    <a:lnTo>
                      <a:pt x="1422032" y="365034"/>
                    </a:lnTo>
                    <a:lnTo>
                      <a:pt x="1424940" y="334518"/>
                    </a:lnTo>
                    <a:close/>
                  </a:path>
                  <a:path w="1424939" h="669925">
                    <a:moveTo>
                      <a:pt x="1299210" y="524598"/>
                    </a:moveTo>
                    <a:lnTo>
                      <a:pt x="1299210" y="334518"/>
                    </a:lnTo>
                    <a:lnTo>
                      <a:pt x="1295764" y="364583"/>
                    </a:lnTo>
                    <a:lnTo>
                      <a:pt x="1285667" y="393709"/>
                    </a:lnTo>
                    <a:lnTo>
                      <a:pt x="1246955" y="448468"/>
                    </a:lnTo>
                    <a:lnTo>
                      <a:pt x="1185946" y="497451"/>
                    </a:lnTo>
                    <a:lnTo>
                      <a:pt x="1147977" y="519357"/>
                    </a:lnTo>
                    <a:lnTo>
                      <a:pt x="1105510" y="539314"/>
                    </a:lnTo>
                    <a:lnTo>
                      <a:pt x="1058905" y="557156"/>
                    </a:lnTo>
                    <a:lnTo>
                      <a:pt x="1008521" y="572713"/>
                    </a:lnTo>
                    <a:lnTo>
                      <a:pt x="954716" y="585819"/>
                    </a:lnTo>
                    <a:lnTo>
                      <a:pt x="897849" y="596304"/>
                    </a:lnTo>
                    <a:lnTo>
                      <a:pt x="838280" y="604002"/>
                    </a:lnTo>
                    <a:lnTo>
                      <a:pt x="777388" y="608665"/>
                    </a:lnTo>
                    <a:lnTo>
                      <a:pt x="712470" y="610362"/>
                    </a:lnTo>
                    <a:lnTo>
                      <a:pt x="648572" y="608744"/>
                    </a:lnTo>
                    <a:lnTo>
                      <a:pt x="586659" y="604002"/>
                    </a:lnTo>
                    <a:lnTo>
                      <a:pt x="527090" y="596304"/>
                    </a:lnTo>
                    <a:lnTo>
                      <a:pt x="470223" y="585819"/>
                    </a:lnTo>
                    <a:lnTo>
                      <a:pt x="416418" y="572713"/>
                    </a:lnTo>
                    <a:lnTo>
                      <a:pt x="366034" y="557156"/>
                    </a:lnTo>
                    <a:lnTo>
                      <a:pt x="319429" y="539314"/>
                    </a:lnTo>
                    <a:lnTo>
                      <a:pt x="276962" y="519357"/>
                    </a:lnTo>
                    <a:lnTo>
                      <a:pt x="238993" y="497451"/>
                    </a:lnTo>
                    <a:lnTo>
                      <a:pt x="205881" y="473766"/>
                    </a:lnTo>
                    <a:lnTo>
                      <a:pt x="155661" y="421727"/>
                    </a:lnTo>
                    <a:lnTo>
                      <a:pt x="129175" y="364583"/>
                    </a:lnTo>
                    <a:lnTo>
                      <a:pt x="125730" y="334518"/>
                    </a:lnTo>
                    <a:lnTo>
                      <a:pt x="125730" y="524598"/>
                    </a:lnTo>
                    <a:lnTo>
                      <a:pt x="167410" y="550532"/>
                    </a:lnTo>
                    <a:lnTo>
                      <a:pt x="208502" y="571595"/>
                    </a:lnTo>
                    <a:lnTo>
                      <a:pt x="253242" y="590943"/>
                    </a:lnTo>
                    <a:lnTo>
                      <a:pt x="301379" y="608457"/>
                    </a:lnTo>
                    <a:lnTo>
                      <a:pt x="352664" y="624021"/>
                    </a:lnTo>
                    <a:lnTo>
                      <a:pt x="406847" y="637515"/>
                    </a:lnTo>
                    <a:lnTo>
                      <a:pt x="463677" y="648821"/>
                    </a:lnTo>
                    <a:lnTo>
                      <a:pt x="522904" y="657821"/>
                    </a:lnTo>
                    <a:lnTo>
                      <a:pt x="584279" y="664396"/>
                    </a:lnTo>
                    <a:lnTo>
                      <a:pt x="647551" y="668427"/>
                    </a:lnTo>
                    <a:lnTo>
                      <a:pt x="712470" y="669798"/>
                    </a:lnTo>
                    <a:lnTo>
                      <a:pt x="776367" y="668449"/>
                    </a:lnTo>
                    <a:lnTo>
                      <a:pt x="840660" y="664396"/>
                    </a:lnTo>
                    <a:lnTo>
                      <a:pt x="902035" y="657821"/>
                    </a:lnTo>
                    <a:lnTo>
                      <a:pt x="961262" y="648821"/>
                    </a:lnTo>
                    <a:lnTo>
                      <a:pt x="1018092" y="637515"/>
                    </a:lnTo>
                    <a:lnTo>
                      <a:pt x="1072275" y="624021"/>
                    </a:lnTo>
                    <a:lnTo>
                      <a:pt x="1123560" y="608457"/>
                    </a:lnTo>
                    <a:lnTo>
                      <a:pt x="1171697" y="590943"/>
                    </a:lnTo>
                    <a:lnTo>
                      <a:pt x="1216437" y="571595"/>
                    </a:lnTo>
                    <a:lnTo>
                      <a:pt x="1257529" y="550532"/>
                    </a:lnTo>
                    <a:lnTo>
                      <a:pt x="1294724" y="527874"/>
                    </a:lnTo>
                    <a:lnTo>
                      <a:pt x="1299210" y="524598"/>
                    </a:lnTo>
                    <a:close/>
                  </a:path>
                </a:pathLst>
              </a:custGeom>
              <a:solidFill>
                <a:srgbClr val="B9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58" name="object 158"/>
              <p:cNvSpPr/>
              <p:nvPr/>
            </p:nvSpPr>
            <p:spPr>
              <a:xfrm>
                <a:off x="1513217" y="1674876"/>
                <a:ext cx="1190625" cy="560070"/>
              </a:xfrm>
              <a:custGeom>
                <a:avLst/>
                <a:gdLst/>
                <a:ahLst/>
                <a:cxnLst/>
                <a:rect l="l" t="t" r="r" b="b"/>
                <a:pathLst>
                  <a:path w="1190625" h="560069">
                    <a:moveTo>
                      <a:pt x="1190244" y="279653"/>
                    </a:moveTo>
                    <a:lnTo>
                      <a:pt x="1176505" y="219590"/>
                    </a:lnTo>
                    <a:lnTo>
                      <a:pt x="1137234" y="164051"/>
                    </a:lnTo>
                    <a:lnTo>
                      <a:pt x="1108935" y="138401"/>
                    </a:lnTo>
                    <a:lnTo>
                      <a:pt x="1075346" y="114391"/>
                    </a:lnTo>
                    <a:lnTo>
                      <a:pt x="1036831" y="92189"/>
                    </a:lnTo>
                    <a:lnTo>
                      <a:pt x="993755" y="71965"/>
                    </a:lnTo>
                    <a:lnTo>
                      <a:pt x="946483" y="53888"/>
                    </a:lnTo>
                    <a:lnTo>
                      <a:pt x="895378" y="38128"/>
                    </a:lnTo>
                    <a:lnTo>
                      <a:pt x="840805" y="24853"/>
                    </a:lnTo>
                    <a:lnTo>
                      <a:pt x="783128" y="14234"/>
                    </a:lnTo>
                    <a:lnTo>
                      <a:pt x="722713" y="6439"/>
                    </a:lnTo>
                    <a:lnTo>
                      <a:pt x="659922" y="1638"/>
                    </a:lnTo>
                    <a:lnTo>
                      <a:pt x="595122" y="0"/>
                    </a:lnTo>
                    <a:lnTo>
                      <a:pt x="530188" y="1638"/>
                    </a:lnTo>
                    <a:lnTo>
                      <a:pt x="467301" y="6439"/>
                    </a:lnTo>
                    <a:lnTo>
                      <a:pt x="406822" y="14234"/>
                    </a:lnTo>
                    <a:lnTo>
                      <a:pt x="349110" y="24853"/>
                    </a:lnTo>
                    <a:lnTo>
                      <a:pt x="294527" y="38128"/>
                    </a:lnTo>
                    <a:lnTo>
                      <a:pt x="243431" y="53888"/>
                    </a:lnTo>
                    <a:lnTo>
                      <a:pt x="196184" y="71965"/>
                    </a:lnTo>
                    <a:lnTo>
                      <a:pt x="153146" y="92189"/>
                    </a:lnTo>
                    <a:lnTo>
                      <a:pt x="114677" y="114391"/>
                    </a:lnTo>
                    <a:lnTo>
                      <a:pt x="81138" y="138401"/>
                    </a:lnTo>
                    <a:lnTo>
                      <a:pt x="52889" y="164051"/>
                    </a:lnTo>
                    <a:lnTo>
                      <a:pt x="13702" y="219590"/>
                    </a:lnTo>
                    <a:lnTo>
                      <a:pt x="0" y="279654"/>
                    </a:lnTo>
                    <a:lnTo>
                      <a:pt x="3485" y="310176"/>
                    </a:lnTo>
                    <a:lnTo>
                      <a:pt x="30291" y="368216"/>
                    </a:lnTo>
                    <a:lnTo>
                      <a:pt x="81138" y="421103"/>
                    </a:lnTo>
                    <a:lnTo>
                      <a:pt x="114677" y="445184"/>
                    </a:lnTo>
                    <a:lnTo>
                      <a:pt x="153146" y="467461"/>
                    </a:lnTo>
                    <a:lnTo>
                      <a:pt x="196184" y="487761"/>
                    </a:lnTo>
                    <a:lnTo>
                      <a:pt x="243431" y="505913"/>
                    </a:lnTo>
                    <a:lnTo>
                      <a:pt x="294527" y="521744"/>
                    </a:lnTo>
                    <a:lnTo>
                      <a:pt x="349110" y="535082"/>
                    </a:lnTo>
                    <a:lnTo>
                      <a:pt x="406822" y="545756"/>
                    </a:lnTo>
                    <a:lnTo>
                      <a:pt x="467301" y="553593"/>
                    </a:lnTo>
                    <a:lnTo>
                      <a:pt x="530188" y="558422"/>
                    </a:lnTo>
                    <a:lnTo>
                      <a:pt x="595122" y="560070"/>
                    </a:lnTo>
                    <a:lnTo>
                      <a:pt x="659922" y="558422"/>
                    </a:lnTo>
                    <a:lnTo>
                      <a:pt x="722713" y="553593"/>
                    </a:lnTo>
                    <a:lnTo>
                      <a:pt x="783128" y="545756"/>
                    </a:lnTo>
                    <a:lnTo>
                      <a:pt x="840805" y="535082"/>
                    </a:lnTo>
                    <a:lnTo>
                      <a:pt x="895378" y="521744"/>
                    </a:lnTo>
                    <a:lnTo>
                      <a:pt x="946483" y="505913"/>
                    </a:lnTo>
                    <a:lnTo>
                      <a:pt x="993755" y="487761"/>
                    </a:lnTo>
                    <a:lnTo>
                      <a:pt x="1036831" y="467461"/>
                    </a:lnTo>
                    <a:lnTo>
                      <a:pt x="1075346" y="445184"/>
                    </a:lnTo>
                    <a:lnTo>
                      <a:pt x="1108935" y="421103"/>
                    </a:lnTo>
                    <a:lnTo>
                      <a:pt x="1137234" y="395390"/>
                    </a:lnTo>
                    <a:lnTo>
                      <a:pt x="1176505" y="339754"/>
                    </a:lnTo>
                    <a:lnTo>
                      <a:pt x="1190244" y="279653"/>
                    </a:lnTo>
                    <a:close/>
                  </a:path>
                </a:pathLst>
              </a:custGeom>
              <a:solidFill>
                <a:srgbClr val="FFFF66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59" name="object 159"/>
              <p:cNvSpPr/>
              <p:nvPr/>
            </p:nvSpPr>
            <p:spPr>
              <a:xfrm>
                <a:off x="1513217" y="1674876"/>
                <a:ext cx="1190625" cy="560070"/>
              </a:xfrm>
              <a:custGeom>
                <a:avLst/>
                <a:gdLst/>
                <a:ahLst/>
                <a:cxnLst/>
                <a:rect l="l" t="t" r="r" b="b"/>
                <a:pathLst>
                  <a:path w="1190625" h="560069">
                    <a:moveTo>
                      <a:pt x="595122" y="0"/>
                    </a:moveTo>
                    <a:lnTo>
                      <a:pt x="530188" y="1638"/>
                    </a:lnTo>
                    <a:lnTo>
                      <a:pt x="467301" y="6439"/>
                    </a:lnTo>
                    <a:lnTo>
                      <a:pt x="406822" y="14234"/>
                    </a:lnTo>
                    <a:lnTo>
                      <a:pt x="349110" y="24853"/>
                    </a:lnTo>
                    <a:lnTo>
                      <a:pt x="294527" y="38128"/>
                    </a:lnTo>
                    <a:lnTo>
                      <a:pt x="243431" y="53888"/>
                    </a:lnTo>
                    <a:lnTo>
                      <a:pt x="196184" y="71965"/>
                    </a:lnTo>
                    <a:lnTo>
                      <a:pt x="153146" y="92189"/>
                    </a:lnTo>
                    <a:lnTo>
                      <a:pt x="114677" y="114391"/>
                    </a:lnTo>
                    <a:lnTo>
                      <a:pt x="81138" y="138401"/>
                    </a:lnTo>
                    <a:lnTo>
                      <a:pt x="52889" y="164051"/>
                    </a:lnTo>
                    <a:lnTo>
                      <a:pt x="13702" y="219590"/>
                    </a:lnTo>
                    <a:lnTo>
                      <a:pt x="0" y="279654"/>
                    </a:lnTo>
                    <a:lnTo>
                      <a:pt x="3485" y="310176"/>
                    </a:lnTo>
                    <a:lnTo>
                      <a:pt x="30291" y="368216"/>
                    </a:lnTo>
                    <a:lnTo>
                      <a:pt x="81138" y="421103"/>
                    </a:lnTo>
                    <a:lnTo>
                      <a:pt x="114677" y="445184"/>
                    </a:lnTo>
                    <a:lnTo>
                      <a:pt x="153146" y="467461"/>
                    </a:lnTo>
                    <a:lnTo>
                      <a:pt x="196184" y="487761"/>
                    </a:lnTo>
                    <a:lnTo>
                      <a:pt x="243431" y="505913"/>
                    </a:lnTo>
                    <a:lnTo>
                      <a:pt x="294527" y="521744"/>
                    </a:lnTo>
                    <a:lnTo>
                      <a:pt x="349110" y="535082"/>
                    </a:lnTo>
                    <a:lnTo>
                      <a:pt x="406822" y="545756"/>
                    </a:lnTo>
                    <a:lnTo>
                      <a:pt x="467301" y="553593"/>
                    </a:lnTo>
                    <a:lnTo>
                      <a:pt x="530188" y="558422"/>
                    </a:lnTo>
                    <a:lnTo>
                      <a:pt x="595122" y="560070"/>
                    </a:lnTo>
                    <a:lnTo>
                      <a:pt x="659922" y="558422"/>
                    </a:lnTo>
                    <a:lnTo>
                      <a:pt x="722713" y="553593"/>
                    </a:lnTo>
                    <a:lnTo>
                      <a:pt x="783128" y="545756"/>
                    </a:lnTo>
                    <a:lnTo>
                      <a:pt x="840805" y="535082"/>
                    </a:lnTo>
                    <a:lnTo>
                      <a:pt x="895378" y="521744"/>
                    </a:lnTo>
                    <a:lnTo>
                      <a:pt x="946483" y="505913"/>
                    </a:lnTo>
                    <a:lnTo>
                      <a:pt x="993755" y="487761"/>
                    </a:lnTo>
                    <a:lnTo>
                      <a:pt x="1036831" y="467461"/>
                    </a:lnTo>
                    <a:lnTo>
                      <a:pt x="1075346" y="445184"/>
                    </a:lnTo>
                    <a:lnTo>
                      <a:pt x="1108935" y="421103"/>
                    </a:lnTo>
                    <a:lnTo>
                      <a:pt x="1137234" y="395390"/>
                    </a:lnTo>
                    <a:lnTo>
                      <a:pt x="1176505" y="339754"/>
                    </a:lnTo>
                    <a:lnTo>
                      <a:pt x="1190244" y="279653"/>
                    </a:lnTo>
                    <a:lnTo>
                      <a:pt x="1186748" y="249141"/>
                    </a:lnTo>
                    <a:lnTo>
                      <a:pt x="1159879" y="191170"/>
                    </a:lnTo>
                    <a:lnTo>
                      <a:pt x="1108935" y="138401"/>
                    </a:lnTo>
                    <a:lnTo>
                      <a:pt x="1075346" y="114391"/>
                    </a:lnTo>
                    <a:lnTo>
                      <a:pt x="1036831" y="92189"/>
                    </a:lnTo>
                    <a:lnTo>
                      <a:pt x="993755" y="71965"/>
                    </a:lnTo>
                    <a:lnTo>
                      <a:pt x="946483" y="53888"/>
                    </a:lnTo>
                    <a:lnTo>
                      <a:pt x="895378" y="38128"/>
                    </a:lnTo>
                    <a:lnTo>
                      <a:pt x="840805" y="24853"/>
                    </a:lnTo>
                    <a:lnTo>
                      <a:pt x="783128" y="14234"/>
                    </a:lnTo>
                    <a:lnTo>
                      <a:pt x="722713" y="6439"/>
                    </a:lnTo>
                    <a:lnTo>
                      <a:pt x="659922" y="1638"/>
                    </a:lnTo>
                    <a:lnTo>
                      <a:pt x="595122" y="0"/>
                    </a:lnTo>
                    <a:close/>
                  </a:path>
                </a:pathLst>
              </a:custGeom>
              <a:ln w="28574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60" name="object 160"/>
            <p:cNvSpPr txBox="1"/>
            <p:nvPr/>
          </p:nvSpPr>
          <p:spPr>
            <a:xfrm>
              <a:off x="2354680" y="1615065"/>
              <a:ext cx="1497704" cy="138847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458350">
                <a:spcBef>
                  <a:spcPts val="86"/>
                </a:spcBef>
              </a:pPr>
              <a:r>
                <a:rPr sz="1814" b="1" spc="-32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第一趟</a:t>
              </a:r>
              <a:endParaRPr sz="1814">
                <a:latin typeface="Lantinghei SC Heavy"/>
                <a:cs typeface="Lantinghei SC Heavy"/>
              </a:endParaRPr>
            </a:p>
            <a:p>
              <a:pPr marL="11516" marR="4607" algn="just">
                <a:spcBef>
                  <a:spcPts val="1632"/>
                </a:spcBef>
              </a:pPr>
              <a:r>
                <a:rPr sz="1451" b="1" spc="-18" dirty="0">
                  <a:latin typeface="Lantinghei SC Heavy"/>
                  <a:cs typeface="Lantinghei SC Heavy"/>
                </a:rPr>
                <a:t>划分子集，并使子集具有某种特性，如有序或相同散列</a:t>
              </a:r>
              <a:r>
                <a:rPr sz="1451" b="1" spc="-23" dirty="0">
                  <a:latin typeface="Lantinghei SC Heavy"/>
                  <a:cs typeface="Lantinghei SC Heavy"/>
                </a:rPr>
                <a:t>值等</a:t>
              </a:r>
              <a:endParaRPr sz="1451">
                <a:latin typeface="Lantinghei SC Heavy"/>
                <a:cs typeface="Lantinghei SC Heavy"/>
              </a:endParaRPr>
            </a:p>
          </p:txBody>
        </p:sp>
        <p:grpSp>
          <p:nvGrpSpPr>
            <p:cNvPr id="161" name="object 161"/>
            <p:cNvGrpSpPr/>
            <p:nvPr/>
          </p:nvGrpSpPr>
          <p:grpSpPr>
            <a:xfrm>
              <a:off x="2513382" y="5576228"/>
              <a:ext cx="1292137" cy="608064"/>
              <a:chOff x="1395869" y="6149340"/>
              <a:chExt cx="1424940" cy="670560"/>
            </a:xfrm>
          </p:grpSpPr>
          <p:sp>
            <p:nvSpPr>
              <p:cNvPr id="162" name="object 162"/>
              <p:cNvSpPr/>
              <p:nvPr/>
            </p:nvSpPr>
            <p:spPr>
              <a:xfrm>
                <a:off x="1395869" y="6149340"/>
                <a:ext cx="1424940" cy="670560"/>
              </a:xfrm>
              <a:custGeom>
                <a:avLst/>
                <a:gdLst/>
                <a:ahLst/>
                <a:cxnLst/>
                <a:rect l="l" t="t" r="r" b="b"/>
                <a:pathLst>
                  <a:path w="1424939" h="670559">
                    <a:moveTo>
                      <a:pt x="1424940" y="335279"/>
                    </a:moveTo>
                    <a:lnTo>
                      <a:pt x="1413476" y="275014"/>
                    </a:lnTo>
                    <a:lnTo>
                      <a:pt x="1380419" y="218291"/>
                    </a:lnTo>
                    <a:lnTo>
                      <a:pt x="1327770" y="166059"/>
                    </a:lnTo>
                    <a:lnTo>
                      <a:pt x="1294724" y="141923"/>
                    </a:lnTo>
                    <a:lnTo>
                      <a:pt x="1257529" y="119265"/>
                    </a:lnTo>
                    <a:lnTo>
                      <a:pt x="1216437" y="98202"/>
                    </a:lnTo>
                    <a:lnTo>
                      <a:pt x="1171697" y="78854"/>
                    </a:lnTo>
                    <a:lnTo>
                      <a:pt x="1123560" y="61340"/>
                    </a:lnTo>
                    <a:lnTo>
                      <a:pt x="1072275" y="45776"/>
                    </a:lnTo>
                    <a:lnTo>
                      <a:pt x="1018092" y="32282"/>
                    </a:lnTo>
                    <a:lnTo>
                      <a:pt x="961262" y="20976"/>
                    </a:lnTo>
                    <a:lnTo>
                      <a:pt x="902035" y="11976"/>
                    </a:lnTo>
                    <a:lnTo>
                      <a:pt x="840660" y="5401"/>
                    </a:lnTo>
                    <a:lnTo>
                      <a:pt x="777388" y="1370"/>
                    </a:lnTo>
                    <a:lnTo>
                      <a:pt x="712470" y="0"/>
                    </a:lnTo>
                    <a:lnTo>
                      <a:pt x="648572" y="1348"/>
                    </a:lnTo>
                    <a:lnTo>
                      <a:pt x="584279" y="5401"/>
                    </a:lnTo>
                    <a:lnTo>
                      <a:pt x="522904" y="11976"/>
                    </a:lnTo>
                    <a:lnTo>
                      <a:pt x="463677" y="20976"/>
                    </a:lnTo>
                    <a:lnTo>
                      <a:pt x="406847" y="32282"/>
                    </a:lnTo>
                    <a:lnTo>
                      <a:pt x="352664" y="45776"/>
                    </a:lnTo>
                    <a:lnTo>
                      <a:pt x="301379" y="61340"/>
                    </a:lnTo>
                    <a:lnTo>
                      <a:pt x="253242" y="78854"/>
                    </a:lnTo>
                    <a:lnTo>
                      <a:pt x="208502" y="98202"/>
                    </a:lnTo>
                    <a:lnTo>
                      <a:pt x="167410" y="119265"/>
                    </a:lnTo>
                    <a:lnTo>
                      <a:pt x="130215" y="141923"/>
                    </a:lnTo>
                    <a:lnTo>
                      <a:pt x="97169" y="166059"/>
                    </a:lnTo>
                    <a:lnTo>
                      <a:pt x="68520" y="191555"/>
                    </a:lnTo>
                    <a:lnTo>
                      <a:pt x="25417" y="246150"/>
                    </a:lnTo>
                    <a:lnTo>
                      <a:pt x="2907" y="304763"/>
                    </a:lnTo>
                    <a:lnTo>
                      <a:pt x="0" y="335279"/>
                    </a:lnTo>
                    <a:lnTo>
                      <a:pt x="2907" y="365796"/>
                    </a:lnTo>
                    <a:lnTo>
                      <a:pt x="25417" y="424409"/>
                    </a:lnTo>
                    <a:lnTo>
                      <a:pt x="68520" y="479004"/>
                    </a:lnTo>
                    <a:lnTo>
                      <a:pt x="97169" y="504500"/>
                    </a:lnTo>
                    <a:lnTo>
                      <a:pt x="125730" y="525360"/>
                    </a:lnTo>
                    <a:lnTo>
                      <a:pt x="125730" y="335279"/>
                    </a:lnTo>
                    <a:lnTo>
                      <a:pt x="129175" y="305214"/>
                    </a:lnTo>
                    <a:lnTo>
                      <a:pt x="155661" y="248070"/>
                    </a:lnTo>
                    <a:lnTo>
                      <a:pt x="205881" y="196031"/>
                    </a:lnTo>
                    <a:lnTo>
                      <a:pt x="238993" y="172346"/>
                    </a:lnTo>
                    <a:lnTo>
                      <a:pt x="276962" y="150440"/>
                    </a:lnTo>
                    <a:lnTo>
                      <a:pt x="319429" y="130483"/>
                    </a:lnTo>
                    <a:lnTo>
                      <a:pt x="366034" y="112641"/>
                    </a:lnTo>
                    <a:lnTo>
                      <a:pt x="416418" y="97084"/>
                    </a:lnTo>
                    <a:lnTo>
                      <a:pt x="470223" y="83978"/>
                    </a:lnTo>
                    <a:lnTo>
                      <a:pt x="527090" y="73493"/>
                    </a:lnTo>
                    <a:lnTo>
                      <a:pt x="586659" y="65795"/>
                    </a:lnTo>
                    <a:lnTo>
                      <a:pt x="647551" y="61132"/>
                    </a:lnTo>
                    <a:lnTo>
                      <a:pt x="712470" y="59435"/>
                    </a:lnTo>
                    <a:lnTo>
                      <a:pt x="776367" y="61053"/>
                    </a:lnTo>
                    <a:lnTo>
                      <a:pt x="838280" y="65795"/>
                    </a:lnTo>
                    <a:lnTo>
                      <a:pt x="897849" y="73493"/>
                    </a:lnTo>
                    <a:lnTo>
                      <a:pt x="954716" y="83978"/>
                    </a:lnTo>
                    <a:lnTo>
                      <a:pt x="1008521" y="97084"/>
                    </a:lnTo>
                    <a:lnTo>
                      <a:pt x="1058905" y="112641"/>
                    </a:lnTo>
                    <a:lnTo>
                      <a:pt x="1105510" y="130483"/>
                    </a:lnTo>
                    <a:lnTo>
                      <a:pt x="1147977" y="150440"/>
                    </a:lnTo>
                    <a:lnTo>
                      <a:pt x="1185946" y="172346"/>
                    </a:lnTo>
                    <a:lnTo>
                      <a:pt x="1219058" y="196031"/>
                    </a:lnTo>
                    <a:lnTo>
                      <a:pt x="1269278" y="248070"/>
                    </a:lnTo>
                    <a:lnTo>
                      <a:pt x="1295764" y="305214"/>
                    </a:lnTo>
                    <a:lnTo>
                      <a:pt x="1299210" y="335279"/>
                    </a:lnTo>
                    <a:lnTo>
                      <a:pt x="1299210" y="525360"/>
                    </a:lnTo>
                    <a:lnTo>
                      <a:pt x="1327770" y="504500"/>
                    </a:lnTo>
                    <a:lnTo>
                      <a:pt x="1356419" y="479004"/>
                    </a:lnTo>
                    <a:lnTo>
                      <a:pt x="1399522" y="424409"/>
                    </a:lnTo>
                    <a:lnTo>
                      <a:pt x="1422032" y="365796"/>
                    </a:lnTo>
                    <a:lnTo>
                      <a:pt x="1424940" y="335279"/>
                    </a:lnTo>
                    <a:close/>
                  </a:path>
                  <a:path w="1424939" h="670559">
                    <a:moveTo>
                      <a:pt x="1299210" y="525360"/>
                    </a:moveTo>
                    <a:lnTo>
                      <a:pt x="1299210" y="335279"/>
                    </a:lnTo>
                    <a:lnTo>
                      <a:pt x="1295764" y="365345"/>
                    </a:lnTo>
                    <a:lnTo>
                      <a:pt x="1285667" y="394471"/>
                    </a:lnTo>
                    <a:lnTo>
                      <a:pt x="1246955" y="449230"/>
                    </a:lnTo>
                    <a:lnTo>
                      <a:pt x="1185946" y="498213"/>
                    </a:lnTo>
                    <a:lnTo>
                      <a:pt x="1147977" y="520119"/>
                    </a:lnTo>
                    <a:lnTo>
                      <a:pt x="1105510" y="540076"/>
                    </a:lnTo>
                    <a:lnTo>
                      <a:pt x="1058905" y="557918"/>
                    </a:lnTo>
                    <a:lnTo>
                      <a:pt x="1008521" y="573475"/>
                    </a:lnTo>
                    <a:lnTo>
                      <a:pt x="954716" y="586581"/>
                    </a:lnTo>
                    <a:lnTo>
                      <a:pt x="897849" y="597066"/>
                    </a:lnTo>
                    <a:lnTo>
                      <a:pt x="838280" y="604764"/>
                    </a:lnTo>
                    <a:lnTo>
                      <a:pt x="777388" y="609427"/>
                    </a:lnTo>
                    <a:lnTo>
                      <a:pt x="712470" y="611123"/>
                    </a:lnTo>
                    <a:lnTo>
                      <a:pt x="648572" y="609506"/>
                    </a:lnTo>
                    <a:lnTo>
                      <a:pt x="586659" y="604764"/>
                    </a:lnTo>
                    <a:lnTo>
                      <a:pt x="527090" y="597066"/>
                    </a:lnTo>
                    <a:lnTo>
                      <a:pt x="470223" y="586581"/>
                    </a:lnTo>
                    <a:lnTo>
                      <a:pt x="416418" y="573475"/>
                    </a:lnTo>
                    <a:lnTo>
                      <a:pt x="366034" y="557918"/>
                    </a:lnTo>
                    <a:lnTo>
                      <a:pt x="319429" y="540076"/>
                    </a:lnTo>
                    <a:lnTo>
                      <a:pt x="276962" y="520119"/>
                    </a:lnTo>
                    <a:lnTo>
                      <a:pt x="238993" y="498213"/>
                    </a:lnTo>
                    <a:lnTo>
                      <a:pt x="205881" y="474528"/>
                    </a:lnTo>
                    <a:lnTo>
                      <a:pt x="155661" y="422489"/>
                    </a:lnTo>
                    <a:lnTo>
                      <a:pt x="129175" y="365345"/>
                    </a:lnTo>
                    <a:lnTo>
                      <a:pt x="125730" y="335279"/>
                    </a:lnTo>
                    <a:lnTo>
                      <a:pt x="125730" y="525360"/>
                    </a:lnTo>
                    <a:lnTo>
                      <a:pt x="167410" y="551294"/>
                    </a:lnTo>
                    <a:lnTo>
                      <a:pt x="208502" y="572357"/>
                    </a:lnTo>
                    <a:lnTo>
                      <a:pt x="253242" y="591705"/>
                    </a:lnTo>
                    <a:lnTo>
                      <a:pt x="301379" y="609219"/>
                    </a:lnTo>
                    <a:lnTo>
                      <a:pt x="352664" y="624783"/>
                    </a:lnTo>
                    <a:lnTo>
                      <a:pt x="406847" y="638277"/>
                    </a:lnTo>
                    <a:lnTo>
                      <a:pt x="463677" y="649583"/>
                    </a:lnTo>
                    <a:lnTo>
                      <a:pt x="522904" y="658583"/>
                    </a:lnTo>
                    <a:lnTo>
                      <a:pt x="584279" y="665158"/>
                    </a:lnTo>
                    <a:lnTo>
                      <a:pt x="647551" y="669189"/>
                    </a:lnTo>
                    <a:lnTo>
                      <a:pt x="712470" y="670559"/>
                    </a:lnTo>
                    <a:lnTo>
                      <a:pt x="776367" y="669211"/>
                    </a:lnTo>
                    <a:lnTo>
                      <a:pt x="840660" y="665158"/>
                    </a:lnTo>
                    <a:lnTo>
                      <a:pt x="902035" y="658583"/>
                    </a:lnTo>
                    <a:lnTo>
                      <a:pt x="961262" y="649583"/>
                    </a:lnTo>
                    <a:lnTo>
                      <a:pt x="1018092" y="638277"/>
                    </a:lnTo>
                    <a:lnTo>
                      <a:pt x="1072275" y="624783"/>
                    </a:lnTo>
                    <a:lnTo>
                      <a:pt x="1123560" y="609219"/>
                    </a:lnTo>
                    <a:lnTo>
                      <a:pt x="1171697" y="591705"/>
                    </a:lnTo>
                    <a:lnTo>
                      <a:pt x="1216437" y="572357"/>
                    </a:lnTo>
                    <a:lnTo>
                      <a:pt x="1257529" y="551294"/>
                    </a:lnTo>
                    <a:lnTo>
                      <a:pt x="1294724" y="528636"/>
                    </a:lnTo>
                    <a:lnTo>
                      <a:pt x="1299210" y="525360"/>
                    </a:lnTo>
                    <a:close/>
                  </a:path>
                </a:pathLst>
              </a:custGeom>
              <a:solidFill>
                <a:srgbClr val="B9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63" name="object 163"/>
              <p:cNvSpPr/>
              <p:nvPr/>
            </p:nvSpPr>
            <p:spPr>
              <a:xfrm>
                <a:off x="1513217" y="6203442"/>
                <a:ext cx="1190625" cy="561340"/>
              </a:xfrm>
              <a:custGeom>
                <a:avLst/>
                <a:gdLst/>
                <a:ahLst/>
                <a:cxnLst/>
                <a:rect l="l" t="t" r="r" b="b"/>
                <a:pathLst>
                  <a:path w="1190625" h="561340">
                    <a:moveTo>
                      <a:pt x="1190244" y="280415"/>
                    </a:moveTo>
                    <a:lnTo>
                      <a:pt x="1176505" y="220315"/>
                    </a:lnTo>
                    <a:lnTo>
                      <a:pt x="1137234" y="164679"/>
                    </a:lnTo>
                    <a:lnTo>
                      <a:pt x="1108935" y="138966"/>
                    </a:lnTo>
                    <a:lnTo>
                      <a:pt x="1075346" y="114885"/>
                    </a:lnTo>
                    <a:lnTo>
                      <a:pt x="1036831" y="92608"/>
                    </a:lnTo>
                    <a:lnTo>
                      <a:pt x="993755" y="72308"/>
                    </a:lnTo>
                    <a:lnTo>
                      <a:pt x="946483" y="54156"/>
                    </a:lnTo>
                    <a:lnTo>
                      <a:pt x="895378" y="38325"/>
                    </a:lnTo>
                    <a:lnTo>
                      <a:pt x="840805" y="24987"/>
                    </a:lnTo>
                    <a:lnTo>
                      <a:pt x="783128" y="14313"/>
                    </a:lnTo>
                    <a:lnTo>
                      <a:pt x="722713" y="6476"/>
                    </a:lnTo>
                    <a:lnTo>
                      <a:pt x="659922" y="1647"/>
                    </a:lnTo>
                    <a:lnTo>
                      <a:pt x="595122" y="0"/>
                    </a:lnTo>
                    <a:lnTo>
                      <a:pt x="530188" y="1647"/>
                    </a:lnTo>
                    <a:lnTo>
                      <a:pt x="467301" y="6476"/>
                    </a:lnTo>
                    <a:lnTo>
                      <a:pt x="406822" y="14313"/>
                    </a:lnTo>
                    <a:lnTo>
                      <a:pt x="349110" y="24987"/>
                    </a:lnTo>
                    <a:lnTo>
                      <a:pt x="294527" y="38325"/>
                    </a:lnTo>
                    <a:lnTo>
                      <a:pt x="243431" y="54156"/>
                    </a:lnTo>
                    <a:lnTo>
                      <a:pt x="196184" y="72308"/>
                    </a:lnTo>
                    <a:lnTo>
                      <a:pt x="153146" y="92608"/>
                    </a:lnTo>
                    <a:lnTo>
                      <a:pt x="114677" y="114885"/>
                    </a:lnTo>
                    <a:lnTo>
                      <a:pt x="81138" y="138966"/>
                    </a:lnTo>
                    <a:lnTo>
                      <a:pt x="52889" y="164679"/>
                    </a:lnTo>
                    <a:lnTo>
                      <a:pt x="13702" y="220315"/>
                    </a:lnTo>
                    <a:lnTo>
                      <a:pt x="0" y="280416"/>
                    </a:lnTo>
                    <a:lnTo>
                      <a:pt x="3485" y="310938"/>
                    </a:lnTo>
                    <a:lnTo>
                      <a:pt x="30291" y="368978"/>
                    </a:lnTo>
                    <a:lnTo>
                      <a:pt x="81138" y="421865"/>
                    </a:lnTo>
                    <a:lnTo>
                      <a:pt x="114677" y="445946"/>
                    </a:lnTo>
                    <a:lnTo>
                      <a:pt x="153146" y="468223"/>
                    </a:lnTo>
                    <a:lnTo>
                      <a:pt x="196184" y="488523"/>
                    </a:lnTo>
                    <a:lnTo>
                      <a:pt x="243431" y="506675"/>
                    </a:lnTo>
                    <a:lnTo>
                      <a:pt x="294527" y="522506"/>
                    </a:lnTo>
                    <a:lnTo>
                      <a:pt x="349110" y="535844"/>
                    </a:lnTo>
                    <a:lnTo>
                      <a:pt x="406822" y="546518"/>
                    </a:lnTo>
                    <a:lnTo>
                      <a:pt x="467301" y="554355"/>
                    </a:lnTo>
                    <a:lnTo>
                      <a:pt x="530188" y="559184"/>
                    </a:lnTo>
                    <a:lnTo>
                      <a:pt x="595122" y="560832"/>
                    </a:lnTo>
                    <a:lnTo>
                      <a:pt x="659922" y="559184"/>
                    </a:lnTo>
                    <a:lnTo>
                      <a:pt x="722713" y="554355"/>
                    </a:lnTo>
                    <a:lnTo>
                      <a:pt x="783128" y="546518"/>
                    </a:lnTo>
                    <a:lnTo>
                      <a:pt x="840805" y="535844"/>
                    </a:lnTo>
                    <a:lnTo>
                      <a:pt x="895378" y="522506"/>
                    </a:lnTo>
                    <a:lnTo>
                      <a:pt x="946483" y="506675"/>
                    </a:lnTo>
                    <a:lnTo>
                      <a:pt x="993755" y="488523"/>
                    </a:lnTo>
                    <a:lnTo>
                      <a:pt x="1036831" y="468223"/>
                    </a:lnTo>
                    <a:lnTo>
                      <a:pt x="1075346" y="445946"/>
                    </a:lnTo>
                    <a:lnTo>
                      <a:pt x="1108935" y="421865"/>
                    </a:lnTo>
                    <a:lnTo>
                      <a:pt x="1137234" y="396152"/>
                    </a:lnTo>
                    <a:lnTo>
                      <a:pt x="1176505" y="340516"/>
                    </a:lnTo>
                    <a:lnTo>
                      <a:pt x="1190244" y="280415"/>
                    </a:lnTo>
                    <a:close/>
                  </a:path>
                </a:pathLst>
              </a:custGeom>
              <a:solidFill>
                <a:srgbClr val="FFFF66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64" name="object 164"/>
              <p:cNvSpPr/>
              <p:nvPr/>
            </p:nvSpPr>
            <p:spPr>
              <a:xfrm>
                <a:off x="1513217" y="6203442"/>
                <a:ext cx="1190625" cy="561340"/>
              </a:xfrm>
              <a:custGeom>
                <a:avLst/>
                <a:gdLst/>
                <a:ahLst/>
                <a:cxnLst/>
                <a:rect l="l" t="t" r="r" b="b"/>
                <a:pathLst>
                  <a:path w="1190625" h="561340">
                    <a:moveTo>
                      <a:pt x="595122" y="0"/>
                    </a:moveTo>
                    <a:lnTo>
                      <a:pt x="530188" y="1647"/>
                    </a:lnTo>
                    <a:lnTo>
                      <a:pt x="467301" y="6476"/>
                    </a:lnTo>
                    <a:lnTo>
                      <a:pt x="406822" y="14313"/>
                    </a:lnTo>
                    <a:lnTo>
                      <a:pt x="349110" y="24987"/>
                    </a:lnTo>
                    <a:lnTo>
                      <a:pt x="294527" y="38325"/>
                    </a:lnTo>
                    <a:lnTo>
                      <a:pt x="243431" y="54156"/>
                    </a:lnTo>
                    <a:lnTo>
                      <a:pt x="196184" y="72308"/>
                    </a:lnTo>
                    <a:lnTo>
                      <a:pt x="153146" y="92608"/>
                    </a:lnTo>
                    <a:lnTo>
                      <a:pt x="114677" y="114885"/>
                    </a:lnTo>
                    <a:lnTo>
                      <a:pt x="81138" y="138966"/>
                    </a:lnTo>
                    <a:lnTo>
                      <a:pt x="52889" y="164679"/>
                    </a:lnTo>
                    <a:lnTo>
                      <a:pt x="13702" y="220315"/>
                    </a:lnTo>
                    <a:lnTo>
                      <a:pt x="0" y="280416"/>
                    </a:lnTo>
                    <a:lnTo>
                      <a:pt x="3485" y="310938"/>
                    </a:lnTo>
                    <a:lnTo>
                      <a:pt x="30291" y="368978"/>
                    </a:lnTo>
                    <a:lnTo>
                      <a:pt x="81138" y="421865"/>
                    </a:lnTo>
                    <a:lnTo>
                      <a:pt x="114677" y="445946"/>
                    </a:lnTo>
                    <a:lnTo>
                      <a:pt x="153146" y="468223"/>
                    </a:lnTo>
                    <a:lnTo>
                      <a:pt x="196184" y="488523"/>
                    </a:lnTo>
                    <a:lnTo>
                      <a:pt x="243431" y="506675"/>
                    </a:lnTo>
                    <a:lnTo>
                      <a:pt x="294527" y="522506"/>
                    </a:lnTo>
                    <a:lnTo>
                      <a:pt x="349110" y="535844"/>
                    </a:lnTo>
                    <a:lnTo>
                      <a:pt x="406822" y="546518"/>
                    </a:lnTo>
                    <a:lnTo>
                      <a:pt x="467301" y="554355"/>
                    </a:lnTo>
                    <a:lnTo>
                      <a:pt x="530188" y="559184"/>
                    </a:lnTo>
                    <a:lnTo>
                      <a:pt x="595122" y="560832"/>
                    </a:lnTo>
                    <a:lnTo>
                      <a:pt x="659922" y="559184"/>
                    </a:lnTo>
                    <a:lnTo>
                      <a:pt x="722713" y="554355"/>
                    </a:lnTo>
                    <a:lnTo>
                      <a:pt x="783128" y="546518"/>
                    </a:lnTo>
                    <a:lnTo>
                      <a:pt x="840805" y="535844"/>
                    </a:lnTo>
                    <a:lnTo>
                      <a:pt x="895378" y="522506"/>
                    </a:lnTo>
                    <a:lnTo>
                      <a:pt x="946483" y="506675"/>
                    </a:lnTo>
                    <a:lnTo>
                      <a:pt x="993755" y="488523"/>
                    </a:lnTo>
                    <a:lnTo>
                      <a:pt x="1036831" y="468223"/>
                    </a:lnTo>
                    <a:lnTo>
                      <a:pt x="1075346" y="445946"/>
                    </a:lnTo>
                    <a:lnTo>
                      <a:pt x="1108935" y="421865"/>
                    </a:lnTo>
                    <a:lnTo>
                      <a:pt x="1137234" y="396152"/>
                    </a:lnTo>
                    <a:lnTo>
                      <a:pt x="1176505" y="340516"/>
                    </a:lnTo>
                    <a:lnTo>
                      <a:pt x="1190244" y="280415"/>
                    </a:lnTo>
                    <a:lnTo>
                      <a:pt x="1186748" y="249893"/>
                    </a:lnTo>
                    <a:lnTo>
                      <a:pt x="1159879" y="191853"/>
                    </a:lnTo>
                    <a:lnTo>
                      <a:pt x="1108935" y="138966"/>
                    </a:lnTo>
                    <a:lnTo>
                      <a:pt x="1075346" y="114885"/>
                    </a:lnTo>
                    <a:lnTo>
                      <a:pt x="1036831" y="92608"/>
                    </a:lnTo>
                    <a:lnTo>
                      <a:pt x="993755" y="72308"/>
                    </a:lnTo>
                    <a:lnTo>
                      <a:pt x="946483" y="54156"/>
                    </a:lnTo>
                    <a:lnTo>
                      <a:pt x="895378" y="38325"/>
                    </a:lnTo>
                    <a:lnTo>
                      <a:pt x="840805" y="24987"/>
                    </a:lnTo>
                    <a:lnTo>
                      <a:pt x="783128" y="14313"/>
                    </a:lnTo>
                    <a:lnTo>
                      <a:pt x="722713" y="6476"/>
                    </a:lnTo>
                    <a:lnTo>
                      <a:pt x="659922" y="1647"/>
                    </a:lnTo>
                    <a:lnTo>
                      <a:pt x="595122" y="0"/>
                    </a:lnTo>
                    <a:close/>
                  </a:path>
                </a:pathLst>
              </a:custGeom>
              <a:ln w="28575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65" name="object 165"/>
            <p:cNvSpPr txBox="1"/>
            <p:nvPr/>
          </p:nvSpPr>
          <p:spPr>
            <a:xfrm>
              <a:off x="2801757" y="5722264"/>
              <a:ext cx="713439" cy="290227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1814" b="1" spc="-32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第二趟</a:t>
              </a:r>
              <a:endParaRPr sz="1814">
                <a:latin typeface="Lantinghei SC Heavy"/>
                <a:cs typeface="Lantinghei SC Heavy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>
            <a:extLst>
              <a:ext uri="{FF2B5EF4-FFF2-40B4-BE49-F238E27FC236}">
                <a16:creationId xmlns:a16="http://schemas.microsoft.com/office/drawing/2014/main" id="{216209D3-80BF-14F4-8579-D3E06BA4B99D}"/>
              </a:ext>
            </a:extLst>
          </p:cNvPr>
          <p:cNvGrpSpPr/>
          <p:nvPr/>
        </p:nvGrpSpPr>
        <p:grpSpPr>
          <a:xfrm>
            <a:off x="7089057" y="1371427"/>
            <a:ext cx="245299" cy="2762778"/>
            <a:chOff x="7089057" y="1371427"/>
            <a:chExt cx="245299" cy="2762778"/>
          </a:xfrm>
        </p:grpSpPr>
        <p:sp>
          <p:nvSpPr>
            <p:cNvPr id="6" name="object 6"/>
            <p:cNvSpPr/>
            <p:nvPr/>
          </p:nvSpPr>
          <p:spPr>
            <a:xfrm>
              <a:off x="7089057" y="2085384"/>
              <a:ext cx="245299" cy="241844"/>
            </a:xfrm>
            <a:custGeom>
              <a:avLst/>
              <a:gdLst/>
              <a:ahLst/>
              <a:cxnLst/>
              <a:rect l="l" t="t" r="r" b="b"/>
              <a:pathLst>
                <a:path w="270509" h="266700">
                  <a:moveTo>
                    <a:pt x="270509" y="133350"/>
                  </a:moveTo>
                  <a:lnTo>
                    <a:pt x="202691" y="0"/>
                  </a:lnTo>
                  <a:lnTo>
                    <a:pt x="202691" y="67056"/>
                  </a:lnTo>
                  <a:lnTo>
                    <a:pt x="0" y="67056"/>
                  </a:lnTo>
                  <a:lnTo>
                    <a:pt x="0" y="200406"/>
                  </a:lnTo>
                  <a:lnTo>
                    <a:pt x="202691" y="200406"/>
                  </a:lnTo>
                  <a:lnTo>
                    <a:pt x="202691" y="266700"/>
                  </a:lnTo>
                  <a:lnTo>
                    <a:pt x="270509" y="13335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" name="object 7"/>
            <p:cNvSpPr/>
            <p:nvPr/>
          </p:nvSpPr>
          <p:spPr>
            <a:xfrm>
              <a:off x="7089057" y="2085384"/>
              <a:ext cx="245299" cy="241844"/>
            </a:xfrm>
            <a:custGeom>
              <a:avLst/>
              <a:gdLst/>
              <a:ahLst/>
              <a:cxnLst/>
              <a:rect l="l" t="t" r="r" b="b"/>
              <a:pathLst>
                <a:path w="270509" h="266700">
                  <a:moveTo>
                    <a:pt x="202691" y="0"/>
                  </a:moveTo>
                  <a:lnTo>
                    <a:pt x="202691" y="67056"/>
                  </a:lnTo>
                  <a:lnTo>
                    <a:pt x="0" y="67056"/>
                  </a:lnTo>
                  <a:lnTo>
                    <a:pt x="0" y="200406"/>
                  </a:lnTo>
                  <a:lnTo>
                    <a:pt x="202691" y="200406"/>
                  </a:lnTo>
                  <a:lnTo>
                    <a:pt x="202691" y="266700"/>
                  </a:lnTo>
                  <a:lnTo>
                    <a:pt x="270509" y="133350"/>
                  </a:lnTo>
                  <a:lnTo>
                    <a:pt x="202691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" name="object 8"/>
            <p:cNvSpPr/>
            <p:nvPr/>
          </p:nvSpPr>
          <p:spPr>
            <a:xfrm>
              <a:off x="7089057" y="2631260"/>
              <a:ext cx="245299" cy="241844"/>
            </a:xfrm>
            <a:custGeom>
              <a:avLst/>
              <a:gdLst/>
              <a:ahLst/>
              <a:cxnLst/>
              <a:rect l="l" t="t" r="r" b="b"/>
              <a:pathLst>
                <a:path w="270509" h="266700">
                  <a:moveTo>
                    <a:pt x="270509" y="133350"/>
                  </a:moveTo>
                  <a:lnTo>
                    <a:pt x="202691" y="0"/>
                  </a:lnTo>
                  <a:lnTo>
                    <a:pt x="202691" y="66294"/>
                  </a:lnTo>
                  <a:lnTo>
                    <a:pt x="0" y="66294"/>
                  </a:lnTo>
                  <a:lnTo>
                    <a:pt x="0" y="199644"/>
                  </a:lnTo>
                  <a:lnTo>
                    <a:pt x="202691" y="199644"/>
                  </a:lnTo>
                  <a:lnTo>
                    <a:pt x="202691" y="266700"/>
                  </a:lnTo>
                  <a:lnTo>
                    <a:pt x="270509" y="13335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" name="object 9"/>
            <p:cNvSpPr/>
            <p:nvPr/>
          </p:nvSpPr>
          <p:spPr>
            <a:xfrm>
              <a:off x="7089057" y="2631260"/>
              <a:ext cx="245299" cy="241844"/>
            </a:xfrm>
            <a:custGeom>
              <a:avLst/>
              <a:gdLst/>
              <a:ahLst/>
              <a:cxnLst/>
              <a:rect l="l" t="t" r="r" b="b"/>
              <a:pathLst>
                <a:path w="270509" h="266700">
                  <a:moveTo>
                    <a:pt x="202691" y="0"/>
                  </a:moveTo>
                  <a:lnTo>
                    <a:pt x="202691" y="66294"/>
                  </a:lnTo>
                  <a:lnTo>
                    <a:pt x="0" y="66294"/>
                  </a:lnTo>
                  <a:lnTo>
                    <a:pt x="0" y="199644"/>
                  </a:lnTo>
                  <a:lnTo>
                    <a:pt x="202691" y="199644"/>
                  </a:lnTo>
                  <a:lnTo>
                    <a:pt x="202691" y="266700"/>
                  </a:lnTo>
                  <a:lnTo>
                    <a:pt x="270509" y="133350"/>
                  </a:lnTo>
                  <a:lnTo>
                    <a:pt x="202691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" name="object 10"/>
            <p:cNvSpPr/>
            <p:nvPr/>
          </p:nvSpPr>
          <p:spPr>
            <a:xfrm>
              <a:off x="7089057" y="3189574"/>
              <a:ext cx="245299" cy="241844"/>
            </a:xfrm>
            <a:custGeom>
              <a:avLst/>
              <a:gdLst/>
              <a:ahLst/>
              <a:cxnLst/>
              <a:rect l="l" t="t" r="r" b="b"/>
              <a:pathLst>
                <a:path w="270509" h="266700">
                  <a:moveTo>
                    <a:pt x="270509" y="133350"/>
                  </a:moveTo>
                  <a:lnTo>
                    <a:pt x="202691" y="0"/>
                  </a:lnTo>
                  <a:lnTo>
                    <a:pt x="202691" y="67056"/>
                  </a:lnTo>
                  <a:lnTo>
                    <a:pt x="0" y="67056"/>
                  </a:lnTo>
                  <a:lnTo>
                    <a:pt x="0" y="200406"/>
                  </a:lnTo>
                  <a:lnTo>
                    <a:pt x="202691" y="200406"/>
                  </a:lnTo>
                  <a:lnTo>
                    <a:pt x="202691" y="266700"/>
                  </a:lnTo>
                  <a:lnTo>
                    <a:pt x="270509" y="13335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" name="object 11"/>
            <p:cNvSpPr/>
            <p:nvPr/>
          </p:nvSpPr>
          <p:spPr>
            <a:xfrm>
              <a:off x="7089057" y="3189574"/>
              <a:ext cx="245299" cy="241844"/>
            </a:xfrm>
            <a:custGeom>
              <a:avLst/>
              <a:gdLst/>
              <a:ahLst/>
              <a:cxnLst/>
              <a:rect l="l" t="t" r="r" b="b"/>
              <a:pathLst>
                <a:path w="270509" h="266700">
                  <a:moveTo>
                    <a:pt x="202691" y="0"/>
                  </a:moveTo>
                  <a:lnTo>
                    <a:pt x="202691" y="67056"/>
                  </a:lnTo>
                  <a:lnTo>
                    <a:pt x="0" y="67056"/>
                  </a:lnTo>
                  <a:lnTo>
                    <a:pt x="0" y="200406"/>
                  </a:lnTo>
                  <a:lnTo>
                    <a:pt x="202691" y="200406"/>
                  </a:lnTo>
                  <a:lnTo>
                    <a:pt x="202691" y="266700"/>
                  </a:lnTo>
                  <a:lnTo>
                    <a:pt x="270509" y="133350"/>
                  </a:lnTo>
                  <a:lnTo>
                    <a:pt x="202691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2" name="object 12"/>
            <p:cNvSpPr/>
            <p:nvPr/>
          </p:nvSpPr>
          <p:spPr>
            <a:xfrm>
              <a:off x="7089057" y="3722321"/>
              <a:ext cx="245299" cy="241844"/>
            </a:xfrm>
            <a:custGeom>
              <a:avLst/>
              <a:gdLst/>
              <a:ahLst/>
              <a:cxnLst/>
              <a:rect l="l" t="t" r="r" b="b"/>
              <a:pathLst>
                <a:path w="270509" h="266700">
                  <a:moveTo>
                    <a:pt x="270509" y="133350"/>
                  </a:moveTo>
                  <a:lnTo>
                    <a:pt x="202691" y="0"/>
                  </a:lnTo>
                  <a:lnTo>
                    <a:pt x="202691" y="67056"/>
                  </a:lnTo>
                  <a:lnTo>
                    <a:pt x="0" y="67056"/>
                  </a:lnTo>
                  <a:lnTo>
                    <a:pt x="0" y="200406"/>
                  </a:lnTo>
                  <a:lnTo>
                    <a:pt x="202691" y="200406"/>
                  </a:lnTo>
                  <a:lnTo>
                    <a:pt x="202691" y="266700"/>
                  </a:lnTo>
                  <a:lnTo>
                    <a:pt x="270509" y="13335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" name="object 13"/>
            <p:cNvSpPr/>
            <p:nvPr/>
          </p:nvSpPr>
          <p:spPr>
            <a:xfrm>
              <a:off x="7089057" y="3722321"/>
              <a:ext cx="245299" cy="241844"/>
            </a:xfrm>
            <a:custGeom>
              <a:avLst/>
              <a:gdLst/>
              <a:ahLst/>
              <a:cxnLst/>
              <a:rect l="l" t="t" r="r" b="b"/>
              <a:pathLst>
                <a:path w="270509" h="266700">
                  <a:moveTo>
                    <a:pt x="202691" y="0"/>
                  </a:moveTo>
                  <a:lnTo>
                    <a:pt x="202691" y="67056"/>
                  </a:lnTo>
                  <a:lnTo>
                    <a:pt x="0" y="67056"/>
                  </a:lnTo>
                  <a:lnTo>
                    <a:pt x="0" y="200406"/>
                  </a:lnTo>
                  <a:lnTo>
                    <a:pt x="202691" y="200406"/>
                  </a:lnTo>
                  <a:lnTo>
                    <a:pt x="202691" y="266700"/>
                  </a:lnTo>
                  <a:lnTo>
                    <a:pt x="270509" y="133350"/>
                  </a:lnTo>
                  <a:lnTo>
                    <a:pt x="202691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" name="object 14"/>
            <p:cNvSpPr/>
            <p:nvPr/>
          </p:nvSpPr>
          <p:spPr>
            <a:xfrm>
              <a:off x="7201007" y="1371427"/>
              <a:ext cx="0" cy="2762778"/>
            </a:xfrm>
            <a:custGeom>
              <a:avLst/>
              <a:gdLst/>
              <a:ahLst/>
              <a:cxnLst/>
              <a:rect l="l" t="t" r="r" b="b"/>
              <a:pathLst>
                <a:path h="3046729">
                  <a:moveTo>
                    <a:pt x="0" y="0"/>
                  </a:moveTo>
                  <a:lnTo>
                    <a:pt x="0" y="3046666"/>
                  </a:lnTo>
                </a:path>
              </a:pathLst>
            </a:custGeom>
            <a:ln w="11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10DCA32-C658-85C1-7C6D-25E8C520F054}"/>
              </a:ext>
            </a:extLst>
          </p:cNvPr>
          <p:cNvGrpSpPr/>
          <p:nvPr/>
        </p:nvGrpSpPr>
        <p:grpSpPr>
          <a:xfrm>
            <a:off x="7034480" y="4494149"/>
            <a:ext cx="279272" cy="1131484"/>
            <a:chOff x="7034480" y="4494149"/>
            <a:chExt cx="279272" cy="1131484"/>
          </a:xfrm>
        </p:grpSpPr>
        <p:sp>
          <p:nvSpPr>
            <p:cNvPr id="19" name="object 19"/>
            <p:cNvSpPr/>
            <p:nvPr/>
          </p:nvSpPr>
          <p:spPr>
            <a:xfrm>
              <a:off x="7034480" y="5265286"/>
              <a:ext cx="279272" cy="241844"/>
            </a:xfrm>
            <a:custGeom>
              <a:avLst/>
              <a:gdLst/>
              <a:ahLst/>
              <a:cxnLst/>
              <a:rect l="l" t="t" r="r" b="b"/>
              <a:pathLst>
                <a:path w="307975" h="266700">
                  <a:moveTo>
                    <a:pt x="307848" y="200405"/>
                  </a:moveTo>
                  <a:lnTo>
                    <a:pt x="307848" y="67055"/>
                  </a:lnTo>
                  <a:lnTo>
                    <a:pt x="76962" y="67056"/>
                  </a:lnTo>
                  <a:lnTo>
                    <a:pt x="76962" y="0"/>
                  </a:lnTo>
                  <a:lnTo>
                    <a:pt x="0" y="133350"/>
                  </a:lnTo>
                  <a:lnTo>
                    <a:pt x="76962" y="266700"/>
                  </a:lnTo>
                  <a:lnTo>
                    <a:pt x="76962" y="200406"/>
                  </a:lnTo>
                  <a:lnTo>
                    <a:pt x="307848" y="200405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0" name="object 20"/>
            <p:cNvSpPr/>
            <p:nvPr/>
          </p:nvSpPr>
          <p:spPr>
            <a:xfrm>
              <a:off x="7034480" y="5265286"/>
              <a:ext cx="279272" cy="241844"/>
            </a:xfrm>
            <a:custGeom>
              <a:avLst/>
              <a:gdLst/>
              <a:ahLst/>
              <a:cxnLst/>
              <a:rect l="l" t="t" r="r" b="b"/>
              <a:pathLst>
                <a:path w="307975" h="266700">
                  <a:moveTo>
                    <a:pt x="76962" y="0"/>
                  </a:moveTo>
                  <a:lnTo>
                    <a:pt x="76962" y="67056"/>
                  </a:lnTo>
                  <a:lnTo>
                    <a:pt x="307848" y="67055"/>
                  </a:lnTo>
                  <a:lnTo>
                    <a:pt x="307848" y="200405"/>
                  </a:lnTo>
                  <a:lnTo>
                    <a:pt x="76962" y="200406"/>
                  </a:lnTo>
                  <a:lnTo>
                    <a:pt x="76962" y="266700"/>
                  </a:lnTo>
                  <a:lnTo>
                    <a:pt x="0" y="133350"/>
                  </a:lnTo>
                  <a:lnTo>
                    <a:pt x="76962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1" name="object 21"/>
            <p:cNvSpPr/>
            <p:nvPr/>
          </p:nvSpPr>
          <p:spPr>
            <a:xfrm>
              <a:off x="7201007" y="4494149"/>
              <a:ext cx="0" cy="1131484"/>
            </a:xfrm>
            <a:custGeom>
              <a:avLst/>
              <a:gdLst/>
              <a:ahLst/>
              <a:cxnLst/>
              <a:rect l="l" t="t" r="r" b="b"/>
              <a:pathLst>
                <a:path h="1247775">
                  <a:moveTo>
                    <a:pt x="0" y="0"/>
                  </a:moveTo>
                  <a:lnTo>
                    <a:pt x="0" y="1247393"/>
                  </a:lnTo>
                </a:path>
              </a:pathLst>
            </a:custGeom>
            <a:ln w="11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22" name="object 22"/>
          <p:cNvSpPr/>
          <p:nvPr/>
        </p:nvSpPr>
        <p:spPr>
          <a:xfrm>
            <a:off x="7201007" y="5985288"/>
            <a:ext cx="0" cy="187717"/>
          </a:xfrm>
          <a:custGeom>
            <a:avLst/>
            <a:gdLst/>
            <a:ahLst/>
            <a:cxnLst/>
            <a:rect l="l" t="t" r="r" b="b"/>
            <a:pathLst>
              <a:path h="207009">
                <a:moveTo>
                  <a:pt x="0" y="0"/>
                </a:moveTo>
                <a:lnTo>
                  <a:pt x="0" y="206692"/>
                </a:lnTo>
              </a:path>
            </a:pathLst>
          </a:custGeom>
          <a:ln w="11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2"/>
          </a:p>
        </p:txBody>
      </p:sp>
      <p:sp>
        <p:nvSpPr>
          <p:cNvPr id="26" name="object 26"/>
          <p:cNvSpPr txBox="1"/>
          <p:nvPr/>
        </p:nvSpPr>
        <p:spPr>
          <a:xfrm>
            <a:off x="6533754" y="1469949"/>
            <a:ext cx="1392329" cy="290227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  <a:tabLst>
                <a:tab pos="919580" algn="l"/>
              </a:tabLst>
            </a:pPr>
            <a:r>
              <a:rPr sz="1814" b="1" spc="-18" dirty="0">
                <a:latin typeface="Lantinghei SC Heavy"/>
                <a:cs typeface="Lantinghei SC Heavy"/>
              </a:rPr>
              <a:t>磁</a:t>
            </a:r>
            <a:r>
              <a:rPr sz="1814" b="1" spc="-45" dirty="0">
                <a:latin typeface="Lantinghei SC Heavy"/>
                <a:cs typeface="Lantinghei SC Heavy"/>
              </a:rPr>
              <a:t>盘</a:t>
            </a:r>
            <a:r>
              <a:rPr sz="1814" b="1" dirty="0">
                <a:latin typeface="Lantinghei SC Heavy"/>
                <a:cs typeface="Lantinghei SC Heavy"/>
              </a:rPr>
              <a:t>	</a:t>
            </a:r>
            <a:r>
              <a:rPr sz="1814" b="1" spc="-18" dirty="0">
                <a:latin typeface="Lantinghei SC Heavy"/>
                <a:cs typeface="Lantinghei SC Heavy"/>
              </a:rPr>
              <a:t>内</a:t>
            </a:r>
            <a:r>
              <a:rPr sz="1814" b="1" spc="-45" dirty="0">
                <a:latin typeface="Lantinghei SC Heavy"/>
                <a:cs typeface="Lantinghei SC Heavy"/>
              </a:rPr>
              <a:t>存</a:t>
            </a:r>
            <a:endParaRPr sz="1814">
              <a:latin typeface="Lantinghei SC Heavy"/>
              <a:cs typeface="Lantinghei SC Heavy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98589"/>
              </p:ext>
            </p:extLst>
          </p:nvPr>
        </p:nvGraphicFramePr>
        <p:xfrm>
          <a:off x="2236990" y="2010586"/>
          <a:ext cx="4769504" cy="3955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62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08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32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009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95587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/>
                        <a:t>90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/>
                        <a:t>86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/>
                        <a:t>82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/>
                        <a:t>80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/>
                        <a:t>75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/>
                        <a:t>70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/>
                        <a:t>60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/>
                        <a:t>58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/>
                        <a:t>43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/>
                        <a:t>32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dirty="0"/>
                        <a:t>28 </a:t>
                      </a:r>
                      <a:r>
                        <a:rPr sz="1500" spc="-25" dirty="0"/>
                        <a:t>15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2707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spc="-25" dirty="0"/>
                        <a:t>11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07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spc="-25" dirty="0"/>
                        <a:t>08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07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spc="-25" dirty="0"/>
                        <a:t>05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2707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object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420371"/>
              </p:ext>
            </p:extLst>
          </p:nvPr>
        </p:nvGraphicFramePr>
        <p:xfrm>
          <a:off x="2234916" y="3127905"/>
          <a:ext cx="4771805" cy="3955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62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14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05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8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8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806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53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95587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80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78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72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62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52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50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42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38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34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31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spc="-25" dirty="0"/>
                        <a:t>29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2131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spc="-25" dirty="0"/>
                        <a:t>19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2131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spc="-25" dirty="0"/>
                        <a:t>16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2131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spc="-25" dirty="0"/>
                        <a:t>13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2131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spc="-25" dirty="0"/>
                        <a:t>10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2131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object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549426"/>
              </p:ext>
            </p:extLst>
          </p:nvPr>
        </p:nvGraphicFramePr>
        <p:xfrm>
          <a:off x="2236990" y="3686218"/>
          <a:ext cx="4769503" cy="3955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62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14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05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8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8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806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53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95587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500" spc="-25" dirty="0"/>
                        <a:t>72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828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500" spc="-25" dirty="0"/>
                        <a:t>70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828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500" spc="-25" dirty="0"/>
                        <a:t>68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828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500" spc="-25" dirty="0"/>
                        <a:t>64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89828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500" spc="-25" dirty="0"/>
                        <a:t>62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89828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spc="-25" dirty="0"/>
                        <a:t>60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07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spc="-25" dirty="0"/>
                        <a:t>45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07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spc="-25" dirty="0"/>
                        <a:t>42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07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spc="-25" dirty="0"/>
                        <a:t>38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07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spc="-25" dirty="0"/>
                        <a:t>35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2707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spc="-25" dirty="0"/>
                        <a:t>25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07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spc="-25" dirty="0"/>
                        <a:t>20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07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spc="-25" dirty="0"/>
                        <a:t>15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07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spc="-25" dirty="0"/>
                        <a:t>09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07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spc="-25" dirty="0"/>
                        <a:t>08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2707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6718702" y="5625287"/>
            <a:ext cx="897701" cy="312902"/>
          </a:xfrm>
          <a:prstGeom prst="rect">
            <a:avLst/>
          </a:prstGeom>
          <a:solidFill>
            <a:srgbClr val="FFFFEF"/>
          </a:solidFill>
        </p:spPr>
        <p:txBody>
          <a:bodyPr vert="horz" wrap="square" lIns="0" tIns="33397" rIns="0" bIns="0" rtlCol="0">
            <a:spAutoFit/>
          </a:bodyPr>
          <a:lstStyle/>
          <a:p>
            <a:pPr marL="67947">
              <a:spcBef>
                <a:spcPts val="263"/>
              </a:spcBef>
            </a:pPr>
            <a:r>
              <a:rPr sz="1814" b="1" spc="-32" dirty="0">
                <a:latin typeface="Lantinghei SC Heavy"/>
                <a:cs typeface="Lantinghei SC Heavy"/>
              </a:rPr>
              <a:t>写磁盘</a:t>
            </a:r>
            <a:endParaRPr sz="1814">
              <a:latin typeface="Lantinghei SC Heavy"/>
              <a:cs typeface="Lantinghei SC Heavy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18702" y="4134148"/>
            <a:ext cx="882730" cy="312322"/>
          </a:xfrm>
          <a:prstGeom prst="rect">
            <a:avLst/>
          </a:prstGeom>
          <a:solidFill>
            <a:srgbClr val="FFFFEF"/>
          </a:solidFill>
        </p:spPr>
        <p:txBody>
          <a:bodyPr vert="horz" wrap="square" lIns="0" tIns="32822" rIns="0" bIns="0" rtlCol="0">
            <a:spAutoFit/>
          </a:bodyPr>
          <a:lstStyle/>
          <a:p>
            <a:pPr marL="98465">
              <a:spcBef>
                <a:spcPts val="258"/>
              </a:spcBef>
            </a:pPr>
            <a:r>
              <a:rPr sz="1814" b="1" spc="-32" dirty="0">
                <a:latin typeface="Lantinghei SC Heavy"/>
                <a:cs typeface="Lantinghei SC Heavy"/>
              </a:rPr>
              <a:t>读磁盘</a:t>
            </a:r>
            <a:endParaRPr sz="1814">
              <a:latin typeface="Lantinghei SC Heavy"/>
              <a:cs typeface="Lantinghei SC Heavy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569567"/>
              </p:ext>
            </p:extLst>
          </p:nvPr>
        </p:nvGraphicFramePr>
        <p:xfrm>
          <a:off x="2234917" y="2558016"/>
          <a:ext cx="4770654" cy="3955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8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9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8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8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8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3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627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86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806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59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95587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500" spc="-25" dirty="0"/>
                        <a:t>55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252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500" spc="-25" dirty="0"/>
                        <a:t>45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252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500" spc="-25" dirty="0"/>
                        <a:t>35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89252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500" spc="-25" dirty="0"/>
                        <a:t>30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89252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500" spc="-25" dirty="0"/>
                        <a:t>27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89252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24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20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18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10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09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08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08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06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04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/>
                        <a:t>03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object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998677"/>
              </p:ext>
            </p:extLst>
          </p:nvPr>
        </p:nvGraphicFramePr>
        <p:xfrm>
          <a:off x="7406359" y="2014905"/>
          <a:ext cx="1594441" cy="20689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587"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28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15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11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08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05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587">
                <a:tc>
                  <a:txBody>
                    <a:bodyPr/>
                    <a:lstStyle/>
                    <a:p>
                      <a:pPr marR="8890" algn="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lang="en-US" altLang="zh-CN" sz="1500" dirty="0">
                          <a:latin typeface="Arial"/>
                          <a:cs typeface="Arial"/>
                        </a:rPr>
                        <a:t>08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lang="en-US" altLang="zh-CN" sz="1500" dirty="0">
                          <a:latin typeface="Arial"/>
                          <a:cs typeface="Arial"/>
                        </a:rPr>
                        <a:t>08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lang="en-US" altLang="zh-CN" sz="1500" dirty="0">
                          <a:latin typeface="Arial"/>
                          <a:cs typeface="Arial"/>
                        </a:rPr>
                        <a:t>06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lang="en-US" altLang="zh-CN" sz="1500" dirty="0">
                          <a:latin typeface="Arial"/>
                          <a:cs typeface="Arial"/>
                        </a:rPr>
                        <a:t>04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lang="en-US" altLang="zh-CN" sz="1500" dirty="0">
                          <a:latin typeface="Arial"/>
                          <a:cs typeface="Arial"/>
                        </a:rPr>
                        <a:t>03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6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587"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29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19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16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13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10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404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587"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25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20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15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09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08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90979" marB="0"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6" name="object 46"/>
          <p:cNvSpPr txBox="1"/>
          <p:nvPr/>
        </p:nvSpPr>
        <p:spPr>
          <a:xfrm>
            <a:off x="2234916" y="1363225"/>
            <a:ext cx="3719517" cy="380960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>
              <a:spcBef>
                <a:spcPts val="91"/>
              </a:spcBef>
            </a:pPr>
            <a:r>
              <a:rPr lang="zh-CN" altLang="en-US" sz="2400" spc="-18" dirty="0">
                <a:latin typeface="SimHei" panose="02010609060101010101" pitchFamily="49" charset="-122"/>
                <a:ea typeface="SimHei" panose="02010609060101010101" pitchFamily="49" charset="-122"/>
              </a:rPr>
              <a:t>两阶段多路归并排序</a:t>
            </a:r>
            <a:r>
              <a:rPr lang="en" altLang="zh-CN" sz="2400" spc="-9" dirty="0">
                <a:latin typeface="SimHei" panose="02010609060101010101" pitchFamily="49" charset="-122"/>
                <a:ea typeface="SimHei" panose="02010609060101010101" pitchFamily="49" charset="-122"/>
                <a:cs typeface="Arial"/>
              </a:rPr>
              <a:t>TPMMS</a:t>
            </a:r>
            <a:endParaRPr sz="2176" dirty="0">
              <a:latin typeface="SimHei" panose="02010609060101010101" pitchFamily="49" charset="-122"/>
              <a:ea typeface="SimHei" panose="02010609060101010101" pitchFamily="49" charset="-122"/>
              <a:cs typeface="Lantinghei SC Heavy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8F37DE-CB23-9306-222B-0CB221B9F1B3}"/>
              </a:ext>
            </a:extLst>
          </p:cNvPr>
          <p:cNvSpPr/>
          <p:nvPr/>
        </p:nvSpPr>
        <p:spPr>
          <a:xfrm>
            <a:off x="9186203" y="2010586"/>
            <a:ext cx="430517" cy="20712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05</a:t>
            </a:r>
          </a:p>
          <a:p>
            <a:pPr algn="ctr"/>
            <a:endParaRPr kumimoji="1" lang="en-US" altLang="zh-CN" dirty="0"/>
          </a:p>
          <a:p>
            <a:pPr algn="ctr"/>
            <a:r>
              <a:rPr kumimoji="1" lang="en-US" altLang="zh-CN" dirty="0"/>
              <a:t>03</a:t>
            </a:r>
          </a:p>
          <a:p>
            <a:pPr algn="ctr"/>
            <a:endParaRPr kumimoji="1" lang="en-US" altLang="zh-CN" dirty="0"/>
          </a:p>
          <a:p>
            <a:pPr algn="ctr"/>
            <a:r>
              <a:rPr kumimoji="1" lang="en-US" altLang="zh-CN" dirty="0"/>
              <a:t>10</a:t>
            </a:r>
          </a:p>
          <a:p>
            <a:pPr algn="ctr"/>
            <a:endParaRPr kumimoji="1" lang="en-US" altLang="zh-CN" dirty="0"/>
          </a:p>
          <a:p>
            <a:pPr algn="ctr"/>
            <a:r>
              <a:rPr kumimoji="1" lang="en-US" altLang="zh-CN" dirty="0"/>
              <a:t>08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5E5334-4CFF-E5BC-5F98-A8C33F2ED9AD}"/>
              </a:ext>
            </a:extLst>
          </p:cNvPr>
          <p:cNvSpPr/>
          <p:nvPr/>
        </p:nvSpPr>
        <p:spPr>
          <a:xfrm>
            <a:off x="7591770" y="5230046"/>
            <a:ext cx="1594433" cy="3123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6E88FE-E6E0-E8A6-E387-F09E26127E9A}"/>
              </a:ext>
            </a:extLst>
          </p:cNvPr>
          <p:cNvSpPr/>
          <p:nvPr/>
        </p:nvSpPr>
        <p:spPr>
          <a:xfrm>
            <a:off x="4952268" y="5227052"/>
            <a:ext cx="1594433" cy="3123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zh-CN" sz="1600" dirty="0"/>
              <a:t>03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04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05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06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08</a:t>
            </a:r>
            <a:endParaRPr kumimoji="1" lang="zh-CN" alt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FDB2EC19-3DEF-F1ED-4053-A4A61C15762B}"/>
              </a:ext>
            </a:extLst>
          </p:cNvPr>
          <p:cNvGrpSpPr/>
          <p:nvPr/>
        </p:nvGrpSpPr>
        <p:grpSpPr>
          <a:xfrm>
            <a:off x="2266702" y="1307288"/>
            <a:ext cx="7845293" cy="5166969"/>
            <a:chOff x="2266702" y="1307288"/>
            <a:chExt cx="7845293" cy="5166969"/>
          </a:xfrm>
        </p:grpSpPr>
        <p:sp>
          <p:nvSpPr>
            <p:cNvPr id="4" name="object 4"/>
            <p:cNvSpPr/>
            <p:nvPr/>
          </p:nvSpPr>
          <p:spPr>
            <a:xfrm>
              <a:off x="5090056" y="3840481"/>
              <a:ext cx="4628430" cy="1727"/>
            </a:xfrm>
            <a:custGeom>
              <a:avLst/>
              <a:gdLst/>
              <a:ahLst/>
              <a:cxnLst/>
              <a:rect l="l" t="t" r="r" b="b"/>
              <a:pathLst>
                <a:path w="5104130" h="1904">
                  <a:moveTo>
                    <a:pt x="0" y="0"/>
                  </a:moveTo>
                  <a:lnTo>
                    <a:pt x="5103875" y="1523"/>
                  </a:lnTo>
                </a:path>
              </a:pathLst>
            </a:custGeom>
            <a:ln w="2539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5041222" y="4035567"/>
              <a:ext cx="944918" cy="234895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451" b="1" spc="-18" dirty="0">
                  <a:latin typeface="Lantinghei SC Heavy"/>
                  <a:cs typeface="Lantinghei SC Heavy"/>
                </a:rPr>
                <a:t>子集合关系</a:t>
              </a:r>
              <a:endParaRPr sz="1451">
                <a:latin typeface="Lantinghei SC Heavy"/>
                <a:cs typeface="Lantinghei SC Heavy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6823040" y="4202791"/>
              <a:ext cx="1640506" cy="458161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358159" marR="27639" indent="-324186">
                <a:spcBef>
                  <a:spcPts val="91"/>
                </a:spcBef>
              </a:pPr>
              <a:r>
                <a:rPr sz="1451" b="1" spc="-68" dirty="0">
                  <a:latin typeface="Lantinghei SC Heavy"/>
                  <a:cs typeface="Lantinghei SC Heavy"/>
                </a:rPr>
                <a:t>子集合</a:t>
              </a:r>
              <a:r>
                <a:rPr sz="1451" b="1" dirty="0">
                  <a:latin typeface="Lantinghei SC Heavy"/>
                  <a:cs typeface="Lantinghei SC Heavy"/>
                </a:rPr>
                <a:t>R</a:t>
              </a:r>
              <a:r>
                <a:rPr sz="1496" b="1" baseline="-20202" dirty="0">
                  <a:latin typeface="Lantinghei SC Heavy"/>
                  <a:cs typeface="Lantinghei SC Heavy"/>
                </a:rPr>
                <a:t>i</a:t>
              </a:r>
              <a:r>
                <a:rPr sz="1496" b="1" spc="197" baseline="-20202" dirty="0">
                  <a:latin typeface="Lantinghei SC Heavy"/>
                  <a:cs typeface="Lantinghei SC Heavy"/>
                </a:rPr>
                <a:t> </a:t>
              </a:r>
              <a:r>
                <a:rPr sz="1451" b="1" dirty="0">
                  <a:latin typeface="Lantinghei SC Heavy"/>
                  <a:cs typeface="Lantinghei SC Heavy"/>
                </a:rPr>
                <a:t>(&lt;=M</a:t>
              </a:r>
              <a:r>
                <a:rPr sz="1451" b="1" spc="-23" dirty="0">
                  <a:latin typeface="Lantinghei SC Heavy"/>
                  <a:cs typeface="Lantinghei SC Heavy"/>
                </a:rPr>
                <a:t>块)</a:t>
              </a:r>
              <a:r>
                <a:rPr sz="1451" b="1" spc="-18" dirty="0">
                  <a:latin typeface="Lantinghei SC Heavy"/>
                  <a:cs typeface="Lantinghei SC Heavy"/>
                </a:rPr>
                <a:t>的散列结构</a:t>
              </a:r>
              <a:endParaRPr sz="1451">
                <a:latin typeface="Lantinghei SC Heavy"/>
                <a:cs typeface="Lantinghei SC Heavy"/>
              </a:endParaRPr>
            </a:p>
          </p:txBody>
        </p: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3D8E5012-421E-7F70-2AA8-5B0F34294ADD}"/>
                </a:ext>
              </a:extLst>
            </p:cNvPr>
            <p:cNvGrpSpPr/>
            <p:nvPr/>
          </p:nvGrpSpPr>
          <p:grpSpPr>
            <a:xfrm>
              <a:off x="6534888" y="4138292"/>
              <a:ext cx="2195597" cy="2003849"/>
              <a:chOff x="6534888" y="4138292"/>
              <a:chExt cx="2195597" cy="2003849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6836168" y="4829274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227075" y="246125"/>
                    </a:moveTo>
                    <a:lnTo>
                      <a:pt x="227075" y="0"/>
                    </a:lnTo>
                    <a:lnTo>
                      <a:pt x="0" y="0"/>
                    </a:lnTo>
                    <a:lnTo>
                      <a:pt x="0" y="246125"/>
                    </a:lnTo>
                    <a:lnTo>
                      <a:pt x="227075" y="24612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6836168" y="4829274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0" y="246125"/>
                    </a:moveTo>
                    <a:lnTo>
                      <a:pt x="0" y="0"/>
                    </a:lnTo>
                    <a:lnTo>
                      <a:pt x="227075" y="0"/>
                    </a:lnTo>
                    <a:lnTo>
                      <a:pt x="227075" y="246125"/>
                    </a:lnTo>
                    <a:lnTo>
                      <a:pt x="0" y="246125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7127072" y="4838257"/>
                <a:ext cx="207295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6379">
                    <a:moveTo>
                      <a:pt x="228599" y="246125"/>
                    </a:moveTo>
                    <a:lnTo>
                      <a:pt x="228599" y="0"/>
                    </a:lnTo>
                    <a:lnTo>
                      <a:pt x="0" y="0"/>
                    </a:lnTo>
                    <a:lnTo>
                      <a:pt x="0" y="246125"/>
                    </a:lnTo>
                    <a:lnTo>
                      <a:pt x="228599" y="24612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7127072" y="4838257"/>
                <a:ext cx="207295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6379">
                    <a:moveTo>
                      <a:pt x="0" y="246125"/>
                    </a:moveTo>
                    <a:lnTo>
                      <a:pt x="0" y="0"/>
                    </a:lnTo>
                    <a:lnTo>
                      <a:pt x="228599" y="0"/>
                    </a:lnTo>
                    <a:lnTo>
                      <a:pt x="228599" y="246125"/>
                    </a:lnTo>
                    <a:lnTo>
                      <a:pt x="0" y="246125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8089599" y="4838257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227075" y="246125"/>
                    </a:moveTo>
                    <a:lnTo>
                      <a:pt x="227075" y="0"/>
                    </a:lnTo>
                    <a:lnTo>
                      <a:pt x="0" y="0"/>
                    </a:lnTo>
                    <a:lnTo>
                      <a:pt x="0" y="246125"/>
                    </a:lnTo>
                    <a:lnTo>
                      <a:pt x="227075" y="24612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8089599" y="4838257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0" y="246125"/>
                    </a:moveTo>
                    <a:lnTo>
                      <a:pt x="0" y="0"/>
                    </a:lnTo>
                    <a:lnTo>
                      <a:pt x="227075" y="0"/>
                    </a:lnTo>
                    <a:lnTo>
                      <a:pt x="227075" y="246125"/>
                    </a:lnTo>
                    <a:lnTo>
                      <a:pt x="0" y="246125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7583109" y="4932922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6" y="55626"/>
                    </a:lnTo>
                    <a:lnTo>
                      <a:pt x="38100" y="2895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7583109" y="4932922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6" y="55626"/>
                    </a:lnTo>
                    <a:lnTo>
                      <a:pt x="38100" y="28956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7704030" y="4932922"/>
                <a:ext cx="33397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6829" h="55879">
                    <a:moveTo>
                      <a:pt x="36575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5" y="55626"/>
                    </a:lnTo>
                    <a:lnTo>
                      <a:pt x="36575" y="2895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7704030" y="4932922"/>
                <a:ext cx="33397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6829" h="55879">
                    <a:moveTo>
                      <a:pt x="36575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5" y="55626"/>
                    </a:lnTo>
                    <a:lnTo>
                      <a:pt x="36575" y="28956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7831862" y="4932922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6" y="55626"/>
                    </a:lnTo>
                    <a:lnTo>
                      <a:pt x="38100" y="2895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7831862" y="4932922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6" y="55626"/>
                    </a:lnTo>
                    <a:lnTo>
                      <a:pt x="38100" y="28956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6795389" y="4760176"/>
                <a:ext cx="1585229" cy="1307684"/>
              </a:xfrm>
              <a:custGeom>
                <a:avLst/>
                <a:gdLst/>
                <a:ahLst/>
                <a:cxnLst/>
                <a:rect l="l" t="t" r="r" b="b"/>
                <a:pathLst>
                  <a:path w="1748154" h="1442084">
                    <a:moveTo>
                      <a:pt x="0" y="1441704"/>
                    </a:moveTo>
                    <a:lnTo>
                      <a:pt x="0" y="0"/>
                    </a:lnTo>
                    <a:lnTo>
                      <a:pt x="1748027" y="0"/>
                    </a:lnTo>
                    <a:lnTo>
                      <a:pt x="1748027" y="1441704"/>
                    </a:lnTo>
                    <a:lnTo>
                      <a:pt x="0" y="1441704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6534888" y="4138292"/>
                <a:ext cx="2195597" cy="2003849"/>
              </a:xfrm>
              <a:custGeom>
                <a:avLst/>
                <a:gdLst/>
                <a:ahLst/>
                <a:cxnLst/>
                <a:rect l="l" t="t" r="r" b="b"/>
                <a:pathLst>
                  <a:path w="2421254" h="2209800">
                    <a:moveTo>
                      <a:pt x="0" y="2209800"/>
                    </a:moveTo>
                    <a:lnTo>
                      <a:pt x="0" y="0"/>
                    </a:lnTo>
                    <a:lnTo>
                      <a:pt x="2420874" y="0"/>
                    </a:lnTo>
                    <a:lnTo>
                      <a:pt x="2420874" y="2209800"/>
                    </a:lnTo>
                    <a:lnTo>
                      <a:pt x="0" y="22098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22" name="object 22"/>
            <p:cNvSpPr txBox="1"/>
            <p:nvPr/>
          </p:nvSpPr>
          <p:spPr>
            <a:xfrm>
              <a:off x="7433402" y="6159647"/>
              <a:ext cx="437622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23" dirty="0">
                  <a:latin typeface="Lantinghei SC Heavy"/>
                  <a:cs typeface="Lantinghei SC Heavy"/>
                </a:rPr>
                <a:t>内存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5304485" y="6211470"/>
              <a:ext cx="437622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23" dirty="0">
                  <a:latin typeface="Lantinghei SC Heavy"/>
                  <a:cs typeface="Lantinghei SC Heavy"/>
                </a:rPr>
                <a:t>磁盘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8982577" y="4380374"/>
              <a:ext cx="437622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23" dirty="0">
                  <a:latin typeface="Lantinghei SC Heavy"/>
                  <a:cs typeface="Lantinghei SC Heavy"/>
                </a:rPr>
                <a:t>结果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6021495" y="4584207"/>
              <a:ext cx="438197" cy="799088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34549" marR="27639">
                <a:spcBef>
                  <a:spcPts val="91"/>
                </a:spcBef>
              </a:pPr>
              <a:r>
                <a:rPr sz="1451" b="1" spc="-23" dirty="0">
                  <a:latin typeface="Lantinghei SC Heavy"/>
                  <a:cs typeface="Lantinghei SC Heavy"/>
                </a:rPr>
                <a:t>散列计算</a:t>
              </a:r>
              <a:endParaRPr sz="1451">
                <a:latin typeface="Lantinghei SC Heavy"/>
                <a:cs typeface="Lantinghei SC Heavy"/>
              </a:endParaRPr>
            </a:p>
            <a:p>
              <a:pPr marL="83494">
                <a:spcBef>
                  <a:spcPts val="725"/>
                </a:spcBef>
              </a:pPr>
              <a:r>
                <a:rPr sz="1632" b="1" spc="-23" dirty="0">
                  <a:solidFill>
                    <a:srgbClr val="3365FB"/>
                  </a:solidFill>
                  <a:latin typeface="Lantinghei SC Heavy"/>
                  <a:cs typeface="Lantinghei SC Heavy"/>
                </a:rPr>
                <a:t>h</a:t>
              </a:r>
              <a:r>
                <a:rPr sz="1632" b="1" spc="-34" baseline="-23148" dirty="0">
                  <a:solidFill>
                    <a:srgbClr val="3365FB"/>
                  </a:solidFill>
                  <a:latin typeface="Lantinghei SC Heavy"/>
                  <a:cs typeface="Lantinghei SC Heavy"/>
                </a:rPr>
                <a:t>r</a:t>
              </a:r>
              <a:endParaRPr sz="1632" baseline="-23148">
                <a:latin typeface="Lantinghei SC Heavy"/>
                <a:cs typeface="Lantinghei SC Heavy"/>
              </a:endParaRPr>
            </a:p>
          </p:txBody>
        </p:sp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AAE45510-F07B-6861-0384-CC3CC4127A0E}"/>
                </a:ext>
              </a:extLst>
            </p:cNvPr>
            <p:cNvGrpSpPr/>
            <p:nvPr/>
          </p:nvGrpSpPr>
          <p:grpSpPr>
            <a:xfrm>
              <a:off x="4981571" y="4351807"/>
              <a:ext cx="3971882" cy="1838243"/>
              <a:chOff x="4981571" y="4351807"/>
              <a:chExt cx="3971882" cy="1838243"/>
            </a:xfrm>
          </p:grpSpPr>
          <p:sp>
            <p:nvSpPr>
              <p:cNvPr id="27" name="object 27"/>
              <p:cNvSpPr/>
              <p:nvPr/>
            </p:nvSpPr>
            <p:spPr>
              <a:xfrm>
                <a:off x="4993318" y="4351807"/>
                <a:ext cx="954707" cy="126680"/>
              </a:xfrm>
              <a:custGeom>
                <a:avLst/>
                <a:gdLst/>
                <a:ahLst/>
                <a:cxnLst/>
                <a:rect l="l" t="t" r="r" b="b"/>
                <a:pathLst>
                  <a:path w="1052829" h="139700">
                    <a:moveTo>
                      <a:pt x="526541" y="0"/>
                    </a:moveTo>
                    <a:lnTo>
                      <a:pt x="448669" y="756"/>
                    </a:lnTo>
                    <a:lnTo>
                      <a:pt x="374366" y="2951"/>
                    </a:lnTo>
                    <a:lnTo>
                      <a:pt x="304442" y="6476"/>
                    </a:lnTo>
                    <a:lnTo>
                      <a:pt x="239709" y="11221"/>
                    </a:lnTo>
                    <a:lnTo>
                      <a:pt x="180977" y="17074"/>
                    </a:lnTo>
                    <a:lnTo>
                      <a:pt x="129056" y="23928"/>
                    </a:lnTo>
                    <a:lnTo>
                      <a:pt x="84757" y="31671"/>
                    </a:lnTo>
                    <a:lnTo>
                      <a:pt x="22270" y="49386"/>
                    </a:lnTo>
                    <a:lnTo>
                      <a:pt x="0" y="69342"/>
                    </a:lnTo>
                    <a:lnTo>
                      <a:pt x="5702" y="79734"/>
                    </a:lnTo>
                    <a:lnTo>
                      <a:pt x="48892" y="98958"/>
                    </a:lnTo>
                    <a:lnTo>
                      <a:pt x="129056" y="115394"/>
                    </a:lnTo>
                    <a:lnTo>
                      <a:pt x="180977" y="122299"/>
                    </a:lnTo>
                    <a:lnTo>
                      <a:pt x="239709" y="128188"/>
                    </a:lnTo>
                    <a:lnTo>
                      <a:pt x="304442" y="132953"/>
                    </a:lnTo>
                    <a:lnTo>
                      <a:pt x="374366" y="136489"/>
                    </a:lnTo>
                    <a:lnTo>
                      <a:pt x="448669" y="138689"/>
                    </a:lnTo>
                    <a:lnTo>
                      <a:pt x="526541" y="139446"/>
                    </a:lnTo>
                    <a:lnTo>
                      <a:pt x="604224" y="138689"/>
                    </a:lnTo>
                    <a:lnTo>
                      <a:pt x="678372" y="136489"/>
                    </a:lnTo>
                    <a:lnTo>
                      <a:pt x="748172" y="132953"/>
                    </a:lnTo>
                    <a:lnTo>
                      <a:pt x="812808" y="128188"/>
                    </a:lnTo>
                    <a:lnTo>
                      <a:pt x="871468" y="122299"/>
                    </a:lnTo>
                    <a:lnTo>
                      <a:pt x="923337" y="115394"/>
                    </a:lnTo>
                    <a:lnTo>
                      <a:pt x="967600" y="107578"/>
                    </a:lnTo>
                    <a:lnTo>
                      <a:pt x="1030056" y="89641"/>
                    </a:lnTo>
                    <a:lnTo>
                      <a:pt x="1052321" y="69341"/>
                    </a:lnTo>
                    <a:lnTo>
                      <a:pt x="1046619" y="59139"/>
                    </a:lnTo>
                    <a:lnTo>
                      <a:pt x="1003445" y="40194"/>
                    </a:lnTo>
                    <a:lnTo>
                      <a:pt x="923337" y="23928"/>
                    </a:lnTo>
                    <a:lnTo>
                      <a:pt x="871468" y="17074"/>
                    </a:lnTo>
                    <a:lnTo>
                      <a:pt x="812808" y="11221"/>
                    </a:lnTo>
                    <a:lnTo>
                      <a:pt x="748172" y="6476"/>
                    </a:lnTo>
                    <a:lnTo>
                      <a:pt x="678372" y="2951"/>
                    </a:lnTo>
                    <a:lnTo>
                      <a:pt x="604224" y="756"/>
                    </a:lnTo>
                    <a:lnTo>
                      <a:pt x="526541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4987790" y="4416069"/>
                <a:ext cx="0" cy="1657206"/>
              </a:xfrm>
              <a:custGeom>
                <a:avLst/>
                <a:gdLst/>
                <a:ahLst/>
                <a:cxnLst/>
                <a:rect l="l" t="t" r="r" b="b"/>
                <a:pathLst>
                  <a:path h="1827529">
                    <a:moveTo>
                      <a:pt x="0" y="0"/>
                    </a:moveTo>
                    <a:lnTo>
                      <a:pt x="0" y="1827276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29" name="object 29"/>
              <p:cNvSpPr/>
              <p:nvPr/>
            </p:nvSpPr>
            <p:spPr>
              <a:xfrm>
                <a:off x="5953783" y="4416069"/>
                <a:ext cx="0" cy="1657206"/>
              </a:xfrm>
              <a:custGeom>
                <a:avLst/>
                <a:gdLst/>
                <a:ahLst/>
                <a:cxnLst/>
                <a:rect l="l" t="t" r="r" b="b"/>
                <a:pathLst>
                  <a:path h="1827529">
                    <a:moveTo>
                      <a:pt x="0" y="0"/>
                    </a:moveTo>
                    <a:lnTo>
                      <a:pt x="0" y="1827276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4981571" y="6077190"/>
                <a:ext cx="966224" cy="112860"/>
              </a:xfrm>
              <a:custGeom>
                <a:avLst/>
                <a:gdLst/>
                <a:ahLst/>
                <a:cxnLst/>
                <a:rect l="l" t="t" r="r" b="b"/>
                <a:pathLst>
                  <a:path w="1065529" h="124459">
                    <a:moveTo>
                      <a:pt x="1065276" y="0"/>
                    </a:moveTo>
                    <a:lnTo>
                      <a:pt x="1065276" y="1524"/>
                    </a:lnTo>
                    <a:lnTo>
                      <a:pt x="1065276" y="2286"/>
                    </a:lnTo>
                    <a:lnTo>
                      <a:pt x="1065276" y="3810"/>
                    </a:lnTo>
                    <a:lnTo>
                      <a:pt x="1060412" y="20105"/>
                    </a:lnTo>
                    <a:lnTo>
                      <a:pt x="1023413" y="50589"/>
                    </a:lnTo>
                    <a:lnTo>
                      <a:pt x="954283" y="77295"/>
                    </a:lnTo>
                    <a:lnTo>
                      <a:pt x="909256" y="88868"/>
                    </a:lnTo>
                    <a:lnTo>
                      <a:pt x="858101" y="99059"/>
                    </a:lnTo>
                    <a:lnTo>
                      <a:pt x="801454" y="107724"/>
                    </a:lnTo>
                    <a:lnTo>
                      <a:pt x="739949" y="114716"/>
                    </a:lnTo>
                    <a:lnTo>
                      <a:pt x="674221" y="119891"/>
                    </a:lnTo>
                    <a:lnTo>
                      <a:pt x="604906" y="123103"/>
                    </a:lnTo>
                    <a:lnTo>
                      <a:pt x="532638" y="124206"/>
                    </a:lnTo>
                    <a:lnTo>
                      <a:pt x="460369" y="123103"/>
                    </a:lnTo>
                    <a:lnTo>
                      <a:pt x="391054" y="119891"/>
                    </a:lnTo>
                    <a:lnTo>
                      <a:pt x="325326" y="114716"/>
                    </a:lnTo>
                    <a:lnTo>
                      <a:pt x="263821" y="107724"/>
                    </a:lnTo>
                    <a:lnTo>
                      <a:pt x="207174" y="99059"/>
                    </a:lnTo>
                    <a:lnTo>
                      <a:pt x="156019" y="88868"/>
                    </a:lnTo>
                    <a:lnTo>
                      <a:pt x="110992" y="77295"/>
                    </a:lnTo>
                    <a:lnTo>
                      <a:pt x="72728" y="64487"/>
                    </a:lnTo>
                    <a:lnTo>
                      <a:pt x="19028" y="35746"/>
                    </a:lnTo>
                    <a:lnTo>
                      <a:pt x="4863" y="20105"/>
                    </a:lnTo>
                    <a:lnTo>
                      <a:pt x="0" y="381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5968294" y="5071120"/>
                <a:ext cx="827450" cy="69098"/>
              </a:xfrm>
              <a:custGeom>
                <a:avLst/>
                <a:gdLst/>
                <a:ahLst/>
                <a:cxnLst/>
                <a:rect l="l" t="t" r="r" b="b"/>
                <a:pathLst>
                  <a:path w="912495" h="76200">
                    <a:moveTo>
                      <a:pt x="835913" y="38100"/>
                    </a:moveTo>
                    <a:lnTo>
                      <a:pt x="827867" y="32004"/>
                    </a:lnTo>
                    <a:lnTo>
                      <a:pt x="0" y="32004"/>
                    </a:lnTo>
                    <a:lnTo>
                      <a:pt x="0" y="44958"/>
                    </a:lnTo>
                    <a:lnTo>
                      <a:pt x="826861" y="44958"/>
                    </a:lnTo>
                    <a:lnTo>
                      <a:pt x="835913" y="38100"/>
                    </a:lnTo>
                    <a:close/>
                  </a:path>
                  <a:path w="912495" h="76200">
                    <a:moveTo>
                      <a:pt x="912113" y="38100"/>
                    </a:moveTo>
                    <a:lnTo>
                      <a:pt x="785622" y="0"/>
                    </a:lnTo>
                    <a:lnTo>
                      <a:pt x="827867" y="32004"/>
                    </a:lnTo>
                    <a:lnTo>
                      <a:pt x="835913" y="32004"/>
                    </a:lnTo>
                    <a:lnTo>
                      <a:pt x="835913" y="61051"/>
                    </a:lnTo>
                    <a:lnTo>
                      <a:pt x="912113" y="38100"/>
                    </a:lnTo>
                    <a:close/>
                  </a:path>
                  <a:path w="912495" h="76200">
                    <a:moveTo>
                      <a:pt x="835913" y="61051"/>
                    </a:moveTo>
                    <a:lnTo>
                      <a:pt x="835913" y="44958"/>
                    </a:lnTo>
                    <a:lnTo>
                      <a:pt x="826861" y="44958"/>
                    </a:lnTo>
                    <a:lnTo>
                      <a:pt x="785622" y="76200"/>
                    </a:lnTo>
                    <a:lnTo>
                      <a:pt x="835913" y="61051"/>
                    </a:lnTo>
                    <a:close/>
                  </a:path>
                  <a:path w="912495" h="76200">
                    <a:moveTo>
                      <a:pt x="835913" y="44958"/>
                    </a:moveTo>
                    <a:lnTo>
                      <a:pt x="835913" y="38100"/>
                    </a:lnTo>
                    <a:lnTo>
                      <a:pt x="826861" y="44958"/>
                    </a:lnTo>
                    <a:lnTo>
                      <a:pt x="835913" y="44958"/>
                    </a:lnTo>
                    <a:close/>
                  </a:path>
                  <a:path w="912495" h="76200">
                    <a:moveTo>
                      <a:pt x="835913" y="38100"/>
                    </a:moveTo>
                    <a:lnTo>
                      <a:pt x="835913" y="32004"/>
                    </a:lnTo>
                    <a:lnTo>
                      <a:pt x="827867" y="32004"/>
                    </a:lnTo>
                    <a:lnTo>
                      <a:pt x="835913" y="381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6836168" y="5134690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227076" y="246125"/>
                    </a:moveTo>
                    <a:lnTo>
                      <a:pt x="227075" y="0"/>
                    </a:lnTo>
                    <a:lnTo>
                      <a:pt x="0" y="0"/>
                    </a:lnTo>
                    <a:lnTo>
                      <a:pt x="0" y="246125"/>
                    </a:lnTo>
                    <a:lnTo>
                      <a:pt x="227076" y="24612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6836168" y="5134690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0" y="246125"/>
                    </a:moveTo>
                    <a:lnTo>
                      <a:pt x="0" y="0"/>
                    </a:lnTo>
                    <a:lnTo>
                      <a:pt x="227075" y="0"/>
                    </a:lnTo>
                    <a:lnTo>
                      <a:pt x="227076" y="246125"/>
                    </a:lnTo>
                    <a:lnTo>
                      <a:pt x="0" y="246125"/>
                    </a:lnTo>
                    <a:close/>
                  </a:path>
                </a:pathLst>
              </a:custGeom>
              <a:ln w="1269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7127071" y="5142982"/>
                <a:ext cx="207295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6379">
                    <a:moveTo>
                      <a:pt x="228599" y="246125"/>
                    </a:moveTo>
                    <a:lnTo>
                      <a:pt x="228599" y="0"/>
                    </a:lnTo>
                    <a:lnTo>
                      <a:pt x="0" y="0"/>
                    </a:lnTo>
                    <a:lnTo>
                      <a:pt x="0" y="246125"/>
                    </a:lnTo>
                    <a:lnTo>
                      <a:pt x="228599" y="24612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7127071" y="5142982"/>
                <a:ext cx="207295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6379">
                    <a:moveTo>
                      <a:pt x="0" y="246125"/>
                    </a:moveTo>
                    <a:lnTo>
                      <a:pt x="0" y="0"/>
                    </a:lnTo>
                    <a:lnTo>
                      <a:pt x="228599" y="0"/>
                    </a:lnTo>
                    <a:lnTo>
                      <a:pt x="228599" y="246125"/>
                    </a:lnTo>
                    <a:lnTo>
                      <a:pt x="0" y="246125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8089598" y="5142982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227075" y="246125"/>
                    </a:moveTo>
                    <a:lnTo>
                      <a:pt x="227075" y="0"/>
                    </a:lnTo>
                    <a:lnTo>
                      <a:pt x="0" y="0"/>
                    </a:lnTo>
                    <a:lnTo>
                      <a:pt x="0" y="246125"/>
                    </a:lnTo>
                    <a:lnTo>
                      <a:pt x="227075" y="24612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8089598" y="5142982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0" y="246125"/>
                    </a:moveTo>
                    <a:lnTo>
                      <a:pt x="0" y="0"/>
                    </a:lnTo>
                    <a:lnTo>
                      <a:pt x="227075" y="0"/>
                    </a:lnTo>
                    <a:lnTo>
                      <a:pt x="227075" y="246125"/>
                    </a:lnTo>
                    <a:lnTo>
                      <a:pt x="0" y="246125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7583108" y="5238337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194"/>
                    </a:moveTo>
                    <a:lnTo>
                      <a:pt x="17525" y="0"/>
                    </a:lnTo>
                    <a:lnTo>
                      <a:pt x="0" y="28194"/>
                    </a:lnTo>
                    <a:lnTo>
                      <a:pt x="17526" y="55626"/>
                    </a:lnTo>
                    <a:lnTo>
                      <a:pt x="38100" y="28194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7583108" y="5238337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194"/>
                    </a:moveTo>
                    <a:lnTo>
                      <a:pt x="17525" y="0"/>
                    </a:lnTo>
                    <a:lnTo>
                      <a:pt x="0" y="28194"/>
                    </a:lnTo>
                    <a:lnTo>
                      <a:pt x="17526" y="55626"/>
                    </a:lnTo>
                    <a:lnTo>
                      <a:pt x="38100" y="28194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7704030" y="5238337"/>
                <a:ext cx="33397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6829" h="55879">
                    <a:moveTo>
                      <a:pt x="36575" y="28194"/>
                    </a:moveTo>
                    <a:lnTo>
                      <a:pt x="17525" y="0"/>
                    </a:lnTo>
                    <a:lnTo>
                      <a:pt x="0" y="28194"/>
                    </a:lnTo>
                    <a:lnTo>
                      <a:pt x="17525" y="55626"/>
                    </a:lnTo>
                    <a:lnTo>
                      <a:pt x="36575" y="28194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7704030" y="5238337"/>
                <a:ext cx="33397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6829" h="55879">
                    <a:moveTo>
                      <a:pt x="36575" y="28194"/>
                    </a:moveTo>
                    <a:lnTo>
                      <a:pt x="17525" y="0"/>
                    </a:lnTo>
                    <a:lnTo>
                      <a:pt x="0" y="28194"/>
                    </a:lnTo>
                    <a:lnTo>
                      <a:pt x="17525" y="55626"/>
                    </a:lnTo>
                    <a:lnTo>
                      <a:pt x="36575" y="28194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7831862" y="5238337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194"/>
                    </a:moveTo>
                    <a:lnTo>
                      <a:pt x="17525" y="0"/>
                    </a:lnTo>
                    <a:lnTo>
                      <a:pt x="0" y="28194"/>
                    </a:lnTo>
                    <a:lnTo>
                      <a:pt x="17526" y="55626"/>
                    </a:lnTo>
                    <a:lnTo>
                      <a:pt x="38100" y="28194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7831862" y="5238337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194"/>
                    </a:moveTo>
                    <a:lnTo>
                      <a:pt x="17525" y="0"/>
                    </a:lnTo>
                    <a:lnTo>
                      <a:pt x="0" y="28194"/>
                    </a:lnTo>
                    <a:lnTo>
                      <a:pt x="17526" y="55626"/>
                    </a:lnTo>
                    <a:lnTo>
                      <a:pt x="38100" y="28194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6836168" y="5453924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227075" y="246125"/>
                    </a:moveTo>
                    <a:lnTo>
                      <a:pt x="227075" y="0"/>
                    </a:lnTo>
                    <a:lnTo>
                      <a:pt x="0" y="0"/>
                    </a:lnTo>
                    <a:lnTo>
                      <a:pt x="0" y="246125"/>
                    </a:lnTo>
                    <a:lnTo>
                      <a:pt x="227075" y="24612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6836168" y="5453924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0" y="246125"/>
                    </a:moveTo>
                    <a:lnTo>
                      <a:pt x="0" y="0"/>
                    </a:lnTo>
                    <a:lnTo>
                      <a:pt x="227075" y="0"/>
                    </a:lnTo>
                    <a:lnTo>
                      <a:pt x="227075" y="246125"/>
                    </a:lnTo>
                    <a:lnTo>
                      <a:pt x="0" y="246125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6" name="object 46"/>
              <p:cNvSpPr/>
              <p:nvPr/>
            </p:nvSpPr>
            <p:spPr>
              <a:xfrm>
                <a:off x="7127071" y="5462907"/>
                <a:ext cx="207295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6379">
                    <a:moveTo>
                      <a:pt x="228599" y="246125"/>
                    </a:moveTo>
                    <a:lnTo>
                      <a:pt x="228599" y="0"/>
                    </a:lnTo>
                    <a:lnTo>
                      <a:pt x="0" y="0"/>
                    </a:lnTo>
                    <a:lnTo>
                      <a:pt x="0" y="246125"/>
                    </a:lnTo>
                    <a:lnTo>
                      <a:pt x="228599" y="24612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7" name="object 47"/>
              <p:cNvSpPr/>
              <p:nvPr/>
            </p:nvSpPr>
            <p:spPr>
              <a:xfrm>
                <a:off x="7127071" y="5462907"/>
                <a:ext cx="207295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6379">
                    <a:moveTo>
                      <a:pt x="0" y="246125"/>
                    </a:moveTo>
                    <a:lnTo>
                      <a:pt x="0" y="0"/>
                    </a:lnTo>
                    <a:lnTo>
                      <a:pt x="228599" y="0"/>
                    </a:lnTo>
                    <a:lnTo>
                      <a:pt x="228599" y="246125"/>
                    </a:lnTo>
                    <a:lnTo>
                      <a:pt x="0" y="246125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8" name="object 48"/>
              <p:cNvSpPr/>
              <p:nvPr/>
            </p:nvSpPr>
            <p:spPr>
              <a:xfrm>
                <a:off x="8089598" y="5462907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227075" y="246125"/>
                    </a:moveTo>
                    <a:lnTo>
                      <a:pt x="227075" y="0"/>
                    </a:lnTo>
                    <a:lnTo>
                      <a:pt x="0" y="0"/>
                    </a:lnTo>
                    <a:lnTo>
                      <a:pt x="0" y="246125"/>
                    </a:lnTo>
                    <a:lnTo>
                      <a:pt x="227075" y="24612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8089598" y="5462907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0" y="246125"/>
                    </a:moveTo>
                    <a:lnTo>
                      <a:pt x="0" y="0"/>
                    </a:lnTo>
                    <a:lnTo>
                      <a:pt x="227075" y="0"/>
                    </a:lnTo>
                    <a:lnTo>
                      <a:pt x="227075" y="246125"/>
                    </a:lnTo>
                    <a:lnTo>
                      <a:pt x="0" y="246125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0" name="object 50"/>
              <p:cNvSpPr/>
              <p:nvPr/>
            </p:nvSpPr>
            <p:spPr>
              <a:xfrm>
                <a:off x="7583108" y="5557571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6" y="55626"/>
                    </a:lnTo>
                    <a:lnTo>
                      <a:pt x="38100" y="2895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1" name="object 51"/>
              <p:cNvSpPr/>
              <p:nvPr/>
            </p:nvSpPr>
            <p:spPr>
              <a:xfrm>
                <a:off x="7583108" y="5557571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6" y="55626"/>
                    </a:lnTo>
                    <a:lnTo>
                      <a:pt x="38100" y="28956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2" name="object 52"/>
              <p:cNvSpPr/>
              <p:nvPr/>
            </p:nvSpPr>
            <p:spPr>
              <a:xfrm>
                <a:off x="7704030" y="5557571"/>
                <a:ext cx="33397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6829" h="55879">
                    <a:moveTo>
                      <a:pt x="36575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5" y="55626"/>
                    </a:lnTo>
                    <a:lnTo>
                      <a:pt x="36575" y="2895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3" name="object 53"/>
              <p:cNvSpPr/>
              <p:nvPr/>
            </p:nvSpPr>
            <p:spPr>
              <a:xfrm>
                <a:off x="7704030" y="5557571"/>
                <a:ext cx="33397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6829" h="55879">
                    <a:moveTo>
                      <a:pt x="36575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5" y="55626"/>
                    </a:lnTo>
                    <a:lnTo>
                      <a:pt x="36575" y="28956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4" name="object 54"/>
              <p:cNvSpPr/>
              <p:nvPr/>
            </p:nvSpPr>
            <p:spPr>
              <a:xfrm>
                <a:off x="7831862" y="5557571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6" y="55626"/>
                    </a:lnTo>
                    <a:lnTo>
                      <a:pt x="38100" y="2895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7831862" y="5557571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6" y="55626"/>
                    </a:lnTo>
                    <a:lnTo>
                      <a:pt x="38100" y="28956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6" name="object 56"/>
              <p:cNvSpPr/>
              <p:nvPr/>
            </p:nvSpPr>
            <p:spPr>
              <a:xfrm>
                <a:off x="6836168" y="5730317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227075" y="246126"/>
                    </a:moveTo>
                    <a:lnTo>
                      <a:pt x="227075" y="0"/>
                    </a:lnTo>
                    <a:lnTo>
                      <a:pt x="0" y="0"/>
                    </a:lnTo>
                    <a:lnTo>
                      <a:pt x="0" y="246126"/>
                    </a:lnTo>
                    <a:lnTo>
                      <a:pt x="227075" y="24612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7" name="object 57"/>
              <p:cNvSpPr/>
              <p:nvPr/>
            </p:nvSpPr>
            <p:spPr>
              <a:xfrm>
                <a:off x="6836168" y="5730317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0" y="246126"/>
                    </a:moveTo>
                    <a:lnTo>
                      <a:pt x="0" y="0"/>
                    </a:lnTo>
                    <a:lnTo>
                      <a:pt x="227075" y="0"/>
                    </a:lnTo>
                    <a:lnTo>
                      <a:pt x="227075" y="246126"/>
                    </a:lnTo>
                    <a:lnTo>
                      <a:pt x="0" y="246126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8" name="object 58"/>
              <p:cNvSpPr/>
              <p:nvPr/>
            </p:nvSpPr>
            <p:spPr>
              <a:xfrm>
                <a:off x="7127071" y="5739299"/>
                <a:ext cx="207295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6379">
                    <a:moveTo>
                      <a:pt x="228599" y="246126"/>
                    </a:moveTo>
                    <a:lnTo>
                      <a:pt x="228599" y="0"/>
                    </a:lnTo>
                    <a:lnTo>
                      <a:pt x="0" y="0"/>
                    </a:lnTo>
                    <a:lnTo>
                      <a:pt x="0" y="246126"/>
                    </a:lnTo>
                    <a:lnTo>
                      <a:pt x="228599" y="24612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59" name="object 59"/>
              <p:cNvSpPr/>
              <p:nvPr/>
            </p:nvSpPr>
            <p:spPr>
              <a:xfrm>
                <a:off x="7127071" y="5739299"/>
                <a:ext cx="207295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6379">
                    <a:moveTo>
                      <a:pt x="0" y="246126"/>
                    </a:moveTo>
                    <a:lnTo>
                      <a:pt x="0" y="0"/>
                    </a:lnTo>
                    <a:lnTo>
                      <a:pt x="228599" y="0"/>
                    </a:lnTo>
                    <a:lnTo>
                      <a:pt x="228599" y="246126"/>
                    </a:lnTo>
                    <a:lnTo>
                      <a:pt x="0" y="246126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0" name="object 60"/>
              <p:cNvSpPr/>
              <p:nvPr/>
            </p:nvSpPr>
            <p:spPr>
              <a:xfrm>
                <a:off x="8089598" y="5739299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227075" y="246126"/>
                    </a:moveTo>
                    <a:lnTo>
                      <a:pt x="227075" y="0"/>
                    </a:lnTo>
                    <a:lnTo>
                      <a:pt x="0" y="0"/>
                    </a:lnTo>
                    <a:lnTo>
                      <a:pt x="0" y="246126"/>
                    </a:lnTo>
                    <a:lnTo>
                      <a:pt x="227075" y="24612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1" name="object 61"/>
              <p:cNvSpPr/>
              <p:nvPr/>
            </p:nvSpPr>
            <p:spPr>
              <a:xfrm>
                <a:off x="8089598" y="5739299"/>
                <a:ext cx="206142" cy="223417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246379">
                    <a:moveTo>
                      <a:pt x="0" y="246126"/>
                    </a:moveTo>
                    <a:lnTo>
                      <a:pt x="0" y="0"/>
                    </a:lnTo>
                    <a:lnTo>
                      <a:pt x="227075" y="0"/>
                    </a:lnTo>
                    <a:lnTo>
                      <a:pt x="227075" y="246126"/>
                    </a:lnTo>
                    <a:lnTo>
                      <a:pt x="0" y="246126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2" name="object 62"/>
              <p:cNvSpPr/>
              <p:nvPr/>
            </p:nvSpPr>
            <p:spPr>
              <a:xfrm>
                <a:off x="7583108" y="5833964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6" y="55626"/>
                    </a:lnTo>
                    <a:lnTo>
                      <a:pt x="38100" y="2895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3" name="object 63"/>
              <p:cNvSpPr/>
              <p:nvPr/>
            </p:nvSpPr>
            <p:spPr>
              <a:xfrm>
                <a:off x="7583108" y="5833964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6" y="55626"/>
                    </a:lnTo>
                    <a:lnTo>
                      <a:pt x="38100" y="28956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4" name="object 64"/>
              <p:cNvSpPr/>
              <p:nvPr/>
            </p:nvSpPr>
            <p:spPr>
              <a:xfrm>
                <a:off x="7704030" y="5833964"/>
                <a:ext cx="33397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6829" h="55879">
                    <a:moveTo>
                      <a:pt x="36575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5" y="55626"/>
                    </a:lnTo>
                    <a:lnTo>
                      <a:pt x="36575" y="2895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5" name="object 65"/>
              <p:cNvSpPr/>
              <p:nvPr/>
            </p:nvSpPr>
            <p:spPr>
              <a:xfrm>
                <a:off x="7704030" y="5833964"/>
                <a:ext cx="33397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6829" h="55879">
                    <a:moveTo>
                      <a:pt x="36575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5" y="55626"/>
                    </a:lnTo>
                    <a:lnTo>
                      <a:pt x="36575" y="28956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6" name="object 66"/>
              <p:cNvSpPr/>
              <p:nvPr/>
            </p:nvSpPr>
            <p:spPr>
              <a:xfrm>
                <a:off x="7831862" y="5833964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6" y="55626"/>
                    </a:lnTo>
                    <a:lnTo>
                      <a:pt x="38100" y="2895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7" name="object 67"/>
              <p:cNvSpPr/>
              <p:nvPr/>
            </p:nvSpPr>
            <p:spPr>
              <a:xfrm>
                <a:off x="7831862" y="5833964"/>
                <a:ext cx="34549" cy="5067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5879">
                    <a:moveTo>
                      <a:pt x="38100" y="28956"/>
                    </a:moveTo>
                    <a:lnTo>
                      <a:pt x="17525" y="0"/>
                    </a:lnTo>
                    <a:lnTo>
                      <a:pt x="0" y="28956"/>
                    </a:lnTo>
                    <a:lnTo>
                      <a:pt x="17526" y="55626"/>
                    </a:lnTo>
                    <a:lnTo>
                      <a:pt x="38100" y="28956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8" name="object 68"/>
              <p:cNvSpPr/>
              <p:nvPr/>
            </p:nvSpPr>
            <p:spPr>
              <a:xfrm>
                <a:off x="5432771" y="5476035"/>
                <a:ext cx="37428" cy="56430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62229">
                    <a:moveTo>
                      <a:pt x="41148" y="31241"/>
                    </a:moveTo>
                    <a:lnTo>
                      <a:pt x="22098" y="0"/>
                    </a:lnTo>
                    <a:lnTo>
                      <a:pt x="0" y="31241"/>
                    </a:lnTo>
                    <a:lnTo>
                      <a:pt x="22098" y="61721"/>
                    </a:lnTo>
                    <a:lnTo>
                      <a:pt x="41148" y="31241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69" name="object 69"/>
              <p:cNvSpPr/>
              <p:nvPr/>
            </p:nvSpPr>
            <p:spPr>
              <a:xfrm>
                <a:off x="5573731" y="5476035"/>
                <a:ext cx="37428" cy="56430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62229">
                    <a:moveTo>
                      <a:pt x="41148" y="31241"/>
                    </a:moveTo>
                    <a:lnTo>
                      <a:pt x="22098" y="0"/>
                    </a:lnTo>
                    <a:lnTo>
                      <a:pt x="0" y="31241"/>
                    </a:lnTo>
                    <a:lnTo>
                      <a:pt x="22098" y="61721"/>
                    </a:lnTo>
                    <a:lnTo>
                      <a:pt x="41148" y="31241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0" name="object 70"/>
              <p:cNvSpPr/>
              <p:nvPr/>
            </p:nvSpPr>
            <p:spPr>
              <a:xfrm>
                <a:off x="5076927" y="4613689"/>
                <a:ext cx="226296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9554" h="268604">
                    <a:moveTo>
                      <a:pt x="249174" y="268224"/>
                    </a:moveTo>
                    <a:lnTo>
                      <a:pt x="249174" y="0"/>
                    </a:lnTo>
                    <a:lnTo>
                      <a:pt x="0" y="0"/>
                    </a:lnTo>
                    <a:lnTo>
                      <a:pt x="0" y="268224"/>
                    </a:lnTo>
                    <a:lnTo>
                      <a:pt x="249174" y="268224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1" name="object 71"/>
              <p:cNvSpPr/>
              <p:nvPr/>
            </p:nvSpPr>
            <p:spPr>
              <a:xfrm>
                <a:off x="5076927" y="4613689"/>
                <a:ext cx="226296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9554" h="268604">
                    <a:moveTo>
                      <a:pt x="0" y="268224"/>
                    </a:moveTo>
                    <a:lnTo>
                      <a:pt x="0" y="0"/>
                    </a:lnTo>
                    <a:lnTo>
                      <a:pt x="249174" y="0"/>
                    </a:lnTo>
                    <a:lnTo>
                      <a:pt x="249174" y="268224"/>
                    </a:lnTo>
                    <a:lnTo>
                      <a:pt x="0" y="268224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2" name="object 72"/>
              <p:cNvSpPr/>
              <p:nvPr/>
            </p:nvSpPr>
            <p:spPr>
              <a:xfrm>
                <a:off x="5340191" y="4613689"/>
                <a:ext cx="224569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8604">
                    <a:moveTo>
                      <a:pt x="247650" y="268224"/>
                    </a:moveTo>
                    <a:lnTo>
                      <a:pt x="247650" y="0"/>
                    </a:lnTo>
                    <a:lnTo>
                      <a:pt x="0" y="0"/>
                    </a:lnTo>
                    <a:lnTo>
                      <a:pt x="0" y="268224"/>
                    </a:lnTo>
                    <a:lnTo>
                      <a:pt x="247650" y="268224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3" name="object 73"/>
              <p:cNvSpPr/>
              <p:nvPr/>
            </p:nvSpPr>
            <p:spPr>
              <a:xfrm>
                <a:off x="5340191" y="4613689"/>
                <a:ext cx="224569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8604">
                    <a:moveTo>
                      <a:pt x="0" y="268224"/>
                    </a:moveTo>
                    <a:lnTo>
                      <a:pt x="0" y="0"/>
                    </a:lnTo>
                    <a:lnTo>
                      <a:pt x="247650" y="0"/>
                    </a:lnTo>
                    <a:lnTo>
                      <a:pt x="247650" y="268224"/>
                    </a:lnTo>
                    <a:lnTo>
                      <a:pt x="0" y="268224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4" name="object 74"/>
              <p:cNvSpPr/>
              <p:nvPr/>
            </p:nvSpPr>
            <p:spPr>
              <a:xfrm>
                <a:off x="5076927" y="5036571"/>
                <a:ext cx="226296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9554" h="268604">
                    <a:moveTo>
                      <a:pt x="249174" y="268224"/>
                    </a:moveTo>
                    <a:lnTo>
                      <a:pt x="249174" y="0"/>
                    </a:lnTo>
                    <a:lnTo>
                      <a:pt x="0" y="0"/>
                    </a:lnTo>
                    <a:lnTo>
                      <a:pt x="0" y="268224"/>
                    </a:lnTo>
                    <a:lnTo>
                      <a:pt x="249174" y="268224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5" name="object 75"/>
              <p:cNvSpPr/>
              <p:nvPr/>
            </p:nvSpPr>
            <p:spPr>
              <a:xfrm>
                <a:off x="5076927" y="5036571"/>
                <a:ext cx="226296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9554" h="268604">
                    <a:moveTo>
                      <a:pt x="0" y="268224"/>
                    </a:moveTo>
                    <a:lnTo>
                      <a:pt x="0" y="0"/>
                    </a:lnTo>
                    <a:lnTo>
                      <a:pt x="249174" y="0"/>
                    </a:lnTo>
                    <a:lnTo>
                      <a:pt x="249174" y="268224"/>
                    </a:lnTo>
                    <a:lnTo>
                      <a:pt x="0" y="268224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6" name="object 76"/>
              <p:cNvSpPr/>
              <p:nvPr/>
            </p:nvSpPr>
            <p:spPr>
              <a:xfrm>
                <a:off x="5349174" y="5036571"/>
                <a:ext cx="224569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8604">
                    <a:moveTo>
                      <a:pt x="247650" y="268224"/>
                    </a:moveTo>
                    <a:lnTo>
                      <a:pt x="247650" y="0"/>
                    </a:lnTo>
                    <a:lnTo>
                      <a:pt x="0" y="0"/>
                    </a:lnTo>
                    <a:lnTo>
                      <a:pt x="0" y="268224"/>
                    </a:lnTo>
                    <a:lnTo>
                      <a:pt x="247650" y="268224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7" name="object 77"/>
              <p:cNvSpPr/>
              <p:nvPr/>
            </p:nvSpPr>
            <p:spPr>
              <a:xfrm>
                <a:off x="5349174" y="5036571"/>
                <a:ext cx="224569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8604">
                    <a:moveTo>
                      <a:pt x="0" y="268224"/>
                    </a:moveTo>
                    <a:lnTo>
                      <a:pt x="0" y="0"/>
                    </a:lnTo>
                    <a:lnTo>
                      <a:pt x="247650" y="0"/>
                    </a:lnTo>
                    <a:lnTo>
                      <a:pt x="247650" y="268224"/>
                    </a:lnTo>
                    <a:lnTo>
                      <a:pt x="0" y="268224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8" name="object 78"/>
              <p:cNvSpPr/>
              <p:nvPr/>
            </p:nvSpPr>
            <p:spPr>
              <a:xfrm>
                <a:off x="5302878" y="5476035"/>
                <a:ext cx="37428" cy="56430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62229">
                    <a:moveTo>
                      <a:pt x="41148" y="31241"/>
                    </a:moveTo>
                    <a:lnTo>
                      <a:pt x="20574" y="0"/>
                    </a:lnTo>
                    <a:lnTo>
                      <a:pt x="0" y="31241"/>
                    </a:lnTo>
                    <a:lnTo>
                      <a:pt x="20574" y="61721"/>
                    </a:lnTo>
                    <a:lnTo>
                      <a:pt x="41148" y="31241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79" name="object 79"/>
              <p:cNvSpPr/>
              <p:nvPr/>
            </p:nvSpPr>
            <p:spPr>
              <a:xfrm>
                <a:off x="5621421" y="5036571"/>
                <a:ext cx="224569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8604">
                    <a:moveTo>
                      <a:pt x="247650" y="268224"/>
                    </a:moveTo>
                    <a:lnTo>
                      <a:pt x="247650" y="0"/>
                    </a:lnTo>
                    <a:lnTo>
                      <a:pt x="0" y="0"/>
                    </a:lnTo>
                    <a:lnTo>
                      <a:pt x="0" y="268224"/>
                    </a:lnTo>
                    <a:lnTo>
                      <a:pt x="247650" y="268224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0" name="object 80"/>
              <p:cNvSpPr/>
              <p:nvPr/>
            </p:nvSpPr>
            <p:spPr>
              <a:xfrm>
                <a:off x="5620730" y="5036571"/>
                <a:ext cx="224569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8604">
                    <a:moveTo>
                      <a:pt x="0" y="268224"/>
                    </a:moveTo>
                    <a:lnTo>
                      <a:pt x="0" y="0"/>
                    </a:lnTo>
                    <a:lnTo>
                      <a:pt x="247650" y="0"/>
                    </a:lnTo>
                    <a:lnTo>
                      <a:pt x="247650" y="268224"/>
                    </a:lnTo>
                    <a:lnTo>
                      <a:pt x="0" y="268224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1" name="object 81"/>
              <p:cNvSpPr/>
              <p:nvPr/>
            </p:nvSpPr>
            <p:spPr>
              <a:xfrm>
                <a:off x="5076927" y="5793887"/>
                <a:ext cx="226296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9554" h="268604">
                    <a:moveTo>
                      <a:pt x="249174" y="268224"/>
                    </a:moveTo>
                    <a:lnTo>
                      <a:pt x="249174" y="0"/>
                    </a:lnTo>
                    <a:lnTo>
                      <a:pt x="0" y="0"/>
                    </a:lnTo>
                    <a:lnTo>
                      <a:pt x="0" y="268224"/>
                    </a:lnTo>
                    <a:lnTo>
                      <a:pt x="249174" y="268224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2" name="object 82"/>
              <p:cNvSpPr/>
              <p:nvPr/>
            </p:nvSpPr>
            <p:spPr>
              <a:xfrm>
                <a:off x="5076927" y="5793887"/>
                <a:ext cx="226296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9554" h="268604">
                    <a:moveTo>
                      <a:pt x="0" y="268224"/>
                    </a:moveTo>
                    <a:lnTo>
                      <a:pt x="0" y="0"/>
                    </a:lnTo>
                    <a:lnTo>
                      <a:pt x="249174" y="0"/>
                    </a:lnTo>
                    <a:lnTo>
                      <a:pt x="249174" y="268224"/>
                    </a:lnTo>
                    <a:lnTo>
                      <a:pt x="0" y="268224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83" name="object 83"/>
              <p:cNvSpPr/>
              <p:nvPr/>
            </p:nvSpPr>
            <p:spPr>
              <a:xfrm>
                <a:off x="8383968" y="4572921"/>
                <a:ext cx="569485" cy="545876"/>
              </a:xfrm>
              <a:custGeom>
                <a:avLst/>
                <a:gdLst/>
                <a:ahLst/>
                <a:cxnLst/>
                <a:rect l="l" t="t" r="r" b="b"/>
                <a:pathLst>
                  <a:path w="628015" h="601979">
                    <a:moveTo>
                      <a:pt x="552982" y="44750"/>
                    </a:moveTo>
                    <a:lnTo>
                      <a:pt x="552195" y="34918"/>
                    </a:lnTo>
                    <a:lnTo>
                      <a:pt x="516598" y="43798"/>
                    </a:lnTo>
                    <a:lnTo>
                      <a:pt x="469354" y="66814"/>
                    </a:lnTo>
                    <a:lnTo>
                      <a:pt x="423578" y="96582"/>
                    </a:lnTo>
                    <a:lnTo>
                      <a:pt x="380696" y="128632"/>
                    </a:lnTo>
                    <a:lnTo>
                      <a:pt x="342138" y="158496"/>
                    </a:lnTo>
                    <a:lnTo>
                      <a:pt x="306323" y="189738"/>
                    </a:lnTo>
                    <a:lnTo>
                      <a:pt x="266105" y="224379"/>
                    </a:lnTo>
                    <a:lnTo>
                      <a:pt x="228034" y="261204"/>
                    </a:lnTo>
                    <a:lnTo>
                      <a:pt x="192075" y="300038"/>
                    </a:lnTo>
                    <a:lnTo>
                      <a:pt x="158191" y="340704"/>
                    </a:lnTo>
                    <a:lnTo>
                      <a:pt x="126345" y="383025"/>
                    </a:lnTo>
                    <a:lnTo>
                      <a:pt x="96501" y="426826"/>
                    </a:lnTo>
                    <a:lnTo>
                      <a:pt x="68622" y="471930"/>
                    </a:lnTo>
                    <a:lnTo>
                      <a:pt x="21336" y="556260"/>
                    </a:lnTo>
                    <a:lnTo>
                      <a:pt x="0" y="595122"/>
                    </a:lnTo>
                    <a:lnTo>
                      <a:pt x="0" y="598932"/>
                    </a:lnTo>
                    <a:lnTo>
                      <a:pt x="2286" y="601218"/>
                    </a:lnTo>
                    <a:lnTo>
                      <a:pt x="5334" y="601980"/>
                    </a:lnTo>
                    <a:lnTo>
                      <a:pt x="8382" y="599694"/>
                    </a:lnTo>
                    <a:lnTo>
                      <a:pt x="29718" y="560832"/>
                    </a:lnTo>
                    <a:lnTo>
                      <a:pt x="72389" y="484632"/>
                    </a:lnTo>
                    <a:lnTo>
                      <a:pt x="118110" y="411480"/>
                    </a:lnTo>
                    <a:lnTo>
                      <a:pt x="142494" y="376428"/>
                    </a:lnTo>
                    <a:lnTo>
                      <a:pt x="179277" y="329096"/>
                    </a:lnTo>
                    <a:lnTo>
                      <a:pt x="204806" y="299956"/>
                    </a:lnTo>
                    <a:lnTo>
                      <a:pt x="231564" y="271904"/>
                    </a:lnTo>
                    <a:lnTo>
                      <a:pt x="259079" y="244602"/>
                    </a:lnTo>
                    <a:lnTo>
                      <a:pt x="294131" y="212598"/>
                    </a:lnTo>
                    <a:lnTo>
                      <a:pt x="345903" y="168835"/>
                    </a:lnTo>
                    <a:lnTo>
                      <a:pt x="386190" y="136234"/>
                    </a:lnTo>
                    <a:lnTo>
                      <a:pt x="430782" y="103017"/>
                    </a:lnTo>
                    <a:lnTo>
                      <a:pt x="477181" y="73408"/>
                    </a:lnTo>
                    <a:lnTo>
                      <a:pt x="522888" y="51631"/>
                    </a:lnTo>
                    <a:lnTo>
                      <a:pt x="552982" y="44750"/>
                    </a:lnTo>
                    <a:close/>
                  </a:path>
                  <a:path w="628015" h="601979">
                    <a:moveTo>
                      <a:pt x="627888" y="32004"/>
                    </a:moveTo>
                    <a:lnTo>
                      <a:pt x="549402" y="0"/>
                    </a:lnTo>
                    <a:lnTo>
                      <a:pt x="552195" y="34918"/>
                    </a:lnTo>
                    <a:lnTo>
                      <a:pt x="563880" y="32004"/>
                    </a:lnTo>
                    <a:lnTo>
                      <a:pt x="567690" y="33528"/>
                    </a:lnTo>
                    <a:lnTo>
                      <a:pt x="569976" y="36576"/>
                    </a:lnTo>
                    <a:lnTo>
                      <a:pt x="569976" y="67360"/>
                    </a:lnTo>
                    <a:lnTo>
                      <a:pt x="627888" y="32004"/>
                    </a:lnTo>
                    <a:close/>
                  </a:path>
                  <a:path w="628015" h="601979">
                    <a:moveTo>
                      <a:pt x="569976" y="36576"/>
                    </a:moveTo>
                    <a:lnTo>
                      <a:pt x="567690" y="33528"/>
                    </a:lnTo>
                    <a:lnTo>
                      <a:pt x="563880" y="32004"/>
                    </a:lnTo>
                    <a:lnTo>
                      <a:pt x="552195" y="34918"/>
                    </a:lnTo>
                    <a:lnTo>
                      <a:pt x="552982" y="44750"/>
                    </a:lnTo>
                    <a:lnTo>
                      <a:pt x="565404" y="41910"/>
                    </a:lnTo>
                    <a:lnTo>
                      <a:pt x="568452" y="39624"/>
                    </a:lnTo>
                    <a:lnTo>
                      <a:pt x="569976" y="36576"/>
                    </a:lnTo>
                    <a:close/>
                  </a:path>
                  <a:path w="628015" h="601979">
                    <a:moveTo>
                      <a:pt x="569976" y="67360"/>
                    </a:moveTo>
                    <a:lnTo>
                      <a:pt x="569976" y="36576"/>
                    </a:lnTo>
                    <a:lnTo>
                      <a:pt x="568452" y="39624"/>
                    </a:lnTo>
                    <a:lnTo>
                      <a:pt x="565404" y="41910"/>
                    </a:lnTo>
                    <a:lnTo>
                      <a:pt x="552982" y="44750"/>
                    </a:lnTo>
                    <a:lnTo>
                      <a:pt x="555498" y="76200"/>
                    </a:lnTo>
                    <a:lnTo>
                      <a:pt x="569976" y="673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84" name="object 84"/>
            <p:cNvSpPr txBox="1"/>
            <p:nvPr/>
          </p:nvSpPr>
          <p:spPr>
            <a:xfrm>
              <a:off x="6903418" y="3417139"/>
              <a:ext cx="437622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23" dirty="0">
                  <a:latin typeface="Lantinghei SC Heavy"/>
                  <a:cs typeface="Lantinghei SC Heavy"/>
                </a:rPr>
                <a:t>内存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85" name="object 85"/>
            <p:cNvSpPr txBox="1"/>
            <p:nvPr/>
          </p:nvSpPr>
          <p:spPr>
            <a:xfrm>
              <a:off x="8954951" y="3437183"/>
              <a:ext cx="437622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23" dirty="0">
                  <a:latin typeface="Lantinghei SC Heavy"/>
                  <a:cs typeface="Lantinghei SC Heavy"/>
                </a:rPr>
                <a:t>磁盘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86" name="object 86"/>
            <p:cNvSpPr txBox="1"/>
            <p:nvPr/>
          </p:nvSpPr>
          <p:spPr>
            <a:xfrm>
              <a:off x="5222258" y="3438573"/>
              <a:ext cx="437622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23" dirty="0">
                  <a:latin typeface="Lantinghei SC Heavy"/>
                  <a:cs typeface="Lantinghei SC Heavy"/>
                </a:rPr>
                <a:t>磁盘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87" name="object 87"/>
            <p:cNvSpPr txBox="1"/>
            <p:nvPr/>
          </p:nvSpPr>
          <p:spPr>
            <a:xfrm>
              <a:off x="5001836" y="1349718"/>
              <a:ext cx="760656" cy="234895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451" b="1" spc="-18" dirty="0">
                  <a:latin typeface="Lantinghei SC Heavy"/>
                  <a:cs typeface="Lantinghei SC Heavy"/>
                </a:rPr>
                <a:t>原始关系</a:t>
              </a:r>
              <a:endParaRPr sz="1451" dirty="0">
                <a:latin typeface="Lantinghei SC Heavy"/>
                <a:cs typeface="Lantinghei SC Heavy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9070104" y="2757711"/>
              <a:ext cx="37428" cy="57006"/>
            </a:xfrm>
            <a:custGeom>
              <a:avLst/>
              <a:gdLst/>
              <a:ahLst/>
              <a:cxnLst/>
              <a:rect l="l" t="t" r="r" b="b"/>
              <a:pathLst>
                <a:path w="41275" h="62864">
                  <a:moveTo>
                    <a:pt x="41148" y="32003"/>
                  </a:moveTo>
                  <a:lnTo>
                    <a:pt x="22098" y="0"/>
                  </a:lnTo>
                  <a:lnTo>
                    <a:pt x="0" y="32003"/>
                  </a:lnTo>
                  <a:lnTo>
                    <a:pt x="22098" y="62483"/>
                  </a:lnTo>
                  <a:lnTo>
                    <a:pt x="41148" y="3200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9" name="object 89"/>
            <p:cNvSpPr/>
            <p:nvPr/>
          </p:nvSpPr>
          <p:spPr>
            <a:xfrm>
              <a:off x="9211063" y="2757711"/>
              <a:ext cx="37428" cy="57006"/>
            </a:xfrm>
            <a:custGeom>
              <a:avLst/>
              <a:gdLst/>
              <a:ahLst/>
              <a:cxnLst/>
              <a:rect l="l" t="t" r="r" b="b"/>
              <a:pathLst>
                <a:path w="41275" h="62864">
                  <a:moveTo>
                    <a:pt x="41148" y="32003"/>
                  </a:moveTo>
                  <a:lnTo>
                    <a:pt x="22098" y="0"/>
                  </a:lnTo>
                  <a:lnTo>
                    <a:pt x="0" y="32003"/>
                  </a:lnTo>
                  <a:lnTo>
                    <a:pt x="22098" y="62483"/>
                  </a:lnTo>
                  <a:lnTo>
                    <a:pt x="41148" y="3200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90" name="object 90"/>
            <p:cNvSpPr/>
            <p:nvPr/>
          </p:nvSpPr>
          <p:spPr>
            <a:xfrm>
              <a:off x="8940890" y="2757711"/>
              <a:ext cx="37428" cy="57006"/>
            </a:xfrm>
            <a:custGeom>
              <a:avLst/>
              <a:gdLst/>
              <a:ahLst/>
              <a:cxnLst/>
              <a:rect l="l" t="t" r="r" b="b"/>
              <a:pathLst>
                <a:path w="41275" h="62864">
                  <a:moveTo>
                    <a:pt x="41148" y="32003"/>
                  </a:moveTo>
                  <a:lnTo>
                    <a:pt x="20574" y="0"/>
                  </a:lnTo>
                  <a:lnTo>
                    <a:pt x="0" y="32003"/>
                  </a:lnTo>
                  <a:lnTo>
                    <a:pt x="20574" y="62483"/>
                  </a:lnTo>
                  <a:lnTo>
                    <a:pt x="41148" y="3200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1AC6579F-8520-32D4-3602-7E32366546B5}"/>
                </a:ext>
              </a:extLst>
            </p:cNvPr>
            <p:cNvGrpSpPr/>
            <p:nvPr/>
          </p:nvGrpSpPr>
          <p:grpSpPr>
            <a:xfrm>
              <a:off x="5891585" y="1309410"/>
              <a:ext cx="3591726" cy="2075251"/>
              <a:chOff x="5891585" y="1309410"/>
              <a:chExt cx="3591726" cy="2075251"/>
            </a:xfrm>
          </p:grpSpPr>
          <p:sp>
            <p:nvSpPr>
              <p:cNvPr id="92" name="object 92"/>
              <p:cNvSpPr/>
              <p:nvPr/>
            </p:nvSpPr>
            <p:spPr>
              <a:xfrm>
                <a:off x="5891585" y="1309410"/>
                <a:ext cx="2421317" cy="2075251"/>
              </a:xfrm>
              <a:custGeom>
                <a:avLst/>
                <a:gdLst/>
                <a:ahLst/>
                <a:cxnLst/>
                <a:rect l="l" t="t" r="r" b="b"/>
                <a:pathLst>
                  <a:path w="2670175" h="2288540">
                    <a:moveTo>
                      <a:pt x="0" y="2288286"/>
                    </a:moveTo>
                    <a:lnTo>
                      <a:pt x="0" y="0"/>
                    </a:lnTo>
                    <a:lnTo>
                      <a:pt x="2670048" y="0"/>
                    </a:lnTo>
                    <a:lnTo>
                      <a:pt x="2670048" y="2288286"/>
                    </a:lnTo>
                    <a:lnTo>
                      <a:pt x="0" y="2288286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3" name="object 93"/>
              <p:cNvSpPr/>
              <p:nvPr/>
            </p:nvSpPr>
            <p:spPr>
              <a:xfrm>
                <a:off x="6211521" y="2506192"/>
                <a:ext cx="302305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268605">
                    <a:moveTo>
                      <a:pt x="332993" y="268223"/>
                    </a:moveTo>
                    <a:lnTo>
                      <a:pt x="332993" y="0"/>
                    </a:lnTo>
                    <a:lnTo>
                      <a:pt x="0" y="0"/>
                    </a:lnTo>
                    <a:lnTo>
                      <a:pt x="0" y="268223"/>
                    </a:lnTo>
                    <a:lnTo>
                      <a:pt x="332993" y="268223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4" name="object 94"/>
              <p:cNvSpPr/>
              <p:nvPr/>
            </p:nvSpPr>
            <p:spPr>
              <a:xfrm>
                <a:off x="6211521" y="2506192"/>
                <a:ext cx="302305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268605">
                    <a:moveTo>
                      <a:pt x="0" y="268224"/>
                    </a:moveTo>
                    <a:lnTo>
                      <a:pt x="0" y="0"/>
                    </a:lnTo>
                    <a:lnTo>
                      <a:pt x="332994" y="0"/>
                    </a:lnTo>
                    <a:lnTo>
                      <a:pt x="332994" y="268224"/>
                    </a:lnTo>
                    <a:lnTo>
                      <a:pt x="0" y="268224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5" name="object 95"/>
              <p:cNvSpPr/>
              <p:nvPr/>
            </p:nvSpPr>
            <p:spPr>
              <a:xfrm>
                <a:off x="7800780" y="2680319"/>
                <a:ext cx="37428" cy="56430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62230">
                    <a:moveTo>
                      <a:pt x="41148" y="29717"/>
                    </a:moveTo>
                    <a:lnTo>
                      <a:pt x="20574" y="0"/>
                    </a:lnTo>
                    <a:lnTo>
                      <a:pt x="0" y="29717"/>
                    </a:lnTo>
                    <a:lnTo>
                      <a:pt x="20574" y="61721"/>
                    </a:lnTo>
                    <a:lnTo>
                      <a:pt x="41148" y="29717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6" name="object 96"/>
              <p:cNvSpPr/>
              <p:nvPr/>
            </p:nvSpPr>
            <p:spPr>
              <a:xfrm>
                <a:off x="7931376" y="2680319"/>
                <a:ext cx="37428" cy="56430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62230">
                    <a:moveTo>
                      <a:pt x="41148" y="29717"/>
                    </a:moveTo>
                    <a:lnTo>
                      <a:pt x="20574" y="0"/>
                    </a:lnTo>
                    <a:lnTo>
                      <a:pt x="0" y="29717"/>
                    </a:lnTo>
                    <a:lnTo>
                      <a:pt x="20574" y="61721"/>
                    </a:lnTo>
                    <a:lnTo>
                      <a:pt x="41148" y="29717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7" name="object 97"/>
              <p:cNvSpPr/>
              <p:nvPr/>
            </p:nvSpPr>
            <p:spPr>
              <a:xfrm>
                <a:off x="8072336" y="2680319"/>
                <a:ext cx="30518" cy="80615"/>
              </a:xfrm>
              <a:custGeom>
                <a:avLst/>
                <a:gdLst/>
                <a:ahLst/>
                <a:cxnLst/>
                <a:rect l="l" t="t" r="r" b="b"/>
                <a:pathLst>
                  <a:path w="33654" h="88900">
                    <a:moveTo>
                      <a:pt x="33527" y="42672"/>
                    </a:moveTo>
                    <a:lnTo>
                      <a:pt x="17525" y="0"/>
                    </a:lnTo>
                    <a:lnTo>
                      <a:pt x="0" y="42672"/>
                    </a:lnTo>
                    <a:lnTo>
                      <a:pt x="17525" y="88392"/>
                    </a:lnTo>
                    <a:lnTo>
                      <a:pt x="33527" y="42672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8" name="object 98"/>
              <p:cNvSpPr/>
              <p:nvPr/>
            </p:nvSpPr>
            <p:spPr>
              <a:xfrm>
                <a:off x="8714950" y="1895363"/>
                <a:ext cx="226296" cy="244147"/>
              </a:xfrm>
              <a:custGeom>
                <a:avLst/>
                <a:gdLst/>
                <a:ahLst/>
                <a:cxnLst/>
                <a:rect l="l" t="t" r="r" b="b"/>
                <a:pathLst>
                  <a:path w="249554" h="269239">
                    <a:moveTo>
                      <a:pt x="249174" y="268986"/>
                    </a:moveTo>
                    <a:lnTo>
                      <a:pt x="249174" y="0"/>
                    </a:lnTo>
                    <a:lnTo>
                      <a:pt x="0" y="0"/>
                    </a:lnTo>
                    <a:lnTo>
                      <a:pt x="0" y="268986"/>
                    </a:lnTo>
                    <a:lnTo>
                      <a:pt x="249174" y="26898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99" name="object 99"/>
              <p:cNvSpPr/>
              <p:nvPr/>
            </p:nvSpPr>
            <p:spPr>
              <a:xfrm>
                <a:off x="8714950" y="1895363"/>
                <a:ext cx="226296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9554" h="268605">
                    <a:moveTo>
                      <a:pt x="0" y="268224"/>
                    </a:moveTo>
                    <a:lnTo>
                      <a:pt x="0" y="0"/>
                    </a:lnTo>
                    <a:lnTo>
                      <a:pt x="249174" y="0"/>
                    </a:lnTo>
                    <a:lnTo>
                      <a:pt x="249174" y="268224"/>
                    </a:lnTo>
                    <a:lnTo>
                      <a:pt x="0" y="268224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0" name="object 100"/>
              <p:cNvSpPr/>
              <p:nvPr/>
            </p:nvSpPr>
            <p:spPr>
              <a:xfrm>
                <a:off x="8978214" y="1895363"/>
                <a:ext cx="224569" cy="244147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9239">
                    <a:moveTo>
                      <a:pt x="247650" y="268986"/>
                    </a:moveTo>
                    <a:lnTo>
                      <a:pt x="247650" y="0"/>
                    </a:lnTo>
                    <a:lnTo>
                      <a:pt x="0" y="0"/>
                    </a:lnTo>
                    <a:lnTo>
                      <a:pt x="0" y="268986"/>
                    </a:lnTo>
                    <a:lnTo>
                      <a:pt x="247650" y="26898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1" name="object 101"/>
              <p:cNvSpPr/>
              <p:nvPr/>
            </p:nvSpPr>
            <p:spPr>
              <a:xfrm>
                <a:off x="8978214" y="1895363"/>
                <a:ext cx="224569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8605">
                    <a:moveTo>
                      <a:pt x="0" y="268224"/>
                    </a:moveTo>
                    <a:lnTo>
                      <a:pt x="0" y="0"/>
                    </a:lnTo>
                    <a:lnTo>
                      <a:pt x="247650" y="0"/>
                    </a:lnTo>
                    <a:lnTo>
                      <a:pt x="247650" y="268224"/>
                    </a:lnTo>
                    <a:lnTo>
                      <a:pt x="0" y="268224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2" name="object 102"/>
              <p:cNvSpPr/>
              <p:nvPr/>
            </p:nvSpPr>
            <p:spPr>
              <a:xfrm>
                <a:off x="8714950" y="2318936"/>
                <a:ext cx="226296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9554" h="268605">
                    <a:moveTo>
                      <a:pt x="249174" y="268223"/>
                    </a:moveTo>
                    <a:lnTo>
                      <a:pt x="249174" y="0"/>
                    </a:lnTo>
                    <a:lnTo>
                      <a:pt x="0" y="0"/>
                    </a:lnTo>
                    <a:lnTo>
                      <a:pt x="0" y="268223"/>
                    </a:lnTo>
                    <a:lnTo>
                      <a:pt x="249174" y="268223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3" name="object 103"/>
              <p:cNvSpPr/>
              <p:nvPr/>
            </p:nvSpPr>
            <p:spPr>
              <a:xfrm>
                <a:off x="8714950" y="2318936"/>
                <a:ext cx="226296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9554" h="268605">
                    <a:moveTo>
                      <a:pt x="0" y="268224"/>
                    </a:moveTo>
                    <a:lnTo>
                      <a:pt x="0" y="0"/>
                    </a:lnTo>
                    <a:lnTo>
                      <a:pt x="249174" y="0"/>
                    </a:lnTo>
                    <a:lnTo>
                      <a:pt x="249174" y="268224"/>
                    </a:lnTo>
                    <a:lnTo>
                      <a:pt x="0" y="268224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4" name="object 104"/>
              <p:cNvSpPr/>
              <p:nvPr/>
            </p:nvSpPr>
            <p:spPr>
              <a:xfrm>
                <a:off x="8986494" y="2318936"/>
                <a:ext cx="224569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8605">
                    <a:moveTo>
                      <a:pt x="247650" y="268223"/>
                    </a:moveTo>
                    <a:lnTo>
                      <a:pt x="247650" y="0"/>
                    </a:lnTo>
                    <a:lnTo>
                      <a:pt x="0" y="0"/>
                    </a:lnTo>
                    <a:lnTo>
                      <a:pt x="0" y="268223"/>
                    </a:lnTo>
                    <a:lnTo>
                      <a:pt x="247650" y="268223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5" name="object 105"/>
              <p:cNvSpPr/>
              <p:nvPr/>
            </p:nvSpPr>
            <p:spPr>
              <a:xfrm>
                <a:off x="8986494" y="2318936"/>
                <a:ext cx="224569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8605">
                    <a:moveTo>
                      <a:pt x="0" y="268224"/>
                    </a:moveTo>
                    <a:lnTo>
                      <a:pt x="0" y="0"/>
                    </a:lnTo>
                    <a:lnTo>
                      <a:pt x="247650" y="0"/>
                    </a:lnTo>
                    <a:lnTo>
                      <a:pt x="247650" y="268224"/>
                    </a:lnTo>
                    <a:lnTo>
                      <a:pt x="0" y="268224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6" name="object 106"/>
              <p:cNvSpPr/>
              <p:nvPr/>
            </p:nvSpPr>
            <p:spPr>
              <a:xfrm>
                <a:off x="9258742" y="2318936"/>
                <a:ext cx="224569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8605">
                    <a:moveTo>
                      <a:pt x="247650" y="268224"/>
                    </a:moveTo>
                    <a:lnTo>
                      <a:pt x="247650" y="0"/>
                    </a:lnTo>
                    <a:lnTo>
                      <a:pt x="0" y="0"/>
                    </a:lnTo>
                    <a:lnTo>
                      <a:pt x="0" y="268224"/>
                    </a:lnTo>
                    <a:lnTo>
                      <a:pt x="247650" y="268224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07" name="object 107"/>
              <p:cNvSpPr/>
              <p:nvPr/>
            </p:nvSpPr>
            <p:spPr>
              <a:xfrm>
                <a:off x="9258742" y="2318936"/>
                <a:ext cx="224569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68605">
                    <a:moveTo>
                      <a:pt x="0" y="268224"/>
                    </a:moveTo>
                    <a:lnTo>
                      <a:pt x="0" y="0"/>
                    </a:lnTo>
                    <a:lnTo>
                      <a:pt x="247650" y="0"/>
                    </a:lnTo>
                    <a:lnTo>
                      <a:pt x="247650" y="268224"/>
                    </a:lnTo>
                    <a:lnTo>
                      <a:pt x="0" y="268224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08" name="object 108"/>
            <p:cNvSpPr txBox="1"/>
            <p:nvPr/>
          </p:nvSpPr>
          <p:spPr>
            <a:xfrm>
              <a:off x="7861121" y="2091833"/>
              <a:ext cx="122649" cy="20648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1270" b="1" spc="-73" dirty="0">
                  <a:latin typeface="Lantinghei SC Heavy"/>
                  <a:cs typeface="Lantinghei SC Heavy"/>
                </a:rPr>
                <a:t>2</a:t>
              </a:r>
              <a:endParaRPr sz="1270">
                <a:latin typeface="Lantinghei SC Heavy"/>
                <a:cs typeface="Lantinghei SC Heavy"/>
              </a:endParaRPr>
            </a:p>
          </p:txBody>
        </p:sp>
        <p:grpSp>
          <p:nvGrpSpPr>
            <p:cNvPr id="169" name="组合 168">
              <a:extLst>
                <a:ext uri="{FF2B5EF4-FFF2-40B4-BE49-F238E27FC236}">
                  <a16:creationId xmlns:a16="http://schemas.microsoft.com/office/drawing/2014/main" id="{88B6C608-36BF-1311-DC5A-029B3C211AFE}"/>
                </a:ext>
              </a:extLst>
            </p:cNvPr>
            <p:cNvGrpSpPr/>
            <p:nvPr/>
          </p:nvGrpSpPr>
          <p:grpSpPr>
            <a:xfrm>
              <a:off x="7757237" y="3036868"/>
              <a:ext cx="1184008" cy="282957"/>
              <a:chOff x="7757237" y="3036868"/>
              <a:chExt cx="1184008" cy="282957"/>
            </a:xfrm>
          </p:grpSpPr>
          <p:sp>
            <p:nvSpPr>
              <p:cNvPr id="110" name="object 110"/>
              <p:cNvSpPr/>
              <p:nvPr/>
            </p:nvSpPr>
            <p:spPr>
              <a:xfrm>
                <a:off x="8714949" y="3076254"/>
                <a:ext cx="226296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9554" h="268604">
                    <a:moveTo>
                      <a:pt x="249174" y="268224"/>
                    </a:moveTo>
                    <a:lnTo>
                      <a:pt x="249174" y="0"/>
                    </a:lnTo>
                    <a:lnTo>
                      <a:pt x="0" y="0"/>
                    </a:lnTo>
                    <a:lnTo>
                      <a:pt x="0" y="268224"/>
                    </a:lnTo>
                    <a:lnTo>
                      <a:pt x="249174" y="268224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1" name="object 111"/>
              <p:cNvSpPr/>
              <p:nvPr/>
            </p:nvSpPr>
            <p:spPr>
              <a:xfrm>
                <a:off x="8714949" y="3076254"/>
                <a:ext cx="226296" cy="243571"/>
              </a:xfrm>
              <a:custGeom>
                <a:avLst/>
                <a:gdLst/>
                <a:ahLst/>
                <a:cxnLst/>
                <a:rect l="l" t="t" r="r" b="b"/>
                <a:pathLst>
                  <a:path w="249554" h="268604">
                    <a:moveTo>
                      <a:pt x="0" y="268224"/>
                    </a:moveTo>
                    <a:lnTo>
                      <a:pt x="0" y="0"/>
                    </a:lnTo>
                    <a:lnTo>
                      <a:pt x="249174" y="0"/>
                    </a:lnTo>
                    <a:lnTo>
                      <a:pt x="249174" y="268224"/>
                    </a:lnTo>
                    <a:lnTo>
                      <a:pt x="0" y="268224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2" name="object 112"/>
              <p:cNvSpPr/>
              <p:nvPr/>
            </p:nvSpPr>
            <p:spPr>
              <a:xfrm>
                <a:off x="7757237" y="3037559"/>
                <a:ext cx="381768" cy="259118"/>
              </a:xfrm>
              <a:custGeom>
                <a:avLst/>
                <a:gdLst/>
                <a:ahLst/>
                <a:cxnLst/>
                <a:rect l="l" t="t" r="r" b="b"/>
                <a:pathLst>
                  <a:path w="421004" h="285750">
                    <a:moveTo>
                      <a:pt x="420624" y="285750"/>
                    </a:moveTo>
                    <a:lnTo>
                      <a:pt x="420624" y="0"/>
                    </a:lnTo>
                    <a:lnTo>
                      <a:pt x="0" y="0"/>
                    </a:lnTo>
                    <a:lnTo>
                      <a:pt x="0" y="285750"/>
                    </a:lnTo>
                    <a:lnTo>
                      <a:pt x="420624" y="285750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13" name="object 113"/>
              <p:cNvSpPr/>
              <p:nvPr/>
            </p:nvSpPr>
            <p:spPr>
              <a:xfrm>
                <a:off x="7757237" y="3036868"/>
                <a:ext cx="381768" cy="259118"/>
              </a:xfrm>
              <a:custGeom>
                <a:avLst/>
                <a:gdLst/>
                <a:ahLst/>
                <a:cxnLst/>
                <a:rect l="l" t="t" r="r" b="b"/>
                <a:pathLst>
                  <a:path w="421004" h="285750">
                    <a:moveTo>
                      <a:pt x="0" y="285750"/>
                    </a:moveTo>
                    <a:lnTo>
                      <a:pt x="0" y="0"/>
                    </a:lnTo>
                    <a:lnTo>
                      <a:pt x="420624" y="0"/>
                    </a:lnTo>
                    <a:lnTo>
                      <a:pt x="420624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14" name="object 114"/>
            <p:cNvSpPr txBox="1"/>
            <p:nvPr/>
          </p:nvSpPr>
          <p:spPr>
            <a:xfrm>
              <a:off x="7770601" y="1307288"/>
              <a:ext cx="345491" cy="484643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01920" marR="4607" indent="-90979">
                <a:lnSpc>
                  <a:spcPct val="124300"/>
                </a:lnSpc>
                <a:spcBef>
                  <a:spcPts val="91"/>
                </a:spcBef>
              </a:pPr>
              <a:r>
                <a:rPr sz="1270" b="1" spc="-32" dirty="0">
                  <a:latin typeface="Lantinghei SC Heavy"/>
                  <a:cs typeface="Lantinghei SC Heavy"/>
                </a:rPr>
                <a:t>输出</a:t>
              </a:r>
              <a:r>
                <a:rPr sz="1270" b="1" spc="-45" dirty="0">
                  <a:latin typeface="Lantinghei SC Heavy"/>
                  <a:cs typeface="Lantinghei SC Heavy"/>
                </a:rPr>
                <a:t> </a:t>
              </a:r>
              <a:r>
                <a:rPr sz="1270" b="1" spc="-54" dirty="0">
                  <a:latin typeface="Lantinghei SC Heavy"/>
                  <a:cs typeface="Lantinghei SC Heavy"/>
                </a:rPr>
                <a:t>1</a:t>
              </a:r>
              <a:endParaRPr sz="1270">
                <a:latin typeface="Lantinghei SC Heavy"/>
                <a:cs typeface="Lantinghei SC Heavy"/>
              </a:endParaRPr>
            </a:p>
          </p:txBody>
        </p:sp>
        <p:sp>
          <p:nvSpPr>
            <p:cNvPr id="115" name="object 115"/>
            <p:cNvSpPr txBox="1"/>
            <p:nvPr/>
          </p:nvSpPr>
          <p:spPr>
            <a:xfrm>
              <a:off x="6162686" y="2194100"/>
              <a:ext cx="1064689" cy="396538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lnSpc>
                  <a:spcPts val="1486"/>
                </a:lnSpc>
                <a:spcBef>
                  <a:spcPts val="86"/>
                </a:spcBef>
              </a:pPr>
              <a:r>
                <a:rPr sz="1270" b="1" spc="-32" dirty="0">
                  <a:latin typeface="Lantinghei SC Heavy"/>
                  <a:cs typeface="Lantinghei SC Heavy"/>
                </a:rPr>
                <a:t>输入</a:t>
              </a:r>
              <a:endParaRPr sz="1270">
                <a:latin typeface="Lantinghei SC Heavy"/>
                <a:cs typeface="Lantinghei SC Heavy"/>
              </a:endParaRPr>
            </a:p>
            <a:p>
              <a:pPr marL="408831">
                <a:lnSpc>
                  <a:spcPts val="1486"/>
                </a:lnSpc>
              </a:pPr>
              <a:r>
                <a:rPr sz="1270" b="1" spc="-27" dirty="0">
                  <a:latin typeface="Lantinghei SC Heavy"/>
                  <a:cs typeface="Lantinghei SC Heavy"/>
                </a:rPr>
                <a:t>散列计算</a:t>
              </a:r>
              <a:endParaRPr sz="1270">
                <a:latin typeface="Lantinghei SC Heavy"/>
                <a:cs typeface="Lantinghei SC Heavy"/>
              </a:endParaRPr>
            </a:p>
          </p:txBody>
        </p:sp>
        <p:sp>
          <p:nvSpPr>
            <p:cNvPr id="116" name="object 116"/>
            <p:cNvSpPr txBox="1"/>
            <p:nvPr/>
          </p:nvSpPr>
          <p:spPr>
            <a:xfrm>
              <a:off x="6735280" y="2568611"/>
              <a:ext cx="317276" cy="290227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34549">
                <a:spcBef>
                  <a:spcPts val="86"/>
                </a:spcBef>
              </a:pPr>
              <a:r>
                <a:rPr sz="1814" b="1" spc="-23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h</a:t>
              </a:r>
              <a:r>
                <a:rPr sz="1768" b="1" spc="-34" baseline="-21367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p</a:t>
              </a:r>
              <a:endParaRPr sz="1768" baseline="-21367">
                <a:latin typeface="Lantinghei SC Heavy"/>
                <a:cs typeface="Lantinghei SC Heavy"/>
              </a:endParaRPr>
            </a:p>
          </p:txBody>
        </p:sp>
        <p:sp>
          <p:nvSpPr>
            <p:cNvPr id="117" name="object 117"/>
            <p:cNvSpPr txBox="1"/>
            <p:nvPr/>
          </p:nvSpPr>
          <p:spPr>
            <a:xfrm>
              <a:off x="7774747" y="2804237"/>
              <a:ext cx="359311" cy="206486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1270" b="1" spc="-82" dirty="0">
                  <a:latin typeface="Lantinghei SC Heavy"/>
                  <a:cs typeface="Lantinghei SC Heavy"/>
                </a:rPr>
                <a:t>M-</a:t>
              </a:r>
              <a:r>
                <a:rPr sz="1270" b="1" spc="-45" dirty="0">
                  <a:latin typeface="Lantinghei SC Heavy"/>
                  <a:cs typeface="Lantinghei SC Heavy"/>
                </a:rPr>
                <a:t>1</a:t>
              </a:r>
              <a:endParaRPr sz="1270">
                <a:latin typeface="Lantinghei SC Heavy"/>
                <a:cs typeface="Lantinghei SC Heavy"/>
              </a:endParaRPr>
            </a:p>
          </p:txBody>
        </p:sp>
        <p:sp>
          <p:nvSpPr>
            <p:cNvPr id="118" name="object 118"/>
            <p:cNvSpPr txBox="1"/>
            <p:nvPr/>
          </p:nvSpPr>
          <p:spPr>
            <a:xfrm>
              <a:off x="8648149" y="1342117"/>
              <a:ext cx="944918" cy="234895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451" b="1" spc="-18" dirty="0">
                  <a:latin typeface="Lantinghei SC Heavy"/>
                  <a:cs typeface="Lantinghei SC Heavy"/>
                </a:rPr>
                <a:t>子集合关系</a:t>
              </a:r>
              <a:endParaRPr sz="1451">
                <a:latin typeface="Lantinghei SC Heavy"/>
                <a:cs typeface="Lantinghei SC Heavy"/>
              </a:endParaRPr>
            </a:p>
          </p:txBody>
        </p:sp>
        <p:sp>
          <p:nvSpPr>
            <p:cNvPr id="119" name="object 119"/>
            <p:cNvSpPr txBox="1"/>
            <p:nvPr/>
          </p:nvSpPr>
          <p:spPr>
            <a:xfrm>
              <a:off x="9686696" y="1760169"/>
              <a:ext cx="159502" cy="791649"/>
            </a:xfrm>
            <a:prstGeom prst="rect">
              <a:avLst/>
            </a:prstGeom>
          </p:spPr>
          <p:txBody>
            <a:bodyPr vert="horz" wrap="square" lIns="0" tIns="146834" rIns="0" bIns="0" rtlCol="0">
              <a:spAutoFit/>
            </a:bodyPr>
            <a:lstStyle/>
            <a:p>
              <a:pPr marL="19578">
                <a:spcBef>
                  <a:spcPts val="1156"/>
                </a:spcBef>
              </a:pPr>
              <a:r>
                <a:rPr sz="1632" b="1" dirty="0">
                  <a:latin typeface="Lantinghei SC Heavy"/>
                  <a:cs typeface="Lantinghei SC Heavy"/>
                </a:rPr>
                <a:t>1</a:t>
              </a:r>
              <a:endParaRPr sz="1632">
                <a:latin typeface="Lantinghei SC Heavy"/>
                <a:cs typeface="Lantinghei SC Heavy"/>
              </a:endParaRPr>
            </a:p>
            <a:p>
              <a:pPr marL="11516">
                <a:spcBef>
                  <a:spcPts val="1065"/>
                </a:spcBef>
              </a:pPr>
              <a:r>
                <a:rPr sz="1632" b="1" spc="-45" dirty="0">
                  <a:latin typeface="Lantinghei SC Heavy"/>
                  <a:cs typeface="Lantinghei SC Heavy"/>
                </a:rPr>
                <a:t>2</a:t>
              </a:r>
              <a:endParaRPr sz="1632">
                <a:latin typeface="Lantinghei SC Heavy"/>
                <a:cs typeface="Lantinghei SC Heavy"/>
              </a:endParaRPr>
            </a:p>
          </p:txBody>
        </p:sp>
        <p:sp>
          <p:nvSpPr>
            <p:cNvPr id="120" name="object 120"/>
            <p:cNvSpPr txBox="1"/>
            <p:nvPr/>
          </p:nvSpPr>
          <p:spPr>
            <a:xfrm>
              <a:off x="9657674" y="2998402"/>
              <a:ext cx="454321" cy="262787"/>
            </a:xfrm>
            <a:prstGeom prst="rect">
              <a:avLst/>
            </a:prstGeom>
          </p:spPr>
          <p:txBody>
            <a:bodyPr vert="horz" wrap="square" lIns="0" tIns="11516" rIns="0" bIns="0" rtlCol="0">
              <a:spAutoFit/>
            </a:bodyPr>
            <a:lstStyle/>
            <a:p>
              <a:pPr marL="11516">
                <a:spcBef>
                  <a:spcPts val="91"/>
                </a:spcBef>
              </a:pPr>
              <a:r>
                <a:rPr sz="1632" b="1" spc="-103" dirty="0">
                  <a:latin typeface="Lantinghei SC Heavy"/>
                  <a:cs typeface="Lantinghei SC Heavy"/>
                </a:rPr>
                <a:t>M-</a:t>
              </a:r>
              <a:r>
                <a:rPr sz="1632" b="1" spc="-45" dirty="0">
                  <a:latin typeface="Lantinghei SC Heavy"/>
                  <a:cs typeface="Lantinghei SC Heavy"/>
                </a:rPr>
                <a:t>1</a:t>
              </a:r>
              <a:endParaRPr sz="1632">
                <a:latin typeface="Lantinghei SC Heavy"/>
                <a:cs typeface="Lantinghei SC Heavy"/>
              </a:endParaRPr>
            </a:p>
          </p:txBody>
        </p:sp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43D828E3-81EC-F650-AE9B-3E39348C86E0}"/>
                </a:ext>
              </a:extLst>
            </p:cNvPr>
            <p:cNvGrpSpPr/>
            <p:nvPr/>
          </p:nvGrpSpPr>
          <p:grpSpPr>
            <a:xfrm>
              <a:off x="5275239" y="1868416"/>
              <a:ext cx="265568" cy="264877"/>
              <a:chOff x="5275239" y="1868416"/>
              <a:chExt cx="265568" cy="264877"/>
            </a:xfrm>
          </p:grpSpPr>
          <p:sp>
            <p:nvSpPr>
              <p:cNvPr id="122" name="object 122"/>
              <p:cNvSpPr/>
              <p:nvPr/>
            </p:nvSpPr>
            <p:spPr>
              <a:xfrm>
                <a:off x="5275930" y="1868416"/>
                <a:ext cx="264877" cy="264877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291846" y="291845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1845"/>
                    </a:lnTo>
                    <a:lnTo>
                      <a:pt x="291846" y="29184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3" name="object 123"/>
              <p:cNvSpPr/>
              <p:nvPr/>
            </p:nvSpPr>
            <p:spPr>
              <a:xfrm>
                <a:off x="5275239" y="1868416"/>
                <a:ext cx="265453" cy="264877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2608" y="291845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2CD02B90-E9C6-9E47-DF50-F4199735C457}"/>
                </a:ext>
              </a:extLst>
            </p:cNvPr>
            <p:cNvGrpSpPr/>
            <p:nvPr/>
          </p:nvGrpSpPr>
          <p:grpSpPr>
            <a:xfrm>
              <a:off x="5275239" y="2283006"/>
              <a:ext cx="265568" cy="264877"/>
              <a:chOff x="5275239" y="2283006"/>
              <a:chExt cx="265568" cy="264877"/>
            </a:xfrm>
          </p:grpSpPr>
          <p:sp>
            <p:nvSpPr>
              <p:cNvPr id="125" name="object 125"/>
              <p:cNvSpPr/>
              <p:nvPr/>
            </p:nvSpPr>
            <p:spPr>
              <a:xfrm>
                <a:off x="5275930" y="2283006"/>
                <a:ext cx="264877" cy="264877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291846" y="291845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1845"/>
                    </a:lnTo>
                    <a:lnTo>
                      <a:pt x="291846" y="291845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6" name="object 126"/>
              <p:cNvSpPr/>
              <p:nvPr/>
            </p:nvSpPr>
            <p:spPr>
              <a:xfrm>
                <a:off x="5275239" y="2283006"/>
                <a:ext cx="265453" cy="264877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100">
                    <a:moveTo>
                      <a:pt x="0" y="0"/>
                    </a:moveTo>
                    <a:lnTo>
                      <a:pt x="0" y="291845"/>
                    </a:lnTo>
                    <a:lnTo>
                      <a:pt x="292608" y="291845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grpSp>
          <p:nvGrpSpPr>
            <p:cNvPr id="166" name="组合 165">
              <a:extLst>
                <a:ext uri="{FF2B5EF4-FFF2-40B4-BE49-F238E27FC236}">
                  <a16:creationId xmlns:a16="http://schemas.microsoft.com/office/drawing/2014/main" id="{A13FA25A-C491-E6C8-9186-56697FB9CE92}"/>
                </a:ext>
              </a:extLst>
            </p:cNvPr>
            <p:cNvGrpSpPr/>
            <p:nvPr/>
          </p:nvGrpSpPr>
          <p:grpSpPr>
            <a:xfrm>
              <a:off x="5275239" y="2973987"/>
              <a:ext cx="265568" cy="264877"/>
              <a:chOff x="5275239" y="2973987"/>
              <a:chExt cx="265568" cy="264877"/>
            </a:xfrm>
          </p:grpSpPr>
          <p:sp>
            <p:nvSpPr>
              <p:cNvPr id="128" name="object 128"/>
              <p:cNvSpPr/>
              <p:nvPr/>
            </p:nvSpPr>
            <p:spPr>
              <a:xfrm>
                <a:off x="5275930" y="2973987"/>
                <a:ext cx="264877" cy="264877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291846" y="291846"/>
                    </a:moveTo>
                    <a:lnTo>
                      <a:pt x="291846" y="0"/>
                    </a:lnTo>
                    <a:lnTo>
                      <a:pt x="0" y="0"/>
                    </a:lnTo>
                    <a:lnTo>
                      <a:pt x="0" y="291846"/>
                    </a:lnTo>
                    <a:lnTo>
                      <a:pt x="291846" y="291846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29" name="object 129"/>
              <p:cNvSpPr/>
              <p:nvPr/>
            </p:nvSpPr>
            <p:spPr>
              <a:xfrm>
                <a:off x="5275239" y="2973987"/>
                <a:ext cx="265453" cy="264877"/>
              </a:xfrm>
              <a:custGeom>
                <a:avLst/>
                <a:gdLst/>
                <a:ahLst/>
                <a:cxnLst/>
                <a:rect l="l" t="t" r="r" b="b"/>
                <a:pathLst>
                  <a:path w="292735" h="292100">
                    <a:moveTo>
                      <a:pt x="0" y="0"/>
                    </a:moveTo>
                    <a:lnTo>
                      <a:pt x="0" y="291846"/>
                    </a:lnTo>
                    <a:lnTo>
                      <a:pt x="292608" y="291846"/>
                    </a:lnTo>
                    <a:lnTo>
                      <a:pt x="29260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69D1F1E7-6E97-A7CA-328A-C99EE61C0A4E}"/>
                </a:ext>
              </a:extLst>
            </p:cNvPr>
            <p:cNvGrpSpPr/>
            <p:nvPr/>
          </p:nvGrpSpPr>
          <p:grpSpPr>
            <a:xfrm>
              <a:off x="4989172" y="1661122"/>
              <a:ext cx="4633717" cy="1790566"/>
              <a:chOff x="4989172" y="1661122"/>
              <a:chExt cx="4633717" cy="1790566"/>
            </a:xfrm>
          </p:grpSpPr>
          <p:sp>
            <p:nvSpPr>
              <p:cNvPr id="131" name="object 131"/>
              <p:cNvSpPr/>
              <p:nvPr/>
            </p:nvSpPr>
            <p:spPr>
              <a:xfrm>
                <a:off x="5000919" y="1661122"/>
                <a:ext cx="816511" cy="122649"/>
              </a:xfrm>
              <a:custGeom>
                <a:avLst/>
                <a:gdLst/>
                <a:ahLst/>
                <a:cxnLst/>
                <a:rect l="l" t="t" r="r" b="b"/>
                <a:pathLst>
                  <a:path w="900429" h="135255">
                    <a:moveTo>
                      <a:pt x="449579" y="0"/>
                    </a:moveTo>
                    <a:lnTo>
                      <a:pt x="376627" y="869"/>
                    </a:lnTo>
                    <a:lnTo>
                      <a:pt x="307433" y="3389"/>
                    </a:lnTo>
                    <a:lnTo>
                      <a:pt x="242921" y="7427"/>
                    </a:lnTo>
                    <a:lnTo>
                      <a:pt x="184013" y="12850"/>
                    </a:lnTo>
                    <a:lnTo>
                      <a:pt x="131635" y="19526"/>
                    </a:lnTo>
                    <a:lnTo>
                      <a:pt x="86709" y="27322"/>
                    </a:lnTo>
                    <a:lnTo>
                      <a:pt x="22908" y="45744"/>
                    </a:lnTo>
                    <a:lnTo>
                      <a:pt x="0" y="67056"/>
                    </a:lnTo>
                    <a:lnTo>
                      <a:pt x="5881" y="78028"/>
                    </a:lnTo>
                    <a:lnTo>
                      <a:pt x="50159" y="98170"/>
                    </a:lnTo>
                    <a:lnTo>
                      <a:pt x="131635" y="114966"/>
                    </a:lnTo>
                    <a:lnTo>
                      <a:pt x="184013" y="121755"/>
                    </a:lnTo>
                    <a:lnTo>
                      <a:pt x="242921" y="127282"/>
                    </a:lnTo>
                    <a:lnTo>
                      <a:pt x="307433" y="131405"/>
                    </a:lnTo>
                    <a:lnTo>
                      <a:pt x="376627" y="133983"/>
                    </a:lnTo>
                    <a:lnTo>
                      <a:pt x="449579" y="134874"/>
                    </a:lnTo>
                    <a:lnTo>
                      <a:pt x="522553" y="133983"/>
                    </a:lnTo>
                    <a:lnTo>
                      <a:pt x="591805" y="131405"/>
                    </a:lnTo>
                    <a:lnTo>
                      <a:pt x="656403" y="127282"/>
                    </a:lnTo>
                    <a:lnTo>
                      <a:pt x="715414" y="121755"/>
                    </a:lnTo>
                    <a:lnTo>
                      <a:pt x="767905" y="114966"/>
                    </a:lnTo>
                    <a:lnTo>
                      <a:pt x="812944" y="107057"/>
                    </a:lnTo>
                    <a:lnTo>
                      <a:pt x="876933" y="88446"/>
                    </a:lnTo>
                    <a:lnTo>
                      <a:pt x="899921" y="67055"/>
                    </a:lnTo>
                    <a:lnTo>
                      <a:pt x="894019" y="56105"/>
                    </a:lnTo>
                    <a:lnTo>
                      <a:pt x="849597" y="36105"/>
                    </a:lnTo>
                    <a:lnTo>
                      <a:pt x="767905" y="19526"/>
                    </a:lnTo>
                    <a:lnTo>
                      <a:pt x="715414" y="12850"/>
                    </a:lnTo>
                    <a:lnTo>
                      <a:pt x="656403" y="7427"/>
                    </a:lnTo>
                    <a:lnTo>
                      <a:pt x="591805" y="3389"/>
                    </a:lnTo>
                    <a:lnTo>
                      <a:pt x="522553" y="869"/>
                    </a:lnTo>
                    <a:lnTo>
                      <a:pt x="449579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2" name="object 132"/>
              <p:cNvSpPr/>
              <p:nvPr/>
            </p:nvSpPr>
            <p:spPr>
              <a:xfrm>
                <a:off x="4994700" y="1722620"/>
                <a:ext cx="0" cy="1595593"/>
              </a:xfrm>
              <a:custGeom>
                <a:avLst/>
                <a:gdLst/>
                <a:ahLst/>
                <a:cxnLst/>
                <a:rect l="l" t="t" r="r" b="b"/>
                <a:pathLst>
                  <a:path h="1759585">
                    <a:moveTo>
                      <a:pt x="0" y="0"/>
                    </a:moveTo>
                    <a:lnTo>
                      <a:pt x="0" y="1759458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3" name="object 133"/>
              <p:cNvSpPr/>
              <p:nvPr/>
            </p:nvSpPr>
            <p:spPr>
              <a:xfrm>
                <a:off x="5822497" y="1722620"/>
                <a:ext cx="0" cy="1595593"/>
              </a:xfrm>
              <a:custGeom>
                <a:avLst/>
                <a:gdLst/>
                <a:ahLst/>
                <a:cxnLst/>
                <a:rect l="l" t="t" r="r" b="b"/>
                <a:pathLst>
                  <a:path h="1759585">
                    <a:moveTo>
                      <a:pt x="0" y="0"/>
                    </a:moveTo>
                    <a:lnTo>
                      <a:pt x="0" y="1759458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4" name="object 134"/>
              <p:cNvSpPr/>
              <p:nvPr/>
            </p:nvSpPr>
            <p:spPr>
              <a:xfrm>
                <a:off x="4989172" y="3322243"/>
                <a:ext cx="828027" cy="109406"/>
              </a:xfrm>
              <a:custGeom>
                <a:avLst/>
                <a:gdLst/>
                <a:ahLst/>
                <a:cxnLst/>
                <a:rect l="l" t="t" r="r" b="b"/>
                <a:pathLst>
                  <a:path w="913129" h="120650">
                    <a:moveTo>
                      <a:pt x="912876" y="0"/>
                    </a:moveTo>
                    <a:lnTo>
                      <a:pt x="912876" y="762"/>
                    </a:lnTo>
                    <a:lnTo>
                      <a:pt x="912876" y="2286"/>
                    </a:lnTo>
                    <a:lnTo>
                      <a:pt x="912876" y="3048"/>
                    </a:lnTo>
                    <a:lnTo>
                      <a:pt x="906905" y="22072"/>
                    </a:lnTo>
                    <a:lnTo>
                      <a:pt x="861955" y="56958"/>
                    </a:lnTo>
                    <a:lnTo>
                      <a:pt x="824849" y="72335"/>
                    </a:lnTo>
                    <a:lnTo>
                      <a:pt x="779240" y="86010"/>
                    </a:lnTo>
                    <a:lnTo>
                      <a:pt x="726064" y="97743"/>
                    </a:lnTo>
                    <a:lnTo>
                      <a:pt x="666258" y="107290"/>
                    </a:lnTo>
                    <a:lnTo>
                      <a:pt x="600760" y="114409"/>
                    </a:lnTo>
                    <a:lnTo>
                      <a:pt x="530508" y="118859"/>
                    </a:lnTo>
                    <a:lnTo>
                      <a:pt x="456438" y="120396"/>
                    </a:lnTo>
                    <a:lnTo>
                      <a:pt x="382367" y="118859"/>
                    </a:lnTo>
                    <a:lnTo>
                      <a:pt x="312115" y="114409"/>
                    </a:lnTo>
                    <a:lnTo>
                      <a:pt x="246617" y="107290"/>
                    </a:lnTo>
                    <a:lnTo>
                      <a:pt x="186811" y="97743"/>
                    </a:lnTo>
                    <a:lnTo>
                      <a:pt x="133635" y="86010"/>
                    </a:lnTo>
                    <a:lnTo>
                      <a:pt x="88026" y="72335"/>
                    </a:lnTo>
                    <a:lnTo>
                      <a:pt x="50920" y="56958"/>
                    </a:lnTo>
                    <a:lnTo>
                      <a:pt x="5970" y="22072"/>
                    </a:lnTo>
                    <a:lnTo>
                      <a:pt x="0" y="3048"/>
                    </a:lnTo>
                    <a:lnTo>
                      <a:pt x="0" y="2286"/>
                    </a:lnTo>
                    <a:lnTo>
                      <a:pt x="0" y="762"/>
                    </a:lnTo>
                    <a:lnTo>
                      <a:pt x="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5" name="object 135"/>
              <p:cNvSpPr/>
              <p:nvPr/>
            </p:nvSpPr>
            <p:spPr>
              <a:xfrm>
                <a:off x="8663126" y="1661122"/>
                <a:ext cx="954707" cy="123801"/>
              </a:xfrm>
              <a:custGeom>
                <a:avLst/>
                <a:gdLst/>
                <a:ahLst/>
                <a:cxnLst/>
                <a:rect l="l" t="t" r="r" b="b"/>
                <a:pathLst>
                  <a:path w="1052829" h="136525">
                    <a:moveTo>
                      <a:pt x="525779" y="0"/>
                    </a:moveTo>
                    <a:lnTo>
                      <a:pt x="448097" y="737"/>
                    </a:lnTo>
                    <a:lnTo>
                      <a:pt x="373949" y="2880"/>
                    </a:lnTo>
                    <a:lnTo>
                      <a:pt x="304149" y="6322"/>
                    </a:lnTo>
                    <a:lnTo>
                      <a:pt x="239513" y="10955"/>
                    </a:lnTo>
                    <a:lnTo>
                      <a:pt x="180853" y="16674"/>
                    </a:lnTo>
                    <a:lnTo>
                      <a:pt x="128984" y="23371"/>
                    </a:lnTo>
                    <a:lnTo>
                      <a:pt x="84721" y="30942"/>
                    </a:lnTo>
                    <a:lnTo>
                      <a:pt x="22265" y="48273"/>
                    </a:lnTo>
                    <a:lnTo>
                      <a:pt x="0" y="67818"/>
                    </a:lnTo>
                    <a:lnTo>
                      <a:pt x="5702" y="78002"/>
                    </a:lnTo>
                    <a:lnTo>
                      <a:pt x="48876" y="96826"/>
                    </a:lnTo>
                    <a:lnTo>
                      <a:pt x="128984" y="112902"/>
                    </a:lnTo>
                    <a:lnTo>
                      <a:pt x="180853" y="119652"/>
                    </a:lnTo>
                    <a:lnTo>
                      <a:pt x="239513" y="125405"/>
                    </a:lnTo>
                    <a:lnTo>
                      <a:pt x="304149" y="130060"/>
                    </a:lnTo>
                    <a:lnTo>
                      <a:pt x="373949" y="133512"/>
                    </a:lnTo>
                    <a:lnTo>
                      <a:pt x="448097" y="135659"/>
                    </a:lnTo>
                    <a:lnTo>
                      <a:pt x="525779" y="136398"/>
                    </a:lnTo>
                    <a:lnTo>
                      <a:pt x="603652" y="135659"/>
                    </a:lnTo>
                    <a:lnTo>
                      <a:pt x="677955" y="133512"/>
                    </a:lnTo>
                    <a:lnTo>
                      <a:pt x="747879" y="130060"/>
                    </a:lnTo>
                    <a:lnTo>
                      <a:pt x="812612" y="125405"/>
                    </a:lnTo>
                    <a:lnTo>
                      <a:pt x="871344" y="119652"/>
                    </a:lnTo>
                    <a:lnTo>
                      <a:pt x="923265" y="112902"/>
                    </a:lnTo>
                    <a:lnTo>
                      <a:pt x="967564" y="105259"/>
                    </a:lnTo>
                    <a:lnTo>
                      <a:pt x="1030051" y="87706"/>
                    </a:lnTo>
                    <a:lnTo>
                      <a:pt x="1052321" y="67817"/>
                    </a:lnTo>
                    <a:lnTo>
                      <a:pt x="1046619" y="57822"/>
                    </a:lnTo>
                    <a:lnTo>
                      <a:pt x="1003429" y="39278"/>
                    </a:lnTo>
                    <a:lnTo>
                      <a:pt x="923265" y="23371"/>
                    </a:lnTo>
                    <a:lnTo>
                      <a:pt x="871344" y="16674"/>
                    </a:lnTo>
                    <a:lnTo>
                      <a:pt x="812612" y="10955"/>
                    </a:lnTo>
                    <a:lnTo>
                      <a:pt x="747879" y="6322"/>
                    </a:lnTo>
                    <a:lnTo>
                      <a:pt x="677955" y="2880"/>
                    </a:lnTo>
                    <a:lnTo>
                      <a:pt x="603652" y="737"/>
                    </a:lnTo>
                    <a:lnTo>
                      <a:pt x="525779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6" name="object 136"/>
              <p:cNvSpPr/>
              <p:nvPr/>
            </p:nvSpPr>
            <p:spPr>
              <a:xfrm>
                <a:off x="8656895" y="1724002"/>
                <a:ext cx="0" cy="1614594"/>
              </a:xfrm>
              <a:custGeom>
                <a:avLst/>
                <a:gdLst/>
                <a:ahLst/>
                <a:cxnLst/>
                <a:rect l="l" t="t" r="r" b="b"/>
                <a:pathLst>
                  <a:path h="1780539">
                    <a:moveTo>
                      <a:pt x="0" y="0"/>
                    </a:moveTo>
                    <a:lnTo>
                      <a:pt x="0" y="1780032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7" name="object 137"/>
              <p:cNvSpPr/>
              <p:nvPr/>
            </p:nvSpPr>
            <p:spPr>
              <a:xfrm>
                <a:off x="9622889" y="1724002"/>
                <a:ext cx="0" cy="1614594"/>
              </a:xfrm>
              <a:custGeom>
                <a:avLst/>
                <a:gdLst/>
                <a:ahLst/>
                <a:cxnLst/>
                <a:rect l="l" t="t" r="r" b="b"/>
                <a:pathLst>
                  <a:path h="1780539">
                    <a:moveTo>
                      <a:pt x="0" y="0"/>
                    </a:moveTo>
                    <a:lnTo>
                      <a:pt x="0" y="1780032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8" name="object 138"/>
              <p:cNvSpPr/>
              <p:nvPr/>
            </p:nvSpPr>
            <p:spPr>
              <a:xfrm>
                <a:off x="8651379" y="3342282"/>
                <a:ext cx="966224" cy="109406"/>
              </a:xfrm>
              <a:custGeom>
                <a:avLst/>
                <a:gdLst/>
                <a:ahLst/>
                <a:cxnLst/>
                <a:rect l="l" t="t" r="r" b="b"/>
                <a:pathLst>
                  <a:path w="1065529" h="120650">
                    <a:moveTo>
                      <a:pt x="1065276" y="0"/>
                    </a:moveTo>
                    <a:lnTo>
                      <a:pt x="1065276" y="1524"/>
                    </a:lnTo>
                    <a:lnTo>
                      <a:pt x="1065276" y="2286"/>
                    </a:lnTo>
                    <a:lnTo>
                      <a:pt x="1065276" y="3048"/>
                    </a:lnTo>
                    <a:lnTo>
                      <a:pt x="1060412" y="18963"/>
                    </a:lnTo>
                    <a:lnTo>
                      <a:pt x="1023413" y="48708"/>
                    </a:lnTo>
                    <a:lnTo>
                      <a:pt x="954283" y="74739"/>
                    </a:lnTo>
                    <a:lnTo>
                      <a:pt x="909256" y="86010"/>
                    </a:lnTo>
                    <a:lnTo>
                      <a:pt x="858101" y="95933"/>
                    </a:lnTo>
                    <a:lnTo>
                      <a:pt x="801454" y="104365"/>
                    </a:lnTo>
                    <a:lnTo>
                      <a:pt x="739949" y="111168"/>
                    </a:lnTo>
                    <a:lnTo>
                      <a:pt x="674221" y="116201"/>
                    </a:lnTo>
                    <a:lnTo>
                      <a:pt x="604906" y="119323"/>
                    </a:lnTo>
                    <a:lnTo>
                      <a:pt x="532638" y="120396"/>
                    </a:lnTo>
                    <a:lnTo>
                      <a:pt x="460369" y="119323"/>
                    </a:lnTo>
                    <a:lnTo>
                      <a:pt x="391054" y="116201"/>
                    </a:lnTo>
                    <a:lnTo>
                      <a:pt x="325326" y="111168"/>
                    </a:lnTo>
                    <a:lnTo>
                      <a:pt x="263821" y="104365"/>
                    </a:lnTo>
                    <a:lnTo>
                      <a:pt x="207174" y="95933"/>
                    </a:lnTo>
                    <a:lnTo>
                      <a:pt x="156019" y="86010"/>
                    </a:lnTo>
                    <a:lnTo>
                      <a:pt x="110992" y="74739"/>
                    </a:lnTo>
                    <a:lnTo>
                      <a:pt x="72728" y="62258"/>
                    </a:lnTo>
                    <a:lnTo>
                      <a:pt x="19028" y="34230"/>
                    </a:lnTo>
                    <a:lnTo>
                      <a:pt x="4863" y="18963"/>
                    </a:lnTo>
                    <a:lnTo>
                      <a:pt x="0" y="3048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39" name="object 139"/>
              <p:cNvSpPr/>
              <p:nvPr/>
            </p:nvSpPr>
            <p:spPr>
              <a:xfrm>
                <a:off x="5823879" y="1965856"/>
                <a:ext cx="2900974" cy="1243768"/>
              </a:xfrm>
              <a:custGeom>
                <a:avLst/>
                <a:gdLst/>
                <a:ahLst/>
                <a:cxnLst/>
                <a:rect l="l" t="t" r="r" b="b"/>
                <a:pathLst>
                  <a:path w="3199129" h="1371600">
                    <a:moveTo>
                      <a:pt x="379476" y="723900"/>
                    </a:moveTo>
                    <a:lnTo>
                      <a:pt x="252222" y="685800"/>
                    </a:lnTo>
                    <a:lnTo>
                      <a:pt x="295097" y="717804"/>
                    </a:lnTo>
                    <a:lnTo>
                      <a:pt x="0" y="717804"/>
                    </a:lnTo>
                    <a:lnTo>
                      <a:pt x="0" y="730758"/>
                    </a:lnTo>
                    <a:lnTo>
                      <a:pt x="294081" y="730758"/>
                    </a:lnTo>
                    <a:lnTo>
                      <a:pt x="252222" y="762000"/>
                    </a:lnTo>
                    <a:lnTo>
                      <a:pt x="303276" y="746709"/>
                    </a:lnTo>
                    <a:lnTo>
                      <a:pt x="379476" y="723900"/>
                    </a:lnTo>
                    <a:close/>
                  </a:path>
                  <a:path w="3199129" h="1371600">
                    <a:moveTo>
                      <a:pt x="2132063" y="116586"/>
                    </a:moveTo>
                    <a:lnTo>
                      <a:pt x="2020049" y="186690"/>
                    </a:lnTo>
                    <a:lnTo>
                      <a:pt x="2071268" y="175933"/>
                    </a:lnTo>
                    <a:lnTo>
                      <a:pt x="1595615" y="720090"/>
                    </a:lnTo>
                    <a:lnTo>
                      <a:pt x="1600301" y="724395"/>
                    </a:lnTo>
                    <a:lnTo>
                      <a:pt x="1600568" y="725462"/>
                    </a:lnTo>
                    <a:lnTo>
                      <a:pt x="1595615" y="729996"/>
                    </a:lnTo>
                    <a:lnTo>
                      <a:pt x="2071268" y="1274140"/>
                    </a:lnTo>
                    <a:lnTo>
                      <a:pt x="2020049" y="1263396"/>
                    </a:lnTo>
                    <a:lnTo>
                      <a:pt x="2087105" y="1305356"/>
                    </a:lnTo>
                    <a:lnTo>
                      <a:pt x="2132063" y="1333500"/>
                    </a:lnTo>
                    <a:lnTo>
                      <a:pt x="2077199" y="1213104"/>
                    </a:lnTo>
                    <a:lnTo>
                      <a:pt x="2080983" y="1265555"/>
                    </a:lnTo>
                    <a:lnTo>
                      <a:pt x="1610029" y="727646"/>
                    </a:lnTo>
                    <a:lnTo>
                      <a:pt x="2052459" y="602703"/>
                    </a:lnTo>
                    <a:lnTo>
                      <a:pt x="2020049" y="644652"/>
                    </a:lnTo>
                    <a:lnTo>
                      <a:pt x="2060435" y="619099"/>
                    </a:lnTo>
                    <a:lnTo>
                      <a:pt x="2132063" y="573786"/>
                    </a:lnTo>
                    <a:lnTo>
                      <a:pt x="1999475" y="571500"/>
                    </a:lnTo>
                    <a:lnTo>
                      <a:pt x="2049119" y="590588"/>
                    </a:lnTo>
                    <a:lnTo>
                      <a:pt x="1619161" y="712025"/>
                    </a:lnTo>
                    <a:lnTo>
                      <a:pt x="2080983" y="184518"/>
                    </a:lnTo>
                    <a:lnTo>
                      <a:pt x="2077199" y="236982"/>
                    </a:lnTo>
                    <a:lnTo>
                      <a:pt x="2087105" y="215239"/>
                    </a:lnTo>
                    <a:lnTo>
                      <a:pt x="2132063" y="116586"/>
                    </a:lnTo>
                    <a:close/>
                  </a:path>
                  <a:path w="3199129" h="1371600">
                    <a:moveTo>
                      <a:pt x="3198863" y="1333500"/>
                    </a:moveTo>
                    <a:lnTo>
                      <a:pt x="3071609" y="1295400"/>
                    </a:lnTo>
                    <a:lnTo>
                      <a:pt x="3114484" y="1327404"/>
                    </a:lnTo>
                    <a:lnTo>
                      <a:pt x="2590787" y="1327404"/>
                    </a:lnTo>
                    <a:lnTo>
                      <a:pt x="2590787" y="1340358"/>
                    </a:lnTo>
                    <a:lnTo>
                      <a:pt x="3113468" y="1340358"/>
                    </a:lnTo>
                    <a:lnTo>
                      <a:pt x="3071609" y="1371600"/>
                    </a:lnTo>
                    <a:lnTo>
                      <a:pt x="3122663" y="1356309"/>
                    </a:lnTo>
                    <a:lnTo>
                      <a:pt x="3198863" y="1333500"/>
                    </a:lnTo>
                    <a:close/>
                  </a:path>
                  <a:path w="3199129" h="1371600">
                    <a:moveTo>
                      <a:pt x="3198863" y="495300"/>
                    </a:moveTo>
                    <a:lnTo>
                      <a:pt x="3071609" y="457200"/>
                    </a:lnTo>
                    <a:lnTo>
                      <a:pt x="3114484" y="489204"/>
                    </a:lnTo>
                    <a:lnTo>
                      <a:pt x="2590787" y="489204"/>
                    </a:lnTo>
                    <a:lnTo>
                      <a:pt x="2590787" y="502158"/>
                    </a:lnTo>
                    <a:lnTo>
                      <a:pt x="3113468" y="502158"/>
                    </a:lnTo>
                    <a:lnTo>
                      <a:pt x="3071609" y="533400"/>
                    </a:lnTo>
                    <a:lnTo>
                      <a:pt x="3122663" y="518109"/>
                    </a:lnTo>
                    <a:lnTo>
                      <a:pt x="3198863" y="495300"/>
                    </a:lnTo>
                    <a:close/>
                  </a:path>
                  <a:path w="3199129" h="1371600">
                    <a:moveTo>
                      <a:pt x="3198863" y="38100"/>
                    </a:moveTo>
                    <a:lnTo>
                      <a:pt x="3071609" y="0"/>
                    </a:lnTo>
                    <a:lnTo>
                      <a:pt x="3114484" y="32004"/>
                    </a:lnTo>
                    <a:lnTo>
                      <a:pt x="2590787" y="32004"/>
                    </a:lnTo>
                    <a:lnTo>
                      <a:pt x="2590787" y="44958"/>
                    </a:lnTo>
                    <a:lnTo>
                      <a:pt x="3113468" y="44958"/>
                    </a:lnTo>
                    <a:lnTo>
                      <a:pt x="3071609" y="76200"/>
                    </a:lnTo>
                    <a:lnTo>
                      <a:pt x="3122663" y="60909"/>
                    </a:lnTo>
                    <a:lnTo>
                      <a:pt x="3198863" y="381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0" name="object 140"/>
              <p:cNvSpPr/>
              <p:nvPr/>
            </p:nvSpPr>
            <p:spPr>
              <a:xfrm>
                <a:off x="7757236" y="2277478"/>
                <a:ext cx="381768" cy="259118"/>
              </a:xfrm>
              <a:custGeom>
                <a:avLst/>
                <a:gdLst/>
                <a:ahLst/>
                <a:cxnLst/>
                <a:rect l="l" t="t" r="r" b="b"/>
                <a:pathLst>
                  <a:path w="421004" h="285750">
                    <a:moveTo>
                      <a:pt x="420624" y="285749"/>
                    </a:moveTo>
                    <a:lnTo>
                      <a:pt x="420624" y="0"/>
                    </a:lnTo>
                    <a:lnTo>
                      <a:pt x="0" y="0"/>
                    </a:lnTo>
                    <a:lnTo>
                      <a:pt x="0" y="285749"/>
                    </a:lnTo>
                    <a:lnTo>
                      <a:pt x="420624" y="285749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1" name="object 141"/>
              <p:cNvSpPr/>
              <p:nvPr/>
            </p:nvSpPr>
            <p:spPr>
              <a:xfrm>
                <a:off x="7757236" y="2276787"/>
                <a:ext cx="381768" cy="259118"/>
              </a:xfrm>
              <a:custGeom>
                <a:avLst/>
                <a:gdLst/>
                <a:ahLst/>
                <a:cxnLst/>
                <a:rect l="l" t="t" r="r" b="b"/>
                <a:pathLst>
                  <a:path w="421004" h="285750">
                    <a:moveTo>
                      <a:pt x="0" y="285750"/>
                    </a:moveTo>
                    <a:lnTo>
                      <a:pt x="0" y="0"/>
                    </a:lnTo>
                    <a:lnTo>
                      <a:pt x="420624" y="0"/>
                    </a:lnTo>
                    <a:lnTo>
                      <a:pt x="420624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2" name="object 142"/>
              <p:cNvSpPr/>
              <p:nvPr/>
            </p:nvSpPr>
            <p:spPr>
              <a:xfrm>
                <a:off x="7757236" y="1793791"/>
                <a:ext cx="381768" cy="259118"/>
              </a:xfrm>
              <a:custGeom>
                <a:avLst/>
                <a:gdLst/>
                <a:ahLst/>
                <a:cxnLst/>
                <a:rect l="l" t="t" r="r" b="b"/>
                <a:pathLst>
                  <a:path w="421004" h="285750">
                    <a:moveTo>
                      <a:pt x="420624" y="285749"/>
                    </a:moveTo>
                    <a:lnTo>
                      <a:pt x="420624" y="0"/>
                    </a:lnTo>
                    <a:lnTo>
                      <a:pt x="0" y="0"/>
                    </a:lnTo>
                    <a:lnTo>
                      <a:pt x="0" y="285749"/>
                    </a:lnTo>
                    <a:lnTo>
                      <a:pt x="420624" y="285749"/>
                    </a:lnTo>
                    <a:close/>
                  </a:path>
                </a:pathLst>
              </a:custGeom>
              <a:solidFill>
                <a:srgbClr val="F6BF69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3" name="object 143"/>
              <p:cNvSpPr/>
              <p:nvPr/>
            </p:nvSpPr>
            <p:spPr>
              <a:xfrm>
                <a:off x="7757236" y="1793100"/>
                <a:ext cx="381768" cy="259118"/>
              </a:xfrm>
              <a:custGeom>
                <a:avLst/>
                <a:gdLst/>
                <a:ahLst/>
                <a:cxnLst/>
                <a:rect l="l" t="t" r="r" b="b"/>
                <a:pathLst>
                  <a:path w="421004" h="285750">
                    <a:moveTo>
                      <a:pt x="0" y="285750"/>
                    </a:moveTo>
                    <a:lnTo>
                      <a:pt x="0" y="0"/>
                    </a:lnTo>
                    <a:lnTo>
                      <a:pt x="420624" y="0"/>
                    </a:lnTo>
                    <a:lnTo>
                      <a:pt x="420624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44" name="object 144"/>
            <p:cNvSpPr txBox="1"/>
            <p:nvPr/>
          </p:nvSpPr>
          <p:spPr>
            <a:xfrm>
              <a:off x="5186327" y="2474637"/>
              <a:ext cx="558544" cy="457645"/>
            </a:xfrm>
            <a:prstGeom prst="rect">
              <a:avLst/>
            </a:prstGeom>
          </p:spPr>
          <p:txBody>
            <a:bodyPr vert="horz" wrap="square" lIns="0" tIns="10941" rIns="0" bIns="0" rtlCol="0">
              <a:spAutoFit/>
            </a:bodyPr>
            <a:lstStyle/>
            <a:p>
              <a:pPr marL="11516">
                <a:spcBef>
                  <a:spcPts val="86"/>
                </a:spcBef>
              </a:pPr>
              <a:r>
                <a:rPr sz="2902" b="1" dirty="0">
                  <a:latin typeface="Lantinghei SC Heavy"/>
                  <a:cs typeface="Lantinghei SC Heavy"/>
                </a:rPr>
                <a:t>.</a:t>
              </a:r>
              <a:r>
                <a:rPr sz="2902" b="1" spc="59" dirty="0">
                  <a:latin typeface="Lantinghei SC Heavy"/>
                  <a:cs typeface="Lantinghei SC Heavy"/>
                </a:rPr>
                <a:t> </a:t>
              </a:r>
              <a:r>
                <a:rPr sz="2902" b="1" dirty="0">
                  <a:latin typeface="Lantinghei SC Heavy"/>
                  <a:cs typeface="Lantinghei SC Heavy"/>
                </a:rPr>
                <a:t>.</a:t>
              </a:r>
              <a:r>
                <a:rPr sz="2902" b="1" spc="63" dirty="0">
                  <a:latin typeface="Lantinghei SC Heavy"/>
                  <a:cs typeface="Lantinghei SC Heavy"/>
                </a:rPr>
                <a:t> </a:t>
              </a:r>
              <a:r>
                <a:rPr sz="2902" b="1" spc="-45" dirty="0">
                  <a:latin typeface="Lantinghei SC Heavy"/>
                  <a:cs typeface="Lantinghei SC Heavy"/>
                </a:rPr>
                <a:t>.</a:t>
              </a:r>
              <a:endParaRPr sz="2902">
                <a:latin typeface="Lantinghei SC Heavy"/>
                <a:cs typeface="Lantinghei SC Heavy"/>
              </a:endParaRPr>
            </a:p>
          </p:txBody>
        </p:sp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DD33A0BB-6B01-78DB-3835-6D26F45861B2}"/>
                </a:ext>
              </a:extLst>
            </p:cNvPr>
            <p:cNvGrpSpPr/>
            <p:nvPr/>
          </p:nvGrpSpPr>
          <p:grpSpPr>
            <a:xfrm>
              <a:off x="2266702" y="2330684"/>
              <a:ext cx="2455866" cy="1111330"/>
              <a:chOff x="2266702" y="2330684"/>
              <a:chExt cx="2455866" cy="1111330"/>
            </a:xfrm>
          </p:grpSpPr>
          <p:sp>
            <p:nvSpPr>
              <p:cNvPr id="146" name="object 146"/>
              <p:cNvSpPr/>
              <p:nvPr/>
            </p:nvSpPr>
            <p:spPr>
              <a:xfrm>
                <a:off x="2266702" y="2330684"/>
                <a:ext cx="2455866" cy="1111330"/>
              </a:xfrm>
              <a:custGeom>
                <a:avLst/>
                <a:gdLst/>
                <a:ahLst/>
                <a:cxnLst/>
                <a:rect l="l" t="t" r="r" b="b"/>
                <a:pathLst>
                  <a:path w="2708275" h="1225550">
                    <a:moveTo>
                      <a:pt x="2708148" y="1021079"/>
                    </a:moveTo>
                    <a:lnTo>
                      <a:pt x="2708148" y="204215"/>
                    </a:lnTo>
                    <a:lnTo>
                      <a:pt x="2702754" y="157394"/>
                    </a:lnTo>
                    <a:lnTo>
                      <a:pt x="2687389" y="114411"/>
                    </a:lnTo>
                    <a:lnTo>
                      <a:pt x="2663281" y="76493"/>
                    </a:lnTo>
                    <a:lnTo>
                      <a:pt x="2631654" y="44866"/>
                    </a:lnTo>
                    <a:lnTo>
                      <a:pt x="2593736" y="20758"/>
                    </a:lnTo>
                    <a:lnTo>
                      <a:pt x="2550753" y="5393"/>
                    </a:lnTo>
                    <a:lnTo>
                      <a:pt x="2503932" y="0"/>
                    </a:lnTo>
                    <a:lnTo>
                      <a:pt x="204215" y="0"/>
                    </a:lnTo>
                    <a:lnTo>
                      <a:pt x="157394" y="5393"/>
                    </a:lnTo>
                    <a:lnTo>
                      <a:pt x="114411" y="20758"/>
                    </a:lnTo>
                    <a:lnTo>
                      <a:pt x="76493" y="44866"/>
                    </a:lnTo>
                    <a:lnTo>
                      <a:pt x="44866" y="76493"/>
                    </a:lnTo>
                    <a:lnTo>
                      <a:pt x="20758" y="114411"/>
                    </a:lnTo>
                    <a:lnTo>
                      <a:pt x="5393" y="157394"/>
                    </a:lnTo>
                    <a:lnTo>
                      <a:pt x="0" y="204215"/>
                    </a:lnTo>
                    <a:lnTo>
                      <a:pt x="0" y="1021080"/>
                    </a:lnTo>
                    <a:lnTo>
                      <a:pt x="5393" y="1067901"/>
                    </a:lnTo>
                    <a:lnTo>
                      <a:pt x="20758" y="1110884"/>
                    </a:lnTo>
                    <a:lnTo>
                      <a:pt x="44866" y="1148802"/>
                    </a:lnTo>
                    <a:lnTo>
                      <a:pt x="76493" y="1180429"/>
                    </a:lnTo>
                    <a:lnTo>
                      <a:pt x="114411" y="1204537"/>
                    </a:lnTo>
                    <a:lnTo>
                      <a:pt x="157394" y="1219902"/>
                    </a:lnTo>
                    <a:lnTo>
                      <a:pt x="204216" y="1225296"/>
                    </a:lnTo>
                    <a:lnTo>
                      <a:pt x="2503932" y="1225295"/>
                    </a:lnTo>
                    <a:lnTo>
                      <a:pt x="2550753" y="1219902"/>
                    </a:lnTo>
                    <a:lnTo>
                      <a:pt x="2593736" y="1204537"/>
                    </a:lnTo>
                    <a:lnTo>
                      <a:pt x="2631654" y="1180429"/>
                    </a:lnTo>
                    <a:lnTo>
                      <a:pt x="2663281" y="1148802"/>
                    </a:lnTo>
                    <a:lnTo>
                      <a:pt x="2687389" y="1110884"/>
                    </a:lnTo>
                    <a:lnTo>
                      <a:pt x="2702754" y="1067901"/>
                    </a:lnTo>
                    <a:lnTo>
                      <a:pt x="2708148" y="1021079"/>
                    </a:lnTo>
                    <a:close/>
                  </a:path>
                </a:pathLst>
              </a:custGeom>
              <a:solidFill>
                <a:srgbClr val="B9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7" name="object 147"/>
              <p:cNvSpPr/>
              <p:nvPr/>
            </p:nvSpPr>
            <p:spPr>
              <a:xfrm>
                <a:off x="2389006" y="2421203"/>
                <a:ext cx="2208840" cy="930523"/>
              </a:xfrm>
              <a:custGeom>
                <a:avLst/>
                <a:gdLst/>
                <a:ahLst/>
                <a:cxnLst/>
                <a:rect l="l" t="t" r="r" b="b"/>
                <a:pathLst>
                  <a:path w="2435860" h="1026160">
                    <a:moveTo>
                      <a:pt x="2435352" y="854201"/>
                    </a:moveTo>
                    <a:lnTo>
                      <a:pt x="2435352" y="170687"/>
                    </a:lnTo>
                    <a:lnTo>
                      <a:pt x="2429270" y="125236"/>
                    </a:lnTo>
                    <a:lnTo>
                      <a:pt x="2412096" y="84440"/>
                    </a:lnTo>
                    <a:lnTo>
                      <a:pt x="2385441" y="49910"/>
                    </a:lnTo>
                    <a:lnTo>
                      <a:pt x="2350911" y="23255"/>
                    </a:lnTo>
                    <a:lnTo>
                      <a:pt x="2310115" y="6081"/>
                    </a:lnTo>
                    <a:lnTo>
                      <a:pt x="2264664" y="0"/>
                    </a:lnTo>
                    <a:lnTo>
                      <a:pt x="171450" y="0"/>
                    </a:lnTo>
                    <a:lnTo>
                      <a:pt x="125941" y="6081"/>
                    </a:lnTo>
                    <a:lnTo>
                      <a:pt x="85005" y="23255"/>
                    </a:lnTo>
                    <a:lnTo>
                      <a:pt x="50292" y="49911"/>
                    </a:lnTo>
                    <a:lnTo>
                      <a:pt x="23452" y="84440"/>
                    </a:lnTo>
                    <a:lnTo>
                      <a:pt x="6138" y="125236"/>
                    </a:lnTo>
                    <a:lnTo>
                      <a:pt x="0" y="170688"/>
                    </a:lnTo>
                    <a:lnTo>
                      <a:pt x="0" y="854202"/>
                    </a:lnTo>
                    <a:lnTo>
                      <a:pt x="6138" y="899710"/>
                    </a:lnTo>
                    <a:lnTo>
                      <a:pt x="23452" y="940646"/>
                    </a:lnTo>
                    <a:lnTo>
                      <a:pt x="50292" y="975360"/>
                    </a:lnTo>
                    <a:lnTo>
                      <a:pt x="85005" y="1002199"/>
                    </a:lnTo>
                    <a:lnTo>
                      <a:pt x="125941" y="1019513"/>
                    </a:lnTo>
                    <a:lnTo>
                      <a:pt x="171450" y="1025652"/>
                    </a:lnTo>
                    <a:lnTo>
                      <a:pt x="2264664" y="1025651"/>
                    </a:lnTo>
                    <a:lnTo>
                      <a:pt x="2310115" y="1019513"/>
                    </a:lnTo>
                    <a:lnTo>
                      <a:pt x="2350911" y="1002199"/>
                    </a:lnTo>
                    <a:lnTo>
                      <a:pt x="2385441" y="975360"/>
                    </a:lnTo>
                    <a:lnTo>
                      <a:pt x="2412096" y="940646"/>
                    </a:lnTo>
                    <a:lnTo>
                      <a:pt x="2429270" y="899710"/>
                    </a:lnTo>
                    <a:lnTo>
                      <a:pt x="2435352" y="854201"/>
                    </a:lnTo>
                    <a:close/>
                  </a:path>
                </a:pathLst>
              </a:custGeom>
              <a:solidFill>
                <a:srgbClr val="FFFF66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48" name="object 148"/>
              <p:cNvSpPr/>
              <p:nvPr/>
            </p:nvSpPr>
            <p:spPr>
              <a:xfrm>
                <a:off x="2389006" y="2421203"/>
                <a:ext cx="2208840" cy="930523"/>
              </a:xfrm>
              <a:custGeom>
                <a:avLst/>
                <a:gdLst/>
                <a:ahLst/>
                <a:cxnLst/>
                <a:rect l="l" t="t" r="r" b="b"/>
                <a:pathLst>
                  <a:path w="2435860" h="1026160">
                    <a:moveTo>
                      <a:pt x="171450" y="0"/>
                    </a:moveTo>
                    <a:lnTo>
                      <a:pt x="125941" y="6081"/>
                    </a:lnTo>
                    <a:lnTo>
                      <a:pt x="85005" y="23255"/>
                    </a:lnTo>
                    <a:lnTo>
                      <a:pt x="50292" y="49911"/>
                    </a:lnTo>
                    <a:lnTo>
                      <a:pt x="23452" y="84440"/>
                    </a:lnTo>
                    <a:lnTo>
                      <a:pt x="6138" y="125236"/>
                    </a:lnTo>
                    <a:lnTo>
                      <a:pt x="0" y="170688"/>
                    </a:lnTo>
                    <a:lnTo>
                      <a:pt x="0" y="854202"/>
                    </a:lnTo>
                    <a:lnTo>
                      <a:pt x="6138" y="899710"/>
                    </a:lnTo>
                    <a:lnTo>
                      <a:pt x="23452" y="940646"/>
                    </a:lnTo>
                    <a:lnTo>
                      <a:pt x="50292" y="975360"/>
                    </a:lnTo>
                    <a:lnTo>
                      <a:pt x="85005" y="1002199"/>
                    </a:lnTo>
                    <a:lnTo>
                      <a:pt x="125941" y="1019513"/>
                    </a:lnTo>
                    <a:lnTo>
                      <a:pt x="171450" y="1025652"/>
                    </a:lnTo>
                    <a:lnTo>
                      <a:pt x="2264664" y="1025651"/>
                    </a:lnTo>
                    <a:lnTo>
                      <a:pt x="2310115" y="1019513"/>
                    </a:lnTo>
                    <a:lnTo>
                      <a:pt x="2350911" y="1002199"/>
                    </a:lnTo>
                    <a:lnTo>
                      <a:pt x="2385441" y="975360"/>
                    </a:lnTo>
                    <a:lnTo>
                      <a:pt x="2412096" y="940646"/>
                    </a:lnTo>
                    <a:lnTo>
                      <a:pt x="2429270" y="899710"/>
                    </a:lnTo>
                    <a:lnTo>
                      <a:pt x="2435352" y="854201"/>
                    </a:lnTo>
                    <a:lnTo>
                      <a:pt x="2435352" y="170687"/>
                    </a:lnTo>
                    <a:lnTo>
                      <a:pt x="2429270" y="125236"/>
                    </a:lnTo>
                    <a:lnTo>
                      <a:pt x="2412096" y="84440"/>
                    </a:lnTo>
                    <a:lnTo>
                      <a:pt x="2385441" y="49910"/>
                    </a:lnTo>
                    <a:lnTo>
                      <a:pt x="2350911" y="23255"/>
                    </a:lnTo>
                    <a:lnTo>
                      <a:pt x="2310115" y="6081"/>
                    </a:lnTo>
                    <a:lnTo>
                      <a:pt x="2264664" y="0"/>
                    </a:lnTo>
                    <a:lnTo>
                      <a:pt x="171450" y="0"/>
                    </a:lnTo>
                    <a:close/>
                  </a:path>
                </a:pathLst>
              </a:custGeom>
              <a:ln w="28575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49" name="object 149"/>
            <p:cNvSpPr txBox="1"/>
            <p:nvPr/>
          </p:nvSpPr>
          <p:spPr>
            <a:xfrm>
              <a:off x="2355826" y="2387844"/>
              <a:ext cx="2301547" cy="837448"/>
            </a:xfrm>
            <a:prstGeom prst="rect">
              <a:avLst/>
            </a:prstGeom>
          </p:spPr>
          <p:txBody>
            <a:bodyPr vert="horz" wrap="square" lIns="0" tIns="89828" rIns="0" bIns="0" rtlCol="0">
              <a:spAutoFit/>
            </a:bodyPr>
            <a:lstStyle/>
            <a:p>
              <a:pPr algn="ctr">
                <a:spcBef>
                  <a:spcPts val="707"/>
                </a:spcBef>
              </a:pPr>
              <a:r>
                <a:rPr sz="1451" b="1" spc="-14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第一趟：散列子表。</a:t>
              </a:r>
              <a:endParaRPr sz="1451" dirty="0">
                <a:latin typeface="Lantinghei SC Heavy"/>
                <a:cs typeface="Lantinghei SC Heavy"/>
              </a:endParaRPr>
            </a:p>
            <a:p>
              <a:pPr marL="34549" marR="27639" algn="ctr">
                <a:spcBef>
                  <a:spcPts val="621"/>
                </a:spcBef>
              </a:pPr>
              <a:r>
                <a:rPr sz="1451" b="1" spc="-41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用散列函数</a:t>
              </a:r>
              <a:r>
                <a:rPr sz="1451" b="1" spc="-54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h</a:t>
              </a:r>
              <a:r>
                <a:rPr lang="en-US" sz="1496" b="1" spc="-81" baseline="-20202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1</a:t>
              </a:r>
              <a:r>
                <a:rPr sz="1451" b="1" spc="-18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将原始关系划</a:t>
              </a:r>
              <a:r>
                <a:rPr sz="1451" b="1" spc="-41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分成</a:t>
              </a:r>
              <a:r>
                <a:rPr sz="1451" b="1" spc="-36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M-</a:t>
              </a:r>
              <a:r>
                <a:rPr sz="1451" b="1" spc="-27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1</a:t>
              </a:r>
              <a:r>
                <a:rPr sz="1451" b="1" spc="-45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个子表，并存储</a:t>
              </a:r>
              <a:endParaRPr sz="1451" dirty="0">
                <a:latin typeface="Lantinghei SC Heavy"/>
                <a:cs typeface="Lantinghei SC Heavy"/>
              </a:endParaRPr>
            </a:p>
          </p:txBody>
        </p: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5D34111B-E017-4EC5-B23F-C336A125AC33}"/>
                </a:ext>
              </a:extLst>
            </p:cNvPr>
            <p:cNvGrpSpPr/>
            <p:nvPr/>
          </p:nvGrpSpPr>
          <p:grpSpPr>
            <a:xfrm>
              <a:off x="2268084" y="4280636"/>
              <a:ext cx="2456442" cy="1217281"/>
              <a:chOff x="2268084" y="4280636"/>
              <a:chExt cx="2456442" cy="1217281"/>
            </a:xfrm>
          </p:grpSpPr>
          <p:sp>
            <p:nvSpPr>
              <p:cNvPr id="151" name="object 151"/>
              <p:cNvSpPr/>
              <p:nvPr/>
            </p:nvSpPr>
            <p:spPr>
              <a:xfrm>
                <a:off x="2268084" y="4280636"/>
                <a:ext cx="2456442" cy="1217281"/>
              </a:xfrm>
              <a:custGeom>
                <a:avLst/>
                <a:gdLst/>
                <a:ahLst/>
                <a:cxnLst/>
                <a:rect l="l" t="t" r="r" b="b"/>
                <a:pathLst>
                  <a:path w="2708910" h="1342389">
                    <a:moveTo>
                      <a:pt x="2708910" y="1117853"/>
                    </a:moveTo>
                    <a:lnTo>
                      <a:pt x="2708910" y="224027"/>
                    </a:lnTo>
                    <a:lnTo>
                      <a:pt x="2704346" y="178959"/>
                    </a:lnTo>
                    <a:lnTo>
                      <a:pt x="2691264" y="136945"/>
                    </a:lnTo>
                    <a:lnTo>
                      <a:pt x="2670574" y="98896"/>
                    </a:lnTo>
                    <a:lnTo>
                      <a:pt x="2643187" y="65722"/>
                    </a:lnTo>
                    <a:lnTo>
                      <a:pt x="2610013" y="38335"/>
                    </a:lnTo>
                    <a:lnTo>
                      <a:pt x="2571964" y="17645"/>
                    </a:lnTo>
                    <a:lnTo>
                      <a:pt x="2529950" y="4563"/>
                    </a:lnTo>
                    <a:lnTo>
                      <a:pt x="2484882" y="0"/>
                    </a:lnTo>
                    <a:lnTo>
                      <a:pt x="224028" y="0"/>
                    </a:lnTo>
                    <a:lnTo>
                      <a:pt x="178959" y="4563"/>
                    </a:lnTo>
                    <a:lnTo>
                      <a:pt x="136945" y="17645"/>
                    </a:lnTo>
                    <a:lnTo>
                      <a:pt x="98896" y="38335"/>
                    </a:lnTo>
                    <a:lnTo>
                      <a:pt x="65722" y="65722"/>
                    </a:lnTo>
                    <a:lnTo>
                      <a:pt x="38335" y="98896"/>
                    </a:lnTo>
                    <a:lnTo>
                      <a:pt x="17645" y="136945"/>
                    </a:lnTo>
                    <a:lnTo>
                      <a:pt x="4563" y="178959"/>
                    </a:lnTo>
                    <a:lnTo>
                      <a:pt x="0" y="224028"/>
                    </a:lnTo>
                    <a:lnTo>
                      <a:pt x="0" y="1117854"/>
                    </a:lnTo>
                    <a:lnTo>
                      <a:pt x="4563" y="1163140"/>
                    </a:lnTo>
                    <a:lnTo>
                      <a:pt x="17645" y="1205257"/>
                    </a:lnTo>
                    <a:lnTo>
                      <a:pt x="38335" y="1243320"/>
                    </a:lnTo>
                    <a:lnTo>
                      <a:pt x="65722" y="1276445"/>
                    </a:lnTo>
                    <a:lnTo>
                      <a:pt x="98896" y="1303747"/>
                    </a:lnTo>
                    <a:lnTo>
                      <a:pt x="136945" y="1324344"/>
                    </a:lnTo>
                    <a:lnTo>
                      <a:pt x="178959" y="1337350"/>
                    </a:lnTo>
                    <a:lnTo>
                      <a:pt x="224028" y="1341882"/>
                    </a:lnTo>
                    <a:lnTo>
                      <a:pt x="2484882" y="1341881"/>
                    </a:lnTo>
                    <a:lnTo>
                      <a:pt x="2529950" y="1337350"/>
                    </a:lnTo>
                    <a:lnTo>
                      <a:pt x="2571964" y="1324344"/>
                    </a:lnTo>
                    <a:lnTo>
                      <a:pt x="2610013" y="1303747"/>
                    </a:lnTo>
                    <a:lnTo>
                      <a:pt x="2643187" y="1276445"/>
                    </a:lnTo>
                    <a:lnTo>
                      <a:pt x="2670574" y="1243320"/>
                    </a:lnTo>
                    <a:lnTo>
                      <a:pt x="2691264" y="1205257"/>
                    </a:lnTo>
                    <a:lnTo>
                      <a:pt x="2704346" y="1163140"/>
                    </a:lnTo>
                    <a:lnTo>
                      <a:pt x="2708910" y="1117853"/>
                    </a:lnTo>
                    <a:close/>
                  </a:path>
                </a:pathLst>
              </a:custGeom>
              <a:solidFill>
                <a:srgbClr val="B9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52" name="object 152"/>
              <p:cNvSpPr/>
              <p:nvPr/>
            </p:nvSpPr>
            <p:spPr>
              <a:xfrm>
                <a:off x="2390388" y="4380137"/>
                <a:ext cx="2208840" cy="1018048"/>
              </a:xfrm>
              <a:custGeom>
                <a:avLst/>
                <a:gdLst/>
                <a:ahLst/>
                <a:cxnLst/>
                <a:rect l="l" t="t" r="r" b="b"/>
                <a:pathLst>
                  <a:path w="2435860" h="1122679">
                    <a:moveTo>
                      <a:pt x="2435352" y="935735"/>
                    </a:moveTo>
                    <a:lnTo>
                      <a:pt x="2435352" y="187451"/>
                    </a:lnTo>
                    <a:lnTo>
                      <a:pt x="2428666" y="137583"/>
                    </a:lnTo>
                    <a:lnTo>
                      <a:pt x="2409810" y="92794"/>
                    </a:lnTo>
                    <a:lnTo>
                      <a:pt x="2380583" y="54863"/>
                    </a:lnTo>
                    <a:lnTo>
                      <a:pt x="2342783" y="25569"/>
                    </a:lnTo>
                    <a:lnTo>
                      <a:pt x="2298209" y="6688"/>
                    </a:lnTo>
                    <a:lnTo>
                      <a:pt x="2248662" y="0"/>
                    </a:lnTo>
                    <a:lnTo>
                      <a:pt x="187452" y="0"/>
                    </a:lnTo>
                    <a:lnTo>
                      <a:pt x="137583" y="6688"/>
                    </a:lnTo>
                    <a:lnTo>
                      <a:pt x="92794" y="25569"/>
                    </a:lnTo>
                    <a:lnTo>
                      <a:pt x="54864" y="54864"/>
                    </a:lnTo>
                    <a:lnTo>
                      <a:pt x="25569" y="92794"/>
                    </a:lnTo>
                    <a:lnTo>
                      <a:pt x="6688" y="137583"/>
                    </a:lnTo>
                    <a:lnTo>
                      <a:pt x="0" y="187452"/>
                    </a:lnTo>
                    <a:lnTo>
                      <a:pt x="0" y="935736"/>
                    </a:lnTo>
                    <a:lnTo>
                      <a:pt x="6688" y="985283"/>
                    </a:lnTo>
                    <a:lnTo>
                      <a:pt x="25569" y="1029857"/>
                    </a:lnTo>
                    <a:lnTo>
                      <a:pt x="54864" y="1067657"/>
                    </a:lnTo>
                    <a:lnTo>
                      <a:pt x="92794" y="1096884"/>
                    </a:lnTo>
                    <a:lnTo>
                      <a:pt x="137583" y="1115740"/>
                    </a:lnTo>
                    <a:lnTo>
                      <a:pt x="187452" y="1122426"/>
                    </a:lnTo>
                    <a:lnTo>
                      <a:pt x="2248662" y="1122425"/>
                    </a:lnTo>
                    <a:lnTo>
                      <a:pt x="2298209" y="1115740"/>
                    </a:lnTo>
                    <a:lnTo>
                      <a:pt x="2342783" y="1096884"/>
                    </a:lnTo>
                    <a:lnTo>
                      <a:pt x="2380583" y="1067657"/>
                    </a:lnTo>
                    <a:lnTo>
                      <a:pt x="2409810" y="1029857"/>
                    </a:lnTo>
                    <a:lnTo>
                      <a:pt x="2428666" y="985283"/>
                    </a:lnTo>
                    <a:lnTo>
                      <a:pt x="2435352" y="935735"/>
                    </a:lnTo>
                    <a:close/>
                  </a:path>
                </a:pathLst>
              </a:custGeom>
              <a:solidFill>
                <a:srgbClr val="FFFF66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53" name="object 153"/>
              <p:cNvSpPr/>
              <p:nvPr/>
            </p:nvSpPr>
            <p:spPr>
              <a:xfrm>
                <a:off x="2390388" y="4380137"/>
                <a:ext cx="2208840" cy="1018048"/>
              </a:xfrm>
              <a:custGeom>
                <a:avLst/>
                <a:gdLst/>
                <a:ahLst/>
                <a:cxnLst/>
                <a:rect l="l" t="t" r="r" b="b"/>
                <a:pathLst>
                  <a:path w="2435860" h="1122679">
                    <a:moveTo>
                      <a:pt x="187452" y="0"/>
                    </a:moveTo>
                    <a:lnTo>
                      <a:pt x="137583" y="6688"/>
                    </a:lnTo>
                    <a:lnTo>
                      <a:pt x="92794" y="25569"/>
                    </a:lnTo>
                    <a:lnTo>
                      <a:pt x="54864" y="54864"/>
                    </a:lnTo>
                    <a:lnTo>
                      <a:pt x="25569" y="92794"/>
                    </a:lnTo>
                    <a:lnTo>
                      <a:pt x="6688" y="137583"/>
                    </a:lnTo>
                    <a:lnTo>
                      <a:pt x="0" y="187452"/>
                    </a:lnTo>
                    <a:lnTo>
                      <a:pt x="0" y="935736"/>
                    </a:lnTo>
                    <a:lnTo>
                      <a:pt x="6688" y="985283"/>
                    </a:lnTo>
                    <a:lnTo>
                      <a:pt x="25569" y="1029857"/>
                    </a:lnTo>
                    <a:lnTo>
                      <a:pt x="54864" y="1067657"/>
                    </a:lnTo>
                    <a:lnTo>
                      <a:pt x="92794" y="1096884"/>
                    </a:lnTo>
                    <a:lnTo>
                      <a:pt x="137583" y="1115740"/>
                    </a:lnTo>
                    <a:lnTo>
                      <a:pt x="187452" y="1122426"/>
                    </a:lnTo>
                    <a:lnTo>
                      <a:pt x="2248662" y="1122425"/>
                    </a:lnTo>
                    <a:lnTo>
                      <a:pt x="2298209" y="1115740"/>
                    </a:lnTo>
                    <a:lnTo>
                      <a:pt x="2342783" y="1096884"/>
                    </a:lnTo>
                    <a:lnTo>
                      <a:pt x="2380583" y="1067657"/>
                    </a:lnTo>
                    <a:lnTo>
                      <a:pt x="2409810" y="1029857"/>
                    </a:lnTo>
                    <a:lnTo>
                      <a:pt x="2428666" y="985283"/>
                    </a:lnTo>
                    <a:lnTo>
                      <a:pt x="2435352" y="935735"/>
                    </a:lnTo>
                    <a:lnTo>
                      <a:pt x="2435352" y="187451"/>
                    </a:lnTo>
                    <a:lnTo>
                      <a:pt x="2428666" y="137583"/>
                    </a:lnTo>
                    <a:lnTo>
                      <a:pt x="2409810" y="92794"/>
                    </a:lnTo>
                    <a:lnTo>
                      <a:pt x="2380583" y="54863"/>
                    </a:lnTo>
                    <a:lnTo>
                      <a:pt x="2342783" y="25569"/>
                    </a:lnTo>
                    <a:lnTo>
                      <a:pt x="2298209" y="6688"/>
                    </a:lnTo>
                    <a:lnTo>
                      <a:pt x="2248662" y="0"/>
                    </a:lnTo>
                    <a:lnTo>
                      <a:pt x="187452" y="0"/>
                    </a:lnTo>
                    <a:close/>
                  </a:path>
                </a:pathLst>
              </a:custGeom>
              <a:ln w="28575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  <p:sp>
          <p:nvSpPr>
            <p:cNvPr id="154" name="object 154"/>
            <p:cNvSpPr txBox="1"/>
            <p:nvPr/>
          </p:nvSpPr>
          <p:spPr>
            <a:xfrm>
              <a:off x="2330270" y="4312241"/>
              <a:ext cx="2281393" cy="1060133"/>
            </a:xfrm>
            <a:prstGeom prst="rect">
              <a:avLst/>
            </a:prstGeom>
          </p:spPr>
          <p:txBody>
            <a:bodyPr vert="horz" wrap="square" lIns="0" tIns="89252" rIns="0" bIns="0" rtlCol="0">
              <a:spAutoFit/>
            </a:bodyPr>
            <a:lstStyle/>
            <a:p>
              <a:pPr marL="223416">
                <a:spcBef>
                  <a:spcPts val="703"/>
                </a:spcBef>
              </a:pPr>
              <a:r>
                <a:rPr sz="1451" b="1" spc="-14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第二趟：处理每个子表</a:t>
              </a:r>
              <a:endParaRPr sz="1451" dirty="0">
                <a:latin typeface="Lantinghei SC Heavy"/>
                <a:cs typeface="Lantinghei SC Heavy"/>
              </a:endParaRPr>
            </a:p>
            <a:p>
              <a:pPr marL="34549" marR="27639" algn="just">
                <a:spcBef>
                  <a:spcPts val="617"/>
                </a:spcBef>
              </a:pPr>
              <a:r>
                <a:rPr sz="1451" b="1" spc="-41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用另一散列函数</a:t>
              </a:r>
              <a:r>
                <a:rPr sz="1451" b="1" spc="-73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h</a:t>
              </a:r>
              <a:r>
                <a:rPr lang="en-US" sz="1496" b="1" spc="-109" baseline="-20202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2</a:t>
              </a:r>
              <a:r>
                <a:rPr sz="1451" b="1" spc="-18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将子表读</a:t>
              </a:r>
              <a:r>
                <a:rPr sz="1451" b="1" spc="-14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入内存并建立内存结构，进</a:t>
              </a:r>
              <a:r>
                <a:rPr sz="1451" b="1" spc="-18" dirty="0">
                  <a:solidFill>
                    <a:srgbClr val="3333CC"/>
                  </a:solidFill>
                  <a:latin typeface="Lantinghei SC Heavy"/>
                  <a:cs typeface="Lantinghei SC Heavy"/>
                </a:rPr>
                <a:t>行不同操作的处理</a:t>
              </a:r>
              <a:endParaRPr sz="1451" dirty="0">
                <a:latin typeface="Lantinghei SC Heavy"/>
                <a:cs typeface="Lantinghei SC Heavy"/>
              </a:endParaRPr>
            </a:p>
          </p:txBody>
        </p: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17297FBA-7C82-BC3C-E1F2-D471FDADEF92}"/>
                </a:ext>
              </a:extLst>
            </p:cNvPr>
            <p:cNvGrpSpPr/>
            <p:nvPr/>
          </p:nvGrpSpPr>
          <p:grpSpPr>
            <a:xfrm>
              <a:off x="3320450" y="3490842"/>
              <a:ext cx="414590" cy="788872"/>
              <a:chOff x="3320450" y="3490842"/>
              <a:chExt cx="414590" cy="788872"/>
            </a:xfrm>
          </p:grpSpPr>
          <p:sp>
            <p:nvSpPr>
              <p:cNvPr id="156" name="object 156"/>
              <p:cNvSpPr/>
              <p:nvPr/>
            </p:nvSpPr>
            <p:spPr>
              <a:xfrm>
                <a:off x="3320450" y="3490842"/>
                <a:ext cx="414590" cy="788872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869950">
                    <a:moveTo>
                      <a:pt x="457200" y="652272"/>
                    </a:moveTo>
                    <a:lnTo>
                      <a:pt x="342900" y="652272"/>
                    </a:lnTo>
                    <a:lnTo>
                      <a:pt x="342899" y="0"/>
                    </a:lnTo>
                    <a:lnTo>
                      <a:pt x="114299" y="0"/>
                    </a:lnTo>
                    <a:lnTo>
                      <a:pt x="114300" y="652272"/>
                    </a:lnTo>
                    <a:lnTo>
                      <a:pt x="0" y="652272"/>
                    </a:lnTo>
                    <a:lnTo>
                      <a:pt x="228600" y="869442"/>
                    </a:lnTo>
                    <a:lnTo>
                      <a:pt x="457200" y="65227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  <p:sp>
            <p:nvSpPr>
              <p:cNvPr id="157" name="object 157"/>
              <p:cNvSpPr/>
              <p:nvPr/>
            </p:nvSpPr>
            <p:spPr>
              <a:xfrm>
                <a:off x="3320450" y="3490842"/>
                <a:ext cx="414590" cy="788872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869950">
                    <a:moveTo>
                      <a:pt x="0" y="652272"/>
                    </a:moveTo>
                    <a:lnTo>
                      <a:pt x="114300" y="652272"/>
                    </a:lnTo>
                    <a:lnTo>
                      <a:pt x="114299" y="0"/>
                    </a:lnTo>
                    <a:lnTo>
                      <a:pt x="342899" y="0"/>
                    </a:lnTo>
                    <a:lnTo>
                      <a:pt x="342900" y="652272"/>
                    </a:lnTo>
                    <a:lnTo>
                      <a:pt x="457200" y="652272"/>
                    </a:lnTo>
                    <a:lnTo>
                      <a:pt x="228600" y="869442"/>
                    </a:lnTo>
                    <a:lnTo>
                      <a:pt x="0" y="652272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2"/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B5CE6212-FF27-7EED-2CE0-FAB338B7A0A8}"/>
              </a:ext>
            </a:extLst>
          </p:cNvPr>
          <p:cNvGrpSpPr/>
          <p:nvPr/>
        </p:nvGrpSpPr>
        <p:grpSpPr>
          <a:xfrm>
            <a:off x="1193176" y="307103"/>
            <a:ext cx="9805647" cy="6243794"/>
            <a:chOff x="961481" y="368879"/>
            <a:chExt cx="9805647" cy="6243794"/>
          </a:xfrm>
        </p:grpSpPr>
        <p:graphicFrame>
          <p:nvGraphicFramePr>
            <p:cNvPr id="52" name="图示 51">
              <a:extLst>
                <a:ext uri="{FF2B5EF4-FFF2-40B4-BE49-F238E27FC236}">
                  <a16:creationId xmlns:a16="http://schemas.microsoft.com/office/drawing/2014/main" id="{2E13C5F0-539A-E269-B91C-72D00E80F7F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72545547"/>
                </p:ext>
              </p:extLst>
            </p:nvPr>
          </p:nvGraphicFramePr>
          <p:xfrm>
            <a:off x="961481" y="892099"/>
            <a:ext cx="4257289" cy="572057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161F06A5-B941-B928-8060-768BEC6D2A13}"/>
                </a:ext>
              </a:extLst>
            </p:cNvPr>
            <p:cNvSpPr txBox="1"/>
            <p:nvPr/>
          </p:nvSpPr>
          <p:spPr>
            <a:xfrm>
              <a:off x="1882102" y="368879"/>
              <a:ext cx="24160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dirty="0"/>
                <a:t>逻辑查询优化</a:t>
              </a:r>
            </a:p>
          </p:txBody>
        </p:sp>
        <p:graphicFrame>
          <p:nvGraphicFramePr>
            <p:cNvPr id="54" name="图示 53">
              <a:extLst>
                <a:ext uri="{FF2B5EF4-FFF2-40B4-BE49-F238E27FC236}">
                  <a16:creationId xmlns:a16="http://schemas.microsoft.com/office/drawing/2014/main" id="{ACB9DF0C-D902-578B-ED55-4C13037F229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70497945"/>
                </p:ext>
              </p:extLst>
            </p:nvPr>
          </p:nvGraphicFramePr>
          <p:xfrm>
            <a:off x="5920990" y="981307"/>
            <a:ext cx="3324304" cy="563136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6D27F17B-6B86-E3E2-C6FB-04AA88BFAAFE}"/>
                </a:ext>
              </a:extLst>
            </p:cNvPr>
            <p:cNvSpPr txBox="1"/>
            <p:nvPr/>
          </p:nvSpPr>
          <p:spPr>
            <a:xfrm>
              <a:off x="6375119" y="368879"/>
              <a:ext cx="24160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dirty="0"/>
                <a:t>物理查询优化</a:t>
              </a:r>
            </a:p>
          </p:txBody>
        </p:sp>
        <p:sp>
          <p:nvSpPr>
            <p:cNvPr id="56" name="左箭头标注 55">
              <a:extLst>
                <a:ext uri="{FF2B5EF4-FFF2-40B4-BE49-F238E27FC236}">
                  <a16:creationId xmlns:a16="http://schemas.microsoft.com/office/drawing/2014/main" id="{B8604A4A-A4CB-E988-726A-119799BB7EA8}"/>
                </a:ext>
              </a:extLst>
            </p:cNvPr>
            <p:cNvSpPr/>
            <p:nvPr/>
          </p:nvSpPr>
          <p:spPr>
            <a:xfrm>
              <a:off x="8949479" y="1773044"/>
              <a:ext cx="1817649" cy="2509025"/>
            </a:xfrm>
            <a:prstGeom prst="leftArrowCallou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同一个关系操作，对应多个执行程序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3F439-13E5-6E7C-415C-80C18AB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171D4FE3-71BE-5F39-F54E-56C3D4AE1022}"/>
              </a:ext>
            </a:extLst>
          </p:cNvPr>
          <p:cNvGrpSpPr/>
          <p:nvPr/>
        </p:nvGrpSpPr>
        <p:grpSpPr>
          <a:xfrm>
            <a:off x="-2922254" y="347872"/>
            <a:ext cx="21868022" cy="6162256"/>
            <a:chOff x="-417593" y="44234"/>
            <a:chExt cx="21868022" cy="6162256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FE0232E8-F35F-F814-CF29-61DCD4183D6D}"/>
                </a:ext>
              </a:extLst>
            </p:cNvPr>
            <p:cNvSpPr txBox="1"/>
            <p:nvPr/>
          </p:nvSpPr>
          <p:spPr>
            <a:xfrm>
              <a:off x="9810132" y="44234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3600" dirty="0">
                  <a:latin typeface="SimHei" panose="02010609060101010101" pitchFamily="49" charset="-122"/>
                  <a:ea typeface="SimHei" panose="02010609060101010101" pitchFamily="49" charset="-122"/>
                </a:rPr>
                <a:t>语法优化</a:t>
              </a:r>
            </a:p>
          </p:txBody>
        </p:sp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4FD4A05-64E1-ABD3-1223-75EB95BFEB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9573" y="1617101"/>
              <a:ext cx="2121407" cy="3172967"/>
            </a:xfrm>
            <a:prstGeom prst="rect">
              <a:avLst/>
            </a:prstGeom>
          </p:spPr>
        </p:pic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30B76116-DC6A-47AC-701F-6C0CF35D339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417593" y="1496275"/>
              <a:ext cx="2313432" cy="3506723"/>
            </a:xfrm>
            <a:prstGeom prst="rect">
              <a:avLst/>
            </a:prstGeom>
          </p:spPr>
        </p:pic>
        <p:sp>
          <p:nvSpPr>
            <p:cNvPr id="6" name="右箭头 5">
              <a:extLst>
                <a:ext uri="{FF2B5EF4-FFF2-40B4-BE49-F238E27FC236}">
                  <a16:creationId xmlns:a16="http://schemas.microsoft.com/office/drawing/2014/main" id="{5E3683BC-5059-3B95-7C2B-435B7A88A333}"/>
                </a:ext>
              </a:extLst>
            </p:cNvPr>
            <p:cNvSpPr/>
            <p:nvPr/>
          </p:nvSpPr>
          <p:spPr>
            <a:xfrm>
              <a:off x="1704201" y="2866293"/>
              <a:ext cx="1097011" cy="61897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第二步</a:t>
              </a:r>
            </a:p>
          </p:txBody>
        </p:sp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48C8FB6D-9E63-4087-23E1-4F10A71DED2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0" y="1237624"/>
              <a:ext cx="3092957" cy="3552444"/>
            </a:xfrm>
            <a:prstGeom prst="rect">
              <a:avLst/>
            </a:prstGeom>
          </p:spPr>
        </p:pic>
        <p:sp>
          <p:nvSpPr>
            <p:cNvPr id="8" name="右箭头 7">
              <a:extLst>
                <a:ext uri="{FF2B5EF4-FFF2-40B4-BE49-F238E27FC236}">
                  <a16:creationId xmlns:a16="http://schemas.microsoft.com/office/drawing/2014/main" id="{38545094-DF73-E169-B225-EE7DB7C5CF6B}"/>
                </a:ext>
              </a:extLst>
            </p:cNvPr>
            <p:cNvSpPr/>
            <p:nvPr/>
          </p:nvSpPr>
          <p:spPr>
            <a:xfrm>
              <a:off x="5111837" y="2894095"/>
              <a:ext cx="1097011" cy="61897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第三步</a:t>
              </a:r>
            </a:p>
          </p:txBody>
        </p:sp>
        <p:grpSp>
          <p:nvGrpSpPr>
            <p:cNvPr id="9" name="object 3">
              <a:extLst>
                <a:ext uri="{FF2B5EF4-FFF2-40B4-BE49-F238E27FC236}">
                  <a16:creationId xmlns:a16="http://schemas.microsoft.com/office/drawing/2014/main" id="{0E235924-E112-5A7E-F0C8-D4351033EA30}"/>
                </a:ext>
              </a:extLst>
            </p:cNvPr>
            <p:cNvGrpSpPr/>
            <p:nvPr/>
          </p:nvGrpSpPr>
          <p:grpSpPr>
            <a:xfrm>
              <a:off x="10231181" y="1200364"/>
              <a:ext cx="4101465" cy="3834129"/>
              <a:chOff x="5439803" y="2684526"/>
              <a:chExt cx="4101465" cy="3834129"/>
            </a:xfrm>
          </p:grpSpPr>
          <p:pic>
            <p:nvPicPr>
              <p:cNvPr id="10" name="object 4">
                <a:extLst>
                  <a:ext uri="{FF2B5EF4-FFF2-40B4-BE49-F238E27FC236}">
                    <a16:creationId xmlns:a16="http://schemas.microsoft.com/office/drawing/2014/main" id="{482BD32E-F415-0376-51BB-85B2B2A7DBD8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439803" y="2684526"/>
                <a:ext cx="4101084" cy="3833621"/>
              </a:xfrm>
              <a:prstGeom prst="rect">
                <a:avLst/>
              </a:prstGeom>
            </p:spPr>
          </p:pic>
          <p:sp>
            <p:nvSpPr>
              <p:cNvPr id="11" name="object 5">
                <a:extLst>
                  <a:ext uri="{FF2B5EF4-FFF2-40B4-BE49-F238E27FC236}">
                    <a16:creationId xmlns:a16="http://schemas.microsoft.com/office/drawing/2014/main" id="{7294C06F-35DD-FC25-7F76-1987AC84C4B9}"/>
                  </a:ext>
                </a:extLst>
              </p:cNvPr>
              <p:cNvSpPr/>
              <p:nvPr/>
            </p:nvSpPr>
            <p:spPr>
              <a:xfrm>
                <a:off x="6024257" y="6483477"/>
                <a:ext cx="101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160">
                    <a:moveTo>
                      <a:pt x="0" y="0"/>
                    </a:moveTo>
                    <a:lnTo>
                      <a:pt x="9905" y="0"/>
                    </a:lnTo>
                  </a:path>
                </a:pathLst>
              </a:custGeom>
              <a:ln w="9905">
                <a:solidFill>
                  <a:srgbClr val="FDE1E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右箭头 11">
              <a:extLst>
                <a:ext uri="{FF2B5EF4-FFF2-40B4-BE49-F238E27FC236}">
                  <a16:creationId xmlns:a16="http://schemas.microsoft.com/office/drawing/2014/main" id="{110F69D0-E4EA-BEDC-EA66-63DF16D313D6}"/>
                </a:ext>
              </a:extLst>
            </p:cNvPr>
            <p:cNvSpPr/>
            <p:nvPr/>
          </p:nvSpPr>
          <p:spPr>
            <a:xfrm>
              <a:off x="9188957" y="2866293"/>
              <a:ext cx="1097011" cy="61897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第四步</a:t>
              </a:r>
            </a:p>
          </p:txBody>
        </p:sp>
        <p:sp>
          <p:nvSpPr>
            <p:cNvPr id="13" name="右箭头 12">
              <a:extLst>
                <a:ext uri="{FF2B5EF4-FFF2-40B4-BE49-F238E27FC236}">
                  <a16:creationId xmlns:a16="http://schemas.microsoft.com/office/drawing/2014/main" id="{B80FB67F-5B3A-9B8D-05DB-12BF8CFEB304}"/>
                </a:ext>
              </a:extLst>
            </p:cNvPr>
            <p:cNvSpPr/>
            <p:nvPr/>
          </p:nvSpPr>
          <p:spPr>
            <a:xfrm>
              <a:off x="14544190" y="2720110"/>
              <a:ext cx="1097011" cy="61897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第五步</a:t>
              </a: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B6C9C7C-A56B-263C-269C-2835DC0F8B3F}"/>
                </a:ext>
              </a:extLst>
            </p:cNvPr>
            <p:cNvGrpSpPr/>
            <p:nvPr/>
          </p:nvGrpSpPr>
          <p:grpSpPr>
            <a:xfrm>
              <a:off x="15641201" y="651510"/>
              <a:ext cx="5809228" cy="5554980"/>
              <a:chOff x="3823601" y="1458467"/>
              <a:chExt cx="5809228" cy="5554980"/>
            </a:xfrm>
          </p:grpSpPr>
          <p:sp>
            <p:nvSpPr>
              <p:cNvPr id="15" name="object 7">
                <a:extLst>
                  <a:ext uri="{FF2B5EF4-FFF2-40B4-BE49-F238E27FC236}">
                    <a16:creationId xmlns:a16="http://schemas.microsoft.com/office/drawing/2014/main" id="{2F7AA5B1-963A-D4D3-57FE-9CA932D97725}"/>
                  </a:ext>
                </a:extLst>
              </p:cNvPr>
              <p:cNvSpPr/>
              <p:nvPr/>
            </p:nvSpPr>
            <p:spPr>
              <a:xfrm>
                <a:off x="6034163" y="1458467"/>
                <a:ext cx="3402329" cy="2773680"/>
              </a:xfrm>
              <a:custGeom>
                <a:avLst/>
                <a:gdLst/>
                <a:ahLst/>
                <a:cxnLst/>
                <a:rect l="l" t="t" r="r" b="b"/>
                <a:pathLst>
                  <a:path w="3402329" h="2773679">
                    <a:moveTo>
                      <a:pt x="1700784" y="0"/>
                    </a:moveTo>
                    <a:lnTo>
                      <a:pt x="1647795" y="660"/>
                    </a:lnTo>
                    <a:lnTo>
                      <a:pt x="1595212" y="2627"/>
                    </a:lnTo>
                    <a:lnTo>
                      <a:pt x="1543056" y="5882"/>
                    </a:lnTo>
                    <a:lnTo>
                      <a:pt x="1491351" y="10407"/>
                    </a:lnTo>
                    <a:lnTo>
                      <a:pt x="1440122" y="16181"/>
                    </a:lnTo>
                    <a:lnTo>
                      <a:pt x="1389390" y="23186"/>
                    </a:lnTo>
                    <a:lnTo>
                      <a:pt x="1339181" y="31402"/>
                    </a:lnTo>
                    <a:lnTo>
                      <a:pt x="1289517" y="40810"/>
                    </a:lnTo>
                    <a:lnTo>
                      <a:pt x="1240422" y="51391"/>
                    </a:lnTo>
                    <a:lnTo>
                      <a:pt x="1191919" y="63126"/>
                    </a:lnTo>
                    <a:lnTo>
                      <a:pt x="1144032" y="75996"/>
                    </a:lnTo>
                    <a:lnTo>
                      <a:pt x="1096784" y="89981"/>
                    </a:lnTo>
                    <a:lnTo>
                      <a:pt x="1050200" y="105062"/>
                    </a:lnTo>
                    <a:lnTo>
                      <a:pt x="1004301" y="121220"/>
                    </a:lnTo>
                    <a:lnTo>
                      <a:pt x="959112" y="138436"/>
                    </a:lnTo>
                    <a:lnTo>
                      <a:pt x="914657" y="156690"/>
                    </a:lnTo>
                    <a:lnTo>
                      <a:pt x="870958" y="175964"/>
                    </a:lnTo>
                    <a:lnTo>
                      <a:pt x="828040" y="196239"/>
                    </a:lnTo>
                    <a:lnTo>
                      <a:pt x="785925" y="217494"/>
                    </a:lnTo>
                    <a:lnTo>
                      <a:pt x="744638" y="239711"/>
                    </a:lnTo>
                    <a:lnTo>
                      <a:pt x="704201" y="262871"/>
                    </a:lnTo>
                    <a:lnTo>
                      <a:pt x="664639" y="286954"/>
                    </a:lnTo>
                    <a:lnTo>
                      <a:pt x="625974" y="311941"/>
                    </a:lnTo>
                    <a:lnTo>
                      <a:pt x="588231" y="337813"/>
                    </a:lnTo>
                    <a:lnTo>
                      <a:pt x="551432" y="364552"/>
                    </a:lnTo>
                    <a:lnTo>
                      <a:pt x="515602" y="392137"/>
                    </a:lnTo>
                    <a:lnTo>
                      <a:pt x="480763" y="420549"/>
                    </a:lnTo>
                    <a:lnTo>
                      <a:pt x="446939" y="449770"/>
                    </a:lnTo>
                    <a:lnTo>
                      <a:pt x="414155" y="479780"/>
                    </a:lnTo>
                    <a:lnTo>
                      <a:pt x="382432" y="510560"/>
                    </a:lnTo>
                    <a:lnTo>
                      <a:pt x="351795" y="542090"/>
                    </a:lnTo>
                    <a:lnTo>
                      <a:pt x="322267" y="574352"/>
                    </a:lnTo>
                    <a:lnTo>
                      <a:pt x="293872" y="607326"/>
                    </a:lnTo>
                    <a:lnTo>
                      <a:pt x="266632" y="640994"/>
                    </a:lnTo>
                    <a:lnTo>
                      <a:pt x="240573" y="675335"/>
                    </a:lnTo>
                    <a:lnTo>
                      <a:pt x="215717" y="710331"/>
                    </a:lnTo>
                    <a:lnTo>
                      <a:pt x="192087" y="745962"/>
                    </a:lnTo>
                    <a:lnTo>
                      <a:pt x="169707" y="782210"/>
                    </a:lnTo>
                    <a:lnTo>
                      <a:pt x="148601" y="819056"/>
                    </a:lnTo>
                    <a:lnTo>
                      <a:pt x="128792" y="856479"/>
                    </a:lnTo>
                    <a:lnTo>
                      <a:pt x="110304" y="894460"/>
                    </a:lnTo>
                    <a:lnTo>
                      <a:pt x="93160" y="932982"/>
                    </a:lnTo>
                    <a:lnTo>
                      <a:pt x="77383" y="972024"/>
                    </a:lnTo>
                    <a:lnTo>
                      <a:pt x="62997" y="1011566"/>
                    </a:lnTo>
                    <a:lnTo>
                      <a:pt x="50026" y="1051591"/>
                    </a:lnTo>
                    <a:lnTo>
                      <a:pt x="38493" y="1092079"/>
                    </a:lnTo>
                    <a:lnTo>
                      <a:pt x="28421" y="1133011"/>
                    </a:lnTo>
                    <a:lnTo>
                      <a:pt x="19835" y="1174366"/>
                    </a:lnTo>
                    <a:lnTo>
                      <a:pt x="12757" y="1216127"/>
                    </a:lnTo>
                    <a:lnTo>
                      <a:pt x="7211" y="1258274"/>
                    </a:lnTo>
                    <a:lnTo>
                      <a:pt x="3220" y="1300788"/>
                    </a:lnTo>
                    <a:lnTo>
                      <a:pt x="809" y="1343650"/>
                    </a:lnTo>
                    <a:lnTo>
                      <a:pt x="0" y="1386839"/>
                    </a:lnTo>
                    <a:lnTo>
                      <a:pt x="809" y="1430029"/>
                    </a:lnTo>
                    <a:lnTo>
                      <a:pt x="3220" y="1472891"/>
                    </a:lnTo>
                    <a:lnTo>
                      <a:pt x="7211" y="1515405"/>
                    </a:lnTo>
                    <a:lnTo>
                      <a:pt x="12757" y="1557552"/>
                    </a:lnTo>
                    <a:lnTo>
                      <a:pt x="19835" y="1599313"/>
                    </a:lnTo>
                    <a:lnTo>
                      <a:pt x="28421" y="1640668"/>
                    </a:lnTo>
                    <a:lnTo>
                      <a:pt x="38493" y="1681600"/>
                    </a:lnTo>
                    <a:lnTo>
                      <a:pt x="50026" y="1722088"/>
                    </a:lnTo>
                    <a:lnTo>
                      <a:pt x="62997" y="1762113"/>
                    </a:lnTo>
                    <a:lnTo>
                      <a:pt x="77383" y="1801655"/>
                    </a:lnTo>
                    <a:lnTo>
                      <a:pt x="93160" y="1840697"/>
                    </a:lnTo>
                    <a:lnTo>
                      <a:pt x="110304" y="1879219"/>
                    </a:lnTo>
                    <a:lnTo>
                      <a:pt x="128792" y="1917200"/>
                    </a:lnTo>
                    <a:lnTo>
                      <a:pt x="148601" y="1954623"/>
                    </a:lnTo>
                    <a:lnTo>
                      <a:pt x="169707" y="1991469"/>
                    </a:lnTo>
                    <a:lnTo>
                      <a:pt x="192087" y="2027717"/>
                    </a:lnTo>
                    <a:lnTo>
                      <a:pt x="215717" y="2063348"/>
                    </a:lnTo>
                    <a:lnTo>
                      <a:pt x="240573" y="2098344"/>
                    </a:lnTo>
                    <a:lnTo>
                      <a:pt x="266632" y="2132685"/>
                    </a:lnTo>
                    <a:lnTo>
                      <a:pt x="293872" y="2166353"/>
                    </a:lnTo>
                    <a:lnTo>
                      <a:pt x="322267" y="2199327"/>
                    </a:lnTo>
                    <a:lnTo>
                      <a:pt x="351795" y="2231589"/>
                    </a:lnTo>
                    <a:lnTo>
                      <a:pt x="382432" y="2263119"/>
                    </a:lnTo>
                    <a:lnTo>
                      <a:pt x="414155" y="2293899"/>
                    </a:lnTo>
                    <a:lnTo>
                      <a:pt x="446939" y="2323909"/>
                    </a:lnTo>
                    <a:lnTo>
                      <a:pt x="480763" y="2353130"/>
                    </a:lnTo>
                    <a:lnTo>
                      <a:pt x="515602" y="2381542"/>
                    </a:lnTo>
                    <a:lnTo>
                      <a:pt x="551432" y="2409127"/>
                    </a:lnTo>
                    <a:lnTo>
                      <a:pt x="588231" y="2435866"/>
                    </a:lnTo>
                    <a:lnTo>
                      <a:pt x="625974" y="2461738"/>
                    </a:lnTo>
                    <a:lnTo>
                      <a:pt x="664639" y="2486725"/>
                    </a:lnTo>
                    <a:lnTo>
                      <a:pt x="704201" y="2510808"/>
                    </a:lnTo>
                    <a:lnTo>
                      <a:pt x="744638" y="2533968"/>
                    </a:lnTo>
                    <a:lnTo>
                      <a:pt x="785925" y="2556185"/>
                    </a:lnTo>
                    <a:lnTo>
                      <a:pt x="828040" y="2577440"/>
                    </a:lnTo>
                    <a:lnTo>
                      <a:pt x="870958" y="2597715"/>
                    </a:lnTo>
                    <a:lnTo>
                      <a:pt x="914657" y="2616989"/>
                    </a:lnTo>
                    <a:lnTo>
                      <a:pt x="959112" y="2635243"/>
                    </a:lnTo>
                    <a:lnTo>
                      <a:pt x="1004301" y="2652459"/>
                    </a:lnTo>
                    <a:lnTo>
                      <a:pt x="1050200" y="2668617"/>
                    </a:lnTo>
                    <a:lnTo>
                      <a:pt x="1096784" y="2683698"/>
                    </a:lnTo>
                    <a:lnTo>
                      <a:pt x="1144032" y="2697683"/>
                    </a:lnTo>
                    <a:lnTo>
                      <a:pt x="1191919" y="2710553"/>
                    </a:lnTo>
                    <a:lnTo>
                      <a:pt x="1240422" y="2722288"/>
                    </a:lnTo>
                    <a:lnTo>
                      <a:pt x="1289517" y="2732869"/>
                    </a:lnTo>
                    <a:lnTo>
                      <a:pt x="1339181" y="2742277"/>
                    </a:lnTo>
                    <a:lnTo>
                      <a:pt x="1389390" y="2750493"/>
                    </a:lnTo>
                    <a:lnTo>
                      <a:pt x="1440122" y="2757498"/>
                    </a:lnTo>
                    <a:lnTo>
                      <a:pt x="1491351" y="2763272"/>
                    </a:lnTo>
                    <a:lnTo>
                      <a:pt x="1543056" y="2767797"/>
                    </a:lnTo>
                    <a:lnTo>
                      <a:pt x="1595212" y="2771052"/>
                    </a:lnTo>
                    <a:lnTo>
                      <a:pt x="1647795" y="2773019"/>
                    </a:lnTo>
                    <a:lnTo>
                      <a:pt x="1700784" y="2773679"/>
                    </a:lnTo>
                    <a:lnTo>
                      <a:pt x="1753772" y="2773019"/>
                    </a:lnTo>
                    <a:lnTo>
                      <a:pt x="1806357" y="2771052"/>
                    </a:lnTo>
                    <a:lnTo>
                      <a:pt x="1858516" y="2767797"/>
                    </a:lnTo>
                    <a:lnTo>
                      <a:pt x="1910226" y="2763272"/>
                    </a:lnTo>
                    <a:lnTo>
                      <a:pt x="1961462" y="2757498"/>
                    </a:lnTo>
                    <a:lnTo>
                      <a:pt x="2012200" y="2750493"/>
                    </a:lnTo>
                    <a:lnTo>
                      <a:pt x="2062419" y="2742277"/>
                    </a:lnTo>
                    <a:lnTo>
                      <a:pt x="2112093" y="2732869"/>
                    </a:lnTo>
                    <a:lnTo>
                      <a:pt x="2161199" y="2722288"/>
                    </a:lnTo>
                    <a:lnTo>
                      <a:pt x="2209714" y="2710553"/>
                    </a:lnTo>
                    <a:lnTo>
                      <a:pt x="2257615" y="2697683"/>
                    </a:lnTo>
                    <a:lnTo>
                      <a:pt x="2304877" y="2683698"/>
                    </a:lnTo>
                    <a:lnTo>
                      <a:pt x="2351477" y="2668617"/>
                    </a:lnTo>
                    <a:lnTo>
                      <a:pt x="2397392" y="2652459"/>
                    </a:lnTo>
                    <a:lnTo>
                      <a:pt x="2442598" y="2635243"/>
                    </a:lnTo>
                    <a:lnTo>
                      <a:pt x="2487071" y="2616989"/>
                    </a:lnTo>
                    <a:lnTo>
                      <a:pt x="2530788" y="2597715"/>
                    </a:lnTo>
                    <a:lnTo>
                      <a:pt x="2573725" y="2577440"/>
                    </a:lnTo>
                    <a:lnTo>
                      <a:pt x="2615860" y="2556185"/>
                    </a:lnTo>
                    <a:lnTo>
                      <a:pt x="2657167" y="2533968"/>
                    </a:lnTo>
                    <a:lnTo>
                      <a:pt x="2697624" y="2510808"/>
                    </a:lnTo>
                    <a:lnTo>
                      <a:pt x="2737207" y="2486725"/>
                    </a:lnTo>
                    <a:lnTo>
                      <a:pt x="2775893" y="2461738"/>
                    </a:lnTo>
                    <a:lnTo>
                      <a:pt x="2813658" y="2435866"/>
                    </a:lnTo>
                    <a:lnTo>
                      <a:pt x="2850478" y="2409127"/>
                    </a:lnTo>
                    <a:lnTo>
                      <a:pt x="2886331" y="2381542"/>
                    </a:lnTo>
                    <a:lnTo>
                      <a:pt x="2921191" y="2353130"/>
                    </a:lnTo>
                    <a:lnTo>
                      <a:pt x="2955036" y="2323909"/>
                    </a:lnTo>
                    <a:lnTo>
                      <a:pt x="2987843" y="2293899"/>
                    </a:lnTo>
                    <a:lnTo>
                      <a:pt x="3019587" y="2263119"/>
                    </a:lnTo>
                    <a:lnTo>
                      <a:pt x="3050246" y="2231589"/>
                    </a:lnTo>
                    <a:lnTo>
                      <a:pt x="3079794" y="2199327"/>
                    </a:lnTo>
                    <a:lnTo>
                      <a:pt x="3108210" y="2166353"/>
                    </a:lnTo>
                    <a:lnTo>
                      <a:pt x="3135470" y="2132685"/>
                    </a:lnTo>
                    <a:lnTo>
                      <a:pt x="3161549" y="2098344"/>
                    </a:lnTo>
                    <a:lnTo>
                      <a:pt x="3186425" y="2063348"/>
                    </a:lnTo>
                    <a:lnTo>
                      <a:pt x="3210073" y="2027717"/>
                    </a:lnTo>
                    <a:lnTo>
                      <a:pt x="3232471" y="1991469"/>
                    </a:lnTo>
                    <a:lnTo>
                      <a:pt x="3253594" y="1954623"/>
                    </a:lnTo>
                    <a:lnTo>
                      <a:pt x="3273420" y="1917200"/>
                    </a:lnTo>
                    <a:lnTo>
                      <a:pt x="3291924" y="1879219"/>
                    </a:lnTo>
                    <a:lnTo>
                      <a:pt x="3309083" y="1840697"/>
                    </a:lnTo>
                    <a:lnTo>
                      <a:pt x="3324874" y="1801655"/>
                    </a:lnTo>
                    <a:lnTo>
                      <a:pt x="3339273" y="1762113"/>
                    </a:lnTo>
                    <a:lnTo>
                      <a:pt x="3352255" y="1722088"/>
                    </a:lnTo>
                    <a:lnTo>
                      <a:pt x="3363799" y="1681600"/>
                    </a:lnTo>
                    <a:lnTo>
                      <a:pt x="3373880" y="1640668"/>
                    </a:lnTo>
                    <a:lnTo>
                      <a:pt x="3382475" y="1599313"/>
                    </a:lnTo>
                    <a:lnTo>
                      <a:pt x="3389560" y="1557552"/>
                    </a:lnTo>
                    <a:lnTo>
                      <a:pt x="3395111" y="1515405"/>
                    </a:lnTo>
                    <a:lnTo>
                      <a:pt x="3399106" y="1472891"/>
                    </a:lnTo>
                    <a:lnTo>
                      <a:pt x="3401520" y="1430029"/>
                    </a:lnTo>
                    <a:lnTo>
                      <a:pt x="3402329" y="1386839"/>
                    </a:lnTo>
                    <a:lnTo>
                      <a:pt x="3401520" y="1343650"/>
                    </a:lnTo>
                    <a:lnTo>
                      <a:pt x="3399106" y="1300788"/>
                    </a:lnTo>
                    <a:lnTo>
                      <a:pt x="3395111" y="1258274"/>
                    </a:lnTo>
                    <a:lnTo>
                      <a:pt x="3389560" y="1216127"/>
                    </a:lnTo>
                    <a:lnTo>
                      <a:pt x="3382475" y="1174366"/>
                    </a:lnTo>
                    <a:lnTo>
                      <a:pt x="3373880" y="1133011"/>
                    </a:lnTo>
                    <a:lnTo>
                      <a:pt x="3363799" y="1092079"/>
                    </a:lnTo>
                    <a:lnTo>
                      <a:pt x="3352255" y="1051591"/>
                    </a:lnTo>
                    <a:lnTo>
                      <a:pt x="3339273" y="1011566"/>
                    </a:lnTo>
                    <a:lnTo>
                      <a:pt x="3324874" y="972024"/>
                    </a:lnTo>
                    <a:lnTo>
                      <a:pt x="3309083" y="932982"/>
                    </a:lnTo>
                    <a:lnTo>
                      <a:pt x="3291924" y="894460"/>
                    </a:lnTo>
                    <a:lnTo>
                      <a:pt x="3273420" y="856479"/>
                    </a:lnTo>
                    <a:lnTo>
                      <a:pt x="3253594" y="819056"/>
                    </a:lnTo>
                    <a:lnTo>
                      <a:pt x="3232471" y="782210"/>
                    </a:lnTo>
                    <a:lnTo>
                      <a:pt x="3210073" y="745962"/>
                    </a:lnTo>
                    <a:lnTo>
                      <a:pt x="3186425" y="710331"/>
                    </a:lnTo>
                    <a:lnTo>
                      <a:pt x="3161549" y="675335"/>
                    </a:lnTo>
                    <a:lnTo>
                      <a:pt x="3135470" y="640994"/>
                    </a:lnTo>
                    <a:lnTo>
                      <a:pt x="3108210" y="607326"/>
                    </a:lnTo>
                    <a:lnTo>
                      <a:pt x="3079794" y="574352"/>
                    </a:lnTo>
                    <a:lnTo>
                      <a:pt x="3050246" y="542090"/>
                    </a:lnTo>
                    <a:lnTo>
                      <a:pt x="3019587" y="510560"/>
                    </a:lnTo>
                    <a:lnTo>
                      <a:pt x="2987843" y="479780"/>
                    </a:lnTo>
                    <a:lnTo>
                      <a:pt x="2955036" y="449770"/>
                    </a:lnTo>
                    <a:lnTo>
                      <a:pt x="2921191" y="420549"/>
                    </a:lnTo>
                    <a:lnTo>
                      <a:pt x="2886331" y="392137"/>
                    </a:lnTo>
                    <a:lnTo>
                      <a:pt x="2850478" y="364552"/>
                    </a:lnTo>
                    <a:lnTo>
                      <a:pt x="2813658" y="337813"/>
                    </a:lnTo>
                    <a:lnTo>
                      <a:pt x="2775893" y="311941"/>
                    </a:lnTo>
                    <a:lnTo>
                      <a:pt x="2737207" y="286954"/>
                    </a:lnTo>
                    <a:lnTo>
                      <a:pt x="2697624" y="262871"/>
                    </a:lnTo>
                    <a:lnTo>
                      <a:pt x="2657167" y="239711"/>
                    </a:lnTo>
                    <a:lnTo>
                      <a:pt x="2615860" y="217494"/>
                    </a:lnTo>
                    <a:lnTo>
                      <a:pt x="2573725" y="196239"/>
                    </a:lnTo>
                    <a:lnTo>
                      <a:pt x="2530788" y="175964"/>
                    </a:lnTo>
                    <a:lnTo>
                      <a:pt x="2487071" y="156690"/>
                    </a:lnTo>
                    <a:lnTo>
                      <a:pt x="2442598" y="138436"/>
                    </a:lnTo>
                    <a:lnTo>
                      <a:pt x="2397392" y="121220"/>
                    </a:lnTo>
                    <a:lnTo>
                      <a:pt x="2351477" y="105062"/>
                    </a:lnTo>
                    <a:lnTo>
                      <a:pt x="2304877" y="89981"/>
                    </a:lnTo>
                    <a:lnTo>
                      <a:pt x="2257615" y="75996"/>
                    </a:lnTo>
                    <a:lnTo>
                      <a:pt x="2209714" y="63126"/>
                    </a:lnTo>
                    <a:lnTo>
                      <a:pt x="2161199" y="51391"/>
                    </a:lnTo>
                    <a:lnTo>
                      <a:pt x="2112093" y="40810"/>
                    </a:lnTo>
                    <a:lnTo>
                      <a:pt x="2062419" y="31402"/>
                    </a:lnTo>
                    <a:lnTo>
                      <a:pt x="2012200" y="23186"/>
                    </a:lnTo>
                    <a:lnTo>
                      <a:pt x="1961462" y="16181"/>
                    </a:lnTo>
                    <a:lnTo>
                      <a:pt x="1910226" y="10407"/>
                    </a:lnTo>
                    <a:lnTo>
                      <a:pt x="1858516" y="5882"/>
                    </a:lnTo>
                    <a:lnTo>
                      <a:pt x="1806357" y="2627"/>
                    </a:lnTo>
                    <a:lnTo>
                      <a:pt x="1753772" y="660"/>
                    </a:lnTo>
                    <a:lnTo>
                      <a:pt x="1700784" y="0"/>
                    </a:lnTo>
                    <a:close/>
                  </a:path>
                </a:pathLst>
              </a:custGeom>
              <a:ln w="76200">
                <a:solidFill>
                  <a:srgbClr val="666633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06E8C29C-B436-CBE0-D460-87432E1D39BA}"/>
                  </a:ext>
                </a:extLst>
              </p:cNvPr>
              <p:cNvGrpSpPr/>
              <p:nvPr/>
            </p:nvGrpSpPr>
            <p:grpSpPr>
              <a:xfrm>
                <a:off x="3823601" y="1461770"/>
                <a:ext cx="5809228" cy="5551677"/>
                <a:chOff x="3823601" y="1461770"/>
                <a:chExt cx="5809228" cy="5551677"/>
              </a:xfrm>
            </p:grpSpPr>
            <p:grpSp>
              <p:nvGrpSpPr>
                <p:cNvPr id="17" name="object 3">
                  <a:extLst>
                    <a:ext uri="{FF2B5EF4-FFF2-40B4-BE49-F238E27FC236}">
                      <a16:creationId xmlns:a16="http://schemas.microsoft.com/office/drawing/2014/main" id="{320490B3-F3CE-D2A4-66D6-A61BA401BFDD}"/>
                    </a:ext>
                  </a:extLst>
                </p:cNvPr>
                <p:cNvGrpSpPr/>
                <p:nvPr/>
              </p:nvGrpSpPr>
              <p:grpSpPr>
                <a:xfrm>
                  <a:off x="3823601" y="1709927"/>
                  <a:ext cx="5495925" cy="5303520"/>
                  <a:chOff x="3823601" y="1709927"/>
                  <a:chExt cx="5495925" cy="5303520"/>
                </a:xfrm>
              </p:grpSpPr>
              <p:pic>
                <p:nvPicPr>
                  <p:cNvPr id="20" name="object 4">
                    <a:extLst>
                      <a:ext uri="{FF2B5EF4-FFF2-40B4-BE49-F238E27FC236}">
                        <a16:creationId xmlns:a16="http://schemas.microsoft.com/office/drawing/2014/main" id="{E5778B63-EBE0-8D99-E2A1-520C6629A9BD}"/>
                      </a:ext>
                    </a:extLst>
                  </p:cNvPr>
                  <p:cNvPicPr/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3823601" y="1709927"/>
                    <a:ext cx="5495544" cy="5125211"/>
                  </a:xfrm>
                  <a:prstGeom prst="rect">
                    <a:avLst/>
                  </a:prstGeom>
                </p:spPr>
              </p:pic>
              <p:sp>
                <p:nvSpPr>
                  <p:cNvPr id="21" name="object 5">
                    <a:extLst>
                      <a:ext uri="{FF2B5EF4-FFF2-40B4-BE49-F238E27FC236}">
                        <a16:creationId xmlns:a16="http://schemas.microsoft.com/office/drawing/2014/main" id="{F9BC51F9-4F12-0CF7-E612-7DA981EED8AD}"/>
                      </a:ext>
                    </a:extLst>
                  </p:cNvPr>
                  <p:cNvSpPr/>
                  <p:nvPr/>
                </p:nvSpPr>
                <p:spPr>
                  <a:xfrm>
                    <a:off x="3875417" y="3108197"/>
                    <a:ext cx="3357879" cy="3867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7879" h="3867150">
                        <a:moveTo>
                          <a:pt x="1678686" y="0"/>
                        </a:moveTo>
                        <a:lnTo>
                          <a:pt x="1633953" y="672"/>
                        </a:lnTo>
                        <a:lnTo>
                          <a:pt x="1589510" y="2680"/>
                        </a:lnTo>
                        <a:lnTo>
                          <a:pt x="1545371" y="6004"/>
                        </a:lnTo>
                        <a:lnTo>
                          <a:pt x="1501550" y="10630"/>
                        </a:lnTo>
                        <a:lnTo>
                          <a:pt x="1458062" y="16541"/>
                        </a:lnTo>
                        <a:lnTo>
                          <a:pt x="1414921" y="23719"/>
                        </a:lnTo>
                        <a:lnTo>
                          <a:pt x="1372141" y="32147"/>
                        </a:lnTo>
                        <a:lnTo>
                          <a:pt x="1329738" y="41810"/>
                        </a:lnTo>
                        <a:lnTo>
                          <a:pt x="1287725" y="52691"/>
                        </a:lnTo>
                        <a:lnTo>
                          <a:pt x="1246117" y="64772"/>
                        </a:lnTo>
                        <a:lnTo>
                          <a:pt x="1204929" y="78037"/>
                        </a:lnTo>
                        <a:lnTo>
                          <a:pt x="1164175" y="92470"/>
                        </a:lnTo>
                        <a:lnTo>
                          <a:pt x="1123870" y="108053"/>
                        </a:lnTo>
                        <a:lnTo>
                          <a:pt x="1084027" y="124770"/>
                        </a:lnTo>
                        <a:lnTo>
                          <a:pt x="1044662" y="142604"/>
                        </a:lnTo>
                        <a:lnTo>
                          <a:pt x="1005789" y="161539"/>
                        </a:lnTo>
                        <a:lnTo>
                          <a:pt x="967423" y="181558"/>
                        </a:lnTo>
                        <a:lnTo>
                          <a:pt x="929577" y="202643"/>
                        </a:lnTo>
                        <a:lnTo>
                          <a:pt x="892267" y="224780"/>
                        </a:lnTo>
                        <a:lnTo>
                          <a:pt x="855507" y="247949"/>
                        </a:lnTo>
                        <a:lnTo>
                          <a:pt x="819312" y="272136"/>
                        </a:lnTo>
                        <a:lnTo>
                          <a:pt x="783695" y="297323"/>
                        </a:lnTo>
                        <a:lnTo>
                          <a:pt x="748672" y="323494"/>
                        </a:lnTo>
                        <a:lnTo>
                          <a:pt x="714256" y="350631"/>
                        </a:lnTo>
                        <a:lnTo>
                          <a:pt x="680463" y="378719"/>
                        </a:lnTo>
                        <a:lnTo>
                          <a:pt x="647307" y="407740"/>
                        </a:lnTo>
                        <a:lnTo>
                          <a:pt x="614802" y="437677"/>
                        </a:lnTo>
                        <a:lnTo>
                          <a:pt x="582963" y="468515"/>
                        </a:lnTo>
                        <a:lnTo>
                          <a:pt x="551804" y="500236"/>
                        </a:lnTo>
                        <a:lnTo>
                          <a:pt x="521340" y="532823"/>
                        </a:lnTo>
                        <a:lnTo>
                          <a:pt x="491585" y="566261"/>
                        </a:lnTo>
                        <a:lnTo>
                          <a:pt x="462554" y="600531"/>
                        </a:lnTo>
                        <a:lnTo>
                          <a:pt x="434261" y="635618"/>
                        </a:lnTo>
                        <a:lnTo>
                          <a:pt x="406721" y="671505"/>
                        </a:lnTo>
                        <a:lnTo>
                          <a:pt x="379948" y="708175"/>
                        </a:lnTo>
                        <a:lnTo>
                          <a:pt x="353956" y="745611"/>
                        </a:lnTo>
                        <a:lnTo>
                          <a:pt x="328761" y="783797"/>
                        </a:lnTo>
                        <a:lnTo>
                          <a:pt x="304377" y="822715"/>
                        </a:lnTo>
                        <a:lnTo>
                          <a:pt x="280817" y="862350"/>
                        </a:lnTo>
                        <a:lnTo>
                          <a:pt x="258098" y="902685"/>
                        </a:lnTo>
                        <a:lnTo>
                          <a:pt x="236232" y="943702"/>
                        </a:lnTo>
                        <a:lnTo>
                          <a:pt x="215235" y="985385"/>
                        </a:lnTo>
                        <a:lnTo>
                          <a:pt x="195121" y="1027718"/>
                        </a:lnTo>
                        <a:lnTo>
                          <a:pt x="175904" y="1070683"/>
                        </a:lnTo>
                        <a:lnTo>
                          <a:pt x="157600" y="1114264"/>
                        </a:lnTo>
                        <a:lnTo>
                          <a:pt x="140222" y="1158445"/>
                        </a:lnTo>
                        <a:lnTo>
                          <a:pt x="123785" y="1203207"/>
                        </a:lnTo>
                        <a:lnTo>
                          <a:pt x="108304" y="1248536"/>
                        </a:lnTo>
                        <a:lnTo>
                          <a:pt x="93792" y="1294414"/>
                        </a:lnTo>
                        <a:lnTo>
                          <a:pt x="80265" y="1340824"/>
                        </a:lnTo>
                        <a:lnTo>
                          <a:pt x="67737" y="1387750"/>
                        </a:lnTo>
                        <a:lnTo>
                          <a:pt x="56222" y="1435175"/>
                        </a:lnTo>
                        <a:lnTo>
                          <a:pt x="45735" y="1483083"/>
                        </a:lnTo>
                        <a:lnTo>
                          <a:pt x="36291" y="1531456"/>
                        </a:lnTo>
                        <a:lnTo>
                          <a:pt x="27904" y="1580277"/>
                        </a:lnTo>
                        <a:lnTo>
                          <a:pt x="20587" y="1629531"/>
                        </a:lnTo>
                        <a:lnTo>
                          <a:pt x="14357" y="1679200"/>
                        </a:lnTo>
                        <a:lnTo>
                          <a:pt x="9227" y="1729268"/>
                        </a:lnTo>
                        <a:lnTo>
                          <a:pt x="5212" y="1779718"/>
                        </a:lnTo>
                        <a:lnTo>
                          <a:pt x="2326" y="1830534"/>
                        </a:lnTo>
                        <a:lnTo>
                          <a:pt x="583" y="1881698"/>
                        </a:lnTo>
                        <a:lnTo>
                          <a:pt x="0" y="1933193"/>
                        </a:lnTo>
                        <a:lnTo>
                          <a:pt x="583" y="1984726"/>
                        </a:lnTo>
                        <a:lnTo>
                          <a:pt x="2326" y="2035925"/>
                        </a:lnTo>
                        <a:lnTo>
                          <a:pt x="5212" y="2086774"/>
                        </a:lnTo>
                        <a:lnTo>
                          <a:pt x="9227" y="2137257"/>
                        </a:lnTo>
                        <a:lnTo>
                          <a:pt x="14357" y="2187357"/>
                        </a:lnTo>
                        <a:lnTo>
                          <a:pt x="20587" y="2237056"/>
                        </a:lnTo>
                        <a:lnTo>
                          <a:pt x="27904" y="2286340"/>
                        </a:lnTo>
                        <a:lnTo>
                          <a:pt x="36291" y="2335190"/>
                        </a:lnTo>
                        <a:lnTo>
                          <a:pt x="45735" y="2383590"/>
                        </a:lnTo>
                        <a:lnTo>
                          <a:pt x="56222" y="2431524"/>
                        </a:lnTo>
                        <a:lnTo>
                          <a:pt x="67737" y="2478974"/>
                        </a:lnTo>
                        <a:lnTo>
                          <a:pt x="80265" y="2525925"/>
                        </a:lnTo>
                        <a:lnTo>
                          <a:pt x="93792" y="2572359"/>
                        </a:lnTo>
                        <a:lnTo>
                          <a:pt x="108304" y="2618259"/>
                        </a:lnTo>
                        <a:lnTo>
                          <a:pt x="123785" y="2663610"/>
                        </a:lnTo>
                        <a:lnTo>
                          <a:pt x="140222" y="2708393"/>
                        </a:lnTo>
                        <a:lnTo>
                          <a:pt x="157600" y="2752594"/>
                        </a:lnTo>
                        <a:lnTo>
                          <a:pt x="175904" y="2796194"/>
                        </a:lnTo>
                        <a:lnTo>
                          <a:pt x="195121" y="2839177"/>
                        </a:lnTo>
                        <a:lnTo>
                          <a:pt x="215235" y="2881527"/>
                        </a:lnTo>
                        <a:lnTo>
                          <a:pt x="236232" y="2923227"/>
                        </a:lnTo>
                        <a:lnTo>
                          <a:pt x="258098" y="2964260"/>
                        </a:lnTo>
                        <a:lnTo>
                          <a:pt x="280817" y="3004609"/>
                        </a:lnTo>
                        <a:lnTo>
                          <a:pt x="304377" y="3044258"/>
                        </a:lnTo>
                        <a:lnTo>
                          <a:pt x="328761" y="3083190"/>
                        </a:lnTo>
                        <a:lnTo>
                          <a:pt x="353956" y="3121389"/>
                        </a:lnTo>
                        <a:lnTo>
                          <a:pt x="379948" y="3158837"/>
                        </a:lnTo>
                        <a:lnTo>
                          <a:pt x="406721" y="3195518"/>
                        </a:lnTo>
                        <a:lnTo>
                          <a:pt x="434261" y="3231416"/>
                        </a:lnTo>
                        <a:lnTo>
                          <a:pt x="462554" y="3266513"/>
                        </a:lnTo>
                        <a:lnTo>
                          <a:pt x="491585" y="3300793"/>
                        </a:lnTo>
                        <a:lnTo>
                          <a:pt x="521340" y="3334239"/>
                        </a:lnTo>
                        <a:lnTo>
                          <a:pt x="551804" y="3366835"/>
                        </a:lnTo>
                        <a:lnTo>
                          <a:pt x="582963" y="3398564"/>
                        </a:lnTo>
                        <a:lnTo>
                          <a:pt x="614802" y="3429409"/>
                        </a:lnTo>
                        <a:lnTo>
                          <a:pt x="647307" y="3459353"/>
                        </a:lnTo>
                        <a:lnTo>
                          <a:pt x="680463" y="3488380"/>
                        </a:lnTo>
                        <a:lnTo>
                          <a:pt x="714256" y="3516474"/>
                        </a:lnTo>
                        <a:lnTo>
                          <a:pt x="748672" y="3543616"/>
                        </a:lnTo>
                        <a:lnTo>
                          <a:pt x="783695" y="3569792"/>
                        </a:lnTo>
                        <a:lnTo>
                          <a:pt x="819312" y="3594983"/>
                        </a:lnTo>
                        <a:lnTo>
                          <a:pt x="855507" y="3619174"/>
                        </a:lnTo>
                        <a:lnTo>
                          <a:pt x="892267" y="3642347"/>
                        </a:lnTo>
                        <a:lnTo>
                          <a:pt x="929577" y="3664487"/>
                        </a:lnTo>
                        <a:lnTo>
                          <a:pt x="967423" y="3685576"/>
                        </a:lnTo>
                        <a:lnTo>
                          <a:pt x="1005789" y="3705597"/>
                        </a:lnTo>
                        <a:lnTo>
                          <a:pt x="1044662" y="3724534"/>
                        </a:lnTo>
                        <a:lnTo>
                          <a:pt x="1084027" y="3742370"/>
                        </a:lnTo>
                        <a:lnTo>
                          <a:pt x="1123870" y="3759089"/>
                        </a:lnTo>
                        <a:lnTo>
                          <a:pt x="1164175" y="3774674"/>
                        </a:lnTo>
                        <a:lnTo>
                          <a:pt x="1204929" y="3789108"/>
                        </a:lnTo>
                        <a:lnTo>
                          <a:pt x="1246117" y="3802374"/>
                        </a:lnTo>
                        <a:lnTo>
                          <a:pt x="1287725" y="3814456"/>
                        </a:lnTo>
                        <a:lnTo>
                          <a:pt x="1329738" y="3825337"/>
                        </a:lnTo>
                        <a:lnTo>
                          <a:pt x="1372141" y="3835001"/>
                        </a:lnTo>
                        <a:lnTo>
                          <a:pt x="1414921" y="3843430"/>
                        </a:lnTo>
                        <a:lnTo>
                          <a:pt x="1458062" y="3850608"/>
                        </a:lnTo>
                        <a:lnTo>
                          <a:pt x="1501550" y="3856518"/>
                        </a:lnTo>
                        <a:lnTo>
                          <a:pt x="1545371" y="3861144"/>
                        </a:lnTo>
                        <a:lnTo>
                          <a:pt x="1589510" y="3864469"/>
                        </a:lnTo>
                        <a:lnTo>
                          <a:pt x="1633953" y="3866477"/>
                        </a:lnTo>
                        <a:lnTo>
                          <a:pt x="1678686" y="3867150"/>
                        </a:lnTo>
                        <a:lnTo>
                          <a:pt x="1723417" y="3866477"/>
                        </a:lnTo>
                        <a:lnTo>
                          <a:pt x="1767859" y="3864469"/>
                        </a:lnTo>
                        <a:lnTo>
                          <a:pt x="1811998" y="3861144"/>
                        </a:lnTo>
                        <a:lnTo>
                          <a:pt x="1855819" y="3856518"/>
                        </a:lnTo>
                        <a:lnTo>
                          <a:pt x="1899306" y="3850608"/>
                        </a:lnTo>
                        <a:lnTo>
                          <a:pt x="1942447" y="3843430"/>
                        </a:lnTo>
                        <a:lnTo>
                          <a:pt x="1985226" y="3835001"/>
                        </a:lnTo>
                        <a:lnTo>
                          <a:pt x="2027629" y="3825337"/>
                        </a:lnTo>
                        <a:lnTo>
                          <a:pt x="2069641" y="3814456"/>
                        </a:lnTo>
                        <a:lnTo>
                          <a:pt x="2111249" y="3802374"/>
                        </a:lnTo>
                        <a:lnTo>
                          <a:pt x="2152436" y="3789108"/>
                        </a:lnTo>
                        <a:lnTo>
                          <a:pt x="2193190" y="3774674"/>
                        </a:lnTo>
                        <a:lnTo>
                          <a:pt x="2233495" y="3759089"/>
                        </a:lnTo>
                        <a:lnTo>
                          <a:pt x="2273337" y="3742370"/>
                        </a:lnTo>
                        <a:lnTo>
                          <a:pt x="2312702" y="3724534"/>
                        </a:lnTo>
                        <a:lnTo>
                          <a:pt x="2351574" y="3705597"/>
                        </a:lnTo>
                        <a:lnTo>
                          <a:pt x="2389940" y="3685576"/>
                        </a:lnTo>
                        <a:lnTo>
                          <a:pt x="2427785" y="3664487"/>
                        </a:lnTo>
                        <a:lnTo>
                          <a:pt x="2465095" y="3642347"/>
                        </a:lnTo>
                        <a:lnTo>
                          <a:pt x="2501855" y="3619174"/>
                        </a:lnTo>
                        <a:lnTo>
                          <a:pt x="2538050" y="3594983"/>
                        </a:lnTo>
                        <a:lnTo>
                          <a:pt x="2573667" y="3569792"/>
                        </a:lnTo>
                        <a:lnTo>
                          <a:pt x="2608690" y="3543616"/>
                        </a:lnTo>
                        <a:lnTo>
                          <a:pt x="2643105" y="3516474"/>
                        </a:lnTo>
                        <a:lnTo>
                          <a:pt x="2676898" y="3488380"/>
                        </a:lnTo>
                        <a:lnTo>
                          <a:pt x="2710054" y="3459353"/>
                        </a:lnTo>
                        <a:lnTo>
                          <a:pt x="2742559" y="3429409"/>
                        </a:lnTo>
                        <a:lnTo>
                          <a:pt x="2774398" y="3398564"/>
                        </a:lnTo>
                        <a:lnTo>
                          <a:pt x="2805557" y="3366835"/>
                        </a:lnTo>
                        <a:lnTo>
                          <a:pt x="2836020" y="3334239"/>
                        </a:lnTo>
                        <a:lnTo>
                          <a:pt x="2865775" y="3300793"/>
                        </a:lnTo>
                        <a:lnTo>
                          <a:pt x="2894806" y="3266513"/>
                        </a:lnTo>
                        <a:lnTo>
                          <a:pt x="2923099" y="3231416"/>
                        </a:lnTo>
                        <a:lnTo>
                          <a:pt x="2950639" y="3195518"/>
                        </a:lnTo>
                        <a:lnTo>
                          <a:pt x="2977412" y="3158837"/>
                        </a:lnTo>
                        <a:lnTo>
                          <a:pt x="3003403" y="3121389"/>
                        </a:lnTo>
                        <a:lnTo>
                          <a:pt x="3028598" y="3083190"/>
                        </a:lnTo>
                        <a:lnTo>
                          <a:pt x="3052982" y="3044258"/>
                        </a:lnTo>
                        <a:lnTo>
                          <a:pt x="3076542" y="3004609"/>
                        </a:lnTo>
                        <a:lnTo>
                          <a:pt x="3099261" y="2964260"/>
                        </a:lnTo>
                        <a:lnTo>
                          <a:pt x="3121127" y="2923227"/>
                        </a:lnTo>
                        <a:lnTo>
                          <a:pt x="3142124" y="2881527"/>
                        </a:lnTo>
                        <a:lnTo>
                          <a:pt x="3162238" y="2839177"/>
                        </a:lnTo>
                        <a:lnTo>
                          <a:pt x="3181454" y="2796194"/>
                        </a:lnTo>
                        <a:lnTo>
                          <a:pt x="3199759" y="2752594"/>
                        </a:lnTo>
                        <a:lnTo>
                          <a:pt x="3217136" y="2708393"/>
                        </a:lnTo>
                        <a:lnTo>
                          <a:pt x="3233573" y="2663610"/>
                        </a:lnTo>
                        <a:lnTo>
                          <a:pt x="3249055" y="2618259"/>
                        </a:lnTo>
                        <a:lnTo>
                          <a:pt x="3263566" y="2572359"/>
                        </a:lnTo>
                        <a:lnTo>
                          <a:pt x="3277093" y="2525925"/>
                        </a:lnTo>
                        <a:lnTo>
                          <a:pt x="3289621" y="2478974"/>
                        </a:lnTo>
                        <a:lnTo>
                          <a:pt x="3301136" y="2431524"/>
                        </a:lnTo>
                        <a:lnTo>
                          <a:pt x="3311623" y="2383590"/>
                        </a:lnTo>
                        <a:lnTo>
                          <a:pt x="3321067" y="2335190"/>
                        </a:lnTo>
                        <a:lnTo>
                          <a:pt x="3329455" y="2286340"/>
                        </a:lnTo>
                        <a:lnTo>
                          <a:pt x="3336771" y="2237056"/>
                        </a:lnTo>
                        <a:lnTo>
                          <a:pt x="3343001" y="2187357"/>
                        </a:lnTo>
                        <a:lnTo>
                          <a:pt x="3348131" y="2137257"/>
                        </a:lnTo>
                        <a:lnTo>
                          <a:pt x="3352147" y="2086774"/>
                        </a:lnTo>
                        <a:lnTo>
                          <a:pt x="3355033" y="2035925"/>
                        </a:lnTo>
                        <a:lnTo>
                          <a:pt x="3356775" y="1984726"/>
                        </a:lnTo>
                        <a:lnTo>
                          <a:pt x="3357359" y="1933193"/>
                        </a:lnTo>
                        <a:lnTo>
                          <a:pt x="3356775" y="1881698"/>
                        </a:lnTo>
                        <a:lnTo>
                          <a:pt x="3355033" y="1830534"/>
                        </a:lnTo>
                        <a:lnTo>
                          <a:pt x="3352147" y="1779718"/>
                        </a:lnTo>
                        <a:lnTo>
                          <a:pt x="3348131" y="1729268"/>
                        </a:lnTo>
                        <a:lnTo>
                          <a:pt x="3343001" y="1679200"/>
                        </a:lnTo>
                        <a:lnTo>
                          <a:pt x="3336771" y="1629531"/>
                        </a:lnTo>
                        <a:lnTo>
                          <a:pt x="3329455" y="1580277"/>
                        </a:lnTo>
                        <a:lnTo>
                          <a:pt x="3321067" y="1531456"/>
                        </a:lnTo>
                        <a:lnTo>
                          <a:pt x="3311623" y="1483083"/>
                        </a:lnTo>
                        <a:lnTo>
                          <a:pt x="3301136" y="1435175"/>
                        </a:lnTo>
                        <a:lnTo>
                          <a:pt x="3289621" y="1387750"/>
                        </a:lnTo>
                        <a:lnTo>
                          <a:pt x="3277093" y="1340824"/>
                        </a:lnTo>
                        <a:lnTo>
                          <a:pt x="3263566" y="1294414"/>
                        </a:lnTo>
                        <a:lnTo>
                          <a:pt x="3249055" y="1248536"/>
                        </a:lnTo>
                        <a:lnTo>
                          <a:pt x="3233573" y="1203207"/>
                        </a:lnTo>
                        <a:lnTo>
                          <a:pt x="3217136" y="1158445"/>
                        </a:lnTo>
                        <a:lnTo>
                          <a:pt x="3199759" y="1114264"/>
                        </a:lnTo>
                        <a:lnTo>
                          <a:pt x="3181454" y="1070683"/>
                        </a:lnTo>
                        <a:lnTo>
                          <a:pt x="3162238" y="1027718"/>
                        </a:lnTo>
                        <a:lnTo>
                          <a:pt x="3142124" y="985385"/>
                        </a:lnTo>
                        <a:lnTo>
                          <a:pt x="3121127" y="943702"/>
                        </a:lnTo>
                        <a:lnTo>
                          <a:pt x="3099261" y="902685"/>
                        </a:lnTo>
                        <a:lnTo>
                          <a:pt x="3076542" y="862350"/>
                        </a:lnTo>
                        <a:lnTo>
                          <a:pt x="3052982" y="822715"/>
                        </a:lnTo>
                        <a:lnTo>
                          <a:pt x="3028598" y="783797"/>
                        </a:lnTo>
                        <a:lnTo>
                          <a:pt x="3003403" y="745611"/>
                        </a:lnTo>
                        <a:lnTo>
                          <a:pt x="2977412" y="708175"/>
                        </a:lnTo>
                        <a:lnTo>
                          <a:pt x="2950639" y="671505"/>
                        </a:lnTo>
                        <a:lnTo>
                          <a:pt x="2923099" y="635618"/>
                        </a:lnTo>
                        <a:lnTo>
                          <a:pt x="2894806" y="600531"/>
                        </a:lnTo>
                        <a:lnTo>
                          <a:pt x="2865775" y="566261"/>
                        </a:lnTo>
                        <a:lnTo>
                          <a:pt x="2836020" y="532823"/>
                        </a:lnTo>
                        <a:lnTo>
                          <a:pt x="2805557" y="500236"/>
                        </a:lnTo>
                        <a:lnTo>
                          <a:pt x="2774398" y="468515"/>
                        </a:lnTo>
                        <a:lnTo>
                          <a:pt x="2742559" y="437677"/>
                        </a:lnTo>
                        <a:lnTo>
                          <a:pt x="2710054" y="407740"/>
                        </a:lnTo>
                        <a:lnTo>
                          <a:pt x="2676898" y="378719"/>
                        </a:lnTo>
                        <a:lnTo>
                          <a:pt x="2643105" y="350631"/>
                        </a:lnTo>
                        <a:lnTo>
                          <a:pt x="2608690" y="323494"/>
                        </a:lnTo>
                        <a:lnTo>
                          <a:pt x="2573667" y="297323"/>
                        </a:lnTo>
                        <a:lnTo>
                          <a:pt x="2538050" y="272136"/>
                        </a:lnTo>
                        <a:lnTo>
                          <a:pt x="2501855" y="247949"/>
                        </a:lnTo>
                        <a:lnTo>
                          <a:pt x="2465095" y="224780"/>
                        </a:lnTo>
                        <a:lnTo>
                          <a:pt x="2427785" y="202643"/>
                        </a:lnTo>
                        <a:lnTo>
                          <a:pt x="2389940" y="181558"/>
                        </a:lnTo>
                        <a:lnTo>
                          <a:pt x="2351574" y="161539"/>
                        </a:lnTo>
                        <a:lnTo>
                          <a:pt x="2312702" y="142604"/>
                        </a:lnTo>
                        <a:lnTo>
                          <a:pt x="2273337" y="124770"/>
                        </a:lnTo>
                        <a:lnTo>
                          <a:pt x="2233495" y="108053"/>
                        </a:lnTo>
                        <a:lnTo>
                          <a:pt x="2193190" y="92470"/>
                        </a:lnTo>
                        <a:lnTo>
                          <a:pt x="2152436" y="78037"/>
                        </a:lnTo>
                        <a:lnTo>
                          <a:pt x="2111249" y="64772"/>
                        </a:lnTo>
                        <a:lnTo>
                          <a:pt x="2069641" y="52691"/>
                        </a:lnTo>
                        <a:lnTo>
                          <a:pt x="2027629" y="41810"/>
                        </a:lnTo>
                        <a:lnTo>
                          <a:pt x="1985226" y="32147"/>
                        </a:lnTo>
                        <a:lnTo>
                          <a:pt x="1942447" y="23719"/>
                        </a:lnTo>
                        <a:lnTo>
                          <a:pt x="1899306" y="16541"/>
                        </a:lnTo>
                        <a:lnTo>
                          <a:pt x="1855819" y="10630"/>
                        </a:lnTo>
                        <a:lnTo>
                          <a:pt x="1811998" y="6004"/>
                        </a:lnTo>
                        <a:lnTo>
                          <a:pt x="1767859" y="2680"/>
                        </a:lnTo>
                        <a:lnTo>
                          <a:pt x="1723417" y="672"/>
                        </a:lnTo>
                        <a:lnTo>
                          <a:pt x="1678686" y="0"/>
                        </a:lnTo>
                        <a:close/>
                      </a:path>
                    </a:pathLst>
                  </a:custGeom>
                  <a:ln w="76200">
                    <a:solidFill>
                      <a:srgbClr val="3333CC"/>
                    </a:solidFill>
                    <a:prstDash val="sysDot"/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</p:grpSp>
            <p:sp>
              <p:nvSpPr>
                <p:cNvPr id="18" name="object 6">
                  <a:extLst>
                    <a:ext uri="{FF2B5EF4-FFF2-40B4-BE49-F238E27FC236}">
                      <a16:creationId xmlns:a16="http://schemas.microsoft.com/office/drawing/2014/main" id="{A9DCAA24-FEEB-EB62-D3FE-D760AA0C90B4}"/>
                    </a:ext>
                  </a:extLst>
                </p:cNvPr>
                <p:cNvSpPr txBox="1"/>
                <p:nvPr/>
              </p:nvSpPr>
              <p:spPr>
                <a:xfrm>
                  <a:off x="4186561" y="2820415"/>
                  <a:ext cx="855344" cy="39116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sz="2400" b="1" dirty="0">
                      <a:latin typeface="Arial"/>
                      <a:cs typeface="Arial"/>
                    </a:rPr>
                    <a:t>Step</a:t>
                  </a:r>
                  <a:r>
                    <a:rPr sz="2400" b="1" spc="-20" dirty="0">
                      <a:latin typeface="Arial"/>
                      <a:cs typeface="Arial"/>
                    </a:rPr>
                    <a:t> </a:t>
                  </a:r>
                  <a:r>
                    <a:rPr sz="2400" b="1" spc="-50" dirty="0">
                      <a:latin typeface="Arial"/>
                      <a:cs typeface="Arial"/>
                    </a:rPr>
                    <a:t>I</a:t>
                  </a:r>
                  <a:endParaRPr sz="2400">
                    <a:latin typeface="Arial"/>
                    <a:cs typeface="Arial"/>
                  </a:endParaRPr>
                </a:p>
              </p:txBody>
            </p:sp>
            <p:sp>
              <p:nvSpPr>
                <p:cNvPr id="19" name="object 8">
                  <a:extLst>
                    <a:ext uri="{FF2B5EF4-FFF2-40B4-BE49-F238E27FC236}">
                      <a16:creationId xmlns:a16="http://schemas.microsoft.com/office/drawing/2014/main" id="{052FEA57-0175-06E7-BA90-FC6FDF1C9176}"/>
                    </a:ext>
                  </a:extLst>
                </p:cNvPr>
                <p:cNvSpPr txBox="1"/>
                <p:nvPr/>
              </p:nvSpPr>
              <p:spPr>
                <a:xfrm>
                  <a:off x="8693029" y="1461770"/>
                  <a:ext cx="939800" cy="39116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sz="2400" b="1" dirty="0">
                      <a:latin typeface="Arial"/>
                      <a:cs typeface="Arial"/>
                    </a:rPr>
                    <a:t>Step</a:t>
                  </a:r>
                  <a:r>
                    <a:rPr sz="2400" b="1" spc="-20" dirty="0">
                      <a:latin typeface="Arial"/>
                      <a:cs typeface="Arial"/>
                    </a:rPr>
                    <a:t> </a:t>
                  </a:r>
                  <a:r>
                    <a:rPr sz="2400" b="1" spc="-25" dirty="0">
                      <a:latin typeface="Arial"/>
                      <a:cs typeface="Arial"/>
                    </a:rPr>
                    <a:t>II</a:t>
                  </a:r>
                  <a:endParaRPr sz="2400" dirty="0">
                    <a:latin typeface="Arial"/>
                    <a:cs typeface="Arial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96304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0DA4E-DAC7-963C-979C-B8BE0556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7499DBC-A68A-3B8C-8D6F-B7404E04E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441166"/>
              </p:ext>
            </p:extLst>
          </p:nvPr>
        </p:nvGraphicFramePr>
        <p:xfrm>
          <a:off x="854363" y="1260765"/>
          <a:ext cx="2512292" cy="42542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6146">
                  <a:extLst>
                    <a:ext uri="{9D8B030D-6E8A-4147-A177-3AD203B41FA5}">
                      <a16:colId xmlns:a16="http://schemas.microsoft.com/office/drawing/2014/main" val="3695714848"/>
                    </a:ext>
                  </a:extLst>
                </a:gridCol>
                <a:gridCol w="1256146">
                  <a:extLst>
                    <a:ext uri="{9D8B030D-6E8A-4147-A177-3AD203B41FA5}">
                      <a16:colId xmlns:a16="http://schemas.microsoft.com/office/drawing/2014/main" val="2083357595"/>
                    </a:ext>
                  </a:extLst>
                </a:gridCol>
              </a:tblGrid>
              <a:tr h="36993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T2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915708"/>
                  </a:ext>
                </a:extLst>
              </a:tr>
              <a:tr h="647380">
                <a:tc>
                  <a:txBody>
                    <a:bodyPr/>
                    <a:lstStyle/>
                    <a:p>
                      <a:r>
                        <a:rPr lang="en-US" altLang="zh-CN" dirty="0"/>
                        <a:t>Read A</a:t>
                      </a:r>
                    </a:p>
                    <a:p>
                      <a:r>
                        <a:rPr lang="en-US" altLang="zh-CN" dirty="0"/>
                        <a:t>A = 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467050"/>
                  </a:ext>
                </a:extLst>
              </a:tr>
              <a:tr h="64738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Read A</a:t>
                      </a:r>
                    </a:p>
                    <a:p>
                      <a:r>
                        <a:rPr lang="en-US" altLang="zh-CN" dirty="0"/>
                        <a:t>A = 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587408"/>
                  </a:ext>
                </a:extLst>
              </a:tr>
              <a:tr h="647380">
                <a:tc>
                  <a:txBody>
                    <a:bodyPr/>
                    <a:lstStyle/>
                    <a:p>
                      <a:r>
                        <a:rPr lang="en-US" altLang="zh-CN" dirty="0"/>
                        <a:t>Update A</a:t>
                      </a:r>
                    </a:p>
                    <a:p>
                      <a:r>
                        <a:rPr lang="en-US" altLang="zh-CN" dirty="0"/>
                        <a:t>A = A - 1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47206"/>
                  </a:ext>
                </a:extLst>
              </a:tr>
              <a:tr h="64738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Update A</a:t>
                      </a:r>
                    </a:p>
                    <a:p>
                      <a:r>
                        <a:rPr lang="en-US" altLang="zh-CN" dirty="0"/>
                        <a:t>A = A - 1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725852"/>
                  </a:ext>
                </a:extLst>
              </a:tr>
              <a:tr h="647380">
                <a:tc>
                  <a:txBody>
                    <a:bodyPr/>
                    <a:lstStyle/>
                    <a:p>
                      <a:r>
                        <a:rPr lang="en-US" altLang="zh-CN" dirty="0"/>
                        <a:t>Write A</a:t>
                      </a:r>
                    </a:p>
                    <a:p>
                      <a:r>
                        <a:rPr lang="en-US" altLang="zh-CN" dirty="0"/>
                        <a:t>A = 49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574914"/>
                  </a:ext>
                </a:extLst>
              </a:tr>
              <a:tr h="64738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Write A</a:t>
                      </a:r>
                    </a:p>
                    <a:p>
                      <a:r>
                        <a:rPr lang="en-US" altLang="zh-CN" dirty="0"/>
                        <a:t>A = 49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413208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AC9E4E2-75AC-E781-2ACA-A371D9750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734440"/>
              </p:ext>
            </p:extLst>
          </p:nvPr>
        </p:nvGraphicFramePr>
        <p:xfrm>
          <a:off x="4248727" y="1260764"/>
          <a:ext cx="2512292" cy="44158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6146">
                  <a:extLst>
                    <a:ext uri="{9D8B030D-6E8A-4147-A177-3AD203B41FA5}">
                      <a16:colId xmlns:a16="http://schemas.microsoft.com/office/drawing/2014/main" val="3695714848"/>
                    </a:ext>
                  </a:extLst>
                </a:gridCol>
                <a:gridCol w="1256146">
                  <a:extLst>
                    <a:ext uri="{9D8B030D-6E8A-4147-A177-3AD203B41FA5}">
                      <a16:colId xmlns:a16="http://schemas.microsoft.com/office/drawing/2014/main" val="2083357595"/>
                    </a:ext>
                  </a:extLst>
                </a:gridCol>
              </a:tblGrid>
              <a:tr h="607745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T2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915708"/>
                  </a:ext>
                </a:extLst>
              </a:tr>
              <a:tr h="607745">
                <a:tc>
                  <a:txBody>
                    <a:bodyPr/>
                    <a:lstStyle/>
                    <a:p>
                      <a:r>
                        <a:rPr lang="en-US" altLang="zh-CN" dirty="0"/>
                        <a:t>Read A</a:t>
                      </a:r>
                    </a:p>
                    <a:p>
                      <a:r>
                        <a:rPr lang="en-US" altLang="zh-CN" dirty="0"/>
                        <a:t>A = 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467050"/>
                  </a:ext>
                </a:extLst>
              </a:tr>
              <a:tr h="60774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Read A</a:t>
                      </a:r>
                    </a:p>
                    <a:p>
                      <a:r>
                        <a:rPr lang="en-US" altLang="zh-CN" dirty="0"/>
                        <a:t>A = 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587408"/>
                  </a:ext>
                </a:extLst>
              </a:tr>
              <a:tr h="60774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Update A</a:t>
                      </a:r>
                    </a:p>
                    <a:p>
                      <a:r>
                        <a:rPr lang="en-US" altLang="zh-CN" dirty="0"/>
                        <a:t>A = A - 1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47206"/>
                  </a:ext>
                </a:extLst>
              </a:tr>
              <a:tr h="60774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Write A</a:t>
                      </a:r>
                    </a:p>
                    <a:p>
                      <a:r>
                        <a:rPr lang="en-US" altLang="zh-CN" dirty="0"/>
                        <a:t>A = 49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725852"/>
                  </a:ext>
                </a:extLst>
              </a:tr>
              <a:tr h="607745">
                <a:tc>
                  <a:txBody>
                    <a:bodyPr/>
                    <a:lstStyle/>
                    <a:p>
                      <a:r>
                        <a:rPr lang="en-US" altLang="zh-CN" dirty="0"/>
                        <a:t>Read A</a:t>
                      </a:r>
                    </a:p>
                    <a:p>
                      <a:r>
                        <a:rPr lang="en-US" altLang="zh-CN" dirty="0"/>
                        <a:t>A = 49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574914"/>
                  </a:ext>
                </a:extLst>
              </a:tr>
              <a:tr h="60774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413208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09C531C-FFA7-2617-2A30-29C282D21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510361"/>
              </p:ext>
            </p:extLst>
          </p:nvPr>
        </p:nvGraphicFramePr>
        <p:xfrm>
          <a:off x="7643091" y="1260764"/>
          <a:ext cx="2512292" cy="44713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6146">
                  <a:extLst>
                    <a:ext uri="{9D8B030D-6E8A-4147-A177-3AD203B41FA5}">
                      <a16:colId xmlns:a16="http://schemas.microsoft.com/office/drawing/2014/main" val="3695714848"/>
                    </a:ext>
                  </a:extLst>
                </a:gridCol>
                <a:gridCol w="1256146">
                  <a:extLst>
                    <a:ext uri="{9D8B030D-6E8A-4147-A177-3AD203B41FA5}">
                      <a16:colId xmlns:a16="http://schemas.microsoft.com/office/drawing/2014/main" val="2083357595"/>
                    </a:ext>
                  </a:extLst>
                </a:gridCol>
              </a:tblGrid>
              <a:tr h="63084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T2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915708"/>
                  </a:ext>
                </a:extLst>
              </a:tr>
              <a:tr h="630841">
                <a:tc>
                  <a:txBody>
                    <a:bodyPr/>
                    <a:lstStyle/>
                    <a:p>
                      <a:r>
                        <a:rPr lang="en-US" altLang="zh-CN" dirty="0"/>
                        <a:t>Read A</a:t>
                      </a:r>
                    </a:p>
                    <a:p>
                      <a:r>
                        <a:rPr lang="en-US" altLang="zh-CN" dirty="0"/>
                        <a:t>A = 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Read A</a:t>
                      </a:r>
                    </a:p>
                    <a:p>
                      <a:r>
                        <a:rPr lang="en-US" altLang="zh-CN" dirty="0"/>
                        <a:t>A = 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467050"/>
                  </a:ext>
                </a:extLst>
              </a:tr>
              <a:tr h="63084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Update A</a:t>
                      </a:r>
                    </a:p>
                    <a:p>
                      <a:r>
                        <a:rPr lang="en-US" altLang="zh-CN" dirty="0"/>
                        <a:t>A = A - 1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587408"/>
                  </a:ext>
                </a:extLst>
              </a:tr>
              <a:tr h="63084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Write A</a:t>
                      </a:r>
                    </a:p>
                    <a:p>
                      <a:r>
                        <a:rPr lang="en-US" altLang="zh-CN" dirty="0"/>
                        <a:t>A = 49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47206"/>
                  </a:ext>
                </a:extLst>
              </a:tr>
              <a:tr h="630841">
                <a:tc>
                  <a:txBody>
                    <a:bodyPr/>
                    <a:lstStyle/>
                    <a:p>
                      <a:r>
                        <a:rPr lang="en-US" altLang="zh-CN" dirty="0"/>
                        <a:t>Read A</a:t>
                      </a:r>
                    </a:p>
                    <a:p>
                      <a:r>
                        <a:rPr lang="en-US" altLang="zh-CN" dirty="0"/>
                        <a:t>A = 49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725852"/>
                  </a:ext>
                </a:extLst>
              </a:tr>
              <a:tr h="63084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Roll Back</a:t>
                      </a:r>
                    </a:p>
                    <a:p>
                      <a:r>
                        <a:rPr lang="en-US" altLang="zh-CN" dirty="0"/>
                        <a:t>A = 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574914"/>
                  </a:ext>
                </a:extLst>
              </a:tr>
              <a:tr h="630841">
                <a:tc>
                  <a:txBody>
                    <a:bodyPr/>
                    <a:lstStyle/>
                    <a:p>
                      <a:r>
                        <a:rPr lang="en-US" altLang="zh-CN" dirty="0"/>
                        <a:t>Read A</a:t>
                      </a:r>
                    </a:p>
                    <a:p>
                      <a:r>
                        <a:rPr lang="en-US" altLang="zh-CN" dirty="0"/>
                        <a:t>A = 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41320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1B8D124-5D43-DFE3-72E7-0755F8CC3C32}"/>
              </a:ext>
            </a:extLst>
          </p:cNvPr>
          <p:cNvSpPr txBox="1"/>
          <p:nvPr/>
        </p:nvSpPr>
        <p:spPr>
          <a:xfrm>
            <a:off x="1300030" y="60960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丢失修改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E7F808-811C-B2C5-23A6-6329377A7D6B}"/>
              </a:ext>
            </a:extLst>
          </p:cNvPr>
          <p:cNvSpPr txBox="1"/>
          <p:nvPr/>
        </p:nvSpPr>
        <p:spPr>
          <a:xfrm>
            <a:off x="4514858" y="60960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不可重复读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2086A0-8E99-9B80-CC1A-49DCDA4037FF}"/>
              </a:ext>
            </a:extLst>
          </p:cNvPr>
          <p:cNvSpPr txBox="1"/>
          <p:nvPr/>
        </p:nvSpPr>
        <p:spPr>
          <a:xfrm>
            <a:off x="8447831" y="6096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脏读</a:t>
            </a:r>
          </a:p>
        </p:txBody>
      </p:sp>
    </p:spTree>
    <p:extLst>
      <p:ext uri="{BB962C8B-B14F-4D97-AF65-F5344CB8AC3E}">
        <p14:creationId xmlns:p14="http://schemas.microsoft.com/office/powerpoint/2010/main" val="2486438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CFE7D8C8-E203-3BDC-9CAA-34AADF8A0BFF}"/>
              </a:ext>
            </a:extLst>
          </p:cNvPr>
          <p:cNvGrpSpPr/>
          <p:nvPr/>
        </p:nvGrpSpPr>
        <p:grpSpPr>
          <a:xfrm>
            <a:off x="1828800" y="1146148"/>
            <a:ext cx="8758719" cy="1387778"/>
            <a:chOff x="1828800" y="1146148"/>
            <a:chExt cx="8758719" cy="1387778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6C858476-5937-B873-2F8B-89553100F0C7}"/>
                </a:ext>
              </a:extLst>
            </p:cNvPr>
            <p:cNvSpPr/>
            <p:nvPr/>
          </p:nvSpPr>
          <p:spPr>
            <a:xfrm>
              <a:off x="1828800" y="1202076"/>
              <a:ext cx="688369" cy="6883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b="1" dirty="0">
                  <a:solidFill>
                    <a:schemeClr val="tx1"/>
                  </a:solidFill>
                </a:rPr>
                <a:t>1</a:t>
              </a:r>
              <a:endParaRPr kumimoji="1" lang="zh-CN" alt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120E90F-6735-F312-4B91-D33C93B90557}"/>
                </a:ext>
              </a:extLst>
            </p:cNvPr>
            <p:cNvSpPr/>
            <p:nvPr/>
          </p:nvSpPr>
          <p:spPr>
            <a:xfrm>
              <a:off x="3214099" y="1202075"/>
              <a:ext cx="688369" cy="6883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b="1" dirty="0">
                  <a:solidFill>
                    <a:schemeClr val="tx1"/>
                  </a:solidFill>
                </a:rPr>
                <a:t>2</a:t>
              </a:r>
              <a:endParaRPr kumimoji="1" lang="zh-CN" alt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B26AEB9-48BE-6B1A-3AC2-060A9BD959E3}"/>
                </a:ext>
              </a:extLst>
            </p:cNvPr>
            <p:cNvSpPr/>
            <p:nvPr/>
          </p:nvSpPr>
          <p:spPr>
            <a:xfrm>
              <a:off x="4599398" y="1202074"/>
              <a:ext cx="688369" cy="6883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b="1" dirty="0">
                  <a:solidFill>
                    <a:schemeClr val="tx1"/>
                  </a:solidFill>
                </a:rPr>
                <a:t>3</a:t>
              </a:r>
              <a:endParaRPr kumimoji="1" lang="zh-CN" altLang="en-US" sz="2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直线箭头连接符 11">
              <a:extLst>
                <a:ext uri="{FF2B5EF4-FFF2-40B4-BE49-F238E27FC236}">
                  <a16:creationId xmlns:a16="http://schemas.microsoft.com/office/drawing/2014/main" id="{E92F6033-3716-9A74-B2BE-82423D81E81C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 flipV="1">
              <a:off x="2517169" y="1546260"/>
              <a:ext cx="69693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箭头连接符 12">
              <a:extLst>
                <a:ext uri="{FF2B5EF4-FFF2-40B4-BE49-F238E27FC236}">
                  <a16:creationId xmlns:a16="http://schemas.microsoft.com/office/drawing/2014/main" id="{2B47F3A7-BBB5-672B-670D-56088989033D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 flipV="1">
              <a:off x="3902468" y="1546259"/>
              <a:ext cx="69693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4C24A2A-EA94-BE1F-70E3-C53D76EABE70}"/>
                </a:ext>
              </a:extLst>
            </p:cNvPr>
            <p:cNvSpPr txBox="1"/>
            <p:nvPr/>
          </p:nvSpPr>
          <p:spPr>
            <a:xfrm>
              <a:off x="2691548" y="1146148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dirty="0"/>
                <a:t>B</a:t>
              </a:r>
              <a:endParaRPr kumimoji="1" lang="zh-CN" altLang="en-US" sz="20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69F848F-27E3-B79E-D101-6D21BF11F0B7}"/>
                </a:ext>
              </a:extLst>
            </p:cNvPr>
            <p:cNvSpPr txBox="1"/>
            <p:nvPr/>
          </p:nvSpPr>
          <p:spPr>
            <a:xfrm>
              <a:off x="4081127" y="1146148"/>
              <a:ext cx="3481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dirty="0"/>
                <a:t>A</a:t>
              </a:r>
              <a:endParaRPr kumimoji="1" lang="zh-CN" altLang="en-US" sz="2000" dirty="0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663F7779-3F4C-CA5E-F0F2-1C9A2571C369}"/>
                </a:ext>
              </a:extLst>
            </p:cNvPr>
            <p:cNvSpPr/>
            <p:nvPr/>
          </p:nvSpPr>
          <p:spPr>
            <a:xfrm>
              <a:off x="7128552" y="1202076"/>
              <a:ext cx="688369" cy="6883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b="1" dirty="0">
                  <a:solidFill>
                    <a:schemeClr val="tx1"/>
                  </a:solidFill>
                </a:rPr>
                <a:t>1</a:t>
              </a:r>
              <a:endParaRPr kumimoji="1" lang="zh-CN" alt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1A974A0-72DF-6064-2A1F-20EF1332BBA0}"/>
                </a:ext>
              </a:extLst>
            </p:cNvPr>
            <p:cNvSpPr/>
            <p:nvPr/>
          </p:nvSpPr>
          <p:spPr>
            <a:xfrm>
              <a:off x="8513851" y="1202075"/>
              <a:ext cx="688369" cy="6883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b="1" dirty="0">
                  <a:solidFill>
                    <a:schemeClr val="tx1"/>
                  </a:solidFill>
                </a:rPr>
                <a:t>2</a:t>
              </a:r>
              <a:endParaRPr kumimoji="1" lang="zh-CN" alt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E4AE29E-4698-0D42-752E-A47A798AABF0}"/>
                </a:ext>
              </a:extLst>
            </p:cNvPr>
            <p:cNvSpPr/>
            <p:nvPr/>
          </p:nvSpPr>
          <p:spPr>
            <a:xfrm>
              <a:off x="9899150" y="1202074"/>
              <a:ext cx="688369" cy="6883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b="1" dirty="0">
                  <a:solidFill>
                    <a:schemeClr val="tx1"/>
                  </a:solidFill>
                </a:rPr>
                <a:t>3</a:t>
              </a:r>
              <a:endParaRPr kumimoji="1" lang="zh-CN" altLang="en-US" sz="2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直线箭头连接符 20">
              <a:extLst>
                <a:ext uri="{FF2B5EF4-FFF2-40B4-BE49-F238E27FC236}">
                  <a16:creationId xmlns:a16="http://schemas.microsoft.com/office/drawing/2014/main" id="{3FC08BF3-2CA8-92D0-0E3A-E05AADD7A992}"/>
                </a:ext>
              </a:extLst>
            </p:cNvPr>
            <p:cNvCxnSpPr>
              <a:stCxn id="18" idx="6"/>
              <a:endCxn id="19" idx="2"/>
            </p:cNvCxnSpPr>
            <p:nvPr/>
          </p:nvCxnSpPr>
          <p:spPr>
            <a:xfrm flipV="1">
              <a:off x="7816921" y="1546260"/>
              <a:ext cx="69693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53C234B7-5260-34B5-C8ED-2588D4693115}"/>
                </a:ext>
              </a:extLst>
            </p:cNvPr>
            <p:cNvCxnSpPr>
              <a:cxnSpLocks/>
              <a:stCxn id="19" idx="6"/>
              <a:endCxn id="20" idx="2"/>
            </p:cNvCxnSpPr>
            <p:nvPr/>
          </p:nvCxnSpPr>
          <p:spPr>
            <a:xfrm flipV="1">
              <a:off x="9202220" y="1546259"/>
              <a:ext cx="69693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578CD0E-663A-5B65-897F-BBA5E7AFC8BD}"/>
                </a:ext>
              </a:extLst>
            </p:cNvPr>
            <p:cNvSpPr txBox="1"/>
            <p:nvPr/>
          </p:nvSpPr>
          <p:spPr>
            <a:xfrm>
              <a:off x="7991300" y="1146148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dirty="0"/>
                <a:t>B</a:t>
              </a:r>
              <a:endParaRPr kumimoji="1" lang="zh-CN" altLang="en-US" sz="20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2B3EFA3-F3DB-A675-4E01-854EB6F40F2F}"/>
                </a:ext>
              </a:extLst>
            </p:cNvPr>
            <p:cNvSpPr txBox="1"/>
            <p:nvPr/>
          </p:nvSpPr>
          <p:spPr>
            <a:xfrm>
              <a:off x="9380879" y="1146148"/>
              <a:ext cx="3481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dirty="0"/>
                <a:t>A</a:t>
              </a:r>
              <a:endParaRPr kumimoji="1" lang="zh-CN" altLang="en-US" sz="2000" dirty="0"/>
            </a:p>
          </p:txBody>
        </p:sp>
        <p:cxnSp>
          <p:nvCxnSpPr>
            <p:cNvPr id="26" name="曲线连接符 25">
              <a:extLst>
                <a:ext uri="{FF2B5EF4-FFF2-40B4-BE49-F238E27FC236}">
                  <a16:creationId xmlns:a16="http://schemas.microsoft.com/office/drawing/2014/main" id="{EE2A6976-2D81-00F1-B2FC-E5D01A25C5EC}"/>
                </a:ext>
              </a:extLst>
            </p:cNvPr>
            <p:cNvCxnSpPr>
              <a:stCxn id="19" idx="3"/>
              <a:endCxn id="18" idx="5"/>
            </p:cNvCxnSpPr>
            <p:nvPr/>
          </p:nvCxnSpPr>
          <p:spPr>
            <a:xfrm rot="5400000">
              <a:off x="8165386" y="1340361"/>
              <a:ext cx="1" cy="898548"/>
            </a:xfrm>
            <a:prstGeom prst="curvedConnector3">
              <a:avLst>
                <a:gd name="adj1" fmla="val 3294100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06748DC-11E8-9987-9BB0-23B696681FA2}"/>
                </a:ext>
              </a:extLst>
            </p:cNvPr>
            <p:cNvSpPr txBox="1"/>
            <p:nvPr/>
          </p:nvSpPr>
          <p:spPr>
            <a:xfrm>
              <a:off x="8001719" y="213381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dirty="0"/>
                <a:t>B</a:t>
              </a:r>
              <a:endParaRPr kumimoji="1"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60537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D85D3-EBF5-14A1-D21A-CF239CEF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91DEEAD-20B0-8575-5211-A90A9826C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302899"/>
              </p:ext>
            </p:extLst>
          </p:nvPr>
        </p:nvGraphicFramePr>
        <p:xfrm>
          <a:off x="340617" y="523220"/>
          <a:ext cx="4205982" cy="481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2991">
                  <a:extLst>
                    <a:ext uri="{9D8B030D-6E8A-4147-A177-3AD203B41FA5}">
                      <a16:colId xmlns:a16="http://schemas.microsoft.com/office/drawing/2014/main" val="3695714848"/>
                    </a:ext>
                  </a:extLst>
                </a:gridCol>
                <a:gridCol w="2102991">
                  <a:extLst>
                    <a:ext uri="{9D8B030D-6E8A-4147-A177-3AD203B41FA5}">
                      <a16:colId xmlns:a16="http://schemas.microsoft.com/office/drawing/2014/main" val="2083357595"/>
                    </a:ext>
                  </a:extLst>
                </a:gridCol>
              </a:tblGrid>
              <a:tr h="3684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T2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915708"/>
                  </a:ext>
                </a:extLst>
              </a:tr>
              <a:tr h="1197429">
                <a:tc>
                  <a:txBody>
                    <a:bodyPr/>
                    <a:lstStyle/>
                    <a:p>
                      <a:r>
                        <a:rPr lang="en-US" altLang="zh-CN" dirty="0"/>
                        <a:t>L(A); t = Read(A)</a:t>
                      </a:r>
                    </a:p>
                    <a:p>
                      <a:r>
                        <a:rPr lang="en-US" altLang="zh-CN" dirty="0"/>
                        <a:t>t = t + 1;</a:t>
                      </a:r>
                    </a:p>
                    <a:p>
                      <a:r>
                        <a:rPr lang="en-US" altLang="zh-CN" dirty="0"/>
                        <a:t>Write(A, t); U(A);</a:t>
                      </a:r>
                    </a:p>
                    <a:p>
                      <a:r>
                        <a:rPr lang="en-US" altLang="zh-CN" dirty="0"/>
                        <a:t>L(B);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467050"/>
                  </a:ext>
                </a:extLst>
              </a:tr>
              <a:tr h="119742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L(A); s = READ(A);</a:t>
                      </a:r>
                    </a:p>
                    <a:p>
                      <a:r>
                        <a:rPr lang="en-US" altLang="zh-CN" dirty="0"/>
                        <a:t>s = s * 2</a:t>
                      </a:r>
                    </a:p>
                    <a:p>
                      <a:r>
                        <a:rPr lang="en-US" altLang="zh-CN" dirty="0"/>
                        <a:t>Write(A, s); U(A);</a:t>
                      </a:r>
                    </a:p>
                    <a:p>
                      <a:r>
                        <a:rPr lang="en-US" altLang="zh-CN" dirty="0"/>
                        <a:t>L(B);  </a:t>
                      </a:r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拒绝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587408"/>
                  </a:ext>
                </a:extLst>
              </a:tr>
              <a:tr h="921100">
                <a:tc>
                  <a:txBody>
                    <a:bodyPr/>
                    <a:lstStyle/>
                    <a:p>
                      <a:r>
                        <a:rPr lang="en-US" altLang="zh-CN" dirty="0"/>
                        <a:t>Read(B, t);</a:t>
                      </a:r>
                    </a:p>
                    <a:p>
                      <a:r>
                        <a:rPr lang="en-US" altLang="zh-CN" dirty="0"/>
                        <a:t>t = t +5;</a:t>
                      </a:r>
                    </a:p>
                    <a:p>
                      <a:r>
                        <a:rPr lang="en-US" altLang="zh-CN" dirty="0"/>
                        <a:t>Write(B, t); U(B);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47206"/>
                  </a:ext>
                </a:extLst>
              </a:tr>
              <a:tr h="113492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L(B); s = Read(B);</a:t>
                      </a:r>
                    </a:p>
                    <a:p>
                      <a:r>
                        <a:rPr lang="en-US" altLang="zh-CN" dirty="0"/>
                        <a:t>s = s </a:t>
                      </a:r>
                      <a:r>
                        <a:rPr lang="zh-CN" altLang="en-US" dirty="0"/>
                        <a:t>*</a:t>
                      </a:r>
                      <a:r>
                        <a:rPr lang="en-US" altLang="zh-CN" dirty="0"/>
                        <a:t> 2;</a:t>
                      </a:r>
                    </a:p>
                    <a:p>
                      <a:r>
                        <a:rPr lang="en-US" altLang="zh-CN" dirty="0"/>
                        <a:t>Write(B); U(B);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725852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C10179F7-A1EA-6889-18BA-327828E26682}"/>
              </a:ext>
            </a:extLst>
          </p:cNvPr>
          <p:cNvSpPr txBox="1"/>
          <p:nvPr/>
        </p:nvSpPr>
        <p:spPr>
          <a:xfrm>
            <a:off x="555912" y="0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用锁保证冲突可串行性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30D89B0-6D23-30C5-A753-EC87C3365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608885"/>
              </p:ext>
            </p:extLst>
          </p:nvPr>
        </p:nvGraphicFramePr>
        <p:xfrm>
          <a:off x="5693063" y="523221"/>
          <a:ext cx="4205982" cy="4963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2991">
                  <a:extLst>
                    <a:ext uri="{9D8B030D-6E8A-4147-A177-3AD203B41FA5}">
                      <a16:colId xmlns:a16="http://schemas.microsoft.com/office/drawing/2014/main" val="3695714848"/>
                    </a:ext>
                  </a:extLst>
                </a:gridCol>
                <a:gridCol w="2102991">
                  <a:extLst>
                    <a:ext uri="{9D8B030D-6E8A-4147-A177-3AD203B41FA5}">
                      <a16:colId xmlns:a16="http://schemas.microsoft.com/office/drawing/2014/main" val="2083357595"/>
                    </a:ext>
                  </a:extLst>
                </a:gridCol>
              </a:tblGrid>
              <a:tr h="3520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T2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915708"/>
                  </a:ext>
                </a:extLst>
              </a:tr>
              <a:tr h="1122632">
                <a:tc>
                  <a:txBody>
                    <a:bodyPr/>
                    <a:lstStyle/>
                    <a:p>
                      <a:r>
                        <a:rPr lang="en-US" altLang="zh-CN" dirty="0"/>
                        <a:t>L(A); t = Read(A)</a:t>
                      </a:r>
                    </a:p>
                    <a:p>
                      <a:r>
                        <a:rPr lang="en-US" altLang="zh-CN" dirty="0"/>
                        <a:t>t = t + 1;</a:t>
                      </a:r>
                    </a:p>
                    <a:p>
                      <a:r>
                        <a:rPr lang="en-US" altLang="zh-CN" dirty="0"/>
                        <a:t>Write(A, t); U(A);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467050"/>
                  </a:ext>
                </a:extLst>
              </a:tr>
              <a:tr h="246446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L(A); s = READ(A);</a:t>
                      </a:r>
                    </a:p>
                    <a:p>
                      <a:r>
                        <a:rPr lang="en-US" altLang="zh-CN" dirty="0"/>
                        <a:t>s = s * 2</a:t>
                      </a:r>
                    </a:p>
                    <a:p>
                      <a:r>
                        <a:rPr lang="en-US" altLang="zh-CN" dirty="0"/>
                        <a:t>Write(A, s); U(A);</a:t>
                      </a:r>
                    </a:p>
                    <a:p>
                      <a:r>
                        <a:rPr lang="en-US" altLang="zh-CN" dirty="0"/>
                        <a:t>L(B); </a:t>
                      </a:r>
                    </a:p>
                    <a:p>
                      <a:endParaRPr lang="en-US" altLang="zh-CN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dirty="0"/>
                        <a:t>L(B); s = Read(B);</a:t>
                      </a:r>
                    </a:p>
                    <a:p>
                      <a:r>
                        <a:rPr lang="en-US" altLang="zh-CN" dirty="0"/>
                        <a:t>s = s </a:t>
                      </a:r>
                      <a:r>
                        <a:rPr lang="zh-CN" altLang="en-US" dirty="0"/>
                        <a:t>*</a:t>
                      </a:r>
                      <a:r>
                        <a:rPr lang="en-US" altLang="zh-CN" dirty="0"/>
                        <a:t> 2;</a:t>
                      </a:r>
                    </a:p>
                    <a:p>
                      <a:r>
                        <a:rPr lang="en-US" altLang="zh-CN" dirty="0"/>
                        <a:t>Write(B); U(B);</a:t>
                      </a:r>
                    </a:p>
                    <a:p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587408"/>
                  </a:ext>
                </a:extLst>
              </a:tr>
              <a:tr h="8801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L(B);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Read(B, t);</a:t>
                      </a:r>
                    </a:p>
                    <a:p>
                      <a:r>
                        <a:rPr lang="en-US" altLang="zh-CN" dirty="0"/>
                        <a:t>t = t +5;</a:t>
                      </a:r>
                    </a:p>
                    <a:p>
                      <a:r>
                        <a:rPr lang="en-US" altLang="zh-CN" dirty="0"/>
                        <a:t>Write(B, t); U(B);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4720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BA3331A-C2B5-A9D2-C69E-72FE42FA7292}"/>
              </a:ext>
            </a:extLst>
          </p:cNvPr>
          <p:cNvSpPr txBox="1"/>
          <p:nvPr/>
        </p:nvSpPr>
        <p:spPr>
          <a:xfrm>
            <a:off x="5369749" y="0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用锁无法保证的冲突可串行性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2884256-E64D-B36F-4030-ED67F2A76B89}"/>
              </a:ext>
            </a:extLst>
          </p:cNvPr>
          <p:cNvSpPr/>
          <p:nvPr/>
        </p:nvSpPr>
        <p:spPr>
          <a:xfrm>
            <a:off x="1346200" y="5632450"/>
            <a:ext cx="622300" cy="6223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T1</a:t>
            </a:r>
            <a:endParaRPr kumimoji="1"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0877F0C-88FB-8706-F787-E8C0CD7A81F0}"/>
              </a:ext>
            </a:extLst>
          </p:cNvPr>
          <p:cNvSpPr/>
          <p:nvPr/>
        </p:nvSpPr>
        <p:spPr>
          <a:xfrm>
            <a:off x="2443609" y="5632450"/>
            <a:ext cx="622300" cy="6223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T2</a:t>
            </a:r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D31F7752-C425-854E-1EC6-2FE1AA4DAD27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1968500" y="5943600"/>
            <a:ext cx="475109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6CFD9577-FE8D-4458-7722-BABFB95DEAE8}"/>
              </a:ext>
            </a:extLst>
          </p:cNvPr>
          <p:cNvSpPr/>
          <p:nvPr/>
        </p:nvSpPr>
        <p:spPr>
          <a:xfrm>
            <a:off x="6698645" y="5756930"/>
            <a:ext cx="622300" cy="6223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T1</a:t>
            </a:r>
            <a:endParaRPr kumimoji="1"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61511D2-DE0F-EBE7-DEC7-0DFF31C29A2A}"/>
              </a:ext>
            </a:extLst>
          </p:cNvPr>
          <p:cNvSpPr/>
          <p:nvPr/>
        </p:nvSpPr>
        <p:spPr>
          <a:xfrm>
            <a:off x="7796054" y="5756930"/>
            <a:ext cx="622300" cy="6223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T2</a:t>
            </a:r>
            <a:endParaRPr kumimoji="1" lang="zh-CN" altLang="en-US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F7608C45-F224-ACC3-507F-E74D13883C5C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7320945" y="6068080"/>
            <a:ext cx="475109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曲线连接符 16">
            <a:extLst>
              <a:ext uri="{FF2B5EF4-FFF2-40B4-BE49-F238E27FC236}">
                <a16:creationId xmlns:a16="http://schemas.microsoft.com/office/drawing/2014/main" id="{E3AF4456-97DF-3BAF-B993-FAA107F1CF72}"/>
              </a:ext>
            </a:extLst>
          </p:cNvPr>
          <p:cNvCxnSpPr>
            <a:stCxn id="14" idx="3"/>
            <a:endCxn id="13" idx="5"/>
          </p:cNvCxnSpPr>
          <p:nvPr/>
        </p:nvCxnSpPr>
        <p:spPr>
          <a:xfrm rot="5400000">
            <a:off x="7558500" y="5959408"/>
            <a:ext cx="12700" cy="657377"/>
          </a:xfrm>
          <a:prstGeom prst="curvedConnector3">
            <a:avLst>
              <a:gd name="adj1" fmla="val 2517591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519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9BC86-682E-3614-1B67-BEAFF0CE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1140A798-1CFD-5F5C-002D-555A3C323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927216"/>
              </p:ext>
            </p:extLst>
          </p:nvPr>
        </p:nvGraphicFramePr>
        <p:xfrm>
          <a:off x="113344" y="705464"/>
          <a:ext cx="5776594" cy="1579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3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970">
                <a:tc rowSpan="2" gridSpan="2">
                  <a:txBody>
                    <a:bodyPr/>
                    <a:lstStyle/>
                    <a:p>
                      <a:pPr marL="530225">
                        <a:lnSpc>
                          <a:spcPct val="100000"/>
                        </a:lnSpc>
                        <a:spcBef>
                          <a:spcPts val="1875"/>
                        </a:spcBef>
                      </a:pPr>
                      <a:r>
                        <a:rPr sz="2400" b="1" spc="-10" dirty="0">
                          <a:solidFill>
                            <a:srgbClr val="CC0000"/>
                          </a:solidFill>
                          <a:latin typeface="Lantinghei SC Heavy"/>
                          <a:cs typeface="Lantinghei SC Heavy"/>
                        </a:rPr>
                        <a:t>读锁写锁协议</a:t>
                      </a:r>
                      <a:endParaRPr sz="24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2381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353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30" dirty="0">
                          <a:latin typeface="Lantinghei SC Heavy"/>
                          <a:cs typeface="Lantinghei SC Heavy"/>
                        </a:rPr>
                        <a:t>申请的锁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97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81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450" dirty="0">
                          <a:latin typeface="Lantinghei SC Heavy"/>
                          <a:cs typeface="Lantinghei SC Heavy"/>
                        </a:rPr>
                        <a:t>S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425" dirty="0">
                          <a:latin typeface="Lantinghei SC Heavy"/>
                          <a:cs typeface="Lantinghei SC Heavy"/>
                        </a:rPr>
                        <a:t>X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970">
                <a:tc rowSpan="2">
                  <a:txBody>
                    <a:bodyPr/>
                    <a:lstStyle/>
                    <a:p>
                      <a:pPr marL="467359" marR="207010" indent="-2540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30" dirty="0">
                          <a:latin typeface="Lantinghei SC Heavy"/>
                          <a:cs typeface="Lantinghei SC Heavy"/>
                        </a:rPr>
                        <a:t>持有锁的</a:t>
                      </a:r>
                      <a:r>
                        <a:rPr sz="2000" b="1" spc="-35" dirty="0">
                          <a:latin typeface="Lantinghei SC Heavy"/>
                          <a:cs typeface="Lantinghei SC Heavy"/>
                        </a:rPr>
                        <a:t>模式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450" dirty="0">
                          <a:latin typeface="Lantinghei SC Heavy"/>
                          <a:cs typeface="Lantinghei SC Heavy"/>
                        </a:rPr>
                        <a:t>S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50" dirty="0">
                          <a:latin typeface="Lantinghei SC Heavy"/>
                          <a:cs typeface="Lantinghei SC Heavy"/>
                        </a:rPr>
                        <a:t>是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50" dirty="0">
                          <a:latin typeface="Lantinghei SC Heavy"/>
                          <a:cs typeface="Lantinghei SC Heavy"/>
                        </a:rPr>
                        <a:t>否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61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425" dirty="0">
                          <a:latin typeface="Lantinghei SC Heavy"/>
                          <a:cs typeface="Lantinghei SC Heavy"/>
                        </a:rPr>
                        <a:t>X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50" dirty="0">
                          <a:latin typeface="Lantinghei SC Heavy"/>
                          <a:cs typeface="Lantinghei SC Heavy"/>
                        </a:rPr>
                        <a:t>否</a:t>
                      </a:r>
                      <a:endParaRPr sz="200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50" dirty="0">
                          <a:latin typeface="Lantinghei SC Heavy"/>
                          <a:cs typeface="Lantinghei SC Heavy"/>
                        </a:rPr>
                        <a:t>否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object 12">
            <a:extLst>
              <a:ext uri="{FF2B5EF4-FFF2-40B4-BE49-F238E27FC236}">
                <a16:creationId xmlns:a16="http://schemas.microsoft.com/office/drawing/2014/main" id="{64EA2AF3-03BF-49C2-2B62-2E6CFB58C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741843"/>
              </p:ext>
            </p:extLst>
          </p:nvPr>
        </p:nvGraphicFramePr>
        <p:xfrm>
          <a:off x="6203630" y="705464"/>
          <a:ext cx="5782308" cy="2005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4970">
                <a:tc rowSpan="2" gridSpan="2">
                  <a:txBody>
                    <a:bodyPr/>
                    <a:lstStyle/>
                    <a:p>
                      <a:pPr marL="614045">
                        <a:lnSpc>
                          <a:spcPct val="100000"/>
                        </a:lnSpc>
                        <a:spcBef>
                          <a:spcPts val="1660"/>
                        </a:spcBef>
                      </a:pPr>
                      <a:r>
                        <a:rPr sz="2400" b="1" spc="-10" dirty="0">
                          <a:solidFill>
                            <a:srgbClr val="CC0000"/>
                          </a:solidFill>
                          <a:latin typeface="Lantinghei SC Heavy"/>
                          <a:cs typeface="Lantinghei SC Heavy"/>
                        </a:rPr>
                        <a:t>更新锁协议</a:t>
                      </a:r>
                      <a:endParaRPr sz="24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2108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981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30" dirty="0">
                          <a:latin typeface="Lantinghei SC Heavy"/>
                          <a:cs typeface="Lantinghei SC Heavy"/>
                        </a:rPr>
                        <a:t>申请的锁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97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08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450" dirty="0">
                          <a:latin typeface="Lantinghei SC Heavy"/>
                          <a:cs typeface="Lantinghei SC Heavy"/>
                        </a:rPr>
                        <a:t>S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425" dirty="0">
                          <a:latin typeface="Lantinghei SC Heavy"/>
                          <a:cs typeface="Lantinghei SC Heavy"/>
                        </a:rPr>
                        <a:t>X</a:t>
                      </a:r>
                      <a:endParaRPr sz="200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305" dirty="0">
                          <a:latin typeface="Lantinghei SC Heavy"/>
                          <a:cs typeface="Lantinghei SC Heavy"/>
                        </a:rPr>
                        <a:t>U</a:t>
                      </a:r>
                      <a:endParaRPr sz="200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33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46405" marR="184785" indent="-2540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30" dirty="0">
                          <a:latin typeface="Lantinghei SC Heavy"/>
                          <a:cs typeface="Lantinghei SC Heavy"/>
                        </a:rPr>
                        <a:t>持有锁的</a:t>
                      </a:r>
                      <a:r>
                        <a:rPr sz="2000" b="1" spc="-35" dirty="0">
                          <a:latin typeface="Lantinghei SC Heavy"/>
                          <a:cs typeface="Lantinghei SC Heavy"/>
                        </a:rPr>
                        <a:t>模式</a:t>
                      </a:r>
                      <a:endParaRPr sz="2000">
                        <a:latin typeface="Lantinghei SC Heavy"/>
                        <a:cs typeface="Lantinghei SC Heavy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450" dirty="0">
                          <a:latin typeface="Lantinghei SC Heavy"/>
                          <a:cs typeface="Lantinghei SC Heavy"/>
                        </a:rPr>
                        <a:t>S</a:t>
                      </a:r>
                      <a:endParaRPr sz="200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50" dirty="0">
                          <a:latin typeface="Lantinghei SC Heavy"/>
                          <a:cs typeface="Lantinghei SC Heavy"/>
                        </a:rPr>
                        <a:t>是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50" dirty="0">
                          <a:latin typeface="Lantinghei SC Heavy"/>
                          <a:cs typeface="Lantinghei SC Heavy"/>
                        </a:rPr>
                        <a:t>否</a:t>
                      </a:r>
                      <a:endParaRPr sz="200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50" dirty="0">
                          <a:latin typeface="Lantinghei SC Heavy"/>
                          <a:cs typeface="Lantinghei SC Heavy"/>
                        </a:rPr>
                        <a:t>是</a:t>
                      </a:r>
                      <a:endParaRPr sz="200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3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425" dirty="0">
                          <a:latin typeface="Lantinghei SC Heavy"/>
                          <a:cs typeface="Lantinghei SC Heavy"/>
                        </a:rPr>
                        <a:t>X</a:t>
                      </a:r>
                      <a:endParaRPr sz="200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50" dirty="0">
                          <a:latin typeface="Lantinghei SC Heavy"/>
                          <a:cs typeface="Lantinghei SC Heavy"/>
                        </a:rPr>
                        <a:t>否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50" dirty="0">
                          <a:latin typeface="Lantinghei SC Heavy"/>
                          <a:cs typeface="Lantinghei SC Heavy"/>
                        </a:rPr>
                        <a:t>否</a:t>
                      </a:r>
                      <a:endParaRPr sz="200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50" dirty="0">
                          <a:latin typeface="Lantinghei SC Heavy"/>
                          <a:cs typeface="Lantinghei SC Heavy"/>
                        </a:rPr>
                        <a:t>否</a:t>
                      </a:r>
                      <a:endParaRPr sz="200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3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305" dirty="0">
                          <a:latin typeface="Lantinghei SC Heavy"/>
                          <a:cs typeface="Lantinghei SC Heavy"/>
                        </a:rPr>
                        <a:t>U</a:t>
                      </a:r>
                      <a:endParaRPr sz="200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50" dirty="0">
                          <a:latin typeface="Lantinghei SC Heavy"/>
                          <a:cs typeface="Lantinghei SC Heavy"/>
                        </a:rPr>
                        <a:t>否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50" dirty="0">
                          <a:latin typeface="Lantinghei SC Heavy"/>
                          <a:cs typeface="Lantinghei SC Heavy"/>
                        </a:rPr>
                        <a:t>否</a:t>
                      </a:r>
                      <a:endParaRPr sz="200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50" dirty="0">
                          <a:latin typeface="Lantinghei SC Heavy"/>
                          <a:cs typeface="Lantinghei SC Heavy"/>
                        </a:rPr>
                        <a:t>否</a:t>
                      </a:r>
                      <a:endParaRPr sz="20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5033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B1FEF-93C7-C390-5A15-AB138DE16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>
            <a:extLst>
              <a:ext uri="{FF2B5EF4-FFF2-40B4-BE49-F238E27FC236}">
                <a16:creationId xmlns:a16="http://schemas.microsoft.com/office/drawing/2014/main" id="{44CBFF9D-A464-BF7A-EE8C-AF2BF4F84384}"/>
              </a:ext>
            </a:extLst>
          </p:cNvPr>
          <p:cNvGrpSpPr/>
          <p:nvPr/>
        </p:nvGrpSpPr>
        <p:grpSpPr>
          <a:xfrm>
            <a:off x="971693" y="4599869"/>
            <a:ext cx="8409685" cy="3932581"/>
            <a:chOff x="1022499" y="794746"/>
            <a:chExt cx="8409685" cy="3932581"/>
          </a:xfrm>
        </p:grpSpPr>
        <p:grpSp>
          <p:nvGrpSpPr>
            <p:cNvPr id="4" name="object 4">
              <a:extLst>
                <a:ext uri="{FF2B5EF4-FFF2-40B4-BE49-F238E27FC236}">
                  <a16:creationId xmlns:a16="http://schemas.microsoft.com/office/drawing/2014/main" id="{AA9D97A1-42CC-9F26-5845-1DD7A7FE1FF1}"/>
                </a:ext>
              </a:extLst>
            </p:cNvPr>
            <p:cNvGrpSpPr/>
            <p:nvPr/>
          </p:nvGrpSpPr>
          <p:grpSpPr>
            <a:xfrm>
              <a:off x="1028346" y="1895582"/>
              <a:ext cx="3429000" cy="176530"/>
              <a:chOff x="1141361" y="3200400"/>
              <a:chExt cx="3429000" cy="176530"/>
            </a:xfrm>
          </p:grpSpPr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ADEB06BE-11A9-39F9-06E3-34FABB33902F}"/>
                  </a:ext>
                </a:extLst>
              </p:cNvPr>
              <p:cNvSpPr/>
              <p:nvPr/>
            </p:nvSpPr>
            <p:spPr>
              <a:xfrm>
                <a:off x="1141361" y="3262122"/>
                <a:ext cx="34290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114300">
                    <a:moveTo>
                      <a:pt x="3333750" y="76200"/>
                    </a:moveTo>
                    <a:lnTo>
                      <a:pt x="3333750" y="38100"/>
                    </a:lnTo>
                    <a:lnTo>
                      <a:pt x="0" y="38100"/>
                    </a:lnTo>
                    <a:lnTo>
                      <a:pt x="0" y="76200"/>
                    </a:lnTo>
                    <a:lnTo>
                      <a:pt x="3333750" y="76200"/>
                    </a:lnTo>
                    <a:close/>
                  </a:path>
                  <a:path w="3429000" h="114300">
                    <a:moveTo>
                      <a:pt x="3429000" y="57150"/>
                    </a:moveTo>
                    <a:lnTo>
                      <a:pt x="3314700" y="0"/>
                    </a:lnTo>
                    <a:lnTo>
                      <a:pt x="3314700" y="38100"/>
                    </a:lnTo>
                    <a:lnTo>
                      <a:pt x="3333750" y="38100"/>
                    </a:lnTo>
                    <a:lnTo>
                      <a:pt x="3333750" y="104775"/>
                    </a:lnTo>
                    <a:lnTo>
                      <a:pt x="3429000" y="57150"/>
                    </a:lnTo>
                    <a:close/>
                  </a:path>
                  <a:path w="3429000" h="114300">
                    <a:moveTo>
                      <a:pt x="3333750" y="104775"/>
                    </a:moveTo>
                    <a:lnTo>
                      <a:pt x="3333750" y="76200"/>
                    </a:lnTo>
                    <a:lnTo>
                      <a:pt x="3314700" y="76200"/>
                    </a:lnTo>
                    <a:lnTo>
                      <a:pt x="3314700" y="114300"/>
                    </a:lnTo>
                    <a:lnTo>
                      <a:pt x="3333750" y="10477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483B8BF6-6F0D-0218-990A-1A07E92B8932}"/>
                  </a:ext>
                </a:extLst>
              </p:cNvPr>
              <p:cNvSpPr/>
              <p:nvPr/>
            </p:nvSpPr>
            <p:spPr>
              <a:xfrm>
                <a:off x="2512961" y="3219450"/>
                <a:ext cx="6858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85800">
                    <a:moveTo>
                      <a:pt x="0" y="0"/>
                    </a:moveTo>
                    <a:lnTo>
                      <a:pt x="685800" y="0"/>
                    </a:lnTo>
                  </a:path>
                </a:pathLst>
              </a:custGeom>
              <a:ln w="38100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97189444-303E-CD7D-96A8-198B78FDFAC0}"/>
                  </a:ext>
                </a:extLst>
              </p:cNvPr>
              <p:cNvSpPr/>
              <p:nvPr/>
            </p:nvSpPr>
            <p:spPr>
              <a:xfrm>
                <a:off x="1369961" y="3219450"/>
                <a:ext cx="0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h="100329">
                    <a:moveTo>
                      <a:pt x="0" y="99822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2E957114-F7C4-47E8-5932-D21258F38894}"/>
                  </a:ext>
                </a:extLst>
              </p:cNvPr>
              <p:cNvSpPr/>
              <p:nvPr/>
            </p:nvSpPr>
            <p:spPr>
              <a:xfrm>
                <a:off x="2512961" y="3219450"/>
                <a:ext cx="0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h="100329">
                    <a:moveTo>
                      <a:pt x="0" y="99822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5FDC5A81-F410-866B-08C9-4A7B3E7D4401}"/>
                  </a:ext>
                </a:extLst>
              </p:cNvPr>
              <p:cNvSpPr/>
              <p:nvPr/>
            </p:nvSpPr>
            <p:spPr>
              <a:xfrm>
                <a:off x="3198761" y="3219450"/>
                <a:ext cx="0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h="100329">
                    <a:moveTo>
                      <a:pt x="0" y="99822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AF976129-511C-9D8B-F369-7C16BF27C242}"/>
                  </a:ext>
                </a:extLst>
              </p:cNvPr>
              <p:cNvSpPr/>
              <p:nvPr/>
            </p:nvSpPr>
            <p:spPr>
              <a:xfrm>
                <a:off x="4341761" y="3219450"/>
                <a:ext cx="0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h="100329">
                    <a:moveTo>
                      <a:pt x="0" y="99822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C23FC432-3396-486F-E884-63CD61FE4DB3}"/>
                </a:ext>
              </a:extLst>
            </p:cNvPr>
            <p:cNvSpPr txBox="1"/>
            <p:nvPr/>
          </p:nvSpPr>
          <p:spPr>
            <a:xfrm>
              <a:off x="1024024" y="1577320"/>
              <a:ext cx="799465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b="1" spc="-180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Begin</a:t>
              </a:r>
              <a:r>
                <a:rPr lang="zh-CN" altLang="en-US" sz="1600" b="1" spc="60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lang="en-US" altLang="zh-CN" sz="1600" b="1" spc="60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T</a:t>
              </a:r>
              <a:endParaRPr sz="16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6503C0A5-A187-F021-550F-1130907F0965}"/>
                </a:ext>
              </a:extLst>
            </p:cNvPr>
            <p:cNvSpPr txBox="1"/>
            <p:nvPr/>
          </p:nvSpPr>
          <p:spPr>
            <a:xfrm>
              <a:off x="1971184" y="1398240"/>
              <a:ext cx="70866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1600" b="1" spc="-26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Lock A</a:t>
              </a:r>
              <a:endParaRPr sz="16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455018B-8CB1-3A45-3072-0214E23D81B8}"/>
                </a:ext>
              </a:extLst>
            </p:cNvPr>
            <p:cNvSpPr txBox="1"/>
            <p:nvPr/>
          </p:nvSpPr>
          <p:spPr>
            <a:xfrm>
              <a:off x="2874607" y="1398240"/>
              <a:ext cx="1697989" cy="4806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ts val="1789"/>
                </a:lnSpc>
                <a:spcBef>
                  <a:spcPts val="100"/>
                </a:spcBef>
              </a:pPr>
              <a:r>
                <a:rPr sz="1600" b="1" spc="-20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Unlock</a:t>
              </a:r>
              <a:r>
                <a:rPr lang="zh-CN" altLang="en-US" sz="1600" b="1" spc="5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sz="1600" b="1" spc="-5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A</a:t>
              </a:r>
              <a:endParaRPr sz="16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  <a:p>
              <a:pPr marL="682625">
                <a:lnSpc>
                  <a:spcPts val="1789"/>
                </a:lnSpc>
              </a:pPr>
              <a:r>
                <a:rPr sz="1600" b="1" spc="-18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Commit</a:t>
              </a:r>
              <a:r>
                <a:rPr lang="zh-CN" altLang="en-US" sz="1600" b="1" spc="7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sz="1600" b="1" spc="-38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T</a:t>
              </a:r>
              <a:endParaRPr sz="16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8C8A8E29-5C8A-D5DC-E214-F08E7F238AF4}"/>
                </a:ext>
              </a:extLst>
            </p:cNvPr>
            <p:cNvSpPr txBox="1"/>
            <p:nvPr/>
          </p:nvSpPr>
          <p:spPr>
            <a:xfrm>
              <a:off x="1030118" y="883024"/>
              <a:ext cx="4184015" cy="38151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764"/>
                </a:spcBef>
              </a:pPr>
              <a:r>
                <a:rPr sz="2400" b="1" spc="-85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0</a:t>
              </a:r>
              <a:r>
                <a:rPr sz="2400" b="1" spc="-110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级协议</a:t>
              </a:r>
              <a:r>
                <a:rPr sz="2400" b="1" spc="-215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(0-</a:t>
              </a:r>
              <a:r>
                <a:rPr sz="2400" b="1" spc="-25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LP)</a:t>
              </a:r>
              <a:endParaRPr sz="24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grpSp>
          <p:nvGrpSpPr>
            <p:cNvPr id="16" name="object 16">
              <a:extLst>
                <a:ext uri="{FF2B5EF4-FFF2-40B4-BE49-F238E27FC236}">
                  <a16:creationId xmlns:a16="http://schemas.microsoft.com/office/drawing/2014/main" id="{2BEAAA21-8CCE-BBFB-79B8-E72CA88E3272}"/>
                </a:ext>
              </a:extLst>
            </p:cNvPr>
            <p:cNvGrpSpPr/>
            <p:nvPr/>
          </p:nvGrpSpPr>
          <p:grpSpPr>
            <a:xfrm>
              <a:off x="5566818" y="1890248"/>
              <a:ext cx="3429000" cy="177165"/>
              <a:chOff x="5679833" y="3195066"/>
              <a:chExt cx="3429000" cy="177165"/>
            </a:xfrm>
          </p:grpSpPr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C036B565-F6A8-2D7F-434C-09BE2CA24BE9}"/>
                  </a:ext>
                </a:extLst>
              </p:cNvPr>
              <p:cNvSpPr/>
              <p:nvPr/>
            </p:nvSpPr>
            <p:spPr>
              <a:xfrm>
                <a:off x="5679833" y="3257550"/>
                <a:ext cx="34290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114300">
                    <a:moveTo>
                      <a:pt x="3333750" y="76200"/>
                    </a:moveTo>
                    <a:lnTo>
                      <a:pt x="3333750" y="38100"/>
                    </a:lnTo>
                    <a:lnTo>
                      <a:pt x="0" y="38100"/>
                    </a:lnTo>
                    <a:lnTo>
                      <a:pt x="0" y="76200"/>
                    </a:lnTo>
                    <a:lnTo>
                      <a:pt x="3333750" y="76200"/>
                    </a:lnTo>
                    <a:close/>
                  </a:path>
                  <a:path w="3429000" h="114300">
                    <a:moveTo>
                      <a:pt x="3428987" y="57150"/>
                    </a:moveTo>
                    <a:lnTo>
                      <a:pt x="3314687" y="0"/>
                    </a:lnTo>
                    <a:lnTo>
                      <a:pt x="3314687" y="38100"/>
                    </a:lnTo>
                    <a:lnTo>
                      <a:pt x="3333750" y="38100"/>
                    </a:lnTo>
                    <a:lnTo>
                      <a:pt x="3333750" y="104768"/>
                    </a:lnTo>
                    <a:lnTo>
                      <a:pt x="3428987" y="57150"/>
                    </a:lnTo>
                    <a:close/>
                  </a:path>
                  <a:path w="3429000" h="114300">
                    <a:moveTo>
                      <a:pt x="3333750" y="104768"/>
                    </a:moveTo>
                    <a:lnTo>
                      <a:pt x="3333750" y="76200"/>
                    </a:lnTo>
                    <a:lnTo>
                      <a:pt x="3314687" y="76200"/>
                    </a:lnTo>
                    <a:lnTo>
                      <a:pt x="3314687" y="114300"/>
                    </a:lnTo>
                    <a:lnTo>
                      <a:pt x="3333750" y="10476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77B5B934-F96C-04DB-E399-6262032DECDE}"/>
                  </a:ext>
                </a:extLst>
              </p:cNvPr>
              <p:cNvSpPr/>
              <p:nvPr/>
            </p:nvSpPr>
            <p:spPr>
              <a:xfrm>
                <a:off x="7065898" y="3214116"/>
                <a:ext cx="1807210" cy="1905"/>
              </a:xfrm>
              <a:custGeom>
                <a:avLst/>
                <a:gdLst/>
                <a:ahLst/>
                <a:cxnLst/>
                <a:rect l="l" t="t" r="r" b="b"/>
                <a:pathLst>
                  <a:path w="1807209" h="1905">
                    <a:moveTo>
                      <a:pt x="0" y="0"/>
                    </a:moveTo>
                    <a:lnTo>
                      <a:pt x="1806702" y="1523"/>
                    </a:lnTo>
                  </a:path>
                </a:pathLst>
              </a:custGeom>
              <a:ln w="38100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831633F5-BE93-2A42-5D94-FB3389DD3E9C}"/>
                  </a:ext>
                </a:extLst>
              </p:cNvPr>
              <p:cNvSpPr/>
              <p:nvPr/>
            </p:nvSpPr>
            <p:spPr>
              <a:xfrm>
                <a:off x="5922911" y="3214116"/>
                <a:ext cx="0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h="100964">
                    <a:moveTo>
                      <a:pt x="0" y="100584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20" name="object 20">
                <a:extLst>
                  <a:ext uri="{FF2B5EF4-FFF2-40B4-BE49-F238E27FC236}">
                    <a16:creationId xmlns:a16="http://schemas.microsoft.com/office/drawing/2014/main" id="{F384DDDB-5CC6-813E-14E4-3DC69B0A52CE}"/>
                  </a:ext>
                </a:extLst>
              </p:cNvPr>
              <p:cNvSpPr/>
              <p:nvPr/>
            </p:nvSpPr>
            <p:spPr>
              <a:xfrm>
                <a:off x="7065911" y="3214116"/>
                <a:ext cx="0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h="100964">
                    <a:moveTo>
                      <a:pt x="0" y="100584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21" name="object 21">
                <a:extLst>
                  <a:ext uri="{FF2B5EF4-FFF2-40B4-BE49-F238E27FC236}">
                    <a16:creationId xmlns:a16="http://schemas.microsoft.com/office/drawing/2014/main" id="{8992ED97-93B1-933B-2CBB-2BE688C43A03}"/>
                  </a:ext>
                </a:extLst>
              </p:cNvPr>
              <p:cNvSpPr/>
              <p:nvPr/>
            </p:nvSpPr>
            <p:spPr>
              <a:xfrm>
                <a:off x="7751711" y="3214116"/>
                <a:ext cx="0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h="100964">
                    <a:moveTo>
                      <a:pt x="0" y="100584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22" name="object 22">
                <a:extLst>
                  <a:ext uri="{FF2B5EF4-FFF2-40B4-BE49-F238E27FC236}">
                    <a16:creationId xmlns:a16="http://schemas.microsoft.com/office/drawing/2014/main" id="{3D82C7EE-D794-4322-92B6-4102570FD75A}"/>
                  </a:ext>
                </a:extLst>
              </p:cNvPr>
              <p:cNvSpPr/>
              <p:nvPr/>
            </p:nvSpPr>
            <p:spPr>
              <a:xfrm>
                <a:off x="8894711" y="3214116"/>
                <a:ext cx="0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h="100964">
                    <a:moveTo>
                      <a:pt x="0" y="100584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B41D4749-E36F-BA27-0130-65DE9C0CC3AC}"/>
                </a:ext>
              </a:extLst>
            </p:cNvPr>
            <p:cNvSpPr txBox="1"/>
            <p:nvPr/>
          </p:nvSpPr>
          <p:spPr>
            <a:xfrm>
              <a:off x="5576974" y="1572739"/>
              <a:ext cx="799465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b="1" spc="-180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Begin</a:t>
              </a:r>
              <a:r>
                <a:rPr sz="1600" b="1" spc="60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sz="1600" b="1" spc="-38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T</a:t>
              </a:r>
              <a:endParaRPr sz="16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2CE958EC-4DB5-8FCC-6661-3701ACE5C3A9}"/>
                </a:ext>
              </a:extLst>
            </p:cNvPr>
            <p:cNvSpPr txBox="1"/>
            <p:nvPr/>
          </p:nvSpPr>
          <p:spPr>
            <a:xfrm>
              <a:off x="6524134" y="1392906"/>
              <a:ext cx="70866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b="1" spc="-26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Lock</a:t>
              </a:r>
              <a:r>
                <a:rPr sz="1600" b="1" spc="2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sz="1600" b="1" spc="-15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A</a:t>
              </a:r>
              <a:endParaRPr sz="16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3E9E30A0-319C-ED88-9865-37E8F010D3E3}"/>
                </a:ext>
              </a:extLst>
            </p:cNvPr>
            <p:cNvSpPr txBox="1"/>
            <p:nvPr/>
          </p:nvSpPr>
          <p:spPr>
            <a:xfrm>
              <a:off x="8097668" y="1408918"/>
              <a:ext cx="1203960" cy="464820"/>
            </a:xfrm>
            <a:prstGeom prst="rect">
              <a:avLst/>
            </a:prstGeom>
          </p:spPr>
          <p:txBody>
            <a:bodyPr vert="horz" wrap="square" lIns="0" tIns="61594" rIns="0" bIns="0" rtlCol="0">
              <a:spAutoFit/>
            </a:bodyPr>
            <a:lstStyle/>
            <a:p>
              <a:pPr marL="12700" marR="5080" indent="257175">
                <a:lnSpc>
                  <a:spcPct val="80000"/>
                </a:lnSpc>
                <a:spcBef>
                  <a:spcPts val="484"/>
                </a:spcBef>
              </a:pPr>
              <a:r>
                <a:rPr sz="1600" b="1" spc="-20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Unlock</a:t>
              </a:r>
              <a:r>
                <a:rPr lang="zh-CN" altLang="en-US" sz="1600" b="1" spc="5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sz="1600" b="1" spc="-20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A </a:t>
              </a:r>
              <a:r>
                <a:rPr sz="1600" b="1" spc="-18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Commit</a:t>
              </a:r>
              <a:r>
                <a:rPr lang="zh-CN" altLang="en-US" sz="1600" b="1" spc="-18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lang="en-US" altLang="zh-CN" sz="1600" b="1" spc="-18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T</a:t>
              </a:r>
              <a:endParaRPr sz="16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DB3794D6-A2EE-2C2B-59BC-703E01ECC870}"/>
                </a:ext>
              </a:extLst>
            </p:cNvPr>
            <p:cNvSpPr txBox="1"/>
            <p:nvPr/>
          </p:nvSpPr>
          <p:spPr>
            <a:xfrm>
              <a:off x="5628788" y="794746"/>
              <a:ext cx="189928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b="1" spc="-10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1级协议</a:t>
              </a:r>
              <a:r>
                <a:rPr sz="2400" b="1" spc="-155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(1-</a:t>
              </a:r>
              <a:r>
                <a:rPr sz="2400" b="1" spc="-135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LP)</a:t>
              </a:r>
              <a:endParaRPr sz="24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grpSp>
          <p:nvGrpSpPr>
            <p:cNvPr id="28" name="object 28">
              <a:extLst>
                <a:ext uri="{FF2B5EF4-FFF2-40B4-BE49-F238E27FC236}">
                  <a16:creationId xmlns:a16="http://schemas.microsoft.com/office/drawing/2014/main" id="{113F631A-E00D-BCCE-B304-36F80767191E}"/>
                </a:ext>
              </a:extLst>
            </p:cNvPr>
            <p:cNvGrpSpPr/>
            <p:nvPr/>
          </p:nvGrpSpPr>
          <p:grpSpPr>
            <a:xfrm>
              <a:off x="5632350" y="4230349"/>
              <a:ext cx="3429000" cy="190500"/>
              <a:chOff x="5745365" y="5535167"/>
              <a:chExt cx="3429000" cy="190500"/>
            </a:xfrm>
          </p:grpSpPr>
          <p:sp>
            <p:nvSpPr>
              <p:cNvPr id="29" name="object 29">
                <a:extLst>
                  <a:ext uri="{FF2B5EF4-FFF2-40B4-BE49-F238E27FC236}">
                    <a16:creationId xmlns:a16="http://schemas.microsoft.com/office/drawing/2014/main" id="{F65E3FDA-C81F-89BA-074F-6D1B914D3D0A}"/>
                  </a:ext>
                </a:extLst>
              </p:cNvPr>
              <p:cNvSpPr/>
              <p:nvPr/>
            </p:nvSpPr>
            <p:spPr>
              <a:xfrm>
                <a:off x="5745365" y="5611367"/>
                <a:ext cx="34290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114300">
                    <a:moveTo>
                      <a:pt x="3333750" y="76200"/>
                    </a:moveTo>
                    <a:lnTo>
                      <a:pt x="3333750" y="38100"/>
                    </a:lnTo>
                    <a:lnTo>
                      <a:pt x="0" y="38100"/>
                    </a:lnTo>
                    <a:lnTo>
                      <a:pt x="0" y="76200"/>
                    </a:lnTo>
                    <a:lnTo>
                      <a:pt x="3333750" y="76200"/>
                    </a:lnTo>
                    <a:close/>
                  </a:path>
                  <a:path w="3429000" h="114300">
                    <a:moveTo>
                      <a:pt x="3428999" y="57150"/>
                    </a:moveTo>
                    <a:lnTo>
                      <a:pt x="3314699" y="0"/>
                    </a:lnTo>
                    <a:lnTo>
                      <a:pt x="3314699" y="38100"/>
                    </a:lnTo>
                    <a:lnTo>
                      <a:pt x="3333750" y="38100"/>
                    </a:lnTo>
                    <a:lnTo>
                      <a:pt x="3333750" y="104774"/>
                    </a:lnTo>
                    <a:lnTo>
                      <a:pt x="3428999" y="57150"/>
                    </a:lnTo>
                    <a:close/>
                  </a:path>
                  <a:path w="3429000" h="114300">
                    <a:moveTo>
                      <a:pt x="3333750" y="104774"/>
                    </a:moveTo>
                    <a:lnTo>
                      <a:pt x="3333750" y="76200"/>
                    </a:lnTo>
                    <a:lnTo>
                      <a:pt x="3314699" y="76200"/>
                    </a:lnTo>
                    <a:lnTo>
                      <a:pt x="3314699" y="114300"/>
                    </a:lnTo>
                    <a:lnTo>
                      <a:pt x="3333750" y="10477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30" name="object 30">
                <a:extLst>
                  <a:ext uri="{FF2B5EF4-FFF2-40B4-BE49-F238E27FC236}">
                    <a16:creationId xmlns:a16="http://schemas.microsoft.com/office/drawing/2014/main" id="{761C4E42-CBB4-5364-B5DC-BBDE0828851F}"/>
                  </a:ext>
                </a:extLst>
              </p:cNvPr>
              <p:cNvSpPr/>
              <p:nvPr/>
            </p:nvSpPr>
            <p:spPr>
              <a:xfrm>
                <a:off x="7116965" y="5568695"/>
                <a:ext cx="1807210" cy="1905"/>
              </a:xfrm>
              <a:custGeom>
                <a:avLst/>
                <a:gdLst/>
                <a:ahLst/>
                <a:cxnLst/>
                <a:rect l="l" t="t" r="r" b="b"/>
                <a:pathLst>
                  <a:path w="1807209" h="1904">
                    <a:moveTo>
                      <a:pt x="0" y="0"/>
                    </a:moveTo>
                    <a:lnTo>
                      <a:pt x="1806702" y="1523"/>
                    </a:lnTo>
                  </a:path>
                </a:pathLst>
              </a:custGeom>
              <a:ln w="38100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31" name="object 31">
                <a:extLst>
                  <a:ext uri="{FF2B5EF4-FFF2-40B4-BE49-F238E27FC236}">
                    <a16:creationId xmlns:a16="http://schemas.microsoft.com/office/drawing/2014/main" id="{7F8FEC61-F35F-8987-D845-1D74591903BD}"/>
                  </a:ext>
                </a:extLst>
              </p:cNvPr>
              <p:cNvSpPr/>
              <p:nvPr/>
            </p:nvSpPr>
            <p:spPr>
              <a:xfrm>
                <a:off x="5816993" y="5554217"/>
                <a:ext cx="0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h="100329">
                    <a:moveTo>
                      <a:pt x="0" y="99822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32" name="object 32">
                <a:extLst>
                  <a:ext uri="{FF2B5EF4-FFF2-40B4-BE49-F238E27FC236}">
                    <a16:creationId xmlns:a16="http://schemas.microsoft.com/office/drawing/2014/main" id="{D9E18153-9B59-C171-4EA6-89A2A128C66A}"/>
                  </a:ext>
                </a:extLst>
              </p:cNvPr>
              <p:cNvSpPr/>
              <p:nvPr/>
            </p:nvSpPr>
            <p:spPr>
              <a:xfrm>
                <a:off x="7116965" y="5568695"/>
                <a:ext cx="0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h="100329">
                    <a:moveTo>
                      <a:pt x="0" y="99822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33" name="object 33">
                <a:extLst>
                  <a:ext uri="{FF2B5EF4-FFF2-40B4-BE49-F238E27FC236}">
                    <a16:creationId xmlns:a16="http://schemas.microsoft.com/office/drawing/2014/main" id="{8A4ACAF4-98CC-34F0-6A54-B538D4441F63}"/>
                  </a:ext>
                </a:extLst>
              </p:cNvPr>
              <p:cNvSpPr/>
              <p:nvPr/>
            </p:nvSpPr>
            <p:spPr>
              <a:xfrm>
                <a:off x="7802765" y="5568695"/>
                <a:ext cx="0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h="100329">
                    <a:moveTo>
                      <a:pt x="0" y="99822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34" name="object 34">
                <a:extLst>
                  <a:ext uri="{FF2B5EF4-FFF2-40B4-BE49-F238E27FC236}">
                    <a16:creationId xmlns:a16="http://schemas.microsoft.com/office/drawing/2014/main" id="{735B4433-109D-50E5-347D-262A924545DE}"/>
                  </a:ext>
                </a:extLst>
              </p:cNvPr>
              <p:cNvSpPr/>
              <p:nvPr/>
            </p:nvSpPr>
            <p:spPr>
              <a:xfrm>
                <a:off x="8945765" y="5568695"/>
                <a:ext cx="0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h="100329">
                    <a:moveTo>
                      <a:pt x="0" y="99822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E23A6F0A-6084-7391-AC32-CC71017D96FA}"/>
                </a:ext>
              </a:extLst>
            </p:cNvPr>
            <p:cNvSpPr txBox="1"/>
            <p:nvPr/>
          </p:nvSpPr>
          <p:spPr>
            <a:xfrm>
              <a:off x="5627255" y="3926566"/>
              <a:ext cx="799465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b="1" spc="-180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Begin</a:t>
              </a:r>
              <a:r>
                <a:rPr sz="1600" b="1" spc="60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sz="1600" b="1" spc="-38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T</a:t>
              </a:r>
              <a:endParaRPr sz="1600" b="1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3D0B4341-0F18-55F6-A4EE-110FB9B6D86A}"/>
                </a:ext>
              </a:extLst>
            </p:cNvPr>
            <p:cNvSpPr txBox="1"/>
            <p:nvPr/>
          </p:nvSpPr>
          <p:spPr>
            <a:xfrm>
              <a:off x="6575188" y="3747486"/>
              <a:ext cx="70866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b="1" spc="-26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Lock</a:t>
              </a:r>
              <a:r>
                <a:rPr lang="zh-CN" altLang="en-US" sz="1600" b="1" spc="2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sz="1600" b="1" spc="-15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A</a:t>
              </a:r>
              <a:endParaRPr sz="16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E3F38896-A6C2-3D5F-A51A-83CB4B498463}"/>
                </a:ext>
              </a:extLst>
            </p:cNvPr>
            <p:cNvSpPr txBox="1"/>
            <p:nvPr/>
          </p:nvSpPr>
          <p:spPr>
            <a:xfrm>
              <a:off x="8148722" y="3747486"/>
              <a:ext cx="1203325" cy="480695"/>
            </a:xfrm>
            <a:prstGeom prst="rect">
              <a:avLst/>
            </a:prstGeom>
          </p:spPr>
          <p:txBody>
            <a:bodyPr vert="horz" wrap="square" lIns="0" tIns="47625" rIns="0" bIns="0" rtlCol="0">
              <a:spAutoFit/>
            </a:bodyPr>
            <a:lstStyle/>
            <a:p>
              <a:pPr marL="12700" marR="5080" indent="255904">
                <a:lnSpc>
                  <a:spcPts val="1660"/>
                </a:lnSpc>
                <a:spcBef>
                  <a:spcPts val="375"/>
                </a:spcBef>
              </a:pPr>
              <a:r>
                <a:rPr sz="1600" b="1" spc="-20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Unlock</a:t>
              </a:r>
              <a:r>
                <a:rPr lang="zh-CN" altLang="en-US" sz="1600" b="1" spc="5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lang="en-US" altLang="zh-CN" sz="1600" b="1" spc="5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A</a:t>
              </a:r>
              <a:r>
                <a:rPr sz="1600" b="1" spc="-19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sz="1600" b="1" spc="-18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Commit</a:t>
              </a:r>
              <a:r>
                <a:rPr lang="zh-CN" altLang="en-US" sz="1600" b="1" spc="7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lang="en-US" altLang="zh-CN" sz="1600" b="1" spc="7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T</a:t>
              </a:r>
              <a:endParaRPr sz="16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375A4D41-5DB9-A98C-2E3F-AB23E16E121C}"/>
                </a:ext>
              </a:extLst>
            </p:cNvPr>
            <p:cNvSpPr txBox="1"/>
            <p:nvPr/>
          </p:nvSpPr>
          <p:spPr>
            <a:xfrm>
              <a:off x="5679842" y="3177520"/>
              <a:ext cx="189928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b="1" spc="-75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3</a:t>
              </a:r>
              <a:r>
                <a:rPr sz="2400" b="1" spc="-110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级协议</a:t>
              </a:r>
              <a:r>
                <a:rPr sz="2400" b="1" spc="-215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(3-</a:t>
              </a:r>
              <a:r>
                <a:rPr sz="2400" b="1" spc="-170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LP)</a:t>
              </a:r>
              <a:endParaRPr sz="24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grpSp>
          <p:nvGrpSpPr>
            <p:cNvPr id="40" name="object 40">
              <a:extLst>
                <a:ext uri="{FF2B5EF4-FFF2-40B4-BE49-F238E27FC236}">
                  <a16:creationId xmlns:a16="http://schemas.microsoft.com/office/drawing/2014/main" id="{CA78B32E-ABBB-9C14-B27E-91A09F5BCB63}"/>
                </a:ext>
              </a:extLst>
            </p:cNvPr>
            <p:cNvGrpSpPr/>
            <p:nvPr/>
          </p:nvGrpSpPr>
          <p:grpSpPr>
            <a:xfrm>
              <a:off x="6540654" y="4332458"/>
              <a:ext cx="2345055" cy="166370"/>
              <a:chOff x="6653669" y="5637276"/>
              <a:chExt cx="2345055" cy="166370"/>
            </a:xfrm>
          </p:grpSpPr>
          <p:sp>
            <p:nvSpPr>
              <p:cNvPr id="41" name="object 41">
                <a:extLst>
                  <a:ext uri="{FF2B5EF4-FFF2-40B4-BE49-F238E27FC236}">
                    <a16:creationId xmlns:a16="http://schemas.microsoft.com/office/drawing/2014/main" id="{FBC8D687-94DA-5680-5143-460EF1E85BA0}"/>
                  </a:ext>
                </a:extLst>
              </p:cNvPr>
              <p:cNvSpPr/>
              <p:nvPr/>
            </p:nvSpPr>
            <p:spPr>
              <a:xfrm>
                <a:off x="6672719" y="5756148"/>
                <a:ext cx="2306955" cy="1905"/>
              </a:xfrm>
              <a:custGeom>
                <a:avLst/>
                <a:gdLst/>
                <a:ahLst/>
                <a:cxnLst/>
                <a:rect l="l" t="t" r="r" b="b"/>
                <a:pathLst>
                  <a:path w="2306954" h="1904">
                    <a:moveTo>
                      <a:pt x="0" y="0"/>
                    </a:moveTo>
                    <a:lnTo>
                      <a:pt x="2306574" y="1523"/>
                    </a:lnTo>
                  </a:path>
                </a:pathLst>
              </a:custGeom>
              <a:ln w="38100">
                <a:solidFill>
                  <a:srgbClr val="3333CC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42" name="object 42">
                <a:extLst>
                  <a:ext uri="{FF2B5EF4-FFF2-40B4-BE49-F238E27FC236}">
                    <a16:creationId xmlns:a16="http://schemas.microsoft.com/office/drawing/2014/main" id="{0ABB3A11-66BE-6261-7B60-5DE319BF95C3}"/>
                  </a:ext>
                </a:extLst>
              </p:cNvPr>
              <p:cNvSpPr/>
              <p:nvPr/>
            </p:nvSpPr>
            <p:spPr>
              <a:xfrm>
                <a:off x="6703961" y="5656326"/>
                <a:ext cx="0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h="100329">
                    <a:moveTo>
                      <a:pt x="0" y="99822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3333CC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43" name="object 43">
                <a:extLst>
                  <a:ext uri="{FF2B5EF4-FFF2-40B4-BE49-F238E27FC236}">
                    <a16:creationId xmlns:a16="http://schemas.microsoft.com/office/drawing/2014/main" id="{F2F42D37-BC72-228B-D4FA-E5F582174A14}"/>
                  </a:ext>
                </a:extLst>
              </p:cNvPr>
              <p:cNvSpPr/>
              <p:nvPr/>
            </p:nvSpPr>
            <p:spPr>
              <a:xfrm>
                <a:off x="8118221" y="5684520"/>
                <a:ext cx="0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h="100329">
                    <a:moveTo>
                      <a:pt x="0" y="99822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94DE419D-00ED-F7EA-4CF0-E6784BF01AA2}"/>
                </a:ext>
              </a:extLst>
            </p:cNvPr>
            <p:cNvSpPr txBox="1"/>
            <p:nvPr/>
          </p:nvSpPr>
          <p:spPr>
            <a:xfrm>
              <a:off x="5631074" y="4454175"/>
              <a:ext cx="3801110" cy="24320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indent="636270">
                <a:lnSpc>
                  <a:spcPct val="105900"/>
                </a:lnSpc>
                <a:spcBef>
                  <a:spcPts val="100"/>
                </a:spcBef>
                <a:tabLst>
                  <a:tab pos="2880360" algn="l"/>
                </a:tabLst>
              </a:pPr>
              <a:r>
                <a:rPr sz="1600" b="1" spc="-26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Lock</a:t>
              </a:r>
              <a:r>
                <a:rPr sz="1600" b="1" spc="2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sz="1600" b="1" spc="-31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B</a:t>
              </a:r>
              <a:r>
                <a:rPr sz="1600" b="1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	</a:t>
              </a:r>
              <a:r>
                <a:rPr sz="1600" b="1" spc="-20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Unlock</a:t>
              </a:r>
              <a:r>
                <a:rPr sz="1600" b="1" spc="2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sz="1600" b="1" spc="-31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B</a:t>
              </a:r>
              <a:endParaRPr sz="16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grpSp>
          <p:nvGrpSpPr>
            <p:cNvPr id="45" name="object 45">
              <a:extLst>
                <a:ext uri="{FF2B5EF4-FFF2-40B4-BE49-F238E27FC236}">
                  <a16:creationId xmlns:a16="http://schemas.microsoft.com/office/drawing/2014/main" id="{3F530F3F-CF57-95C8-C68C-06D931D99CB3}"/>
                </a:ext>
              </a:extLst>
            </p:cNvPr>
            <p:cNvGrpSpPr/>
            <p:nvPr/>
          </p:nvGrpSpPr>
          <p:grpSpPr>
            <a:xfrm>
              <a:off x="1031394" y="4234922"/>
              <a:ext cx="3429000" cy="177165"/>
              <a:chOff x="1144409" y="5539740"/>
              <a:chExt cx="3429000" cy="177165"/>
            </a:xfrm>
          </p:grpSpPr>
          <p:sp>
            <p:nvSpPr>
              <p:cNvPr id="46" name="object 46">
                <a:extLst>
                  <a:ext uri="{FF2B5EF4-FFF2-40B4-BE49-F238E27FC236}">
                    <a16:creationId xmlns:a16="http://schemas.microsoft.com/office/drawing/2014/main" id="{4ECD8F1F-C8B2-3BC4-C364-A1AC12475EBB}"/>
                  </a:ext>
                </a:extLst>
              </p:cNvPr>
              <p:cNvSpPr/>
              <p:nvPr/>
            </p:nvSpPr>
            <p:spPr>
              <a:xfrm>
                <a:off x="1144409" y="5602224"/>
                <a:ext cx="34290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114300">
                    <a:moveTo>
                      <a:pt x="3333750" y="76200"/>
                    </a:moveTo>
                    <a:lnTo>
                      <a:pt x="3333750" y="38100"/>
                    </a:lnTo>
                    <a:lnTo>
                      <a:pt x="0" y="38100"/>
                    </a:lnTo>
                    <a:lnTo>
                      <a:pt x="0" y="76200"/>
                    </a:lnTo>
                    <a:lnTo>
                      <a:pt x="3333750" y="76200"/>
                    </a:lnTo>
                    <a:close/>
                  </a:path>
                  <a:path w="3429000" h="114300">
                    <a:moveTo>
                      <a:pt x="3429000" y="57150"/>
                    </a:moveTo>
                    <a:lnTo>
                      <a:pt x="3314700" y="0"/>
                    </a:lnTo>
                    <a:lnTo>
                      <a:pt x="3314700" y="38100"/>
                    </a:lnTo>
                    <a:lnTo>
                      <a:pt x="3333750" y="38100"/>
                    </a:lnTo>
                    <a:lnTo>
                      <a:pt x="3333750" y="104775"/>
                    </a:lnTo>
                    <a:lnTo>
                      <a:pt x="3429000" y="57150"/>
                    </a:lnTo>
                    <a:close/>
                  </a:path>
                  <a:path w="3429000" h="114300">
                    <a:moveTo>
                      <a:pt x="3333750" y="104775"/>
                    </a:moveTo>
                    <a:lnTo>
                      <a:pt x="3333750" y="76200"/>
                    </a:lnTo>
                    <a:lnTo>
                      <a:pt x="3314700" y="76200"/>
                    </a:lnTo>
                    <a:lnTo>
                      <a:pt x="3314700" y="114300"/>
                    </a:lnTo>
                    <a:lnTo>
                      <a:pt x="3333750" y="10477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47" name="object 47">
                <a:extLst>
                  <a:ext uri="{FF2B5EF4-FFF2-40B4-BE49-F238E27FC236}">
                    <a16:creationId xmlns:a16="http://schemas.microsoft.com/office/drawing/2014/main" id="{7E472E22-2E6B-FFF9-017B-53E5BE799620}"/>
                  </a:ext>
                </a:extLst>
              </p:cNvPr>
              <p:cNvSpPr/>
              <p:nvPr/>
            </p:nvSpPr>
            <p:spPr>
              <a:xfrm>
                <a:off x="2516009" y="5558790"/>
                <a:ext cx="1807210" cy="2540"/>
              </a:xfrm>
              <a:custGeom>
                <a:avLst/>
                <a:gdLst/>
                <a:ahLst/>
                <a:cxnLst/>
                <a:rect l="l" t="t" r="r" b="b"/>
                <a:pathLst>
                  <a:path w="1807210" h="2539">
                    <a:moveTo>
                      <a:pt x="0" y="0"/>
                    </a:moveTo>
                    <a:lnTo>
                      <a:pt x="1806702" y="2285"/>
                    </a:lnTo>
                  </a:path>
                </a:pathLst>
              </a:custGeom>
              <a:ln w="38100">
                <a:solidFill>
                  <a:srgbClr val="CC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48" name="object 48">
                <a:extLst>
                  <a:ext uri="{FF2B5EF4-FFF2-40B4-BE49-F238E27FC236}">
                    <a16:creationId xmlns:a16="http://schemas.microsoft.com/office/drawing/2014/main" id="{83D6F282-3F75-A711-66A2-452F0E07B168}"/>
                  </a:ext>
                </a:extLst>
              </p:cNvPr>
              <p:cNvSpPr/>
              <p:nvPr/>
            </p:nvSpPr>
            <p:spPr>
              <a:xfrm>
                <a:off x="1373009" y="5558790"/>
                <a:ext cx="0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h="100964">
                    <a:moveTo>
                      <a:pt x="0" y="100583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49" name="object 49">
                <a:extLst>
                  <a:ext uri="{FF2B5EF4-FFF2-40B4-BE49-F238E27FC236}">
                    <a16:creationId xmlns:a16="http://schemas.microsoft.com/office/drawing/2014/main" id="{7C573EBB-74FA-C411-2D81-1CCC80CF7604}"/>
                  </a:ext>
                </a:extLst>
              </p:cNvPr>
              <p:cNvSpPr/>
              <p:nvPr/>
            </p:nvSpPr>
            <p:spPr>
              <a:xfrm>
                <a:off x="2516009" y="5558790"/>
                <a:ext cx="0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h="100964">
                    <a:moveTo>
                      <a:pt x="0" y="100583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50" name="object 50">
                <a:extLst>
                  <a:ext uri="{FF2B5EF4-FFF2-40B4-BE49-F238E27FC236}">
                    <a16:creationId xmlns:a16="http://schemas.microsoft.com/office/drawing/2014/main" id="{7EDDBE03-18F4-C4B7-9C01-A4D42EE28F9B}"/>
                  </a:ext>
                </a:extLst>
              </p:cNvPr>
              <p:cNvSpPr/>
              <p:nvPr/>
            </p:nvSpPr>
            <p:spPr>
              <a:xfrm>
                <a:off x="3201809" y="5558790"/>
                <a:ext cx="0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h="100964">
                    <a:moveTo>
                      <a:pt x="0" y="100583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51" name="object 51">
                <a:extLst>
                  <a:ext uri="{FF2B5EF4-FFF2-40B4-BE49-F238E27FC236}">
                    <a16:creationId xmlns:a16="http://schemas.microsoft.com/office/drawing/2014/main" id="{91133C16-3173-CDA2-B59E-EC003070088D}"/>
                  </a:ext>
                </a:extLst>
              </p:cNvPr>
              <p:cNvSpPr/>
              <p:nvPr/>
            </p:nvSpPr>
            <p:spPr>
              <a:xfrm>
                <a:off x="4344809" y="5558790"/>
                <a:ext cx="0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h="100964">
                    <a:moveTo>
                      <a:pt x="0" y="100583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86530A09-A05E-AFAF-74CE-3EADF030FFC5}"/>
                </a:ext>
              </a:extLst>
            </p:cNvPr>
            <p:cNvSpPr txBox="1"/>
            <p:nvPr/>
          </p:nvSpPr>
          <p:spPr>
            <a:xfrm>
              <a:off x="1027073" y="3917413"/>
              <a:ext cx="799465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b="1" spc="-180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Begin</a:t>
              </a:r>
              <a:r>
                <a:rPr sz="1600" b="1" spc="60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sz="1600" b="1" spc="-38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T</a:t>
              </a:r>
              <a:endParaRPr sz="16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A77287C1-BC29-E591-9D14-D124ED2D0C7F}"/>
                </a:ext>
              </a:extLst>
            </p:cNvPr>
            <p:cNvSpPr txBox="1"/>
            <p:nvPr/>
          </p:nvSpPr>
          <p:spPr>
            <a:xfrm>
              <a:off x="1975005" y="3737580"/>
              <a:ext cx="70866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b="1" spc="-26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Lock</a:t>
              </a:r>
              <a:r>
                <a:rPr sz="1600" b="1" spc="2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sz="1600" b="1" spc="-15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A</a:t>
              </a:r>
              <a:endParaRPr sz="1600" b="1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F4FCB199-7B53-F17A-F368-67714D9C9B37}"/>
                </a:ext>
              </a:extLst>
            </p:cNvPr>
            <p:cNvSpPr txBox="1"/>
            <p:nvPr/>
          </p:nvSpPr>
          <p:spPr>
            <a:xfrm>
              <a:off x="3547766" y="3737580"/>
              <a:ext cx="1203960" cy="480695"/>
            </a:xfrm>
            <a:prstGeom prst="rect">
              <a:avLst/>
            </a:prstGeom>
          </p:spPr>
          <p:txBody>
            <a:bodyPr vert="horz" wrap="square" lIns="0" tIns="47625" rIns="0" bIns="0" rtlCol="0">
              <a:spAutoFit/>
            </a:bodyPr>
            <a:lstStyle/>
            <a:p>
              <a:pPr marL="12700" marR="5080" indent="257175">
                <a:lnSpc>
                  <a:spcPts val="1660"/>
                </a:lnSpc>
                <a:spcBef>
                  <a:spcPts val="375"/>
                </a:spcBef>
              </a:pPr>
              <a:r>
                <a:rPr sz="1600" b="1" spc="-20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Unlock</a:t>
              </a:r>
              <a:r>
                <a:rPr lang="zh-CN" altLang="en-US" sz="1600" b="1" spc="5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sz="1600" b="1" spc="-20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A </a:t>
              </a:r>
              <a:r>
                <a:rPr sz="1600" b="1" spc="-18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Commit</a:t>
              </a:r>
              <a:r>
                <a:rPr lang="zh-CN" altLang="en-US" sz="1600" b="1" spc="7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lang="en-US" altLang="zh-CN" sz="1600" b="1" spc="75" dirty="0"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T</a:t>
              </a:r>
              <a:endParaRPr sz="16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52AF3AFC-EED5-C7A8-6E55-838DA57C4E9A}"/>
                </a:ext>
              </a:extLst>
            </p:cNvPr>
            <p:cNvSpPr txBox="1"/>
            <p:nvPr/>
          </p:nvSpPr>
          <p:spPr>
            <a:xfrm>
              <a:off x="1022499" y="3177520"/>
              <a:ext cx="1899285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b="1" spc="-65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2</a:t>
              </a:r>
              <a:r>
                <a:rPr sz="2400" b="1" spc="-85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级协议</a:t>
              </a:r>
              <a:r>
                <a:rPr sz="2400" b="1" spc="-200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(</a:t>
              </a:r>
              <a:r>
                <a:rPr lang="en-US" sz="2400" b="1" spc="-200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2-LP</a:t>
              </a:r>
              <a:r>
                <a:rPr sz="2400" b="1" spc="-185" dirty="0">
                  <a:solidFill>
                    <a:srgbClr val="3333CC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)</a:t>
              </a:r>
              <a:endParaRPr sz="24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grpSp>
          <p:nvGrpSpPr>
            <p:cNvPr id="56" name="object 56">
              <a:extLst>
                <a:ext uri="{FF2B5EF4-FFF2-40B4-BE49-F238E27FC236}">
                  <a16:creationId xmlns:a16="http://schemas.microsoft.com/office/drawing/2014/main" id="{0C90F2A4-4BA3-0451-F709-227E378E12BB}"/>
                </a:ext>
              </a:extLst>
            </p:cNvPr>
            <p:cNvGrpSpPr/>
            <p:nvPr/>
          </p:nvGrpSpPr>
          <p:grpSpPr>
            <a:xfrm>
              <a:off x="1968654" y="4341602"/>
              <a:ext cx="1474470" cy="135255"/>
              <a:chOff x="2081669" y="5646420"/>
              <a:chExt cx="1474470" cy="135255"/>
            </a:xfrm>
          </p:grpSpPr>
          <p:sp>
            <p:nvSpPr>
              <p:cNvPr id="57" name="object 57">
                <a:extLst>
                  <a:ext uri="{FF2B5EF4-FFF2-40B4-BE49-F238E27FC236}">
                    <a16:creationId xmlns:a16="http://schemas.microsoft.com/office/drawing/2014/main" id="{97F86A15-7881-0A5F-F0B7-9602EBEDFADD}"/>
                  </a:ext>
                </a:extLst>
              </p:cNvPr>
              <p:cNvSpPr/>
              <p:nvPr/>
            </p:nvSpPr>
            <p:spPr>
              <a:xfrm>
                <a:off x="2100719" y="5760720"/>
                <a:ext cx="1436370" cy="1905"/>
              </a:xfrm>
              <a:custGeom>
                <a:avLst/>
                <a:gdLst/>
                <a:ahLst/>
                <a:cxnLst/>
                <a:rect l="l" t="t" r="r" b="b"/>
                <a:pathLst>
                  <a:path w="1436370" h="1904">
                    <a:moveTo>
                      <a:pt x="0" y="0"/>
                    </a:moveTo>
                    <a:lnTo>
                      <a:pt x="1436370" y="1523"/>
                    </a:lnTo>
                  </a:path>
                </a:pathLst>
              </a:custGeom>
              <a:ln w="38100">
                <a:solidFill>
                  <a:srgbClr val="3333CC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58" name="object 58">
                <a:extLst>
                  <a:ext uri="{FF2B5EF4-FFF2-40B4-BE49-F238E27FC236}">
                    <a16:creationId xmlns:a16="http://schemas.microsoft.com/office/drawing/2014/main" id="{2B44EDF4-5F70-C69A-0C6A-2027ED1BF72A}"/>
                  </a:ext>
                </a:extLst>
              </p:cNvPr>
              <p:cNvSpPr/>
              <p:nvPr/>
            </p:nvSpPr>
            <p:spPr>
              <a:xfrm>
                <a:off x="2103767" y="5646420"/>
                <a:ext cx="0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h="100329">
                    <a:moveTo>
                      <a:pt x="0" y="99822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3333CC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sp>
            <p:nvSpPr>
              <p:cNvPr id="59" name="object 59">
                <a:extLst>
                  <a:ext uri="{FF2B5EF4-FFF2-40B4-BE49-F238E27FC236}">
                    <a16:creationId xmlns:a16="http://schemas.microsoft.com/office/drawing/2014/main" id="{B4BA96DD-6CD7-7844-5273-610C0276CEE9}"/>
                  </a:ext>
                </a:extLst>
              </p:cNvPr>
              <p:cNvSpPr/>
              <p:nvPr/>
            </p:nvSpPr>
            <p:spPr>
              <a:xfrm>
                <a:off x="3518039" y="5675376"/>
                <a:ext cx="0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h="100329">
                    <a:moveTo>
                      <a:pt x="0" y="99822"/>
                    </a:moveTo>
                    <a:lnTo>
                      <a:pt x="0" y="0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b="1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68119738-34D1-D2C5-18F5-BA8702DF7CBC}"/>
                </a:ext>
              </a:extLst>
            </p:cNvPr>
            <p:cNvSpPr txBox="1"/>
            <p:nvPr/>
          </p:nvSpPr>
          <p:spPr>
            <a:xfrm>
              <a:off x="1030118" y="4454175"/>
              <a:ext cx="3684270" cy="273152"/>
            </a:xfrm>
            <a:prstGeom prst="rect">
              <a:avLst/>
            </a:prstGeom>
          </p:spPr>
          <p:txBody>
            <a:bodyPr vert="horz" wrap="square" lIns="0" tIns="26670" rIns="0" bIns="0" rtlCol="0">
              <a:spAutoFit/>
            </a:bodyPr>
            <a:lstStyle/>
            <a:p>
              <a:pPr marL="648970">
                <a:lnSpc>
                  <a:spcPct val="100000"/>
                </a:lnSpc>
                <a:spcBef>
                  <a:spcPts val="210"/>
                </a:spcBef>
                <a:tabLst>
                  <a:tab pos="1623695" algn="l"/>
                </a:tabLst>
              </a:pPr>
              <a:r>
                <a:rPr sz="1600" b="1" spc="-26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Lock</a:t>
              </a:r>
              <a:r>
                <a:rPr lang="zh-CN" altLang="en-US" sz="1600" b="1" spc="-26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lang="en-US" altLang="zh-CN" sz="1600" b="1" spc="-26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B</a:t>
              </a:r>
              <a:r>
                <a:rPr sz="1600" b="1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	</a:t>
              </a:r>
              <a:r>
                <a:rPr sz="1600" b="1" spc="-200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Unlock</a:t>
              </a:r>
              <a:r>
                <a:rPr lang="zh-CN" altLang="en-US" sz="1600" b="1" spc="5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 </a:t>
              </a:r>
              <a:r>
                <a:rPr lang="en-US" altLang="zh-CN" sz="1600" b="1" spc="55" dirty="0">
                  <a:solidFill>
                    <a:srgbClr val="CC000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Lantinghei SC Heavy"/>
                </a:rPr>
                <a:t>B</a:t>
              </a:r>
              <a:endParaRPr sz="1600" b="1" dirty="0">
                <a:latin typeface="SimHei" panose="02010609060101010101" pitchFamily="49" charset="-122"/>
                <a:ea typeface="SimHei" panose="02010609060101010101" pitchFamily="49" charset="-122"/>
                <a:cs typeface="Lantinghei SC Heavy"/>
              </a:endParaRPr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108CCBA7-4B91-4D3D-60B8-33D475B8A4CC}"/>
                </a:ext>
              </a:extLst>
            </p:cNvPr>
            <p:cNvSpPr/>
            <p:nvPr/>
          </p:nvSpPr>
          <p:spPr>
            <a:xfrm>
              <a:off x="8835786" y="4366747"/>
              <a:ext cx="0" cy="100965"/>
            </a:xfrm>
            <a:custGeom>
              <a:avLst/>
              <a:gdLst/>
              <a:ahLst/>
              <a:cxnLst/>
              <a:rect l="l" t="t" r="r" b="b"/>
              <a:pathLst>
                <a:path h="100964">
                  <a:moveTo>
                    <a:pt x="0" y="10058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415B3F61-C7DF-2000-10A3-F1F2DFA022F9}"/>
              </a:ext>
            </a:extLst>
          </p:cNvPr>
          <p:cNvGrpSpPr/>
          <p:nvPr/>
        </p:nvGrpSpPr>
        <p:grpSpPr>
          <a:xfrm>
            <a:off x="1095489" y="399463"/>
            <a:ext cx="3541914" cy="1075654"/>
            <a:chOff x="1095489" y="399463"/>
            <a:chExt cx="3541914" cy="1075654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8EB8775-06C6-728F-DBEF-713D78B9853C}"/>
                </a:ext>
              </a:extLst>
            </p:cNvPr>
            <p:cNvSpPr txBox="1"/>
            <p:nvPr/>
          </p:nvSpPr>
          <p:spPr>
            <a:xfrm>
              <a:off x="1118563" y="399463"/>
              <a:ext cx="6591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b="1" dirty="0">
                  <a:solidFill>
                    <a:srgbClr val="0070C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0LP</a:t>
              </a:r>
              <a:endParaRPr kumimoji="1" lang="zh-CN" altLang="en-US" sz="2400" b="1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FBCC7078-2754-77B5-E78A-3D2BC801AF29}"/>
                </a:ext>
              </a:extLst>
            </p:cNvPr>
            <p:cNvCxnSpPr>
              <a:cxnSpLocks/>
            </p:cNvCxnSpPr>
            <p:nvPr/>
          </p:nvCxnSpPr>
          <p:spPr>
            <a:xfrm>
              <a:off x="1095781" y="1475117"/>
              <a:ext cx="333568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18C45B74-D463-AD77-DA53-259911610751}"/>
                </a:ext>
              </a:extLst>
            </p:cNvPr>
            <p:cNvCxnSpPr/>
            <p:nvPr/>
          </p:nvCxnSpPr>
          <p:spPr>
            <a:xfrm>
              <a:off x="1604513" y="1293962"/>
              <a:ext cx="0" cy="1811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线连接符 63">
              <a:extLst>
                <a:ext uri="{FF2B5EF4-FFF2-40B4-BE49-F238E27FC236}">
                  <a16:creationId xmlns:a16="http://schemas.microsoft.com/office/drawing/2014/main" id="{C01CF56A-949F-9AA8-A43E-3D7D7C0CF90C}"/>
                </a:ext>
              </a:extLst>
            </p:cNvPr>
            <p:cNvCxnSpPr/>
            <p:nvPr/>
          </p:nvCxnSpPr>
          <p:spPr>
            <a:xfrm>
              <a:off x="2507411" y="1293962"/>
              <a:ext cx="0" cy="1811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线连接符 64">
              <a:extLst>
                <a:ext uri="{FF2B5EF4-FFF2-40B4-BE49-F238E27FC236}">
                  <a16:creationId xmlns:a16="http://schemas.microsoft.com/office/drawing/2014/main" id="{03186641-651E-9D1B-6D20-7F6BFAD5D17A}"/>
                </a:ext>
              </a:extLst>
            </p:cNvPr>
            <p:cNvCxnSpPr/>
            <p:nvPr/>
          </p:nvCxnSpPr>
          <p:spPr>
            <a:xfrm>
              <a:off x="3409697" y="1293962"/>
              <a:ext cx="0" cy="1811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线连接符 65">
              <a:extLst>
                <a:ext uri="{FF2B5EF4-FFF2-40B4-BE49-F238E27FC236}">
                  <a16:creationId xmlns:a16="http://schemas.microsoft.com/office/drawing/2014/main" id="{31A44F03-552D-7EA9-E194-0575167EC274}"/>
                </a:ext>
              </a:extLst>
            </p:cNvPr>
            <p:cNvCxnSpPr/>
            <p:nvPr/>
          </p:nvCxnSpPr>
          <p:spPr>
            <a:xfrm>
              <a:off x="4045177" y="1293961"/>
              <a:ext cx="0" cy="1811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C53617C-807A-1A82-4E69-4752A1C47695}"/>
                </a:ext>
              </a:extLst>
            </p:cNvPr>
            <p:cNvSpPr txBox="1"/>
            <p:nvPr/>
          </p:nvSpPr>
          <p:spPr>
            <a:xfrm>
              <a:off x="1095489" y="959196"/>
              <a:ext cx="7633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Begin T</a:t>
              </a:r>
              <a:endParaRPr kumimoji="1" lang="zh-CN" altLang="en-US" sz="1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D04DECF9-9996-F1B9-B099-03622ACC7502}"/>
                </a:ext>
              </a:extLst>
            </p:cNvPr>
            <p:cNvSpPr txBox="1"/>
            <p:nvPr/>
          </p:nvSpPr>
          <p:spPr>
            <a:xfrm>
              <a:off x="2044492" y="955083"/>
              <a:ext cx="7008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</a:rPr>
                <a:t>Lock A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1E830AE8-12D4-ED01-EA5B-88698342C0AE}"/>
                </a:ext>
              </a:extLst>
            </p:cNvPr>
            <p:cNvSpPr txBox="1"/>
            <p:nvPr/>
          </p:nvSpPr>
          <p:spPr>
            <a:xfrm>
              <a:off x="2763332" y="957586"/>
              <a:ext cx="8771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</a:rPr>
                <a:t>Unlock A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81C6D2D5-32BE-77C2-2D3F-4F8FD1ABDDE0}"/>
                </a:ext>
              </a:extLst>
            </p:cNvPr>
            <p:cNvSpPr txBox="1"/>
            <p:nvPr/>
          </p:nvSpPr>
          <p:spPr>
            <a:xfrm>
              <a:off x="3697722" y="973103"/>
              <a:ext cx="9396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Commit T</a:t>
              </a:r>
              <a:endParaRPr kumimoji="1" lang="zh-CN" altLang="en-US" sz="1400" dirty="0"/>
            </a:p>
          </p:txBody>
        </p: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24321933-EC86-9015-5996-F70C43AD8C2C}"/>
                </a:ext>
              </a:extLst>
            </p:cNvPr>
            <p:cNvCxnSpPr>
              <a:cxnSpLocks/>
            </p:cNvCxnSpPr>
            <p:nvPr/>
          </p:nvCxnSpPr>
          <p:spPr>
            <a:xfrm>
              <a:off x="2518913" y="1293961"/>
              <a:ext cx="890784" cy="0"/>
            </a:xfrm>
            <a:prstGeom prst="line">
              <a:avLst/>
            </a:prstGeom>
            <a:ln w="28575">
              <a:solidFill>
                <a:srgbClr val="FF424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26EEA81D-2BC7-AE1E-E804-DEFEA09F4DE1}"/>
              </a:ext>
            </a:extLst>
          </p:cNvPr>
          <p:cNvGrpSpPr/>
          <p:nvPr/>
        </p:nvGrpSpPr>
        <p:grpSpPr>
          <a:xfrm>
            <a:off x="5678099" y="411651"/>
            <a:ext cx="3541914" cy="1075654"/>
            <a:chOff x="1095489" y="399463"/>
            <a:chExt cx="3541914" cy="1075654"/>
          </a:xfrm>
        </p:grpSpPr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5E420995-113A-005D-D5FC-256103A884D3}"/>
                </a:ext>
              </a:extLst>
            </p:cNvPr>
            <p:cNvSpPr txBox="1"/>
            <p:nvPr/>
          </p:nvSpPr>
          <p:spPr>
            <a:xfrm>
              <a:off x="1118563" y="399463"/>
              <a:ext cx="6511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b="1" dirty="0">
                  <a:solidFill>
                    <a:srgbClr val="0070C0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1LP</a:t>
              </a:r>
              <a:endParaRPr kumimoji="1" lang="zh-CN" altLang="en-US" sz="2400" b="1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cxnSp>
          <p:nvCxnSpPr>
            <p:cNvPr id="78" name="直线箭头连接符 77">
              <a:extLst>
                <a:ext uri="{FF2B5EF4-FFF2-40B4-BE49-F238E27FC236}">
                  <a16:creationId xmlns:a16="http://schemas.microsoft.com/office/drawing/2014/main" id="{9D28479B-1FFB-44BB-E03A-F4874A8835BF}"/>
                </a:ext>
              </a:extLst>
            </p:cNvPr>
            <p:cNvCxnSpPr>
              <a:cxnSpLocks/>
            </p:cNvCxnSpPr>
            <p:nvPr/>
          </p:nvCxnSpPr>
          <p:spPr>
            <a:xfrm>
              <a:off x="1095781" y="1475117"/>
              <a:ext cx="333568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线连接符 78">
              <a:extLst>
                <a:ext uri="{FF2B5EF4-FFF2-40B4-BE49-F238E27FC236}">
                  <a16:creationId xmlns:a16="http://schemas.microsoft.com/office/drawing/2014/main" id="{1618863F-8D79-A9C1-1DC5-176895B10B2A}"/>
                </a:ext>
              </a:extLst>
            </p:cNvPr>
            <p:cNvCxnSpPr/>
            <p:nvPr/>
          </p:nvCxnSpPr>
          <p:spPr>
            <a:xfrm>
              <a:off x="1604513" y="1293962"/>
              <a:ext cx="0" cy="1811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086D26D6-0E59-FE2B-01FC-B74C0E616F22}"/>
                </a:ext>
              </a:extLst>
            </p:cNvPr>
            <p:cNvCxnSpPr/>
            <p:nvPr/>
          </p:nvCxnSpPr>
          <p:spPr>
            <a:xfrm>
              <a:off x="2507411" y="1293962"/>
              <a:ext cx="0" cy="1811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6F2A1B1F-81AC-430F-96E3-81C027CBDB06}"/>
                </a:ext>
              </a:extLst>
            </p:cNvPr>
            <p:cNvCxnSpPr/>
            <p:nvPr/>
          </p:nvCxnSpPr>
          <p:spPr>
            <a:xfrm>
              <a:off x="3409697" y="1293962"/>
              <a:ext cx="0" cy="1811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BD05DFC5-DEB5-E878-B165-00FA6B369C68}"/>
                </a:ext>
              </a:extLst>
            </p:cNvPr>
            <p:cNvCxnSpPr/>
            <p:nvPr/>
          </p:nvCxnSpPr>
          <p:spPr>
            <a:xfrm>
              <a:off x="4045177" y="1293961"/>
              <a:ext cx="0" cy="1811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C274CF6C-F45B-A93B-A6D1-34A88A8FA032}"/>
                </a:ext>
              </a:extLst>
            </p:cNvPr>
            <p:cNvSpPr txBox="1"/>
            <p:nvPr/>
          </p:nvSpPr>
          <p:spPr>
            <a:xfrm>
              <a:off x="1095489" y="959196"/>
              <a:ext cx="7633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Begin T</a:t>
              </a:r>
              <a:endParaRPr kumimoji="1" lang="zh-CN" altLang="en-US" sz="1400" dirty="0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341D3DC5-8F77-F0B4-928B-A684A6D3A13F}"/>
                </a:ext>
              </a:extLst>
            </p:cNvPr>
            <p:cNvSpPr txBox="1"/>
            <p:nvPr/>
          </p:nvSpPr>
          <p:spPr>
            <a:xfrm>
              <a:off x="2044492" y="955083"/>
              <a:ext cx="7008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</a:rPr>
                <a:t>Lock A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FAF7DF31-0415-D565-1F3B-A2F7D95FC5EE}"/>
                </a:ext>
              </a:extLst>
            </p:cNvPr>
            <p:cNvSpPr txBox="1"/>
            <p:nvPr/>
          </p:nvSpPr>
          <p:spPr>
            <a:xfrm>
              <a:off x="3707044" y="720007"/>
              <a:ext cx="8771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</a:rPr>
                <a:t>Unlock A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658C6454-2FEB-F1EA-34F1-6C4E3A339572}"/>
                </a:ext>
              </a:extLst>
            </p:cNvPr>
            <p:cNvSpPr txBox="1"/>
            <p:nvPr/>
          </p:nvSpPr>
          <p:spPr>
            <a:xfrm>
              <a:off x="3697722" y="973103"/>
              <a:ext cx="9396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Commit T</a:t>
              </a:r>
              <a:endParaRPr kumimoji="1" lang="zh-CN" altLang="en-US" sz="1400" dirty="0"/>
            </a:p>
          </p:txBody>
        </p: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8BB264FE-279B-4376-AFDB-DA9A3D194544}"/>
                </a:ext>
              </a:extLst>
            </p:cNvPr>
            <p:cNvCxnSpPr>
              <a:cxnSpLocks/>
            </p:cNvCxnSpPr>
            <p:nvPr/>
          </p:nvCxnSpPr>
          <p:spPr>
            <a:xfrm>
              <a:off x="2518913" y="1293961"/>
              <a:ext cx="1526264" cy="0"/>
            </a:xfrm>
            <a:prstGeom prst="line">
              <a:avLst/>
            </a:prstGeom>
            <a:ln w="28575">
              <a:solidFill>
                <a:srgbClr val="FF424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630E5976-0DF3-BCD9-CA8D-2CD2548FD075}"/>
              </a:ext>
            </a:extLst>
          </p:cNvPr>
          <p:cNvGrpSpPr/>
          <p:nvPr/>
        </p:nvGrpSpPr>
        <p:grpSpPr>
          <a:xfrm>
            <a:off x="1118563" y="2212846"/>
            <a:ext cx="3541914" cy="1598591"/>
            <a:chOff x="1118563" y="2212846"/>
            <a:chExt cx="3541914" cy="1598591"/>
          </a:xfrm>
        </p:grpSpPr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A18B5A6E-74CB-4ACF-0FE5-54B803313F27}"/>
                </a:ext>
              </a:extLst>
            </p:cNvPr>
            <p:cNvGrpSpPr/>
            <p:nvPr/>
          </p:nvGrpSpPr>
          <p:grpSpPr>
            <a:xfrm>
              <a:off x="1118563" y="2212846"/>
              <a:ext cx="3541914" cy="1075654"/>
              <a:chOff x="1095489" y="399463"/>
              <a:chExt cx="3541914" cy="1075654"/>
            </a:xfrm>
          </p:grpSpPr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8CFF06C4-1DA9-CA0B-D663-B70A3A03D8C7}"/>
                  </a:ext>
                </a:extLst>
              </p:cNvPr>
              <p:cNvSpPr txBox="1"/>
              <p:nvPr/>
            </p:nvSpPr>
            <p:spPr>
              <a:xfrm>
                <a:off x="1118563" y="399463"/>
                <a:ext cx="6511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400" b="1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</a:rPr>
                  <a:t>2LP</a:t>
                </a:r>
                <a:endParaRPr kumimoji="1" lang="zh-CN" altLang="en-US" sz="2400" b="1" dirty="0">
                  <a:solidFill>
                    <a:srgbClr val="0070C0"/>
                  </a:solidFill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cxnSp>
            <p:nvCxnSpPr>
              <p:cNvPr id="91" name="直线箭头连接符 90">
                <a:extLst>
                  <a:ext uri="{FF2B5EF4-FFF2-40B4-BE49-F238E27FC236}">
                    <a16:creationId xmlns:a16="http://schemas.microsoft.com/office/drawing/2014/main" id="{F466357E-3BC9-17A3-B95C-4430FDD2AD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5781" y="1475117"/>
                <a:ext cx="333568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11E306C6-D462-19A7-D0B4-2254A8B3CFE3}"/>
                  </a:ext>
                </a:extLst>
              </p:cNvPr>
              <p:cNvCxnSpPr/>
              <p:nvPr/>
            </p:nvCxnSpPr>
            <p:spPr>
              <a:xfrm>
                <a:off x="1604513" y="1293962"/>
                <a:ext cx="0" cy="1811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48C3F3B1-4A8E-89AD-DA82-2AF355E76E77}"/>
                  </a:ext>
                </a:extLst>
              </p:cNvPr>
              <p:cNvCxnSpPr/>
              <p:nvPr/>
            </p:nvCxnSpPr>
            <p:spPr>
              <a:xfrm>
                <a:off x="2507411" y="1293962"/>
                <a:ext cx="0" cy="1811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F48CE9E8-DFA8-9761-8F6E-8001CBE108D6}"/>
                  </a:ext>
                </a:extLst>
              </p:cNvPr>
              <p:cNvCxnSpPr/>
              <p:nvPr/>
            </p:nvCxnSpPr>
            <p:spPr>
              <a:xfrm>
                <a:off x="3409697" y="1293962"/>
                <a:ext cx="0" cy="1811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线连接符 94">
                <a:extLst>
                  <a:ext uri="{FF2B5EF4-FFF2-40B4-BE49-F238E27FC236}">
                    <a16:creationId xmlns:a16="http://schemas.microsoft.com/office/drawing/2014/main" id="{9187FA1B-5297-B36B-4799-D58C9EB8F5B3}"/>
                  </a:ext>
                </a:extLst>
              </p:cNvPr>
              <p:cNvCxnSpPr/>
              <p:nvPr/>
            </p:nvCxnSpPr>
            <p:spPr>
              <a:xfrm>
                <a:off x="4045177" y="1293961"/>
                <a:ext cx="0" cy="1811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EEEFEDCD-3187-6927-2576-27B695A01E54}"/>
                  </a:ext>
                </a:extLst>
              </p:cNvPr>
              <p:cNvSpPr txBox="1"/>
              <p:nvPr/>
            </p:nvSpPr>
            <p:spPr>
              <a:xfrm>
                <a:off x="1095489" y="959196"/>
                <a:ext cx="7633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/>
                  <a:t>Begin T</a:t>
                </a:r>
                <a:endParaRPr kumimoji="1" lang="zh-CN" altLang="en-US" sz="1400" dirty="0"/>
              </a:p>
            </p:txBody>
          </p: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5AE627E6-2960-B86D-51AA-93CA5A87BAF4}"/>
                  </a:ext>
                </a:extLst>
              </p:cNvPr>
              <p:cNvSpPr txBox="1"/>
              <p:nvPr/>
            </p:nvSpPr>
            <p:spPr>
              <a:xfrm>
                <a:off x="2044492" y="955083"/>
                <a:ext cx="7008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FF0000"/>
                    </a:solidFill>
                  </a:rPr>
                  <a:t>Lock A</a:t>
                </a:r>
                <a:endParaRPr kumimoji="1" lang="zh-CN" altLang="en-US" sz="1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223CA013-FB71-525C-46AE-8C52F1374B50}"/>
                  </a:ext>
                </a:extLst>
              </p:cNvPr>
              <p:cNvSpPr txBox="1"/>
              <p:nvPr/>
            </p:nvSpPr>
            <p:spPr>
              <a:xfrm>
                <a:off x="3728980" y="752364"/>
                <a:ext cx="8771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FF0000"/>
                    </a:solidFill>
                  </a:rPr>
                  <a:t>Unlock A</a:t>
                </a:r>
                <a:endParaRPr kumimoji="1" lang="zh-CN" altLang="en-US" sz="1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9CC458A1-79CE-51BA-16DB-83C41E388FF0}"/>
                  </a:ext>
                </a:extLst>
              </p:cNvPr>
              <p:cNvSpPr txBox="1"/>
              <p:nvPr/>
            </p:nvSpPr>
            <p:spPr>
              <a:xfrm>
                <a:off x="3697722" y="973103"/>
                <a:ext cx="93968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/>
                  <a:t>Commit T</a:t>
                </a:r>
                <a:endParaRPr kumimoji="1" lang="zh-CN" altLang="en-US" sz="1400" dirty="0"/>
              </a:p>
            </p:txBody>
          </p:sp>
          <p:cxnSp>
            <p:nvCxnSpPr>
              <p:cNvPr id="100" name="直线连接符 99">
                <a:extLst>
                  <a:ext uri="{FF2B5EF4-FFF2-40B4-BE49-F238E27FC236}">
                    <a16:creationId xmlns:a16="http://schemas.microsoft.com/office/drawing/2014/main" id="{FEE47197-D283-FA82-5FDA-BD0E0ED254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2664" y="1297136"/>
                <a:ext cx="1557787" cy="0"/>
              </a:xfrm>
              <a:prstGeom prst="line">
                <a:avLst/>
              </a:prstGeom>
              <a:ln w="28575">
                <a:solidFill>
                  <a:srgbClr val="FF424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0D842EFB-2C03-3C53-3379-9192B2EF7458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7" y="3288499"/>
              <a:ext cx="0" cy="1811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A410A20E-3411-7701-EFA8-C9E0C2AF9529}"/>
                </a:ext>
              </a:extLst>
            </p:cNvPr>
            <p:cNvCxnSpPr/>
            <p:nvPr/>
          </p:nvCxnSpPr>
          <p:spPr>
            <a:xfrm>
              <a:off x="3658048" y="3288499"/>
              <a:ext cx="0" cy="1811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连接符 104">
              <a:extLst>
                <a:ext uri="{FF2B5EF4-FFF2-40B4-BE49-F238E27FC236}">
                  <a16:creationId xmlns:a16="http://schemas.microsoft.com/office/drawing/2014/main" id="{BC6A3B65-9F4D-2975-88BF-ED7C5313AF02}"/>
                </a:ext>
              </a:extLst>
            </p:cNvPr>
            <p:cNvCxnSpPr>
              <a:cxnSpLocks/>
            </p:cNvCxnSpPr>
            <p:nvPr/>
          </p:nvCxnSpPr>
          <p:spPr>
            <a:xfrm>
              <a:off x="2038142" y="3463304"/>
              <a:ext cx="1628303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F7C203BB-D96C-DC38-253E-B547C478F083}"/>
                </a:ext>
              </a:extLst>
            </p:cNvPr>
            <p:cNvSpPr txBox="1"/>
            <p:nvPr/>
          </p:nvSpPr>
          <p:spPr>
            <a:xfrm>
              <a:off x="1683785" y="3503660"/>
              <a:ext cx="7008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</a:rPr>
                <a:t>Lock B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C873C414-6658-8FFE-8DD1-2D95BF9713DD}"/>
                </a:ext>
              </a:extLst>
            </p:cNvPr>
            <p:cNvSpPr txBox="1"/>
            <p:nvPr/>
          </p:nvSpPr>
          <p:spPr>
            <a:xfrm>
              <a:off x="3307631" y="3503660"/>
              <a:ext cx="8643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</a:rPr>
                <a:t>Unlock B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50E32E5D-E36A-C652-B625-E12DF96CA90A}"/>
              </a:ext>
            </a:extLst>
          </p:cNvPr>
          <p:cNvGrpSpPr/>
          <p:nvPr/>
        </p:nvGrpSpPr>
        <p:grpSpPr>
          <a:xfrm>
            <a:off x="5556978" y="2213577"/>
            <a:ext cx="3541914" cy="1598591"/>
            <a:chOff x="1118563" y="2212846"/>
            <a:chExt cx="3541914" cy="1598591"/>
          </a:xfrm>
        </p:grpSpPr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73FAD1EF-87CD-617E-8BA4-5B3321F1E332}"/>
                </a:ext>
              </a:extLst>
            </p:cNvPr>
            <p:cNvGrpSpPr/>
            <p:nvPr/>
          </p:nvGrpSpPr>
          <p:grpSpPr>
            <a:xfrm>
              <a:off x="1118563" y="2212846"/>
              <a:ext cx="3541914" cy="1075654"/>
              <a:chOff x="1095489" y="399463"/>
              <a:chExt cx="3541914" cy="1075654"/>
            </a:xfrm>
          </p:grpSpPr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3D140196-8A78-2FDB-FF87-958D299EF77C}"/>
                  </a:ext>
                </a:extLst>
              </p:cNvPr>
              <p:cNvSpPr txBox="1"/>
              <p:nvPr/>
            </p:nvSpPr>
            <p:spPr>
              <a:xfrm>
                <a:off x="1118563" y="399463"/>
                <a:ext cx="6511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400" b="1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</a:rPr>
                  <a:t>3LP</a:t>
                </a:r>
                <a:endParaRPr kumimoji="1" lang="zh-CN" altLang="en-US" sz="2400" b="1" dirty="0">
                  <a:solidFill>
                    <a:srgbClr val="0070C0"/>
                  </a:solidFill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  <p:cxnSp>
            <p:nvCxnSpPr>
              <p:cNvPr id="119" name="直线箭头连接符 118">
                <a:extLst>
                  <a:ext uri="{FF2B5EF4-FFF2-40B4-BE49-F238E27FC236}">
                    <a16:creationId xmlns:a16="http://schemas.microsoft.com/office/drawing/2014/main" id="{95F0673F-EBDF-E9D0-0618-D825A35149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5781" y="1475117"/>
                <a:ext cx="333568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线连接符 119">
                <a:extLst>
                  <a:ext uri="{FF2B5EF4-FFF2-40B4-BE49-F238E27FC236}">
                    <a16:creationId xmlns:a16="http://schemas.microsoft.com/office/drawing/2014/main" id="{F42805E6-EAD1-531E-6837-B9F5450B0A92}"/>
                  </a:ext>
                </a:extLst>
              </p:cNvPr>
              <p:cNvCxnSpPr/>
              <p:nvPr/>
            </p:nvCxnSpPr>
            <p:spPr>
              <a:xfrm>
                <a:off x="1604513" y="1293962"/>
                <a:ext cx="0" cy="1811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线连接符 120">
                <a:extLst>
                  <a:ext uri="{FF2B5EF4-FFF2-40B4-BE49-F238E27FC236}">
                    <a16:creationId xmlns:a16="http://schemas.microsoft.com/office/drawing/2014/main" id="{0BF732F4-63AE-ECC3-175D-B7B949E5207C}"/>
                  </a:ext>
                </a:extLst>
              </p:cNvPr>
              <p:cNvCxnSpPr/>
              <p:nvPr/>
            </p:nvCxnSpPr>
            <p:spPr>
              <a:xfrm>
                <a:off x="2507411" y="1293962"/>
                <a:ext cx="0" cy="1811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线连接符 121">
                <a:extLst>
                  <a:ext uri="{FF2B5EF4-FFF2-40B4-BE49-F238E27FC236}">
                    <a16:creationId xmlns:a16="http://schemas.microsoft.com/office/drawing/2014/main" id="{8CB63F9A-D0D4-638E-5C47-3D161CCCE85F}"/>
                  </a:ext>
                </a:extLst>
              </p:cNvPr>
              <p:cNvCxnSpPr/>
              <p:nvPr/>
            </p:nvCxnSpPr>
            <p:spPr>
              <a:xfrm>
                <a:off x="3409697" y="1293962"/>
                <a:ext cx="0" cy="1811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线连接符 122">
                <a:extLst>
                  <a:ext uri="{FF2B5EF4-FFF2-40B4-BE49-F238E27FC236}">
                    <a16:creationId xmlns:a16="http://schemas.microsoft.com/office/drawing/2014/main" id="{23840CBE-5F3E-B97F-8089-6FEC7C8D6898}"/>
                  </a:ext>
                </a:extLst>
              </p:cNvPr>
              <p:cNvCxnSpPr/>
              <p:nvPr/>
            </p:nvCxnSpPr>
            <p:spPr>
              <a:xfrm>
                <a:off x="4045177" y="1293961"/>
                <a:ext cx="0" cy="1811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9767DA60-62B2-A96F-5A12-D1C4FD845E46}"/>
                  </a:ext>
                </a:extLst>
              </p:cNvPr>
              <p:cNvSpPr txBox="1"/>
              <p:nvPr/>
            </p:nvSpPr>
            <p:spPr>
              <a:xfrm>
                <a:off x="1095489" y="959196"/>
                <a:ext cx="7633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/>
                  <a:t>Begin T</a:t>
                </a:r>
                <a:endParaRPr kumimoji="1" lang="zh-CN" altLang="en-US" sz="1400" dirty="0"/>
              </a:p>
            </p:txBody>
          </p:sp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A1054330-67F5-C823-EB35-70B88F586030}"/>
                  </a:ext>
                </a:extLst>
              </p:cNvPr>
              <p:cNvSpPr txBox="1"/>
              <p:nvPr/>
            </p:nvSpPr>
            <p:spPr>
              <a:xfrm>
                <a:off x="2044492" y="955083"/>
                <a:ext cx="7008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FF0000"/>
                    </a:solidFill>
                  </a:rPr>
                  <a:t>Lock A</a:t>
                </a:r>
                <a:endParaRPr kumimoji="1" lang="zh-CN" altLang="en-US" sz="1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3B3E24CC-AC9E-0445-7364-D4E99C45C615}"/>
                  </a:ext>
                </a:extLst>
              </p:cNvPr>
              <p:cNvSpPr txBox="1"/>
              <p:nvPr/>
            </p:nvSpPr>
            <p:spPr>
              <a:xfrm>
                <a:off x="3728980" y="752364"/>
                <a:ext cx="8771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FF0000"/>
                    </a:solidFill>
                  </a:rPr>
                  <a:t>Unlock A</a:t>
                </a:r>
                <a:endParaRPr kumimoji="1" lang="zh-CN" altLang="en-US" sz="1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A4313881-9B78-2405-4FA4-6FAFCF57A01C}"/>
                  </a:ext>
                </a:extLst>
              </p:cNvPr>
              <p:cNvSpPr txBox="1"/>
              <p:nvPr/>
            </p:nvSpPr>
            <p:spPr>
              <a:xfrm>
                <a:off x="3697722" y="973103"/>
                <a:ext cx="93968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/>
                  <a:t>Commit T</a:t>
                </a:r>
                <a:endParaRPr kumimoji="1" lang="zh-CN" altLang="en-US" sz="1400" dirty="0"/>
              </a:p>
            </p:txBody>
          </p:sp>
          <p:cxnSp>
            <p:nvCxnSpPr>
              <p:cNvPr id="128" name="直线连接符 127">
                <a:extLst>
                  <a:ext uri="{FF2B5EF4-FFF2-40B4-BE49-F238E27FC236}">
                    <a16:creationId xmlns:a16="http://schemas.microsoft.com/office/drawing/2014/main" id="{D1F9B5FA-64AA-0BEC-B753-E1C1DF3D92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2873" y="1303585"/>
                <a:ext cx="1547581" cy="0"/>
              </a:xfrm>
              <a:prstGeom prst="line">
                <a:avLst/>
              </a:prstGeom>
              <a:ln w="28575">
                <a:solidFill>
                  <a:srgbClr val="FF424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直线连接符 112">
              <a:extLst>
                <a:ext uri="{FF2B5EF4-FFF2-40B4-BE49-F238E27FC236}">
                  <a16:creationId xmlns:a16="http://schemas.microsoft.com/office/drawing/2014/main" id="{7DBBAB6D-D961-2D76-F81A-B99E6797FB4A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7" y="3288499"/>
              <a:ext cx="0" cy="1811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线连接符 113">
              <a:extLst>
                <a:ext uri="{FF2B5EF4-FFF2-40B4-BE49-F238E27FC236}">
                  <a16:creationId xmlns:a16="http://schemas.microsoft.com/office/drawing/2014/main" id="{76056A02-9C7E-1F93-FD2A-651AC3A7AEE2}"/>
                </a:ext>
              </a:extLst>
            </p:cNvPr>
            <p:cNvCxnSpPr/>
            <p:nvPr/>
          </p:nvCxnSpPr>
          <p:spPr>
            <a:xfrm>
              <a:off x="4066839" y="3287768"/>
              <a:ext cx="0" cy="1811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2C5595B0-CFD1-4534-D0AF-E604516E8237}"/>
                </a:ext>
              </a:extLst>
            </p:cNvPr>
            <p:cNvCxnSpPr>
              <a:cxnSpLocks/>
            </p:cNvCxnSpPr>
            <p:nvPr/>
          </p:nvCxnSpPr>
          <p:spPr>
            <a:xfrm>
              <a:off x="2034201" y="3469654"/>
              <a:ext cx="2032638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A5ADC952-D8CA-6896-5FE3-DE6A8A1FBF95}"/>
                </a:ext>
              </a:extLst>
            </p:cNvPr>
            <p:cNvSpPr txBox="1"/>
            <p:nvPr/>
          </p:nvSpPr>
          <p:spPr>
            <a:xfrm>
              <a:off x="1683785" y="3503660"/>
              <a:ext cx="7008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</a:rPr>
                <a:t>Lock B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221C257E-96EA-B477-469E-E92941FC8AC6}"/>
                </a:ext>
              </a:extLst>
            </p:cNvPr>
            <p:cNvSpPr txBox="1"/>
            <p:nvPr/>
          </p:nvSpPr>
          <p:spPr>
            <a:xfrm>
              <a:off x="3581617" y="3496189"/>
              <a:ext cx="8643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</a:rPr>
                <a:t>Unlock B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5167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F7872-3EFC-C2E0-4B1E-E55B64054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59A3034-4957-A94C-B511-70D7651B2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569568"/>
              </p:ext>
            </p:extLst>
          </p:nvPr>
        </p:nvGraphicFramePr>
        <p:xfrm>
          <a:off x="119064" y="2263504"/>
          <a:ext cx="2751270" cy="25081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5635">
                  <a:extLst>
                    <a:ext uri="{9D8B030D-6E8A-4147-A177-3AD203B41FA5}">
                      <a16:colId xmlns:a16="http://schemas.microsoft.com/office/drawing/2014/main" val="3695714848"/>
                    </a:ext>
                  </a:extLst>
                </a:gridCol>
                <a:gridCol w="1375635">
                  <a:extLst>
                    <a:ext uri="{9D8B030D-6E8A-4147-A177-3AD203B41FA5}">
                      <a16:colId xmlns:a16="http://schemas.microsoft.com/office/drawing/2014/main" val="2083357595"/>
                    </a:ext>
                  </a:extLst>
                </a:gridCol>
              </a:tblGrid>
              <a:tr h="3882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T2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915708"/>
                  </a:ext>
                </a:extLst>
              </a:tr>
              <a:tr h="2119871">
                <a:tc>
                  <a:txBody>
                    <a:bodyPr/>
                    <a:lstStyle/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READ(A, t)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= t+100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WRITE(A, t);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READ(B, t);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= t+100;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WRITE(B, t);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READ(A, s);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 = s*2;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WRITE(A,s);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READ(B,s);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 := s*2;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WRITE(B,s);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46705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09F83F6-AF4E-CDB0-51D6-FF2A01B29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142314"/>
              </p:ext>
            </p:extLst>
          </p:nvPr>
        </p:nvGraphicFramePr>
        <p:xfrm>
          <a:off x="3839556" y="1749933"/>
          <a:ext cx="3476696" cy="33581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8348">
                  <a:extLst>
                    <a:ext uri="{9D8B030D-6E8A-4147-A177-3AD203B41FA5}">
                      <a16:colId xmlns:a16="http://schemas.microsoft.com/office/drawing/2014/main" val="3695714848"/>
                    </a:ext>
                  </a:extLst>
                </a:gridCol>
                <a:gridCol w="1738348">
                  <a:extLst>
                    <a:ext uri="{9D8B030D-6E8A-4147-A177-3AD203B41FA5}">
                      <a16:colId xmlns:a16="http://schemas.microsoft.com/office/drawing/2014/main" val="2083357595"/>
                    </a:ext>
                  </a:extLst>
                </a:gridCol>
              </a:tblGrid>
              <a:tr h="383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T2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915708"/>
                  </a:ext>
                </a:extLst>
              </a:tr>
              <a:tr h="2974347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L1(A);</a:t>
                      </a:r>
                    </a:p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L1(B);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READ(A, t)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= t + 100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WRITE(A, t);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U1(A);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READ(B, t);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= t+100;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WRITE(B, t);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U1(B);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L2(A);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READ(A, s);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 = s * 2;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WRITE(A,s);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L2(B);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READ(B,s);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 = s * 2;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WRITE(B,s);</a:t>
                      </a:r>
                    </a:p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U2(A);</a:t>
                      </a:r>
                    </a:p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U2(B);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467050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0B8ACB5-BBF7-B5D4-8EB2-5912EB5EA473}"/>
              </a:ext>
            </a:extLst>
          </p:cNvPr>
          <p:cNvSpPr/>
          <p:nvPr/>
        </p:nvSpPr>
        <p:spPr>
          <a:xfrm>
            <a:off x="6942767" y="2156213"/>
            <a:ext cx="373485" cy="168461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加锁阶段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46EB1F-6CA5-6750-A452-4502C24AD5D4}"/>
              </a:ext>
            </a:extLst>
          </p:cNvPr>
          <p:cNvSpPr/>
          <p:nvPr/>
        </p:nvSpPr>
        <p:spPr>
          <a:xfrm>
            <a:off x="6942767" y="3859481"/>
            <a:ext cx="373485" cy="12485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解锁阶段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174627D-90A8-075B-7E38-207F7EBAC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563599"/>
              </p:ext>
            </p:extLst>
          </p:nvPr>
        </p:nvGraphicFramePr>
        <p:xfrm>
          <a:off x="8325162" y="91441"/>
          <a:ext cx="3866838" cy="6457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3419">
                  <a:extLst>
                    <a:ext uri="{9D8B030D-6E8A-4147-A177-3AD203B41FA5}">
                      <a16:colId xmlns:a16="http://schemas.microsoft.com/office/drawing/2014/main" val="3695714848"/>
                    </a:ext>
                  </a:extLst>
                </a:gridCol>
                <a:gridCol w="1933419">
                  <a:extLst>
                    <a:ext uri="{9D8B030D-6E8A-4147-A177-3AD203B41FA5}">
                      <a16:colId xmlns:a16="http://schemas.microsoft.com/office/drawing/2014/main" val="2083357595"/>
                    </a:ext>
                  </a:extLst>
                </a:gridCol>
              </a:tblGrid>
              <a:tr h="34261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T2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915708"/>
                  </a:ext>
                </a:extLst>
              </a:tr>
              <a:tr h="1594122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L1(A);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L1(B);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READ(A, t)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= t + 100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WRITE(A, t);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U1(A);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467050"/>
                  </a:ext>
                </a:extLst>
              </a:tr>
              <a:tr h="137044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L2(A);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READ(A, s);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 = s * 2;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WRITE(A,s);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L2(B);</a:t>
                      </a:r>
                      <a:r>
                        <a:rPr lang="zh-CN" altLang="en-US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zh-CN" altLang="en-US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拒绝</a:t>
                      </a:r>
                      <a:endParaRPr lang="en" altLang="zh-CN" sz="18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587408"/>
                  </a:ext>
                </a:extLst>
              </a:tr>
              <a:tr h="1113490">
                <a:tc>
                  <a:txBody>
                    <a:bodyPr/>
                    <a:lstStyle/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READ(B, t);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= t+100;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WRITE(B, t);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U1(B);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47206"/>
                  </a:ext>
                </a:extLst>
              </a:tr>
              <a:tr h="1845825">
                <a:tc>
                  <a:txBody>
                    <a:bodyPr/>
                    <a:lstStyle/>
                    <a:p>
                      <a:endParaRPr lang="en" altLang="zh-CN" sz="18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L2(B);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READ(B,s);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 = s * 2;</a:t>
                      </a:r>
                    </a:p>
                    <a:p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WRITE(B,s);</a:t>
                      </a:r>
                    </a:p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U2(A);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U2(B);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896635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6D52B33-8FB1-93FA-0238-0A97E23836C9}"/>
              </a:ext>
            </a:extLst>
          </p:cNvPr>
          <p:cNvSpPr/>
          <p:nvPr/>
        </p:nvSpPr>
        <p:spPr>
          <a:xfrm>
            <a:off x="5195653" y="2156213"/>
            <a:ext cx="373485" cy="114512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加锁阶段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9610CF-B19D-DA36-3FBE-9F1359358D77}"/>
              </a:ext>
            </a:extLst>
          </p:cNvPr>
          <p:cNvSpPr/>
          <p:nvPr/>
        </p:nvSpPr>
        <p:spPr>
          <a:xfrm>
            <a:off x="5204419" y="3301340"/>
            <a:ext cx="373485" cy="1806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解锁阶段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4F0B68B1-921A-38AF-3D20-2BB3CDB9564D}"/>
              </a:ext>
            </a:extLst>
          </p:cNvPr>
          <p:cNvSpPr/>
          <p:nvPr/>
        </p:nvSpPr>
        <p:spPr>
          <a:xfrm>
            <a:off x="3000776" y="2223232"/>
            <a:ext cx="708338" cy="25081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两段协议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7896B2B1-CCE5-1716-AC88-DD5B02191448}"/>
              </a:ext>
            </a:extLst>
          </p:cNvPr>
          <p:cNvSpPr/>
          <p:nvPr/>
        </p:nvSpPr>
        <p:spPr>
          <a:xfrm>
            <a:off x="7446694" y="2223232"/>
            <a:ext cx="708338" cy="25081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生成调度</a:t>
            </a:r>
          </a:p>
        </p:txBody>
      </p:sp>
    </p:spTree>
    <p:extLst>
      <p:ext uri="{BB962C8B-B14F-4D97-AF65-F5344CB8AC3E}">
        <p14:creationId xmlns:p14="http://schemas.microsoft.com/office/powerpoint/2010/main" val="3470380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3320-CF3E-4B28-4580-4C26846A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19708345-3BB8-EC24-9712-00DB82B4203E}"/>
              </a:ext>
            </a:extLst>
          </p:cNvPr>
          <p:cNvGrpSpPr/>
          <p:nvPr/>
        </p:nvGrpSpPr>
        <p:grpSpPr>
          <a:xfrm>
            <a:off x="495684" y="580694"/>
            <a:ext cx="2354394" cy="3506602"/>
            <a:chOff x="495684" y="580694"/>
            <a:chExt cx="2354394" cy="3506602"/>
          </a:xfrm>
        </p:grpSpPr>
        <p:cxnSp>
          <p:nvCxnSpPr>
            <p:cNvPr id="3" name="直线连接符 2">
              <a:extLst>
                <a:ext uri="{FF2B5EF4-FFF2-40B4-BE49-F238E27FC236}">
                  <a16:creationId xmlns:a16="http://schemas.microsoft.com/office/drawing/2014/main" id="{B10425F6-779A-80C3-8077-4D7343AC8D8C}"/>
                </a:ext>
              </a:extLst>
            </p:cNvPr>
            <p:cNvCxnSpPr>
              <a:cxnSpLocks/>
            </p:cNvCxnSpPr>
            <p:nvPr/>
          </p:nvCxnSpPr>
          <p:spPr>
            <a:xfrm>
              <a:off x="1496291" y="629392"/>
              <a:ext cx="0" cy="295695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箭头连接符 6">
              <a:extLst>
                <a:ext uri="{FF2B5EF4-FFF2-40B4-BE49-F238E27FC236}">
                  <a16:creationId xmlns:a16="http://schemas.microsoft.com/office/drawing/2014/main" id="{0247CF84-9C39-C33F-747D-69F04FD10761}"/>
                </a:ext>
              </a:extLst>
            </p:cNvPr>
            <p:cNvCxnSpPr/>
            <p:nvPr/>
          </p:nvCxnSpPr>
          <p:spPr>
            <a:xfrm>
              <a:off x="498764" y="950026"/>
              <a:ext cx="99752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506702-F86F-67B2-FBD1-68B447B8146F}"/>
                </a:ext>
              </a:extLst>
            </p:cNvPr>
            <p:cNvSpPr txBox="1"/>
            <p:nvPr/>
          </p:nvSpPr>
          <p:spPr>
            <a:xfrm>
              <a:off x="498763" y="580694"/>
              <a:ext cx="8290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T </a:t>
              </a:r>
              <a:r>
                <a:rPr kumimoji="1" lang="zh-CN" altLang="en-US" dirty="0"/>
                <a:t>开始</a:t>
              </a:r>
            </a:p>
          </p:txBody>
        </p: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1A1876D1-C225-DF0D-664B-BDBF40DEA8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6291" y="1479467"/>
              <a:ext cx="13537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34D4ADD-8871-BB28-EDF2-B7EC931952B2}"/>
                </a:ext>
              </a:extLst>
            </p:cNvPr>
            <p:cNvSpPr txBox="1"/>
            <p:nvPr/>
          </p:nvSpPr>
          <p:spPr>
            <a:xfrm>
              <a:off x="1499372" y="1056697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U</a:t>
              </a:r>
              <a:r>
                <a:rPr kumimoji="1" lang="zh-CN" altLang="en-US" dirty="0"/>
                <a:t> 开始</a:t>
              </a:r>
            </a:p>
          </p:txBody>
        </p:sp>
        <p:cxnSp>
          <p:nvCxnSpPr>
            <p:cNvPr id="13" name="直线箭头连接符 12">
              <a:extLst>
                <a:ext uri="{FF2B5EF4-FFF2-40B4-BE49-F238E27FC236}">
                  <a16:creationId xmlns:a16="http://schemas.microsoft.com/office/drawing/2014/main" id="{64B12716-B3ED-830C-B17E-BA5FFD0E56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3211" y="2139537"/>
              <a:ext cx="13537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A00A9BB-6D0B-920C-C837-37EBB6948024}"/>
                </a:ext>
              </a:extLst>
            </p:cNvPr>
            <p:cNvSpPr txBox="1"/>
            <p:nvPr/>
          </p:nvSpPr>
          <p:spPr>
            <a:xfrm>
              <a:off x="1493211" y="1738538"/>
              <a:ext cx="8274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U</a:t>
              </a:r>
              <a:r>
                <a:rPr kumimoji="1" lang="zh-CN" altLang="en-US" dirty="0"/>
                <a:t> 写 </a:t>
              </a:r>
              <a:r>
                <a:rPr kumimoji="1" lang="en-US" altLang="zh-CN" dirty="0"/>
                <a:t>X</a:t>
              </a:r>
              <a:endParaRPr kumimoji="1" lang="zh-CN" altLang="en-US" dirty="0"/>
            </a:p>
          </p:txBody>
        </p: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89772387-270A-23F1-F7CC-712A1CAE80EC}"/>
                </a:ext>
              </a:extLst>
            </p:cNvPr>
            <p:cNvCxnSpPr/>
            <p:nvPr/>
          </p:nvCxnSpPr>
          <p:spPr>
            <a:xfrm>
              <a:off x="495684" y="2598716"/>
              <a:ext cx="99752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FAA411A-25DE-A768-333D-0E6F912D63FD}"/>
                </a:ext>
              </a:extLst>
            </p:cNvPr>
            <p:cNvSpPr txBox="1"/>
            <p:nvPr/>
          </p:nvSpPr>
          <p:spPr>
            <a:xfrm>
              <a:off x="534029" y="2229384"/>
              <a:ext cx="7938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T</a:t>
              </a:r>
              <a:r>
                <a:rPr kumimoji="1" lang="zh-CN" altLang="en-US" dirty="0"/>
                <a:t> 读 </a:t>
              </a:r>
              <a:r>
                <a:rPr kumimoji="1" lang="en-US" altLang="zh-CN" dirty="0"/>
                <a:t>X</a:t>
              </a:r>
              <a:endParaRPr kumimoji="1" lang="zh-CN" altLang="en-US" dirty="0"/>
            </a:p>
          </p:txBody>
        </p: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123D5587-3A30-732F-A4FF-8E5473C550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684" y="950026"/>
              <a:ext cx="0" cy="164869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09CCE617-AEC9-CD1A-AAE5-582718D8D2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6998" y="1479467"/>
              <a:ext cx="0" cy="66007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F928431-92D1-6F97-6168-99B16689C9C2}"/>
                </a:ext>
              </a:extLst>
            </p:cNvPr>
            <p:cNvSpPr txBox="1"/>
            <p:nvPr/>
          </p:nvSpPr>
          <p:spPr>
            <a:xfrm>
              <a:off x="833415" y="3717964"/>
              <a:ext cx="13195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T</a:t>
              </a:r>
              <a:r>
                <a:rPr kumimoji="1" lang="zh-CN" altLang="en-US" dirty="0"/>
                <a:t> 过晚的读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92B42B7-0253-780E-96D4-5E0A9DE3F8D1}"/>
              </a:ext>
            </a:extLst>
          </p:cNvPr>
          <p:cNvGrpSpPr/>
          <p:nvPr/>
        </p:nvGrpSpPr>
        <p:grpSpPr>
          <a:xfrm>
            <a:off x="3712815" y="556736"/>
            <a:ext cx="2354394" cy="3506602"/>
            <a:chOff x="495684" y="580694"/>
            <a:chExt cx="2354394" cy="3506602"/>
          </a:xfrm>
        </p:grpSpPr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8146258D-946E-0B96-1EEA-5ADD29C7BDCF}"/>
                </a:ext>
              </a:extLst>
            </p:cNvPr>
            <p:cNvCxnSpPr>
              <a:cxnSpLocks/>
            </p:cNvCxnSpPr>
            <p:nvPr/>
          </p:nvCxnSpPr>
          <p:spPr>
            <a:xfrm>
              <a:off x="1496291" y="629392"/>
              <a:ext cx="0" cy="295695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132CA982-8B3D-A071-E750-1EFC6F6D280B}"/>
                </a:ext>
              </a:extLst>
            </p:cNvPr>
            <p:cNvCxnSpPr/>
            <p:nvPr/>
          </p:nvCxnSpPr>
          <p:spPr>
            <a:xfrm>
              <a:off x="498764" y="950026"/>
              <a:ext cx="99752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7AF3B4C-4F76-F982-3888-12A835E1941C}"/>
                </a:ext>
              </a:extLst>
            </p:cNvPr>
            <p:cNvSpPr txBox="1"/>
            <p:nvPr/>
          </p:nvSpPr>
          <p:spPr>
            <a:xfrm>
              <a:off x="498763" y="580694"/>
              <a:ext cx="8290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T </a:t>
              </a:r>
              <a:r>
                <a:rPr kumimoji="1" lang="zh-CN" altLang="en-US" dirty="0"/>
                <a:t>开始</a:t>
              </a:r>
            </a:p>
          </p:txBody>
        </p:sp>
        <p:cxnSp>
          <p:nvCxnSpPr>
            <p:cNvPr id="30" name="直线箭头连接符 29">
              <a:extLst>
                <a:ext uri="{FF2B5EF4-FFF2-40B4-BE49-F238E27FC236}">
                  <a16:creationId xmlns:a16="http://schemas.microsoft.com/office/drawing/2014/main" id="{AEA4CB9A-855E-C431-D3D3-3A3A80F012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6291" y="1479467"/>
              <a:ext cx="13537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FA5EFC56-1AE4-661C-BC3F-0A6C98EA89D6}"/>
                </a:ext>
              </a:extLst>
            </p:cNvPr>
            <p:cNvSpPr txBox="1"/>
            <p:nvPr/>
          </p:nvSpPr>
          <p:spPr>
            <a:xfrm>
              <a:off x="1499372" y="1056697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U</a:t>
              </a:r>
              <a:r>
                <a:rPr kumimoji="1" lang="zh-CN" altLang="en-US" dirty="0"/>
                <a:t> 开始</a:t>
              </a:r>
            </a:p>
          </p:txBody>
        </p:sp>
        <p:cxnSp>
          <p:nvCxnSpPr>
            <p:cNvPr id="32" name="直线箭头连接符 31">
              <a:extLst>
                <a:ext uri="{FF2B5EF4-FFF2-40B4-BE49-F238E27FC236}">
                  <a16:creationId xmlns:a16="http://schemas.microsoft.com/office/drawing/2014/main" id="{016CC371-AE50-4CF3-F51D-D71448E54E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3211" y="2139537"/>
              <a:ext cx="13537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91DE437-27AF-C7C4-97B0-5907016B67FE}"/>
                </a:ext>
              </a:extLst>
            </p:cNvPr>
            <p:cNvSpPr txBox="1"/>
            <p:nvPr/>
          </p:nvSpPr>
          <p:spPr>
            <a:xfrm>
              <a:off x="1493211" y="1738538"/>
              <a:ext cx="856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U</a:t>
              </a:r>
              <a:r>
                <a:rPr kumimoji="1" lang="zh-CN" altLang="en-US" dirty="0"/>
                <a:t> 读 </a:t>
              </a:r>
              <a:r>
                <a:rPr kumimoji="1" lang="en-US" altLang="zh-CN" dirty="0"/>
                <a:t>X</a:t>
              </a:r>
              <a:endParaRPr kumimoji="1" lang="zh-CN" altLang="en-US" dirty="0"/>
            </a:p>
          </p:txBody>
        </p:sp>
        <p:cxnSp>
          <p:nvCxnSpPr>
            <p:cNvPr id="34" name="直线箭头连接符 33">
              <a:extLst>
                <a:ext uri="{FF2B5EF4-FFF2-40B4-BE49-F238E27FC236}">
                  <a16:creationId xmlns:a16="http://schemas.microsoft.com/office/drawing/2014/main" id="{8B639BD7-2A9B-2188-234B-F7046DE82605}"/>
                </a:ext>
              </a:extLst>
            </p:cNvPr>
            <p:cNvCxnSpPr/>
            <p:nvPr/>
          </p:nvCxnSpPr>
          <p:spPr>
            <a:xfrm>
              <a:off x="495684" y="2598716"/>
              <a:ext cx="99752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4B0D81E4-BB47-D173-C359-03153BCC03DB}"/>
                </a:ext>
              </a:extLst>
            </p:cNvPr>
            <p:cNvSpPr txBox="1"/>
            <p:nvPr/>
          </p:nvSpPr>
          <p:spPr>
            <a:xfrm>
              <a:off x="534029" y="2229384"/>
              <a:ext cx="7938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T</a:t>
              </a:r>
              <a:r>
                <a:rPr kumimoji="1" lang="zh-CN" altLang="en-US" dirty="0"/>
                <a:t> 写 </a:t>
              </a:r>
              <a:r>
                <a:rPr kumimoji="1" lang="en-US" altLang="zh-CN" dirty="0"/>
                <a:t>X</a:t>
              </a:r>
              <a:endParaRPr kumimoji="1" lang="zh-CN" altLang="en-US" dirty="0"/>
            </a:p>
          </p:txBody>
        </p: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EEFB9A10-53D6-C0B9-CB2E-169F4A6C9F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684" y="950026"/>
              <a:ext cx="0" cy="164869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73D5C00C-99E6-2587-8337-DBCB2DF227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6998" y="1479467"/>
              <a:ext cx="0" cy="66007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E0A46A2C-F57D-95BE-0CDA-00C1C1A50B41}"/>
                </a:ext>
              </a:extLst>
            </p:cNvPr>
            <p:cNvSpPr txBox="1"/>
            <p:nvPr/>
          </p:nvSpPr>
          <p:spPr>
            <a:xfrm>
              <a:off x="833415" y="3717964"/>
              <a:ext cx="13195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T</a:t>
              </a:r>
              <a:r>
                <a:rPr kumimoji="1" lang="zh-CN" altLang="en-US" dirty="0"/>
                <a:t> 过晚的读</a:t>
              </a: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9BF043C2-5EDC-A6AC-C3B4-2D0099FE5299}"/>
              </a:ext>
            </a:extLst>
          </p:cNvPr>
          <p:cNvGrpSpPr/>
          <p:nvPr/>
        </p:nvGrpSpPr>
        <p:grpSpPr>
          <a:xfrm>
            <a:off x="7762097" y="660749"/>
            <a:ext cx="2351314" cy="3518480"/>
            <a:chOff x="7762097" y="660749"/>
            <a:chExt cx="2351314" cy="3518480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1C4FA0D7-9D8C-90DE-2F3A-8AC00D12F152}"/>
                </a:ext>
              </a:extLst>
            </p:cNvPr>
            <p:cNvGrpSpPr/>
            <p:nvPr/>
          </p:nvGrpSpPr>
          <p:grpSpPr>
            <a:xfrm>
              <a:off x="7762097" y="660749"/>
              <a:ext cx="2351314" cy="3518480"/>
              <a:chOff x="495684" y="580694"/>
              <a:chExt cx="2351314" cy="3518480"/>
            </a:xfrm>
          </p:grpSpPr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FB4643EF-E1EB-888E-DFF0-1988E8437E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291" y="629392"/>
                <a:ext cx="0" cy="295695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箭头连接符 40">
                <a:extLst>
                  <a:ext uri="{FF2B5EF4-FFF2-40B4-BE49-F238E27FC236}">
                    <a16:creationId xmlns:a16="http://schemas.microsoft.com/office/drawing/2014/main" id="{BD854208-EAD4-58F6-0700-93232CA401ED}"/>
                  </a:ext>
                </a:extLst>
              </p:cNvPr>
              <p:cNvCxnSpPr/>
              <p:nvPr/>
            </p:nvCxnSpPr>
            <p:spPr>
              <a:xfrm>
                <a:off x="498764" y="950026"/>
                <a:ext cx="997527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0887EF7D-5D8C-B415-8A39-2C3436707EC5}"/>
                  </a:ext>
                </a:extLst>
              </p:cNvPr>
              <p:cNvSpPr txBox="1"/>
              <p:nvPr/>
            </p:nvSpPr>
            <p:spPr>
              <a:xfrm>
                <a:off x="498763" y="580694"/>
                <a:ext cx="862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U </a:t>
                </a:r>
                <a:r>
                  <a:rPr kumimoji="1" lang="zh-CN" altLang="en-US" dirty="0"/>
                  <a:t>开始</a:t>
                </a:r>
              </a:p>
            </p:txBody>
          </p:sp>
          <p:cxnSp>
            <p:nvCxnSpPr>
              <p:cNvPr id="43" name="直线箭头连接符 42">
                <a:extLst>
                  <a:ext uri="{FF2B5EF4-FFF2-40B4-BE49-F238E27FC236}">
                    <a16:creationId xmlns:a16="http://schemas.microsoft.com/office/drawing/2014/main" id="{A0D0F934-0FCD-8545-AE03-914FE3D1F6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93211" y="1956722"/>
                <a:ext cx="1353787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896AF7BF-4F16-C858-5602-BC0042E8B518}"/>
                  </a:ext>
                </a:extLst>
              </p:cNvPr>
              <p:cNvSpPr txBox="1"/>
              <p:nvPr/>
            </p:nvSpPr>
            <p:spPr>
              <a:xfrm>
                <a:off x="1496292" y="1533952"/>
                <a:ext cx="8290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T</a:t>
                </a:r>
                <a:r>
                  <a:rPr kumimoji="1" lang="zh-CN" altLang="en-US" dirty="0"/>
                  <a:t> 开始</a:t>
                </a:r>
              </a:p>
            </p:txBody>
          </p:sp>
          <p:cxnSp>
            <p:nvCxnSpPr>
              <p:cNvPr id="45" name="直线箭头连接符 44">
                <a:extLst>
                  <a:ext uri="{FF2B5EF4-FFF2-40B4-BE49-F238E27FC236}">
                    <a16:creationId xmlns:a16="http://schemas.microsoft.com/office/drawing/2014/main" id="{EEA8FCF4-CF5A-ACE0-8D8F-8D8FB1CE74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90131" y="2616792"/>
                <a:ext cx="1353787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16FDBE76-B8A6-15F4-B79E-D2ECEF66365F}"/>
                  </a:ext>
                </a:extLst>
              </p:cNvPr>
              <p:cNvSpPr txBox="1"/>
              <p:nvPr/>
            </p:nvSpPr>
            <p:spPr>
              <a:xfrm>
                <a:off x="1490131" y="2215793"/>
                <a:ext cx="7938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T</a:t>
                </a:r>
                <a:r>
                  <a:rPr kumimoji="1" lang="zh-CN" altLang="en-US" dirty="0"/>
                  <a:t> 读 </a:t>
                </a:r>
                <a:r>
                  <a:rPr kumimoji="1" lang="en-US" altLang="zh-CN" dirty="0"/>
                  <a:t>X</a:t>
                </a:r>
                <a:endParaRPr kumimoji="1" lang="zh-CN" altLang="en-US" dirty="0"/>
              </a:p>
            </p:txBody>
          </p:sp>
          <p:cxnSp>
            <p:nvCxnSpPr>
              <p:cNvPr id="47" name="直线箭头连接符 46">
                <a:extLst>
                  <a:ext uri="{FF2B5EF4-FFF2-40B4-BE49-F238E27FC236}">
                    <a16:creationId xmlns:a16="http://schemas.microsoft.com/office/drawing/2014/main" id="{FCDA6A4F-2671-46DE-8B21-92EAA2B966D5}"/>
                  </a:ext>
                </a:extLst>
              </p:cNvPr>
              <p:cNvCxnSpPr/>
              <p:nvPr/>
            </p:nvCxnSpPr>
            <p:spPr>
              <a:xfrm>
                <a:off x="495684" y="1653431"/>
                <a:ext cx="997527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1761852-BB80-AD77-4423-77E756B02533}"/>
                  </a:ext>
                </a:extLst>
              </p:cNvPr>
              <p:cNvSpPr txBox="1"/>
              <p:nvPr/>
            </p:nvSpPr>
            <p:spPr>
              <a:xfrm>
                <a:off x="534029" y="1241730"/>
                <a:ext cx="8274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U</a:t>
                </a:r>
                <a:r>
                  <a:rPr kumimoji="1" lang="zh-CN" altLang="en-US" dirty="0"/>
                  <a:t> 写 </a:t>
                </a:r>
                <a:r>
                  <a:rPr kumimoji="1" lang="en-US" altLang="zh-CN" dirty="0"/>
                  <a:t>X</a:t>
                </a:r>
                <a:endParaRPr kumimoji="1" lang="zh-CN" altLang="en-US" dirty="0"/>
              </a:p>
            </p:txBody>
          </p:sp>
          <p:cxnSp>
            <p:nvCxnSpPr>
              <p:cNvPr id="49" name="直线连接符 48">
                <a:extLst>
                  <a:ext uri="{FF2B5EF4-FFF2-40B4-BE49-F238E27FC236}">
                    <a16:creationId xmlns:a16="http://schemas.microsoft.com/office/drawing/2014/main" id="{729D984F-A777-CE0F-993D-A5E428355A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5684" y="950026"/>
                <a:ext cx="0" cy="2261076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7500F83D-C395-44F3-CC86-7702D55F74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43918" y="1956722"/>
                <a:ext cx="0" cy="660070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4EF34B76-0D70-9B82-FCF0-36BEEC841809}"/>
                  </a:ext>
                </a:extLst>
              </p:cNvPr>
              <p:cNvSpPr txBox="1"/>
              <p:nvPr/>
            </p:nvSpPr>
            <p:spPr>
              <a:xfrm>
                <a:off x="534029" y="3729842"/>
                <a:ext cx="19832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FF0000"/>
                    </a:solidFill>
                  </a:rPr>
                  <a:t>无法解决：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T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脏读</a:t>
                </a: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30DB1AD4-402A-4034-3548-2B581B8DB01B}"/>
                </a:ext>
              </a:extLst>
            </p:cNvPr>
            <p:cNvSpPr txBox="1"/>
            <p:nvPr/>
          </p:nvSpPr>
          <p:spPr>
            <a:xfrm>
              <a:off x="7832571" y="2921825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U</a:t>
              </a:r>
              <a:r>
                <a:rPr kumimoji="1" lang="zh-CN" altLang="en-US" dirty="0"/>
                <a:t> 回滚</a:t>
              </a:r>
            </a:p>
          </p:txBody>
        </p:sp>
        <p:cxnSp>
          <p:nvCxnSpPr>
            <p:cNvPr id="53" name="直线箭头连接符 52">
              <a:extLst>
                <a:ext uri="{FF2B5EF4-FFF2-40B4-BE49-F238E27FC236}">
                  <a16:creationId xmlns:a16="http://schemas.microsoft.com/office/drawing/2014/main" id="{0F4C8C76-5D8D-8C2C-B056-F5538FC420DD}"/>
                </a:ext>
              </a:extLst>
            </p:cNvPr>
            <p:cNvCxnSpPr/>
            <p:nvPr/>
          </p:nvCxnSpPr>
          <p:spPr>
            <a:xfrm>
              <a:off x="7765175" y="3291157"/>
              <a:ext cx="99752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69FA86DF-0CB5-0E58-347B-46BF68B69A0F}"/>
              </a:ext>
            </a:extLst>
          </p:cNvPr>
          <p:cNvSpPr txBox="1"/>
          <p:nvPr/>
        </p:nvSpPr>
        <p:spPr>
          <a:xfrm>
            <a:off x="1623755" y="4359416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基于时间戳可以解决的情况</a:t>
            </a:r>
          </a:p>
        </p:txBody>
      </p:sp>
    </p:spTree>
    <p:extLst>
      <p:ext uri="{BB962C8B-B14F-4D97-AF65-F5344CB8AC3E}">
        <p14:creationId xmlns:p14="http://schemas.microsoft.com/office/powerpoint/2010/main" val="186535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>
            <a:extLst>
              <a:ext uri="{FF2B5EF4-FFF2-40B4-BE49-F238E27FC236}">
                <a16:creationId xmlns:a16="http://schemas.microsoft.com/office/drawing/2014/main" id="{849A12DB-0EAB-8311-4257-A2B8C3C9FF5E}"/>
              </a:ext>
            </a:extLst>
          </p:cNvPr>
          <p:cNvGrpSpPr/>
          <p:nvPr/>
        </p:nvGrpSpPr>
        <p:grpSpPr>
          <a:xfrm>
            <a:off x="1223158" y="696870"/>
            <a:ext cx="3062441" cy="4098207"/>
            <a:chOff x="0" y="566241"/>
            <a:chExt cx="3062441" cy="4098207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CAD9A9C7-3C08-FC47-C12C-8F01C5AAF637}"/>
                </a:ext>
              </a:extLst>
            </p:cNvPr>
            <p:cNvSpPr txBox="1"/>
            <p:nvPr/>
          </p:nvSpPr>
          <p:spPr>
            <a:xfrm>
              <a:off x="0" y="3627207"/>
              <a:ext cx="15215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T</a:t>
              </a:r>
              <a:r>
                <a:rPr kumimoji="1" lang="zh-CN" altLang="en-US" dirty="0"/>
                <a:t> 有效性确认</a:t>
              </a:r>
              <a:endParaRPr kumimoji="1" lang="en-US" altLang="zh-CN" dirty="0"/>
            </a:p>
            <a:p>
              <a:r>
                <a:rPr kumimoji="1" lang="zh-CN" altLang="en-US" dirty="0"/>
                <a:t>（拒绝）</a:t>
              </a: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2317C5C3-4C8B-17D1-164F-BF07E409B661}"/>
                </a:ext>
              </a:extLst>
            </p:cNvPr>
            <p:cNvGrpSpPr/>
            <p:nvPr/>
          </p:nvGrpSpPr>
          <p:grpSpPr>
            <a:xfrm>
              <a:off x="482713" y="566241"/>
              <a:ext cx="2579728" cy="4098207"/>
              <a:chOff x="482713" y="566241"/>
              <a:chExt cx="2579728" cy="4098207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A06C6117-5FD3-1A01-861C-5224D5E066BE}"/>
                  </a:ext>
                </a:extLst>
              </p:cNvPr>
              <p:cNvGrpSpPr/>
              <p:nvPr/>
            </p:nvGrpSpPr>
            <p:grpSpPr>
              <a:xfrm>
                <a:off x="487742" y="566241"/>
                <a:ext cx="2574699" cy="4098207"/>
                <a:chOff x="487742" y="566241"/>
                <a:chExt cx="2574699" cy="4098207"/>
              </a:xfrm>
            </p:grpSpPr>
            <p:cxnSp>
              <p:nvCxnSpPr>
                <p:cNvPr id="5" name="直线连接符 4">
                  <a:extLst>
                    <a:ext uri="{FF2B5EF4-FFF2-40B4-BE49-F238E27FC236}">
                      <a16:creationId xmlns:a16="http://schemas.microsoft.com/office/drawing/2014/main" id="{A255ADE6-E163-C9B1-81BB-FDC2EAF3AC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96291" y="629392"/>
                  <a:ext cx="0" cy="355072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直线箭头连接符 5">
                  <a:extLst>
                    <a:ext uri="{FF2B5EF4-FFF2-40B4-BE49-F238E27FC236}">
                      <a16:creationId xmlns:a16="http://schemas.microsoft.com/office/drawing/2014/main" id="{9ADD56F6-EF10-0784-4515-2139A121C671}"/>
                    </a:ext>
                  </a:extLst>
                </p:cNvPr>
                <p:cNvCxnSpPr/>
                <p:nvPr/>
              </p:nvCxnSpPr>
              <p:spPr>
                <a:xfrm>
                  <a:off x="487742" y="1390196"/>
                  <a:ext cx="997527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617C41D0-674F-3F9D-A3D6-78C13D4F04CA}"/>
                    </a:ext>
                  </a:extLst>
                </p:cNvPr>
                <p:cNvSpPr txBox="1"/>
                <p:nvPr/>
              </p:nvSpPr>
              <p:spPr>
                <a:xfrm>
                  <a:off x="582991" y="1013729"/>
                  <a:ext cx="8290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dirty="0"/>
                    <a:t>T </a:t>
                  </a:r>
                  <a:r>
                    <a:rPr kumimoji="1" lang="zh-CN" altLang="en-US" dirty="0"/>
                    <a:t>开始</a:t>
                  </a:r>
                </a:p>
              </p:txBody>
            </p:sp>
            <p:cxnSp>
              <p:nvCxnSpPr>
                <p:cNvPr id="8" name="直线箭头连接符 7">
                  <a:extLst>
                    <a:ext uri="{FF2B5EF4-FFF2-40B4-BE49-F238E27FC236}">
                      <a16:creationId xmlns:a16="http://schemas.microsoft.com/office/drawing/2014/main" id="{DD188F99-9DAD-ADDA-55FC-3CCFF541A6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93211" y="950026"/>
                  <a:ext cx="1353787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1747ADC9-6FA3-B89C-A2B1-D6BBBF8F39C8}"/>
                    </a:ext>
                  </a:extLst>
                </p:cNvPr>
                <p:cNvSpPr txBox="1"/>
                <p:nvPr/>
              </p:nvSpPr>
              <p:spPr>
                <a:xfrm>
                  <a:off x="1485269" y="566241"/>
                  <a:ext cx="8627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dirty="0"/>
                    <a:t>U</a:t>
                  </a:r>
                  <a:r>
                    <a:rPr kumimoji="1" lang="zh-CN" altLang="en-US" dirty="0"/>
                    <a:t> 开始</a:t>
                  </a:r>
                </a:p>
              </p:txBody>
            </p:sp>
            <p:cxnSp>
              <p:nvCxnSpPr>
                <p:cNvPr id="10" name="直线箭头连接符 9">
                  <a:extLst>
                    <a:ext uri="{FF2B5EF4-FFF2-40B4-BE49-F238E27FC236}">
                      <a16:creationId xmlns:a16="http://schemas.microsoft.com/office/drawing/2014/main" id="{6E2BDEC4-B318-EBC7-3E1C-5D0A681863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64998" y="2205426"/>
                  <a:ext cx="1353787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081EDF7-E1C2-C3A1-5986-98CF07D6D5F5}"/>
                    </a:ext>
                  </a:extLst>
                </p:cNvPr>
                <p:cNvSpPr txBox="1"/>
                <p:nvPr/>
              </p:nvSpPr>
              <p:spPr>
                <a:xfrm>
                  <a:off x="1507207" y="1785544"/>
                  <a:ext cx="15552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dirty="0"/>
                    <a:t>U</a:t>
                  </a:r>
                  <a:r>
                    <a:rPr kumimoji="1" lang="zh-CN" altLang="en-US" dirty="0"/>
                    <a:t> 有效性确认</a:t>
                  </a:r>
                </a:p>
              </p:txBody>
            </p:sp>
            <p:cxnSp>
              <p:nvCxnSpPr>
                <p:cNvPr id="12" name="直线箭头连接符 11">
                  <a:extLst>
                    <a:ext uri="{FF2B5EF4-FFF2-40B4-BE49-F238E27FC236}">
                      <a16:creationId xmlns:a16="http://schemas.microsoft.com/office/drawing/2014/main" id="{2DCCC4F4-4738-9424-A090-AC7C2BC5BE80}"/>
                    </a:ext>
                  </a:extLst>
                </p:cNvPr>
                <p:cNvCxnSpPr/>
                <p:nvPr/>
              </p:nvCxnSpPr>
              <p:spPr>
                <a:xfrm>
                  <a:off x="524043" y="1849756"/>
                  <a:ext cx="997527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C2FFC0E3-2FE4-C4D8-F2F8-7FE2641133D4}"/>
                    </a:ext>
                  </a:extLst>
                </p:cNvPr>
                <p:cNvSpPr txBox="1"/>
                <p:nvPr/>
              </p:nvSpPr>
              <p:spPr>
                <a:xfrm>
                  <a:off x="582991" y="1480424"/>
                  <a:ext cx="7938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dirty="0"/>
                    <a:t>T</a:t>
                  </a:r>
                  <a:r>
                    <a:rPr kumimoji="1" lang="zh-CN" altLang="en-US" dirty="0"/>
                    <a:t> 读 </a:t>
                  </a:r>
                  <a:r>
                    <a:rPr kumimoji="1" lang="en-US" altLang="zh-CN" dirty="0"/>
                    <a:t>X</a:t>
                  </a:r>
                  <a:endParaRPr kumimoji="1" lang="zh-CN" altLang="en-US" dirty="0"/>
                </a:p>
              </p:txBody>
            </p: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B427879E-F047-CDF3-0DAB-75C7AD6666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9681" y="1849756"/>
                  <a:ext cx="0" cy="1686465"/>
                </a:xfrm>
                <a:prstGeom prst="line">
                  <a:avLst/>
                </a:prstGeom>
                <a:ln w="28575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线连接符 14">
                  <a:extLst>
                    <a:ext uri="{FF2B5EF4-FFF2-40B4-BE49-F238E27FC236}">
                      <a16:creationId xmlns:a16="http://schemas.microsoft.com/office/drawing/2014/main" id="{2AFDAC84-661E-AD34-784B-DA03AB970F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32556" y="2205426"/>
                  <a:ext cx="14442" cy="784967"/>
                </a:xfrm>
                <a:prstGeom prst="line">
                  <a:avLst/>
                </a:prstGeom>
                <a:ln w="28575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0AF2826-A3BF-F52B-D435-07191D8BABC4}"/>
                    </a:ext>
                  </a:extLst>
                </p:cNvPr>
                <p:cNvSpPr txBox="1"/>
                <p:nvPr/>
              </p:nvSpPr>
              <p:spPr>
                <a:xfrm>
                  <a:off x="1123128" y="4295116"/>
                  <a:ext cx="7681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zh-CN" altLang="en-US" dirty="0"/>
                    <a:t>冲突</a:t>
                  </a:r>
                  <a:r>
                    <a:rPr kumimoji="1" lang="en-US" altLang="zh-CN" dirty="0"/>
                    <a:t>1</a:t>
                  </a:r>
                  <a:endParaRPr kumimoji="1" lang="zh-CN" altLang="en-US" dirty="0"/>
                </a:p>
              </p:txBody>
            </p:sp>
          </p:grpSp>
          <p:cxnSp>
            <p:nvCxnSpPr>
              <p:cNvPr id="30" name="直线箭头连接符 29">
                <a:extLst>
                  <a:ext uri="{FF2B5EF4-FFF2-40B4-BE49-F238E27FC236}">
                    <a16:creationId xmlns:a16="http://schemas.microsoft.com/office/drawing/2014/main" id="{B7BC9215-F387-DF2B-F7DF-2CDF1CC06D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3335" y="2967841"/>
                <a:ext cx="1353787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C005AAB-7088-3FA6-91E1-728192B89866}"/>
                  </a:ext>
                </a:extLst>
              </p:cNvPr>
              <p:cNvSpPr txBox="1"/>
              <p:nvPr/>
            </p:nvSpPr>
            <p:spPr>
              <a:xfrm>
                <a:off x="1534637" y="2587720"/>
                <a:ext cx="8274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U</a:t>
                </a:r>
                <a:r>
                  <a:rPr kumimoji="1" lang="zh-CN" altLang="en-US" dirty="0"/>
                  <a:t> 写 </a:t>
                </a:r>
                <a:r>
                  <a:rPr kumimoji="1" lang="en-US" altLang="zh-CN" dirty="0"/>
                  <a:t>X</a:t>
                </a:r>
                <a:endParaRPr kumimoji="1" lang="zh-CN" altLang="en-US" dirty="0"/>
              </a:p>
            </p:txBody>
          </p:sp>
          <p:cxnSp>
            <p:nvCxnSpPr>
              <p:cNvPr id="33" name="直线箭头连接符 32">
                <a:extLst>
                  <a:ext uri="{FF2B5EF4-FFF2-40B4-BE49-F238E27FC236}">
                    <a16:creationId xmlns:a16="http://schemas.microsoft.com/office/drawing/2014/main" id="{5163FCA8-6DF6-6764-5960-3558187AF812}"/>
                  </a:ext>
                </a:extLst>
              </p:cNvPr>
              <p:cNvCxnSpPr/>
              <p:nvPr/>
            </p:nvCxnSpPr>
            <p:spPr>
              <a:xfrm>
                <a:off x="482713" y="3562390"/>
                <a:ext cx="997527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680C5B49-5961-559B-832E-58B0EBFDA94B}"/>
              </a:ext>
            </a:extLst>
          </p:cNvPr>
          <p:cNvGrpSpPr/>
          <p:nvPr/>
        </p:nvGrpSpPr>
        <p:grpSpPr>
          <a:xfrm>
            <a:off x="5553322" y="694798"/>
            <a:ext cx="3034595" cy="4257637"/>
            <a:chOff x="4330164" y="564169"/>
            <a:chExt cx="3034595" cy="4257637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77F872C6-DC5F-AD21-E984-D750F395D05A}"/>
                </a:ext>
              </a:extLst>
            </p:cNvPr>
            <p:cNvGrpSpPr/>
            <p:nvPr/>
          </p:nvGrpSpPr>
          <p:grpSpPr>
            <a:xfrm>
              <a:off x="4330164" y="564169"/>
              <a:ext cx="3034595" cy="4257637"/>
              <a:chOff x="-14363" y="406811"/>
              <a:chExt cx="3034595" cy="4257637"/>
            </a:xfrm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454284C6-E955-43A5-0590-660B0063298F}"/>
                  </a:ext>
                </a:extLst>
              </p:cNvPr>
              <p:cNvGrpSpPr/>
              <p:nvPr/>
            </p:nvGrpSpPr>
            <p:grpSpPr>
              <a:xfrm>
                <a:off x="-14363" y="406811"/>
                <a:ext cx="3034595" cy="4257637"/>
                <a:chOff x="-14363" y="406811"/>
                <a:chExt cx="3034595" cy="4257637"/>
              </a:xfrm>
            </p:grpSpPr>
            <p:cxnSp>
              <p:nvCxnSpPr>
                <p:cNvPr id="47" name="直线连接符 46">
                  <a:extLst>
                    <a:ext uri="{FF2B5EF4-FFF2-40B4-BE49-F238E27FC236}">
                      <a16:creationId xmlns:a16="http://schemas.microsoft.com/office/drawing/2014/main" id="{93EC1676-ADDA-FA23-5C1A-88C6BCE649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96291" y="629392"/>
                  <a:ext cx="0" cy="355072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线箭头连接符 47">
                  <a:extLst>
                    <a:ext uri="{FF2B5EF4-FFF2-40B4-BE49-F238E27FC236}">
                      <a16:creationId xmlns:a16="http://schemas.microsoft.com/office/drawing/2014/main" id="{ABFE17DD-B55E-ADEF-8540-9744B1E3F42F}"/>
                    </a:ext>
                  </a:extLst>
                </p:cNvPr>
                <p:cNvCxnSpPr/>
                <p:nvPr/>
              </p:nvCxnSpPr>
              <p:spPr>
                <a:xfrm>
                  <a:off x="487742" y="1390196"/>
                  <a:ext cx="997527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D6795E42-DAC5-EAB8-136F-A6B677F0516A}"/>
                    </a:ext>
                  </a:extLst>
                </p:cNvPr>
                <p:cNvSpPr txBox="1"/>
                <p:nvPr/>
              </p:nvSpPr>
              <p:spPr>
                <a:xfrm>
                  <a:off x="-14363" y="632574"/>
                  <a:ext cx="1521570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dirty="0"/>
                    <a:t>T </a:t>
                  </a:r>
                  <a:r>
                    <a:rPr kumimoji="1" lang="zh-CN" altLang="en-US" dirty="0"/>
                    <a:t>有效性确认</a:t>
                  </a:r>
                  <a:endParaRPr kumimoji="1" lang="en-US" altLang="zh-CN" dirty="0"/>
                </a:p>
                <a:p>
                  <a:r>
                    <a:rPr kumimoji="1" lang="zh-CN" altLang="en-US" dirty="0"/>
                    <a:t>（拒绝）</a:t>
                  </a:r>
                </a:p>
              </p:txBody>
            </p:sp>
            <p:cxnSp>
              <p:nvCxnSpPr>
                <p:cNvPr id="52" name="直线箭头连接符 51">
                  <a:extLst>
                    <a:ext uri="{FF2B5EF4-FFF2-40B4-BE49-F238E27FC236}">
                      <a16:creationId xmlns:a16="http://schemas.microsoft.com/office/drawing/2014/main" id="{8049978B-2654-776B-8B9F-DCFE000093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96291" y="857930"/>
                  <a:ext cx="1353787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2E4623C1-64D4-549C-175C-40BB955AD871}"/>
                    </a:ext>
                  </a:extLst>
                </p:cNvPr>
                <p:cNvSpPr txBox="1"/>
                <p:nvPr/>
              </p:nvSpPr>
              <p:spPr>
                <a:xfrm>
                  <a:off x="1464998" y="406811"/>
                  <a:ext cx="15552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dirty="0"/>
                    <a:t>U</a:t>
                  </a:r>
                  <a:r>
                    <a:rPr kumimoji="1" lang="zh-CN" altLang="en-US" dirty="0"/>
                    <a:t> 有效性确认</a:t>
                  </a:r>
                </a:p>
              </p:txBody>
            </p:sp>
            <p:cxnSp>
              <p:nvCxnSpPr>
                <p:cNvPr id="54" name="直线箭头连接符 53">
                  <a:extLst>
                    <a:ext uri="{FF2B5EF4-FFF2-40B4-BE49-F238E27FC236}">
                      <a16:creationId xmlns:a16="http://schemas.microsoft.com/office/drawing/2014/main" id="{C4F1279E-8BA8-0417-31EE-3182277F1BE8}"/>
                    </a:ext>
                  </a:extLst>
                </p:cNvPr>
                <p:cNvCxnSpPr/>
                <p:nvPr/>
              </p:nvCxnSpPr>
              <p:spPr>
                <a:xfrm>
                  <a:off x="524043" y="2404753"/>
                  <a:ext cx="997527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B263594B-D00A-67B7-992C-4C1FEC597823}"/>
                    </a:ext>
                  </a:extLst>
                </p:cNvPr>
                <p:cNvSpPr txBox="1"/>
                <p:nvPr/>
              </p:nvSpPr>
              <p:spPr>
                <a:xfrm>
                  <a:off x="582991" y="2022916"/>
                  <a:ext cx="7938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dirty="0"/>
                    <a:t>T</a:t>
                  </a:r>
                  <a:r>
                    <a:rPr kumimoji="1" lang="zh-CN" altLang="en-US" dirty="0"/>
                    <a:t> 写 </a:t>
                  </a:r>
                  <a:r>
                    <a:rPr kumimoji="1" lang="en-US" altLang="zh-CN" dirty="0"/>
                    <a:t>X</a:t>
                  </a:r>
                  <a:endParaRPr kumimoji="1" lang="zh-CN" altLang="en-US" dirty="0"/>
                </a:p>
              </p:txBody>
            </p:sp>
            <p:cxnSp>
              <p:nvCxnSpPr>
                <p:cNvPr id="56" name="直线连接符 55">
                  <a:extLst>
                    <a:ext uri="{FF2B5EF4-FFF2-40B4-BE49-F238E27FC236}">
                      <a16:creationId xmlns:a16="http://schemas.microsoft.com/office/drawing/2014/main" id="{2D3AE78F-DEDD-9126-5F45-F45AF25831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9681" y="1390196"/>
                  <a:ext cx="0" cy="1002052"/>
                </a:xfrm>
                <a:prstGeom prst="line">
                  <a:avLst/>
                </a:prstGeom>
                <a:ln w="28575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线连接符 56">
                  <a:extLst>
                    <a:ext uri="{FF2B5EF4-FFF2-40B4-BE49-F238E27FC236}">
                      <a16:creationId xmlns:a16="http://schemas.microsoft.com/office/drawing/2014/main" id="{C2AF7F1B-02E6-7FF2-7E06-D4D1C60C37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32556" y="872383"/>
                  <a:ext cx="38968" cy="2118010"/>
                </a:xfrm>
                <a:prstGeom prst="line">
                  <a:avLst/>
                </a:prstGeom>
                <a:ln w="28575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2B4FF9D4-3CF8-1CB6-5DC9-1113494C6AFF}"/>
                    </a:ext>
                  </a:extLst>
                </p:cNvPr>
                <p:cNvSpPr txBox="1"/>
                <p:nvPr/>
              </p:nvSpPr>
              <p:spPr>
                <a:xfrm>
                  <a:off x="1123128" y="4295116"/>
                  <a:ext cx="7681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zh-CN" altLang="en-US" dirty="0"/>
                    <a:t>冲突</a:t>
                  </a:r>
                  <a:r>
                    <a:rPr kumimoji="1" lang="en-US" altLang="zh-CN" dirty="0"/>
                    <a:t>2</a:t>
                  </a:r>
                  <a:endParaRPr kumimoji="1" lang="zh-CN" altLang="en-US" dirty="0"/>
                </a:p>
              </p:txBody>
            </p:sp>
          </p:grpSp>
          <p:cxnSp>
            <p:nvCxnSpPr>
              <p:cNvPr id="44" name="直线箭头连接符 43">
                <a:extLst>
                  <a:ext uri="{FF2B5EF4-FFF2-40B4-BE49-F238E27FC236}">
                    <a16:creationId xmlns:a16="http://schemas.microsoft.com/office/drawing/2014/main" id="{B8CBB026-F4FF-141F-294F-C43E85C0D1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3335" y="2967841"/>
                <a:ext cx="1353787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7C8CCE6B-BB5E-DAE9-FFE8-B2071624FEF2}"/>
                  </a:ext>
                </a:extLst>
              </p:cNvPr>
              <p:cNvSpPr txBox="1"/>
              <p:nvPr/>
            </p:nvSpPr>
            <p:spPr>
              <a:xfrm>
                <a:off x="1534637" y="2587720"/>
                <a:ext cx="8274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U</a:t>
                </a:r>
                <a:r>
                  <a:rPr kumimoji="1" lang="zh-CN" altLang="en-US" dirty="0"/>
                  <a:t> 写 </a:t>
                </a:r>
                <a:r>
                  <a:rPr kumimoji="1" lang="en-US" altLang="zh-CN" dirty="0"/>
                  <a:t>X</a:t>
                </a:r>
                <a:endParaRPr kumimoji="1" lang="zh-CN" altLang="en-US" dirty="0"/>
              </a:p>
            </p:txBody>
          </p:sp>
        </p:grpSp>
        <p:cxnSp>
          <p:nvCxnSpPr>
            <p:cNvPr id="63" name="直线箭头连接符 62">
              <a:extLst>
                <a:ext uri="{FF2B5EF4-FFF2-40B4-BE49-F238E27FC236}">
                  <a16:creationId xmlns:a16="http://schemas.microsoft.com/office/drawing/2014/main" id="{AC0304DF-2142-605B-C440-14A69DD26A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2264" y="4059382"/>
              <a:ext cx="13537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F02D812B-B0D9-C003-37FB-D0AEAD0C3015}"/>
                </a:ext>
              </a:extLst>
            </p:cNvPr>
            <p:cNvSpPr txBox="1"/>
            <p:nvPr/>
          </p:nvSpPr>
          <p:spPr>
            <a:xfrm>
              <a:off x="5960312" y="3625686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U</a:t>
              </a:r>
              <a:r>
                <a:rPr kumimoji="1" lang="zh-CN" altLang="en-US" dirty="0"/>
                <a:t>完成</a:t>
              </a:r>
            </a:p>
          </p:txBody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3365E60A-6D2A-207A-3E27-B259F56BE4AB}"/>
              </a:ext>
            </a:extLst>
          </p:cNvPr>
          <p:cNvSpPr txBox="1"/>
          <p:nvPr/>
        </p:nvSpPr>
        <p:spPr>
          <a:xfrm>
            <a:off x="3383386" y="5592679"/>
            <a:ext cx="297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基于有效性确认的冲突规则</a:t>
            </a:r>
          </a:p>
        </p:txBody>
      </p:sp>
    </p:spTree>
    <p:extLst>
      <p:ext uri="{BB962C8B-B14F-4D97-AF65-F5344CB8AC3E}">
        <p14:creationId xmlns:p14="http://schemas.microsoft.com/office/powerpoint/2010/main" val="16466046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>
            <a:extLst>
              <a:ext uri="{FF2B5EF4-FFF2-40B4-BE49-F238E27FC236}">
                <a16:creationId xmlns:a16="http://schemas.microsoft.com/office/drawing/2014/main" id="{17F6E6D4-A4BE-9F54-DC7F-8C5B522953FD}"/>
              </a:ext>
            </a:extLst>
          </p:cNvPr>
          <p:cNvGrpSpPr/>
          <p:nvPr/>
        </p:nvGrpSpPr>
        <p:grpSpPr>
          <a:xfrm>
            <a:off x="551799" y="1072245"/>
            <a:ext cx="10575380" cy="3833462"/>
            <a:chOff x="551799" y="1072245"/>
            <a:chExt cx="10575380" cy="3833462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674BE75B-4460-37B9-918A-AA32183DB4FD}"/>
                </a:ext>
              </a:extLst>
            </p:cNvPr>
            <p:cNvGrpSpPr/>
            <p:nvPr/>
          </p:nvGrpSpPr>
          <p:grpSpPr>
            <a:xfrm>
              <a:off x="843148" y="1781299"/>
              <a:ext cx="10284031" cy="3124408"/>
              <a:chOff x="843148" y="1781299"/>
              <a:chExt cx="10284031" cy="3124408"/>
            </a:xfrm>
          </p:grpSpPr>
          <p:cxnSp>
            <p:nvCxnSpPr>
              <p:cNvPr id="5" name="直线箭头连接符 4">
                <a:extLst>
                  <a:ext uri="{FF2B5EF4-FFF2-40B4-BE49-F238E27FC236}">
                    <a16:creationId xmlns:a16="http://schemas.microsoft.com/office/drawing/2014/main" id="{7453A90A-7337-8564-A048-3922602572E0}"/>
                  </a:ext>
                </a:extLst>
              </p:cNvPr>
              <p:cNvCxnSpPr/>
              <p:nvPr/>
            </p:nvCxnSpPr>
            <p:spPr>
              <a:xfrm>
                <a:off x="843148" y="3990109"/>
                <a:ext cx="10284031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线连接符 6">
                <a:extLst>
                  <a:ext uri="{FF2B5EF4-FFF2-40B4-BE49-F238E27FC236}">
                    <a16:creationId xmlns:a16="http://schemas.microsoft.com/office/drawing/2014/main" id="{AC8E9365-8F6E-FD50-1819-0C648008D1B9}"/>
                  </a:ext>
                </a:extLst>
              </p:cNvPr>
              <p:cNvCxnSpPr/>
              <p:nvPr/>
            </p:nvCxnSpPr>
            <p:spPr>
              <a:xfrm>
                <a:off x="3182587" y="1781299"/>
                <a:ext cx="0" cy="2636322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线连接符 7">
                <a:extLst>
                  <a:ext uri="{FF2B5EF4-FFF2-40B4-BE49-F238E27FC236}">
                    <a16:creationId xmlns:a16="http://schemas.microsoft.com/office/drawing/2014/main" id="{571C73A4-806D-A279-EB93-79E33B6A6DCC}"/>
                  </a:ext>
                </a:extLst>
              </p:cNvPr>
              <p:cNvCxnSpPr/>
              <p:nvPr/>
            </p:nvCxnSpPr>
            <p:spPr>
              <a:xfrm>
                <a:off x="6517574" y="1781299"/>
                <a:ext cx="0" cy="2636322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2C1120F4-6CA3-BE0D-B7E7-11E0EE41D7AA}"/>
                  </a:ext>
                </a:extLst>
              </p:cNvPr>
              <p:cNvCxnSpPr/>
              <p:nvPr/>
            </p:nvCxnSpPr>
            <p:spPr>
              <a:xfrm>
                <a:off x="9721933" y="1781299"/>
                <a:ext cx="0" cy="2636322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8D1C12-9DBA-08AE-FD2F-D34D9BE63FEA}"/>
                  </a:ext>
                </a:extLst>
              </p:cNvPr>
              <p:cNvSpPr txBox="1"/>
              <p:nvPr/>
            </p:nvSpPr>
            <p:spPr>
              <a:xfrm>
                <a:off x="2744005" y="4536375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dirty="0"/>
                  <a:t>转储点</a:t>
                </a: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1BD3F4B-ECB8-91DB-241A-312D9BC2A622}"/>
                  </a:ext>
                </a:extLst>
              </p:cNvPr>
              <p:cNvSpPr txBox="1"/>
              <p:nvPr/>
            </p:nvSpPr>
            <p:spPr>
              <a:xfrm>
                <a:off x="5885029" y="4536375"/>
                <a:ext cx="1265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/>
                  <a:t>checkpoint</a:t>
                </a:r>
                <a:endParaRPr kumimoji="1" lang="zh-CN" altLang="en-US" dirty="0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7EE54B4-B210-12F8-9DDE-BFBAFAF63B09}"/>
                  </a:ext>
                </a:extLst>
              </p:cNvPr>
              <p:cNvSpPr txBox="1"/>
              <p:nvPr/>
            </p:nvSpPr>
            <p:spPr>
              <a:xfrm>
                <a:off x="9283351" y="4536375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dirty="0"/>
                  <a:t>故障点</a:t>
                </a:r>
              </a:p>
            </p:txBody>
          </p: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1F3AAF8A-6454-AACD-DE5B-C4793119E280}"/>
                  </a:ext>
                </a:extLst>
              </p:cNvPr>
              <p:cNvCxnSpPr/>
              <p:nvPr/>
            </p:nvCxnSpPr>
            <p:spPr>
              <a:xfrm>
                <a:off x="843148" y="3669475"/>
                <a:ext cx="1128156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9F46CE0C-E299-4219-08F4-81F7004F6EC5}"/>
                  </a:ext>
                </a:extLst>
              </p:cNvPr>
              <p:cNvCxnSpPr/>
              <p:nvPr/>
            </p:nvCxnSpPr>
            <p:spPr>
              <a:xfrm>
                <a:off x="1567543" y="3429000"/>
                <a:ext cx="1176462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线连接符 16">
                <a:extLst>
                  <a:ext uri="{FF2B5EF4-FFF2-40B4-BE49-F238E27FC236}">
                    <a16:creationId xmlns:a16="http://schemas.microsoft.com/office/drawing/2014/main" id="{6A6913B0-6918-434B-1909-9822CF273128}"/>
                  </a:ext>
                </a:extLst>
              </p:cNvPr>
              <p:cNvCxnSpPr/>
              <p:nvPr/>
            </p:nvCxnSpPr>
            <p:spPr>
              <a:xfrm>
                <a:off x="1090551" y="3201389"/>
                <a:ext cx="1176462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线连接符 17">
                <a:extLst>
                  <a:ext uri="{FF2B5EF4-FFF2-40B4-BE49-F238E27FC236}">
                    <a16:creationId xmlns:a16="http://schemas.microsoft.com/office/drawing/2014/main" id="{C3175702-54DB-0A8F-C067-346617728A76}"/>
                  </a:ext>
                </a:extLst>
              </p:cNvPr>
              <p:cNvCxnSpPr/>
              <p:nvPr/>
            </p:nvCxnSpPr>
            <p:spPr>
              <a:xfrm>
                <a:off x="1932525" y="2938152"/>
                <a:ext cx="1176462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线连接符 18">
                <a:extLst>
                  <a:ext uri="{FF2B5EF4-FFF2-40B4-BE49-F238E27FC236}">
                    <a16:creationId xmlns:a16="http://schemas.microsoft.com/office/drawing/2014/main" id="{49A660A4-A9A8-68F6-8531-2850F9153C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966" y="3420092"/>
                <a:ext cx="356260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线连接符 21">
                <a:extLst>
                  <a:ext uri="{FF2B5EF4-FFF2-40B4-BE49-F238E27FC236}">
                    <a16:creationId xmlns:a16="http://schemas.microsoft.com/office/drawing/2014/main" id="{05F6BC24-E200-7181-3552-7844D129AB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0756" y="3211284"/>
                <a:ext cx="356260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线连接符 22">
                <a:extLst>
                  <a:ext uri="{FF2B5EF4-FFF2-40B4-BE49-F238E27FC236}">
                    <a16:creationId xmlns:a16="http://schemas.microsoft.com/office/drawing/2014/main" id="{D35EF23A-C96A-3F8C-4F46-4414FF1C0145}"/>
                  </a:ext>
                </a:extLst>
              </p:cNvPr>
              <p:cNvCxnSpPr/>
              <p:nvPr/>
            </p:nvCxnSpPr>
            <p:spPr>
              <a:xfrm>
                <a:off x="1090551" y="2746168"/>
                <a:ext cx="1176462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线连接符 23">
                <a:extLst>
                  <a:ext uri="{FF2B5EF4-FFF2-40B4-BE49-F238E27FC236}">
                    <a16:creationId xmlns:a16="http://schemas.microsoft.com/office/drawing/2014/main" id="{6FF6ACBB-1A1C-B9D3-C1FE-6C77BC2CA307}"/>
                  </a:ext>
                </a:extLst>
              </p:cNvPr>
              <p:cNvCxnSpPr/>
              <p:nvPr/>
            </p:nvCxnSpPr>
            <p:spPr>
              <a:xfrm>
                <a:off x="1407226" y="2423555"/>
                <a:ext cx="1176462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线连接符 24">
                <a:extLst>
                  <a:ext uri="{FF2B5EF4-FFF2-40B4-BE49-F238E27FC236}">
                    <a16:creationId xmlns:a16="http://schemas.microsoft.com/office/drawing/2014/main" id="{062D4FD8-6A12-0E39-8B83-3FEF1648FF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65875" y="2725384"/>
                <a:ext cx="356260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线连接符 25">
                <a:extLst>
                  <a:ext uri="{FF2B5EF4-FFF2-40B4-BE49-F238E27FC236}">
                    <a16:creationId xmlns:a16="http://schemas.microsoft.com/office/drawing/2014/main" id="{76F385E0-BE82-FC35-753A-4B905F16971C}"/>
                  </a:ext>
                </a:extLst>
              </p:cNvPr>
              <p:cNvCxnSpPr/>
              <p:nvPr/>
            </p:nvCxnSpPr>
            <p:spPr>
              <a:xfrm>
                <a:off x="3299361" y="3669475"/>
                <a:ext cx="1128156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线连接符 26">
                <a:extLst>
                  <a:ext uri="{FF2B5EF4-FFF2-40B4-BE49-F238E27FC236}">
                    <a16:creationId xmlns:a16="http://schemas.microsoft.com/office/drawing/2014/main" id="{82F74618-2AA0-7BA5-FB1F-72FA047B2AE3}"/>
                  </a:ext>
                </a:extLst>
              </p:cNvPr>
              <p:cNvCxnSpPr/>
              <p:nvPr/>
            </p:nvCxnSpPr>
            <p:spPr>
              <a:xfrm>
                <a:off x="4023756" y="3429000"/>
                <a:ext cx="1176462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538C0428-3F76-445E-D005-9194067DF3B4}"/>
                  </a:ext>
                </a:extLst>
              </p:cNvPr>
              <p:cNvCxnSpPr/>
              <p:nvPr/>
            </p:nvCxnSpPr>
            <p:spPr>
              <a:xfrm>
                <a:off x="3546764" y="3201389"/>
                <a:ext cx="1176462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E12DBDF3-49E2-E76B-097E-36FF9A8DA0AC}"/>
                  </a:ext>
                </a:extLst>
              </p:cNvPr>
              <p:cNvCxnSpPr/>
              <p:nvPr/>
            </p:nvCxnSpPr>
            <p:spPr>
              <a:xfrm>
                <a:off x="4388738" y="2938152"/>
                <a:ext cx="1176462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04014B44-230B-F973-9C2B-95B3FAB132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7179" y="3420092"/>
                <a:ext cx="356260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线连接符 30">
                <a:extLst>
                  <a:ext uri="{FF2B5EF4-FFF2-40B4-BE49-F238E27FC236}">
                    <a16:creationId xmlns:a16="http://schemas.microsoft.com/office/drawing/2014/main" id="{82E87ABE-82A7-1FF1-70C0-E8F9BC7A4F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6969" y="3211284"/>
                <a:ext cx="356260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5849AF3E-6F37-371A-148B-D0330A7214D4}"/>
                  </a:ext>
                </a:extLst>
              </p:cNvPr>
              <p:cNvCxnSpPr/>
              <p:nvPr/>
            </p:nvCxnSpPr>
            <p:spPr>
              <a:xfrm>
                <a:off x="3546764" y="2746168"/>
                <a:ext cx="1176462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3E3948E8-D491-C808-6C37-AFD697A33F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3439" y="2423555"/>
                <a:ext cx="1824842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83784C18-5468-530D-C371-1076D588EB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2088" y="2725384"/>
                <a:ext cx="1224333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线连接符 36">
                <a:extLst>
                  <a:ext uri="{FF2B5EF4-FFF2-40B4-BE49-F238E27FC236}">
                    <a16:creationId xmlns:a16="http://schemas.microsoft.com/office/drawing/2014/main" id="{56021CC7-41EB-71B4-7A37-410580DCAC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85163" y="2423555"/>
                <a:ext cx="4346369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20DC635F-EA8D-DC5B-C8E3-4462666DC2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5786" y="2938152"/>
                <a:ext cx="1224333" cy="0"/>
              </a:xfrm>
              <a:prstGeom prst="line">
                <a:avLst/>
              </a:prstGeom>
              <a:ln w="95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54028081-DB19-A854-61D7-DF341EA021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3833" y="3214252"/>
                <a:ext cx="2152001" cy="0"/>
              </a:xfrm>
              <a:prstGeom prst="line">
                <a:avLst/>
              </a:prstGeom>
              <a:ln w="95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线连接符 41">
                <a:extLst>
                  <a:ext uri="{FF2B5EF4-FFF2-40B4-BE49-F238E27FC236}">
                    <a16:creationId xmlns:a16="http://schemas.microsoft.com/office/drawing/2014/main" id="{C248D3E9-8B7D-6A95-31F3-916928EC71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3229" y="3446810"/>
                <a:ext cx="2152001" cy="0"/>
              </a:xfrm>
              <a:prstGeom prst="line">
                <a:avLst/>
              </a:prstGeom>
              <a:ln w="95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线连接符 42">
                <a:extLst>
                  <a:ext uri="{FF2B5EF4-FFF2-40B4-BE49-F238E27FC236}">
                    <a16:creationId xmlns:a16="http://schemas.microsoft.com/office/drawing/2014/main" id="{1FBF92DB-4EEF-E548-E9AB-55A69FD79304}"/>
                  </a:ext>
                </a:extLst>
              </p:cNvPr>
              <p:cNvCxnSpPr/>
              <p:nvPr/>
            </p:nvCxnSpPr>
            <p:spPr>
              <a:xfrm>
                <a:off x="4719854" y="3669475"/>
                <a:ext cx="1128156" cy="0"/>
              </a:xfrm>
              <a:prstGeom prst="line">
                <a:avLst/>
              </a:prstGeom>
              <a:ln w="95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线连接符 43">
                <a:extLst>
                  <a:ext uri="{FF2B5EF4-FFF2-40B4-BE49-F238E27FC236}">
                    <a16:creationId xmlns:a16="http://schemas.microsoft.com/office/drawing/2014/main" id="{572F0080-49D6-CD78-56B0-9DB57D7543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8144" y="3669475"/>
                <a:ext cx="2152001" cy="0"/>
              </a:xfrm>
              <a:prstGeom prst="line">
                <a:avLst/>
              </a:prstGeom>
              <a:ln w="95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线连接符 44">
                <a:extLst>
                  <a:ext uri="{FF2B5EF4-FFF2-40B4-BE49-F238E27FC236}">
                    <a16:creationId xmlns:a16="http://schemas.microsoft.com/office/drawing/2014/main" id="{3CE7DEDD-B3E2-6CC8-BAF6-5014152149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95578" y="2924297"/>
                <a:ext cx="2152001" cy="0"/>
              </a:xfrm>
              <a:prstGeom prst="line">
                <a:avLst/>
              </a:prstGeom>
              <a:ln w="95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线连接符 45">
                <a:extLst>
                  <a:ext uri="{FF2B5EF4-FFF2-40B4-BE49-F238E27FC236}">
                    <a16:creationId xmlns:a16="http://schemas.microsoft.com/office/drawing/2014/main" id="{7F76BBB9-C000-77AB-6242-85AD202465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45453" y="2725384"/>
                <a:ext cx="1494990" cy="0"/>
              </a:xfrm>
              <a:prstGeom prst="line">
                <a:avLst/>
              </a:prstGeom>
              <a:ln w="95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线连接符 46">
                <a:extLst>
                  <a:ext uri="{FF2B5EF4-FFF2-40B4-BE49-F238E27FC236}">
                    <a16:creationId xmlns:a16="http://schemas.microsoft.com/office/drawing/2014/main" id="{B7D85555-4FE7-6FA7-DC02-6A9F5FBBFA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21453" y="3201389"/>
                <a:ext cx="837981" cy="0"/>
              </a:xfrm>
              <a:prstGeom prst="line">
                <a:avLst/>
              </a:prstGeom>
              <a:ln w="95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线连接符 48">
                <a:extLst>
                  <a:ext uri="{FF2B5EF4-FFF2-40B4-BE49-F238E27FC236}">
                    <a16:creationId xmlns:a16="http://schemas.microsoft.com/office/drawing/2014/main" id="{0F1248D4-D04B-57C2-00F5-70EF3518E7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78222" y="3211284"/>
                <a:ext cx="837981" cy="0"/>
              </a:xfrm>
              <a:prstGeom prst="line">
                <a:avLst/>
              </a:prstGeom>
              <a:ln w="95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BDF611B6-BC28-A7A1-0108-5B3B854A99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21453" y="3446810"/>
                <a:ext cx="1883192" cy="0"/>
              </a:xfrm>
              <a:prstGeom prst="line">
                <a:avLst/>
              </a:prstGeom>
              <a:ln w="95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17A4C35B-E6C0-6552-4AE0-D74C8C4902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9724" y="3669475"/>
                <a:ext cx="1484416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线连接符 53">
                <a:extLst>
                  <a:ext uri="{FF2B5EF4-FFF2-40B4-BE49-F238E27FC236}">
                    <a16:creationId xmlns:a16="http://schemas.microsoft.com/office/drawing/2014/main" id="{8EBE6A5A-CA02-4F1A-1D14-A46F16BF17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4974" y="3658586"/>
                <a:ext cx="597725" cy="0"/>
              </a:xfrm>
              <a:prstGeom prst="line">
                <a:avLst/>
              </a:prstGeom>
              <a:ln w="952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线连接符 55">
                <a:extLst>
                  <a:ext uri="{FF2B5EF4-FFF2-40B4-BE49-F238E27FC236}">
                    <a16:creationId xmlns:a16="http://schemas.microsoft.com/office/drawing/2014/main" id="{71154CE6-CFA4-260B-76D9-E860FF0C04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60229" y="2720438"/>
                <a:ext cx="2103911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BE69404B-285C-DCAB-FAAD-BD164C07BC43}"/>
                </a:ext>
              </a:extLst>
            </p:cNvPr>
            <p:cNvSpPr/>
            <p:nvPr/>
          </p:nvSpPr>
          <p:spPr>
            <a:xfrm>
              <a:off x="551799" y="1072245"/>
              <a:ext cx="2630781" cy="432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Copy</a:t>
              </a:r>
              <a:endParaRPr kumimoji="1" lang="zh-CN" altLang="en-US" dirty="0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C8208814-BA77-6183-B2C6-27F49DCE1FB2}"/>
                </a:ext>
              </a:extLst>
            </p:cNvPr>
            <p:cNvSpPr/>
            <p:nvPr/>
          </p:nvSpPr>
          <p:spPr>
            <a:xfrm>
              <a:off x="3182581" y="1072245"/>
              <a:ext cx="6539330" cy="4319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System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Log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74965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6ED0E-7FD9-27D1-4F8A-9457E4A9D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A6D4A5B-C13F-FB21-5F44-F19A2C106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394140"/>
              </p:ext>
            </p:extLst>
          </p:nvPr>
        </p:nvGraphicFramePr>
        <p:xfrm>
          <a:off x="1640113" y="1408434"/>
          <a:ext cx="2880000" cy="288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9807272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834797370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最快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99522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最慢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718841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DA312F98-2A6C-6E69-B268-14BA1675CD8A}"/>
              </a:ext>
            </a:extLst>
          </p:cNvPr>
          <p:cNvSpPr txBox="1"/>
          <p:nvPr/>
        </p:nvSpPr>
        <p:spPr>
          <a:xfrm>
            <a:off x="1761067" y="948267"/>
            <a:ext cx="1223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No</a:t>
            </a:r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Steal</a:t>
            </a:r>
            <a:endParaRPr kumimoji="1" lang="zh-CN" altLang="en-US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560409-4599-0FFF-355C-6C5095E39979}"/>
              </a:ext>
            </a:extLst>
          </p:cNvPr>
          <p:cNvSpPr txBox="1"/>
          <p:nvPr/>
        </p:nvSpPr>
        <p:spPr>
          <a:xfrm>
            <a:off x="3414889" y="948267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Steal</a:t>
            </a:r>
            <a:endParaRPr kumimoji="1" lang="zh-CN" altLang="en-US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45C13D-AE22-7B1F-1ABF-E43390B8B7B0}"/>
              </a:ext>
            </a:extLst>
          </p:cNvPr>
          <p:cNvSpPr txBox="1"/>
          <p:nvPr/>
        </p:nvSpPr>
        <p:spPr>
          <a:xfrm>
            <a:off x="395111" y="1947334"/>
            <a:ext cx="1223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No</a:t>
            </a:r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Force</a:t>
            </a:r>
            <a:endParaRPr kumimoji="1" lang="zh-CN" altLang="en-US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83F850-DA06-4DF6-CC6F-8D9BCBCB6650}"/>
              </a:ext>
            </a:extLst>
          </p:cNvPr>
          <p:cNvSpPr txBox="1"/>
          <p:nvPr/>
        </p:nvSpPr>
        <p:spPr>
          <a:xfrm>
            <a:off x="589875" y="3228945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Force</a:t>
            </a:r>
            <a:endParaRPr kumimoji="1" lang="zh-CN" altLang="en-US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62AE799-2926-6599-7DAB-1E7484CEE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978692"/>
              </p:ext>
            </p:extLst>
          </p:nvPr>
        </p:nvGraphicFramePr>
        <p:xfrm>
          <a:off x="7019268" y="1408434"/>
          <a:ext cx="2880000" cy="288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9807272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834797370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需 </a:t>
                      </a:r>
                      <a:r>
                        <a:rPr lang="en-US" altLang="zh-CN" dirty="0"/>
                        <a:t>Redo</a:t>
                      </a:r>
                    </a:p>
                    <a:p>
                      <a:pPr algn="ctr"/>
                      <a:r>
                        <a:rPr lang="zh-CN" altLang="en-US" dirty="0"/>
                        <a:t>无需 </a:t>
                      </a:r>
                      <a:r>
                        <a:rPr lang="en-US" altLang="zh-CN" dirty="0"/>
                        <a:t>Undo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需 </a:t>
                      </a:r>
                      <a:r>
                        <a:rPr lang="en-US" altLang="zh-CN" dirty="0"/>
                        <a:t>Redo</a:t>
                      </a:r>
                    </a:p>
                    <a:p>
                      <a:pPr algn="ctr"/>
                      <a:r>
                        <a:rPr lang="zh-CN" altLang="en-US" dirty="0"/>
                        <a:t>需 </a:t>
                      </a:r>
                      <a:r>
                        <a:rPr lang="en-US" altLang="zh-CN" dirty="0"/>
                        <a:t>Undo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99522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无需 </a:t>
                      </a:r>
                      <a:r>
                        <a:rPr lang="en-US" altLang="zh-CN" dirty="0"/>
                        <a:t>Redo</a:t>
                      </a:r>
                    </a:p>
                    <a:p>
                      <a:pPr algn="ctr"/>
                      <a:r>
                        <a:rPr lang="zh-CN" altLang="en-US" dirty="0"/>
                        <a:t>无需 </a:t>
                      </a:r>
                      <a:r>
                        <a:rPr lang="en-US" altLang="zh-CN" dirty="0"/>
                        <a:t>Undo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无需 </a:t>
                      </a:r>
                      <a:r>
                        <a:rPr lang="en-US" altLang="zh-CN" dirty="0"/>
                        <a:t>Redo</a:t>
                      </a:r>
                    </a:p>
                    <a:p>
                      <a:pPr algn="ctr"/>
                      <a:r>
                        <a:rPr lang="zh-CN" altLang="en-US" dirty="0"/>
                        <a:t>需 </a:t>
                      </a:r>
                      <a:r>
                        <a:rPr lang="en-US" altLang="zh-CN" dirty="0"/>
                        <a:t>Undo</a:t>
                      </a:r>
                      <a:endParaRPr lang="zh-CN" altLang="en-US" dirty="0"/>
                    </a:p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718841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940C60C-6860-58A3-33F8-7CEF83097C52}"/>
              </a:ext>
            </a:extLst>
          </p:cNvPr>
          <p:cNvSpPr txBox="1"/>
          <p:nvPr/>
        </p:nvSpPr>
        <p:spPr>
          <a:xfrm>
            <a:off x="7140222" y="948267"/>
            <a:ext cx="1223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No</a:t>
            </a:r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Steal</a:t>
            </a:r>
            <a:endParaRPr kumimoji="1" lang="zh-CN" altLang="en-US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DB4EAB-7108-3004-1CB4-DB243D136424}"/>
              </a:ext>
            </a:extLst>
          </p:cNvPr>
          <p:cNvSpPr txBox="1"/>
          <p:nvPr/>
        </p:nvSpPr>
        <p:spPr>
          <a:xfrm>
            <a:off x="8794044" y="948267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Steal</a:t>
            </a:r>
            <a:endParaRPr kumimoji="1" lang="zh-CN" altLang="en-US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613BEA-4AF2-1FBC-F372-458BEB96D556}"/>
              </a:ext>
            </a:extLst>
          </p:cNvPr>
          <p:cNvSpPr txBox="1"/>
          <p:nvPr/>
        </p:nvSpPr>
        <p:spPr>
          <a:xfrm>
            <a:off x="5774266" y="1947334"/>
            <a:ext cx="1223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No</a:t>
            </a:r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Force</a:t>
            </a:r>
            <a:endParaRPr kumimoji="1" lang="zh-CN" altLang="en-US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42633E-1D8D-D676-670F-D8552A6F1F9F}"/>
              </a:ext>
            </a:extLst>
          </p:cNvPr>
          <p:cNvSpPr txBox="1"/>
          <p:nvPr/>
        </p:nvSpPr>
        <p:spPr>
          <a:xfrm>
            <a:off x="5969030" y="3228945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Force</a:t>
            </a:r>
            <a:endParaRPr kumimoji="1" lang="zh-CN" altLang="en-US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931F9B-4F65-B390-DC3D-A041A35CD061}"/>
              </a:ext>
            </a:extLst>
          </p:cNvPr>
          <p:cNvSpPr txBox="1"/>
          <p:nvPr/>
        </p:nvSpPr>
        <p:spPr>
          <a:xfrm>
            <a:off x="2474819" y="452684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读写性能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15762F3-BD27-A137-A4DA-E259479CF665}"/>
              </a:ext>
            </a:extLst>
          </p:cNvPr>
          <p:cNvSpPr txBox="1"/>
          <p:nvPr/>
        </p:nvSpPr>
        <p:spPr>
          <a:xfrm>
            <a:off x="7549403" y="4526845"/>
            <a:ext cx="18197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日志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恢复策略</a:t>
            </a:r>
          </a:p>
        </p:txBody>
      </p:sp>
    </p:spTree>
    <p:extLst>
      <p:ext uri="{BB962C8B-B14F-4D97-AF65-F5344CB8AC3E}">
        <p14:creationId xmlns:p14="http://schemas.microsoft.com/office/powerpoint/2010/main" val="1778701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DF8D-136A-5192-3FAA-04AED763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0440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2AF55-81A4-6066-A32A-63C386DD4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9268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555CE-2C18-39D2-9D78-4C5FD59B0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22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24416</TotalTime>
  <Words>2012</Words>
  <Application>Microsoft Macintosh PowerPoint</Application>
  <PresentationFormat>宽屏</PresentationFormat>
  <Paragraphs>787</Paragraphs>
  <Slides>39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9" baseType="lpstr">
      <vt:lpstr>等线</vt:lpstr>
      <vt:lpstr>等线 Light</vt:lpstr>
      <vt:lpstr>SimHei</vt:lpstr>
      <vt:lpstr>Microsoft YaHei</vt:lpstr>
      <vt:lpstr>Hiragino Sans GB W3</vt:lpstr>
      <vt:lpstr>Kaiti SC Black</vt:lpstr>
      <vt:lpstr>Lantinghei SC Heavy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飞 郭</dc:creator>
  <cp:lastModifiedBy>飞 郭</cp:lastModifiedBy>
  <cp:revision>368</cp:revision>
  <dcterms:created xsi:type="dcterms:W3CDTF">2025-11-27T12:59:36Z</dcterms:created>
  <dcterms:modified xsi:type="dcterms:W3CDTF">2026-10-20T02:53:21Z</dcterms:modified>
</cp:coreProperties>
</file>