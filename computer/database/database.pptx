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6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48"/>
    <p:restoredTop sz="96405"/>
  </p:normalViewPr>
  <p:slideViewPr>
    <p:cSldViewPr snapToGrid="0">
      <p:cViewPr varScale="1">
        <p:scale>
          <a:sx n="100" d="100"/>
          <a:sy n="100" d="100"/>
        </p:scale>
        <p:origin x="168" y="1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55F3AEB-A352-50D5-3794-3D6D706D7E68}"/>
              </a:ext>
            </a:extLst>
          </p:cNvPr>
          <p:cNvGrpSpPr/>
          <p:nvPr/>
        </p:nvGrpSpPr>
        <p:grpSpPr>
          <a:xfrm>
            <a:off x="1543761" y="1609090"/>
            <a:ext cx="8207178" cy="3401885"/>
            <a:chOff x="1228801" y="3752850"/>
            <a:chExt cx="8207178" cy="3401885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5ABEDF91-D773-1336-52CA-85FFEC4587D2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D78D93FE-65CA-60AB-F96A-57121959BE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73462" y="3752850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D95A473B-E41A-39A8-C943-A4811D3311E5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64FAC87F-2780-ED55-77CE-CCD398B7BC8B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E0C8F15-1133-F59A-15C5-AECA75BD4369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66B062E7-7A8D-2FF7-5AE8-E9263D5C6620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33E156DD-8EF3-4F06-8409-A7DF2E60EE9D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4200E15B-2C55-22EB-5A8C-A4410FE0FFBE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FE6C7ABF-979F-68E6-76D9-A01CFB668260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3B4C398B-05FF-C450-7066-DD85CB6371B4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D37FEC03-0F39-1B82-5170-430888ED0AAA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FF967B93-D79C-877B-F8F3-22469CC6E7E2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4F097602-4284-0D22-A405-487937452587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404EC782-8C24-9DA4-C862-D1E85C1D8630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DBF76445-8FF1-9395-1895-E243DD5A5C7F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D4B3FC48-9BA1-70F6-6B7A-895BF110E15E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B67C8286-E360-825A-6CAD-CE7B138C7A01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1F977307-0768-0F38-2170-EDAEB5977DA2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5968A9C6-C543-F9CA-7691-4AAE0D65725E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1884A581-C2D2-932B-96C7-0B51C2099969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C4CCEFC3-24DA-C510-C68B-BA18EAACF6CE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057581AE-4D5A-C9B2-5B8B-CA9A84CA433F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0EDE601-91F1-C654-C95E-E6D6A1B2F6C3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E49EA383-2C37-693B-4D4B-7C17BBE729D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C1E87FAF-A56E-F65B-17C7-21048C022F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9B882E7E-63B8-2F25-E301-29A8AD79B22C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47185EDD-F380-AC53-71D1-7D72134F1CA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71B43FFA-E7EE-36CF-07CF-1F3C546040C7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79700185-3758-4ECC-F163-1F6A161A34B2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5C423207-C1B2-4CF5-30F1-4EF1060F234B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ABFF3783-E2CF-2456-D83C-98B97C512DA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2A332107-6CD1-44F2-EDF4-E346327845EE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45BA79A-2CAC-ED30-5D79-383D0F88EF2D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0B4AAE13-D490-D653-B1BB-64A9DDE68ECC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514ABBEC-E6A0-F27F-FBF9-2A6A47349B27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2E67520C-46EF-7586-1457-60F3290271CE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679BAE7B-ED40-9548-6E98-BAA2326C7695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CB68DA2-5170-B863-8216-755F18D1E966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7E35A4E6-1756-0572-454B-E4FADD15F997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4017B28A-0FEA-A0BA-1004-2623B2B0914C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D767F13-43AC-0F8B-DE3D-B35D54DA33B7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9548C537-7709-7C78-9A48-4EF3A6EFEA3E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B3B707A7-325D-F194-3535-14C53CF58FB6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F41A7AE8-06CB-E5BD-4071-FA783E29111A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346EEBCF-F13B-B7A0-231F-6EEE9DB77A0F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46514E87-4A70-E8ED-A229-2EAD4124F5E1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9F384481-9AE7-4A83-9290-3055D38A3FD1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10CF9269-38F9-671E-8E92-B61531D617E8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E9620059-B9E2-ED8D-B173-FB03900A5D04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5C2EA26D-053F-FC4E-EA97-B16BEE999D8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4E7944C5-48E8-94E3-CAC5-71A0F08C8312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02795E3-9EA5-4E1D-E43D-26ED42C724D7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0017969C-2CA5-CAD5-3F92-7467C9A8E8C0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6474A20A-B26B-A66C-9A9E-86A70B9A9DA8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B0F56878-224E-F480-CBC1-493224611409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BBC184C3-84D2-EA31-EC19-A41BF71A464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8A8A3316-3533-6227-959E-B86AA2B7AA3B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959AE4B9-4478-3A5C-F0E0-F94ACA806745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B3A74070-6FF4-E8A0-EB38-A592F456E05F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AB88F74A-0604-B51F-EAD4-E7C9F7BBD1FE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20332304-4AEF-A9F3-BA37-A8D56A7215DB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80978992-6DC9-9371-3829-C13D9E747314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9F78F28C-FD1D-A178-3BCA-E76EBE83CF46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F7CBB17-6F52-2C27-F092-FDEC732493A0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EF9ABB16-4148-D765-C060-BDDE37837D66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47E61EAC-0537-9103-89BD-9DAE2CD84E68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0425AED1-EE87-1846-D7DF-350028024704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8C12A14C-5C34-2C87-74D9-BFE133520232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7335B915-51BC-3E04-8F69-01D941DA2380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69D6EDF3-B254-DB5E-10B2-CF30F0CBB0CE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B3075161-DA58-F23D-8E6C-D8461D3D8C0C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7E5D2568-43CD-894B-900F-7D7D8B61E174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A617F28-B3D3-AF4F-83F4-D5010A8164DF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898B7DB-7F26-AEBF-7093-C515A4469E68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82D5D2C3-10F8-9043-2237-3AD8FB5194C1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2798F352-51A0-C545-4450-7888F0F7D123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F7E8E9A-4DB0-3F41-6CA8-D5017DB71ABE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C8D002BA-8BAC-E2DD-1A7F-416BD8D8E58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B34020B2-89A3-B3C7-641B-A0F77657F0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884C0CCA-5375-AE92-CC6F-68D58390EA5C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94435FA7-D016-36F8-497C-895C45EC7D4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9A0E2EA2-4A85-9FC7-00DE-EB6E90D7356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5D0DFA02-2B0C-EAF9-4705-3A5E891FAEDA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2FB8753-AD10-23A8-805C-414BBA6123DB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9BFC29FE-F132-725F-2EAC-08741FD3AF27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996501"/>
              </p:ext>
            </p:extLst>
          </p:nvPr>
        </p:nvGraphicFramePr>
        <p:xfrm>
          <a:off x="7579834" y="1825625"/>
          <a:ext cx="2234565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5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4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150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10" dirty="0">
                          <a:latin typeface="Lantinghei SC Heavy"/>
                          <a:cs typeface="Lantinghei SC Heavy"/>
                        </a:rPr>
                        <a:t>1的教师1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778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31115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3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(系2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5240"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5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8的)记录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245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6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340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794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9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695378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13268</TotalTime>
  <Words>507</Words>
  <Application>Microsoft Macintosh PowerPoint</Application>
  <PresentationFormat>宽屏</PresentationFormat>
  <Paragraphs>235</Paragraphs>
  <Slides>20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0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95</cp:revision>
  <dcterms:created xsi:type="dcterms:W3CDTF">2025-11-27T12:59:36Z</dcterms:created>
  <dcterms:modified xsi:type="dcterms:W3CDTF">2026-07-08T14:18:25Z</dcterms:modified>
</cp:coreProperties>
</file>