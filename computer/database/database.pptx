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377" r:id="rId29"/>
    <p:sldId id="273" r:id="rId30"/>
    <p:sldId id="274" r:id="rId31"/>
    <p:sldId id="275" r:id="rId32"/>
    <p:sldId id="276" r:id="rId33"/>
    <p:sldId id="277" r:id="rId34"/>
    <p:sldId id="378" r:id="rId35"/>
    <p:sldId id="379" r:id="rId36"/>
    <p:sldId id="380" r:id="rId37"/>
    <p:sldId id="381" r:id="rId38"/>
    <p:sldId id="382" r:id="rId39"/>
    <p:sldId id="383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459"/>
    <p:restoredTop sz="96405"/>
  </p:normalViewPr>
  <p:slideViewPr>
    <p:cSldViewPr snapToGrid="0">
      <p:cViewPr>
        <p:scale>
          <a:sx n="397" d="100"/>
          <a:sy n="397" d="100"/>
        </p:scale>
        <p:origin x="-10888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2026/8/1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592302"/>
              </p:ext>
            </p:extLst>
          </p:nvPr>
        </p:nvGraphicFramePr>
        <p:xfrm>
          <a:off x="7734214" y="1858035"/>
          <a:ext cx="2900597" cy="3711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057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 algn="l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(系1的)记录</a:t>
                      </a: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048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80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1的教师1的)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记录</a:t>
                      </a:r>
                      <a:endParaRPr lang="en-US" sz="1600" b="1" kern="1200" spc="-20" dirty="0">
                        <a:solidFill>
                          <a:schemeClr val="tx1"/>
                        </a:solidFill>
                        <a:latin typeface="SimHei" panose="02010609060101010101" pitchFamily="49" charset="-122"/>
                        <a:ea typeface="SimHei" panose="02010609060101010101" pitchFamily="49" charset="-122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278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l" defTabSz="914400" rtl="0" eaLnBrk="1" fontAlgn="auto" latinLnBrk="0" hangingPunct="1">
                        <a:lnSpc>
                          <a:spcPts val="1895"/>
                        </a:lnSpc>
                        <a:spcBef>
                          <a:spcPts val="4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1的教师2的)记录</a:t>
                      </a: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115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54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1的教师3的)记录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(系2的)记录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16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2的教师5的)记录</a:t>
                      </a: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795"/>
                        </a:lnSpc>
                        <a:spcBef>
                          <a:spcPts val="5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2的教师8的)记录</a:t>
                      </a: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(系4的)记录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381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651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4的教师6的)记录</a:t>
                      </a: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l" defTabSz="914400" rtl="0" eaLnBrk="1" fontAlgn="auto" latinLnBrk="0" hangingPunct="1">
                        <a:lnSpc>
                          <a:spcPts val="177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4的教师9的)记录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141445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441166"/>
              </p:ext>
            </p:extLst>
          </p:nvPr>
        </p:nvGraphicFramePr>
        <p:xfrm>
          <a:off x="854363" y="1260765"/>
          <a:ext cx="2512292" cy="42542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993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734440"/>
              </p:ext>
            </p:extLst>
          </p:nvPr>
        </p:nvGraphicFramePr>
        <p:xfrm>
          <a:off x="4248727" y="1260764"/>
          <a:ext cx="2512292" cy="44158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07745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510361"/>
              </p:ext>
            </p:extLst>
          </p:nvPr>
        </p:nvGraphicFramePr>
        <p:xfrm>
          <a:off x="7643091" y="1260764"/>
          <a:ext cx="2512292" cy="44713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3084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FE7D8C8-E203-3BDC-9CAA-34AADF8A0BFF}"/>
              </a:ext>
            </a:extLst>
          </p:cNvPr>
          <p:cNvGrpSpPr/>
          <p:nvPr/>
        </p:nvGrpSpPr>
        <p:grpSpPr>
          <a:xfrm>
            <a:off x="1828800" y="1146148"/>
            <a:ext cx="8758719" cy="1387778"/>
            <a:chOff x="1828800" y="1146148"/>
            <a:chExt cx="8758719" cy="1387778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C858476-5937-B873-2F8B-89553100F0C7}"/>
                </a:ext>
              </a:extLst>
            </p:cNvPr>
            <p:cNvSpPr/>
            <p:nvPr/>
          </p:nvSpPr>
          <p:spPr>
            <a:xfrm>
              <a:off x="1828800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0E90F-6735-F312-4B91-D33C93B90557}"/>
                </a:ext>
              </a:extLst>
            </p:cNvPr>
            <p:cNvSpPr/>
            <p:nvPr/>
          </p:nvSpPr>
          <p:spPr>
            <a:xfrm>
              <a:off x="3214099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5B26AEB9-48BE-6B1A-3AC2-060A9BD959E3}"/>
                </a:ext>
              </a:extLst>
            </p:cNvPr>
            <p:cNvSpPr/>
            <p:nvPr/>
          </p:nvSpPr>
          <p:spPr>
            <a:xfrm>
              <a:off x="4599398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E92F6033-3716-9A74-B2BE-82423D81E81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2517169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2B47F3A7-BBB5-672B-670D-56088989033D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 flipV="1">
              <a:off x="3902468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4C24A2A-EA94-BE1F-70E3-C53D76EABE70}"/>
                </a:ext>
              </a:extLst>
            </p:cNvPr>
            <p:cNvSpPr txBox="1"/>
            <p:nvPr/>
          </p:nvSpPr>
          <p:spPr>
            <a:xfrm>
              <a:off x="2691548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9F848F-27E3-B79E-D101-6D21BF11F0B7}"/>
                </a:ext>
              </a:extLst>
            </p:cNvPr>
            <p:cNvSpPr txBox="1"/>
            <p:nvPr/>
          </p:nvSpPr>
          <p:spPr>
            <a:xfrm>
              <a:off x="4081127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663F7779-3F4C-CA5E-F0F2-1C9A2571C369}"/>
                </a:ext>
              </a:extLst>
            </p:cNvPr>
            <p:cNvSpPr/>
            <p:nvPr/>
          </p:nvSpPr>
          <p:spPr>
            <a:xfrm>
              <a:off x="7128552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1A974A0-72DF-6064-2A1F-20EF1332BBA0}"/>
                </a:ext>
              </a:extLst>
            </p:cNvPr>
            <p:cNvSpPr/>
            <p:nvPr/>
          </p:nvSpPr>
          <p:spPr>
            <a:xfrm>
              <a:off x="8513851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E4AE29E-4698-0D42-752E-A47A798AABF0}"/>
                </a:ext>
              </a:extLst>
            </p:cNvPr>
            <p:cNvSpPr/>
            <p:nvPr/>
          </p:nvSpPr>
          <p:spPr>
            <a:xfrm>
              <a:off x="9899150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3FC08BF3-2CA8-92D0-0E3A-E05AADD7A992}"/>
                </a:ext>
              </a:extLst>
            </p:cNvPr>
            <p:cNvCxnSpPr>
              <a:stCxn id="18" idx="6"/>
              <a:endCxn id="19" idx="2"/>
            </p:cNvCxnSpPr>
            <p:nvPr/>
          </p:nvCxnSpPr>
          <p:spPr>
            <a:xfrm flipV="1">
              <a:off x="7816921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53C234B7-5260-34B5-C8ED-2588D4693115}"/>
                </a:ext>
              </a:extLst>
            </p:cNvPr>
            <p:cNvCxnSpPr>
              <a:cxnSpLocks/>
              <a:stCxn id="19" idx="6"/>
              <a:endCxn id="20" idx="2"/>
            </p:cNvCxnSpPr>
            <p:nvPr/>
          </p:nvCxnSpPr>
          <p:spPr>
            <a:xfrm flipV="1">
              <a:off x="9202220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578CD0E-663A-5B65-897F-BBA5E7AFC8BD}"/>
                </a:ext>
              </a:extLst>
            </p:cNvPr>
            <p:cNvSpPr txBox="1"/>
            <p:nvPr/>
          </p:nvSpPr>
          <p:spPr>
            <a:xfrm>
              <a:off x="7991300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2B3EFA3-F3DB-A675-4E01-854EB6F40F2F}"/>
                </a:ext>
              </a:extLst>
            </p:cNvPr>
            <p:cNvSpPr txBox="1"/>
            <p:nvPr/>
          </p:nvSpPr>
          <p:spPr>
            <a:xfrm>
              <a:off x="9380879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EE2A6976-2D81-00F1-B2FC-E5D01A25C5EC}"/>
                </a:ext>
              </a:extLst>
            </p:cNvPr>
            <p:cNvCxnSpPr>
              <a:stCxn id="19" idx="3"/>
              <a:endCxn id="18" idx="5"/>
            </p:cNvCxnSpPr>
            <p:nvPr/>
          </p:nvCxnSpPr>
          <p:spPr>
            <a:xfrm rot="5400000">
              <a:off x="8165386" y="1340361"/>
              <a:ext cx="1" cy="898548"/>
            </a:xfrm>
            <a:prstGeom prst="curvedConnector3">
              <a:avLst>
                <a:gd name="adj1" fmla="val 329410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506748DC-11E8-9987-9BB0-23B696681FA2}"/>
                </a:ext>
              </a:extLst>
            </p:cNvPr>
            <p:cNvSpPr txBox="1"/>
            <p:nvPr/>
          </p:nvSpPr>
          <p:spPr>
            <a:xfrm>
              <a:off x="8001719" y="2133816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60537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302899"/>
              </p:ext>
            </p:extLst>
          </p:nvPr>
        </p:nvGraphicFramePr>
        <p:xfrm>
          <a:off x="340617" y="523220"/>
          <a:ext cx="4205982" cy="48193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84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92110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3492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555912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608885"/>
              </p:ext>
            </p:extLst>
          </p:nvPr>
        </p:nvGraphicFramePr>
        <p:xfrm>
          <a:off x="5693063" y="523221"/>
          <a:ext cx="4205982" cy="4963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5206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22632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246446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801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369749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1">
            <a:extLst>
              <a:ext uri="{FF2B5EF4-FFF2-40B4-BE49-F238E27FC236}">
                <a16:creationId xmlns:a16="http://schemas.microsoft.com/office/drawing/2014/main" id="{1140A798-1CFD-5F5C-002D-555A3C32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927216"/>
              </p:ext>
            </p:extLst>
          </p:nvPr>
        </p:nvGraphicFramePr>
        <p:xfrm>
          <a:off x="113344" y="705464"/>
          <a:ext cx="5776594" cy="15792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4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530225">
                        <a:lnSpc>
                          <a:spcPct val="100000"/>
                        </a:lnSpc>
                        <a:spcBef>
                          <a:spcPts val="1875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读锁写锁协议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353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970">
                <a:tc rowSpan="2">
                  <a:txBody>
                    <a:bodyPr/>
                    <a:lstStyle/>
                    <a:p>
                      <a:pPr marL="467359" marR="207010" indent="-25400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12">
            <a:extLst>
              <a:ext uri="{FF2B5EF4-FFF2-40B4-BE49-F238E27FC236}">
                <a16:creationId xmlns:a16="http://schemas.microsoft.com/office/drawing/2014/main" id="{64EA2AF3-03BF-49C2-2B62-2E6CFB58C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741843"/>
              </p:ext>
            </p:extLst>
          </p:nvPr>
        </p:nvGraphicFramePr>
        <p:xfrm>
          <a:off x="6203630" y="705464"/>
          <a:ext cx="5782308" cy="20059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3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614045">
                        <a:lnSpc>
                          <a:spcPct val="100000"/>
                        </a:lnSpc>
                        <a:spcBef>
                          <a:spcPts val="1660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更新锁协议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 marL="981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  <a:p>
                      <a:pPr marL="446405" marR="184785" indent="-2540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3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44CBFF9D-A464-BF7A-EE8C-AF2BF4F84384}"/>
              </a:ext>
            </a:extLst>
          </p:cNvPr>
          <p:cNvGrpSpPr/>
          <p:nvPr/>
        </p:nvGrpSpPr>
        <p:grpSpPr>
          <a:xfrm>
            <a:off x="971693" y="4599869"/>
            <a:ext cx="8409685" cy="3932581"/>
            <a:chOff x="1022499" y="794746"/>
            <a:chExt cx="8409685" cy="3932581"/>
          </a:xfrm>
        </p:grpSpPr>
        <p:grpSp>
          <p:nvGrpSpPr>
            <p:cNvPr id="4" name="object 4">
              <a:extLst>
                <a:ext uri="{FF2B5EF4-FFF2-40B4-BE49-F238E27FC236}">
                  <a16:creationId xmlns:a16="http://schemas.microsoft.com/office/drawing/2014/main" id="{AA9D97A1-42CC-9F26-5845-1DD7A7FE1FF1}"/>
                </a:ext>
              </a:extLst>
            </p:cNvPr>
            <p:cNvGrpSpPr/>
            <p:nvPr/>
          </p:nvGrpSpPr>
          <p:grpSpPr>
            <a:xfrm>
              <a:off x="1028346" y="1895582"/>
              <a:ext cx="3429000" cy="176530"/>
              <a:chOff x="1141361" y="3200400"/>
              <a:chExt cx="3429000" cy="176530"/>
            </a:xfrm>
          </p:grpSpPr>
          <p:sp>
            <p:nvSpPr>
              <p:cNvPr id="5" name="object 5">
                <a:extLst>
                  <a:ext uri="{FF2B5EF4-FFF2-40B4-BE49-F238E27FC236}">
                    <a16:creationId xmlns:a16="http://schemas.microsoft.com/office/drawing/2014/main" id="{ADEB06BE-11A9-39F9-06E3-34FABB33902F}"/>
                  </a:ext>
                </a:extLst>
              </p:cNvPr>
              <p:cNvSpPr/>
              <p:nvPr/>
            </p:nvSpPr>
            <p:spPr>
              <a:xfrm>
                <a:off x="1141361" y="3262122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483B8BF6-6F0D-0218-990A-1A07E92B8932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6858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85800">
                    <a:moveTo>
                      <a:pt x="0" y="0"/>
                    </a:moveTo>
                    <a:lnTo>
                      <a:pt x="685800" y="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97189444-303E-CD7D-96A8-198B78FDFAC0}"/>
                  </a:ext>
                </a:extLst>
              </p:cNvPr>
              <p:cNvSpPr/>
              <p:nvPr/>
            </p:nvSpPr>
            <p:spPr>
              <a:xfrm>
                <a:off x="1369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2E957114-F7C4-47E8-5932-D21258F38894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5FDC5A81-F410-866B-08C9-4A7B3E7D4401}"/>
                  </a:ext>
                </a:extLst>
              </p:cNvPr>
              <p:cNvSpPr/>
              <p:nvPr/>
            </p:nvSpPr>
            <p:spPr>
              <a:xfrm>
                <a:off x="3198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AF976129-511C-9D8B-F369-7C16BF27C242}"/>
                  </a:ext>
                </a:extLst>
              </p:cNvPr>
              <p:cNvSpPr/>
              <p:nvPr/>
            </p:nvSpPr>
            <p:spPr>
              <a:xfrm>
                <a:off x="4341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23FC432-3396-486F-E884-63CD61FE4DB3}"/>
                </a:ext>
              </a:extLst>
            </p:cNvPr>
            <p:cNvSpPr txBox="1"/>
            <p:nvPr/>
          </p:nvSpPr>
          <p:spPr>
            <a:xfrm>
              <a:off x="1024024" y="1577320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lang="zh-CN" altLang="en-US"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6503C0A5-A187-F021-550F-1130907F0965}"/>
                </a:ext>
              </a:extLst>
            </p:cNvPr>
            <p:cNvSpPr txBox="1"/>
            <p:nvPr/>
          </p:nvSpPr>
          <p:spPr>
            <a:xfrm>
              <a:off x="1971184" y="139824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altLang="zh-CN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 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455018B-8CB1-3A45-3072-0214E23D81B8}"/>
                </a:ext>
              </a:extLst>
            </p:cNvPr>
            <p:cNvSpPr txBox="1"/>
            <p:nvPr/>
          </p:nvSpPr>
          <p:spPr>
            <a:xfrm>
              <a:off x="2874607" y="1398240"/>
              <a:ext cx="1697989" cy="4806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1789"/>
                </a:lnSpc>
                <a:spcBef>
                  <a:spcPts val="100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lang="zh-CN" altLang="en-US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  <a:p>
              <a:pPr marL="682625">
                <a:lnSpc>
                  <a:spcPts val="1789"/>
                </a:lnSpc>
              </a:pP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lang="zh-CN" altLang="en-US"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C8A8E29-5C8A-D5DC-E214-F08E7F238AF4}"/>
                </a:ext>
              </a:extLst>
            </p:cNvPr>
            <p:cNvSpPr txBox="1"/>
            <p:nvPr/>
          </p:nvSpPr>
          <p:spPr>
            <a:xfrm>
              <a:off x="1030118" y="883024"/>
              <a:ext cx="4184015" cy="3815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764"/>
                </a:spcBef>
              </a:pP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0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4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(0-</a:t>
              </a:r>
              <a:r>
                <a:rPr sz="2400" b="1" spc="-2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4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16" name="object 16">
              <a:extLst>
                <a:ext uri="{FF2B5EF4-FFF2-40B4-BE49-F238E27FC236}">
                  <a16:creationId xmlns:a16="http://schemas.microsoft.com/office/drawing/2014/main" id="{2BEAAA21-8CCE-BBFB-79B8-E72CA88E3272}"/>
                </a:ext>
              </a:extLst>
            </p:cNvPr>
            <p:cNvGrpSpPr/>
            <p:nvPr/>
          </p:nvGrpSpPr>
          <p:grpSpPr>
            <a:xfrm>
              <a:off x="5566818" y="1890248"/>
              <a:ext cx="3429000" cy="177165"/>
              <a:chOff x="5679833" y="3195066"/>
              <a:chExt cx="3429000" cy="177165"/>
            </a:xfrm>
          </p:grpSpPr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C036B565-F6A8-2D7F-434C-09BE2CA24BE9}"/>
                  </a:ext>
                </a:extLst>
              </p:cNvPr>
              <p:cNvSpPr/>
              <p:nvPr/>
            </p:nvSpPr>
            <p:spPr>
              <a:xfrm>
                <a:off x="5679833" y="3257550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87" y="57150"/>
                    </a:moveTo>
                    <a:lnTo>
                      <a:pt x="3314687" y="0"/>
                    </a:lnTo>
                    <a:lnTo>
                      <a:pt x="3314687" y="38100"/>
                    </a:lnTo>
                    <a:lnTo>
                      <a:pt x="3333750" y="38100"/>
                    </a:lnTo>
                    <a:lnTo>
                      <a:pt x="3333750" y="104768"/>
                    </a:lnTo>
                    <a:lnTo>
                      <a:pt x="3428987" y="57150"/>
                    </a:lnTo>
                    <a:close/>
                  </a:path>
                  <a:path w="3429000" h="114300">
                    <a:moveTo>
                      <a:pt x="3333750" y="104768"/>
                    </a:moveTo>
                    <a:lnTo>
                      <a:pt x="3333750" y="76200"/>
                    </a:lnTo>
                    <a:lnTo>
                      <a:pt x="3314687" y="76200"/>
                    </a:lnTo>
                    <a:lnTo>
                      <a:pt x="3314687" y="114300"/>
                    </a:lnTo>
                    <a:lnTo>
                      <a:pt x="3333750" y="104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8" name="object 18">
                <a:extLst>
                  <a:ext uri="{FF2B5EF4-FFF2-40B4-BE49-F238E27FC236}">
                    <a16:creationId xmlns:a16="http://schemas.microsoft.com/office/drawing/2014/main" id="{77B5B934-F96C-04DB-E399-6262032DECDE}"/>
                  </a:ext>
                </a:extLst>
              </p:cNvPr>
              <p:cNvSpPr/>
              <p:nvPr/>
            </p:nvSpPr>
            <p:spPr>
              <a:xfrm>
                <a:off x="7065898" y="3214116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5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831633F5-BE93-2A42-5D94-FB3389DD3E9C}"/>
                  </a:ext>
                </a:extLst>
              </p:cNvPr>
              <p:cNvSpPr/>
              <p:nvPr/>
            </p:nvSpPr>
            <p:spPr>
              <a:xfrm>
                <a:off x="5922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F384DDDB-5CC6-813E-14E4-3DC69B0A52CE}"/>
                  </a:ext>
                </a:extLst>
              </p:cNvPr>
              <p:cNvSpPr/>
              <p:nvPr/>
            </p:nvSpPr>
            <p:spPr>
              <a:xfrm>
                <a:off x="7065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8992ED97-93B1-933B-2CBB-2BE688C43A03}"/>
                  </a:ext>
                </a:extLst>
              </p:cNvPr>
              <p:cNvSpPr/>
              <p:nvPr/>
            </p:nvSpPr>
            <p:spPr>
              <a:xfrm>
                <a:off x="7751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3D82C7EE-D794-4322-92B6-4102570FD75A}"/>
                  </a:ext>
                </a:extLst>
              </p:cNvPr>
              <p:cNvSpPr/>
              <p:nvPr/>
            </p:nvSpPr>
            <p:spPr>
              <a:xfrm>
                <a:off x="8894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B41D4749-E36F-BA27-0130-65DE9C0CC3AC}"/>
                </a:ext>
              </a:extLst>
            </p:cNvPr>
            <p:cNvSpPr txBox="1"/>
            <p:nvPr/>
          </p:nvSpPr>
          <p:spPr>
            <a:xfrm>
              <a:off x="5576974" y="1572739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CE958EC-4DB5-8FCC-6661-3701ACE5C3A9}"/>
                </a:ext>
              </a:extLst>
            </p:cNvPr>
            <p:cNvSpPr txBox="1"/>
            <p:nvPr/>
          </p:nvSpPr>
          <p:spPr>
            <a:xfrm>
              <a:off x="6524134" y="139290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3E9E30A0-319C-ED88-9865-37E8F010D3E3}"/>
                </a:ext>
              </a:extLst>
            </p:cNvPr>
            <p:cNvSpPr txBox="1"/>
            <p:nvPr/>
          </p:nvSpPr>
          <p:spPr>
            <a:xfrm>
              <a:off x="8097668" y="1408918"/>
              <a:ext cx="1203960" cy="464820"/>
            </a:xfrm>
            <a:prstGeom prst="rect">
              <a:avLst/>
            </a:prstGeom>
          </p:spPr>
          <p:txBody>
            <a:bodyPr vert="horz" wrap="square" lIns="0" tIns="61594" rIns="0" bIns="0" rtlCol="0">
              <a:spAutoFit/>
            </a:bodyPr>
            <a:lstStyle/>
            <a:p>
              <a:pPr marL="12700" marR="5080" indent="257175">
                <a:lnSpc>
                  <a:spcPct val="80000"/>
                </a:lnSpc>
                <a:spcBef>
                  <a:spcPts val="484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lang="zh-CN" altLang="en-US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lang="zh-CN" altLang="en-US"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DB3794D6-A2EE-2C2B-59BC-703E01ECC870}"/>
                </a:ext>
              </a:extLst>
            </p:cNvPr>
            <p:cNvSpPr txBox="1"/>
            <p:nvPr/>
          </p:nvSpPr>
          <p:spPr>
            <a:xfrm>
              <a:off x="5628788" y="794746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1级协议</a:t>
              </a:r>
              <a:r>
                <a:rPr sz="2400" b="1" spc="-15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(1-</a:t>
              </a:r>
              <a:r>
                <a:rPr sz="2400" b="1" spc="-13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4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28" name="object 28">
              <a:extLst>
                <a:ext uri="{FF2B5EF4-FFF2-40B4-BE49-F238E27FC236}">
                  <a16:creationId xmlns:a16="http://schemas.microsoft.com/office/drawing/2014/main" id="{113F631A-E00D-BCCE-B304-36F80767191E}"/>
                </a:ext>
              </a:extLst>
            </p:cNvPr>
            <p:cNvGrpSpPr/>
            <p:nvPr/>
          </p:nvGrpSpPr>
          <p:grpSpPr>
            <a:xfrm>
              <a:off x="5632350" y="4230349"/>
              <a:ext cx="3429000" cy="190500"/>
              <a:chOff x="5745365" y="5535167"/>
              <a:chExt cx="3429000" cy="190500"/>
            </a:xfrm>
          </p:grpSpPr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F65E3FDA-C81F-89BA-074F-6D1B914D3D0A}"/>
                  </a:ext>
                </a:extLst>
              </p:cNvPr>
              <p:cNvSpPr/>
              <p:nvPr/>
            </p:nvSpPr>
            <p:spPr>
              <a:xfrm>
                <a:off x="5745365" y="5611367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99" y="57150"/>
                    </a:moveTo>
                    <a:lnTo>
                      <a:pt x="3314699" y="0"/>
                    </a:lnTo>
                    <a:lnTo>
                      <a:pt x="3314699" y="38100"/>
                    </a:lnTo>
                    <a:lnTo>
                      <a:pt x="3333750" y="38100"/>
                    </a:lnTo>
                    <a:lnTo>
                      <a:pt x="3333750" y="104774"/>
                    </a:lnTo>
                    <a:lnTo>
                      <a:pt x="3428999" y="57150"/>
                    </a:lnTo>
                    <a:close/>
                  </a:path>
                  <a:path w="3429000" h="114300">
                    <a:moveTo>
                      <a:pt x="3333750" y="104774"/>
                    </a:moveTo>
                    <a:lnTo>
                      <a:pt x="3333750" y="76200"/>
                    </a:lnTo>
                    <a:lnTo>
                      <a:pt x="3314699" y="76200"/>
                    </a:lnTo>
                    <a:lnTo>
                      <a:pt x="3314699" y="114300"/>
                    </a:lnTo>
                    <a:lnTo>
                      <a:pt x="3333750" y="10477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761C4E42-CBB4-5364-B5DC-BBDE0828851F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4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7F8FEC61-F35F-8987-D845-1D74591903BD}"/>
                  </a:ext>
                </a:extLst>
              </p:cNvPr>
              <p:cNvSpPr/>
              <p:nvPr/>
            </p:nvSpPr>
            <p:spPr>
              <a:xfrm>
                <a:off x="5816993" y="5554217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9E18153-9B59-C171-4EA6-89A2A128C66A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8A4ACAF4-98CC-34F0-6A54-B538D4441F63}"/>
                  </a:ext>
                </a:extLst>
              </p:cNvPr>
              <p:cNvSpPr/>
              <p:nvPr/>
            </p:nvSpPr>
            <p:spPr>
              <a:xfrm>
                <a:off x="7802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735B4433-109D-50E5-347D-262A924545DE}"/>
                  </a:ext>
                </a:extLst>
              </p:cNvPr>
              <p:cNvSpPr/>
              <p:nvPr/>
            </p:nvSpPr>
            <p:spPr>
              <a:xfrm>
                <a:off x="8945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E23A6F0A-6084-7391-AC32-CC71017D96FA}"/>
                </a:ext>
              </a:extLst>
            </p:cNvPr>
            <p:cNvSpPr txBox="1"/>
            <p:nvPr/>
          </p:nvSpPr>
          <p:spPr>
            <a:xfrm>
              <a:off x="5627255" y="3926566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D0B4341-0F18-55F6-A4EE-110FB9B6D86A}"/>
                </a:ext>
              </a:extLst>
            </p:cNvPr>
            <p:cNvSpPr txBox="1"/>
            <p:nvPr/>
          </p:nvSpPr>
          <p:spPr>
            <a:xfrm>
              <a:off x="6575188" y="374748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lang="zh-CN" altLang="en-US"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E3F38896-A6C2-3D5F-A51A-83CB4B498463}"/>
                </a:ext>
              </a:extLst>
            </p:cNvPr>
            <p:cNvSpPr txBox="1"/>
            <p:nvPr/>
          </p:nvSpPr>
          <p:spPr>
            <a:xfrm>
              <a:off x="8148722" y="3747486"/>
              <a:ext cx="1203325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5904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lang="zh-CN" altLang="en-US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r>
                <a:rPr sz="1600" b="1" spc="-19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lang="zh-CN" altLang="en-US"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375A4D41-5DB9-A98C-2E3F-AB23E16E121C}"/>
                </a:ext>
              </a:extLst>
            </p:cNvPr>
            <p:cNvSpPr txBox="1"/>
            <p:nvPr/>
          </p:nvSpPr>
          <p:spPr>
            <a:xfrm>
              <a:off x="5679842" y="3177520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7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3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4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(3-</a:t>
              </a:r>
              <a:r>
                <a:rPr sz="2400" b="1" spc="-17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4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0" name="object 40">
              <a:extLst>
                <a:ext uri="{FF2B5EF4-FFF2-40B4-BE49-F238E27FC236}">
                  <a16:creationId xmlns:a16="http://schemas.microsoft.com/office/drawing/2014/main" id="{CA78B32E-ABBB-9C14-B27E-91A09F5BCB63}"/>
                </a:ext>
              </a:extLst>
            </p:cNvPr>
            <p:cNvGrpSpPr/>
            <p:nvPr/>
          </p:nvGrpSpPr>
          <p:grpSpPr>
            <a:xfrm>
              <a:off x="6540654" y="4332458"/>
              <a:ext cx="2345055" cy="166370"/>
              <a:chOff x="6653669" y="5637276"/>
              <a:chExt cx="2345055" cy="166370"/>
            </a:xfrm>
          </p:grpSpPr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FBC8D687-94DA-5680-5143-460EF1E85BA0}"/>
                  </a:ext>
                </a:extLst>
              </p:cNvPr>
              <p:cNvSpPr/>
              <p:nvPr/>
            </p:nvSpPr>
            <p:spPr>
              <a:xfrm>
                <a:off x="6672719" y="5756148"/>
                <a:ext cx="2306955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2306954" h="1904">
                    <a:moveTo>
                      <a:pt x="0" y="0"/>
                    </a:moveTo>
                    <a:lnTo>
                      <a:pt x="2306574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BB3A11-66BE-6261-7B60-5DE319BF95C3}"/>
                  </a:ext>
                </a:extLst>
              </p:cNvPr>
              <p:cNvSpPr/>
              <p:nvPr/>
            </p:nvSpPr>
            <p:spPr>
              <a:xfrm>
                <a:off x="6703961" y="565632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F2F42D37-BC72-228B-D4FA-E5F582174A14}"/>
                  </a:ext>
                </a:extLst>
              </p:cNvPr>
              <p:cNvSpPr/>
              <p:nvPr/>
            </p:nvSpPr>
            <p:spPr>
              <a:xfrm>
                <a:off x="8118221" y="56845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94DE419D-00ED-F7EA-4CF0-E6784BF01AA2}"/>
                </a:ext>
              </a:extLst>
            </p:cNvPr>
            <p:cNvSpPr txBox="1"/>
            <p:nvPr/>
          </p:nvSpPr>
          <p:spPr>
            <a:xfrm>
              <a:off x="5631074" y="4454175"/>
              <a:ext cx="3801110" cy="24320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 marR="5080" indent="636270">
                <a:lnSpc>
                  <a:spcPct val="105900"/>
                </a:lnSpc>
                <a:spcBef>
                  <a:spcPts val="100"/>
                </a:spcBef>
                <a:tabLst>
                  <a:tab pos="2880360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3F530F3F-CF57-95C8-C68C-06D931D99CB3}"/>
                </a:ext>
              </a:extLst>
            </p:cNvPr>
            <p:cNvGrpSpPr/>
            <p:nvPr/>
          </p:nvGrpSpPr>
          <p:grpSpPr>
            <a:xfrm>
              <a:off x="1031394" y="4234922"/>
              <a:ext cx="3429000" cy="177165"/>
              <a:chOff x="1144409" y="5539740"/>
              <a:chExt cx="3429000" cy="177165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4ECD8F1F-C8B2-3BC4-C364-A1AC12475EBB}"/>
                  </a:ext>
                </a:extLst>
              </p:cNvPr>
              <p:cNvSpPr/>
              <p:nvPr/>
            </p:nvSpPr>
            <p:spPr>
              <a:xfrm>
                <a:off x="1144409" y="5602224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7E472E22-2E6B-FFF9-017B-53E5BE799620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1807210" cy="2540"/>
              </a:xfrm>
              <a:custGeom>
                <a:avLst/>
                <a:gdLst/>
                <a:ahLst/>
                <a:cxnLst/>
                <a:rect l="l" t="t" r="r" b="b"/>
                <a:pathLst>
                  <a:path w="1807210" h="2539">
                    <a:moveTo>
                      <a:pt x="0" y="0"/>
                    </a:moveTo>
                    <a:lnTo>
                      <a:pt x="1806702" y="2285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83D6F282-3F75-A711-66A2-452F0E07B168}"/>
                  </a:ext>
                </a:extLst>
              </p:cNvPr>
              <p:cNvSpPr/>
              <p:nvPr/>
            </p:nvSpPr>
            <p:spPr>
              <a:xfrm>
                <a:off x="1373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7C573EBB-74FA-C411-2D81-1CCC80CF7604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7EDDBE03-18F4-C4B7-9C01-A4D42EE28F9B}"/>
                  </a:ext>
                </a:extLst>
              </p:cNvPr>
              <p:cNvSpPr/>
              <p:nvPr/>
            </p:nvSpPr>
            <p:spPr>
              <a:xfrm>
                <a:off x="3201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91133C16-3173-CDA2-B59E-EC003070088D}"/>
                  </a:ext>
                </a:extLst>
              </p:cNvPr>
              <p:cNvSpPr/>
              <p:nvPr/>
            </p:nvSpPr>
            <p:spPr>
              <a:xfrm>
                <a:off x="4344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86530A09-A05E-AFAF-74CE-3EADF030FFC5}"/>
                </a:ext>
              </a:extLst>
            </p:cNvPr>
            <p:cNvSpPr txBox="1"/>
            <p:nvPr/>
          </p:nvSpPr>
          <p:spPr>
            <a:xfrm>
              <a:off x="1027073" y="3917413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A77287C1-BC29-E591-9D14-D124ED2D0C7F}"/>
                </a:ext>
              </a:extLst>
            </p:cNvPr>
            <p:cNvSpPr txBox="1"/>
            <p:nvPr/>
          </p:nvSpPr>
          <p:spPr>
            <a:xfrm>
              <a:off x="1975005" y="373758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4FCB199-7B53-F17A-F368-67714D9C9B37}"/>
                </a:ext>
              </a:extLst>
            </p:cNvPr>
            <p:cNvSpPr txBox="1"/>
            <p:nvPr/>
          </p:nvSpPr>
          <p:spPr>
            <a:xfrm>
              <a:off x="3547766" y="3737580"/>
              <a:ext cx="1203960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7175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lang="zh-CN" altLang="en-US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lang="zh-CN" altLang="en-US"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52AF3AFC-EED5-C7A8-6E55-838DA57C4E9A}"/>
                </a:ext>
              </a:extLst>
            </p:cNvPr>
            <p:cNvSpPr txBox="1"/>
            <p:nvPr/>
          </p:nvSpPr>
          <p:spPr>
            <a:xfrm>
              <a:off x="1022499" y="3177520"/>
              <a:ext cx="1899285" cy="382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6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</a:t>
              </a: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4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</a:t>
              </a:r>
              <a:r>
                <a:rPr lang="en-US" sz="24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2-LP</a:t>
              </a:r>
              <a:r>
                <a:rPr sz="2400" b="1" spc="-1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)</a:t>
              </a:r>
              <a:endParaRPr sz="24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56" name="object 56">
              <a:extLst>
                <a:ext uri="{FF2B5EF4-FFF2-40B4-BE49-F238E27FC236}">
                  <a16:creationId xmlns:a16="http://schemas.microsoft.com/office/drawing/2014/main" id="{0C90F2A4-4BA3-0451-F709-227E378E12BB}"/>
                </a:ext>
              </a:extLst>
            </p:cNvPr>
            <p:cNvGrpSpPr/>
            <p:nvPr/>
          </p:nvGrpSpPr>
          <p:grpSpPr>
            <a:xfrm>
              <a:off x="1968654" y="4341602"/>
              <a:ext cx="1474470" cy="135255"/>
              <a:chOff x="2081669" y="5646420"/>
              <a:chExt cx="1474470" cy="135255"/>
            </a:xfrm>
          </p:grpSpPr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97F86A15-7881-0A5F-F0B7-9602EBEDFADD}"/>
                  </a:ext>
                </a:extLst>
              </p:cNvPr>
              <p:cNvSpPr/>
              <p:nvPr/>
            </p:nvSpPr>
            <p:spPr>
              <a:xfrm>
                <a:off x="2100719" y="5760720"/>
                <a:ext cx="143637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436370" h="1904">
                    <a:moveTo>
                      <a:pt x="0" y="0"/>
                    </a:moveTo>
                    <a:lnTo>
                      <a:pt x="1436370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B44EDF4-5F70-C69A-0C6A-2027ED1BF72A}"/>
                  </a:ext>
                </a:extLst>
              </p:cNvPr>
              <p:cNvSpPr/>
              <p:nvPr/>
            </p:nvSpPr>
            <p:spPr>
              <a:xfrm>
                <a:off x="2103767" y="56464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B4BA96DD-6CD7-7844-5273-610C0276CEE9}"/>
                  </a:ext>
                </a:extLst>
              </p:cNvPr>
              <p:cNvSpPr/>
              <p:nvPr/>
            </p:nvSpPr>
            <p:spPr>
              <a:xfrm>
                <a:off x="3518039" y="567537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68119738-34D1-D2C5-18F5-BA8702DF7CBC}"/>
                </a:ext>
              </a:extLst>
            </p:cNvPr>
            <p:cNvSpPr txBox="1"/>
            <p:nvPr/>
          </p:nvSpPr>
          <p:spPr>
            <a:xfrm>
              <a:off x="1030118" y="4454175"/>
              <a:ext cx="3684270" cy="273152"/>
            </a:xfrm>
            <a:prstGeom prst="rect">
              <a:avLst/>
            </a:prstGeom>
          </p:spPr>
          <p:txBody>
            <a:bodyPr vert="horz" wrap="square" lIns="0" tIns="26670" rIns="0" bIns="0" rtlCol="0">
              <a:spAutoFit/>
            </a:bodyPr>
            <a:lstStyle/>
            <a:p>
              <a:pPr marL="648970">
                <a:lnSpc>
                  <a:spcPct val="100000"/>
                </a:lnSpc>
                <a:spcBef>
                  <a:spcPts val="210"/>
                </a:spcBef>
                <a:tabLst>
                  <a:tab pos="1623695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lang="zh-CN" altLang="en-US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lang="zh-CN" altLang="en-US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lang="en-US" altLang="zh-CN"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61" name="object 61">
              <a:extLst>
                <a:ext uri="{FF2B5EF4-FFF2-40B4-BE49-F238E27FC236}">
                  <a16:creationId xmlns:a16="http://schemas.microsoft.com/office/drawing/2014/main" id="{108CCBA7-4B91-4D3D-60B8-33D475B8A4CC}"/>
                </a:ext>
              </a:extLst>
            </p:cNvPr>
            <p:cNvSpPr/>
            <p:nvPr/>
          </p:nvSpPr>
          <p:spPr>
            <a:xfrm>
              <a:off x="8835786" y="4366747"/>
              <a:ext cx="0" cy="100965"/>
            </a:xfrm>
            <a:custGeom>
              <a:avLst/>
              <a:gdLst/>
              <a:ahLst/>
              <a:cxnLst/>
              <a:rect l="l" t="t" r="r" b="b"/>
              <a:pathLst>
                <a:path h="100964">
                  <a:moveTo>
                    <a:pt x="0" y="100584"/>
                  </a:moveTo>
                  <a:lnTo>
                    <a:pt x="0" y="0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b="1"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415B3F61-C7DF-2000-10A3-F1F2DFA022F9}"/>
              </a:ext>
            </a:extLst>
          </p:cNvPr>
          <p:cNvGrpSpPr/>
          <p:nvPr/>
        </p:nvGrpSpPr>
        <p:grpSpPr>
          <a:xfrm>
            <a:off x="1095489" y="399463"/>
            <a:ext cx="3541914" cy="1075654"/>
            <a:chOff x="1095489" y="399463"/>
            <a:chExt cx="3541914" cy="1075654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8EB8775-06C6-728F-DBEF-713D78B9853C}"/>
                </a:ext>
              </a:extLst>
            </p:cNvPr>
            <p:cNvSpPr txBox="1"/>
            <p:nvPr/>
          </p:nvSpPr>
          <p:spPr>
            <a:xfrm>
              <a:off x="1118563" y="399463"/>
              <a:ext cx="6591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b="1" dirty="0">
                  <a:solidFill>
                    <a:srgbClr val="0070C0"/>
                  </a:solidFill>
                  <a:latin typeface="SimHei" panose="02010609060101010101" pitchFamily="49" charset="-122"/>
                  <a:ea typeface="SimHei" panose="02010609060101010101" pitchFamily="49" charset="-122"/>
                </a:rPr>
                <a:t>0LP</a:t>
              </a:r>
              <a:endParaRPr kumimoji="1" lang="zh-CN" altLang="en-US" sz="2400" b="1" dirty="0">
                <a:solidFill>
                  <a:srgbClr val="0070C0"/>
                </a:solidFill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BCC7078-2754-77B5-E78A-3D2BC801AF29}"/>
                </a:ext>
              </a:extLst>
            </p:cNvPr>
            <p:cNvCxnSpPr>
              <a:cxnSpLocks/>
            </p:cNvCxnSpPr>
            <p:nvPr/>
          </p:nvCxnSpPr>
          <p:spPr>
            <a:xfrm>
              <a:off x="1095781" y="1475117"/>
              <a:ext cx="333568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线连接符 62">
              <a:extLst>
                <a:ext uri="{FF2B5EF4-FFF2-40B4-BE49-F238E27FC236}">
                  <a16:creationId xmlns:a16="http://schemas.microsoft.com/office/drawing/2014/main" id="{18C45B74-D463-AD77-DA53-259911610751}"/>
                </a:ext>
              </a:extLst>
            </p:cNvPr>
            <p:cNvCxnSpPr/>
            <p:nvPr/>
          </p:nvCxnSpPr>
          <p:spPr>
            <a:xfrm>
              <a:off x="1604513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线连接符 63">
              <a:extLst>
                <a:ext uri="{FF2B5EF4-FFF2-40B4-BE49-F238E27FC236}">
                  <a16:creationId xmlns:a16="http://schemas.microsoft.com/office/drawing/2014/main" id="{C01CF56A-949F-9AA8-A43E-3D7D7C0CF90C}"/>
                </a:ext>
              </a:extLst>
            </p:cNvPr>
            <p:cNvCxnSpPr/>
            <p:nvPr/>
          </p:nvCxnSpPr>
          <p:spPr>
            <a:xfrm>
              <a:off x="2507411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线连接符 64">
              <a:extLst>
                <a:ext uri="{FF2B5EF4-FFF2-40B4-BE49-F238E27FC236}">
                  <a16:creationId xmlns:a16="http://schemas.microsoft.com/office/drawing/2014/main" id="{03186641-651E-9D1B-6D20-7F6BFAD5D17A}"/>
                </a:ext>
              </a:extLst>
            </p:cNvPr>
            <p:cNvCxnSpPr/>
            <p:nvPr/>
          </p:nvCxnSpPr>
          <p:spPr>
            <a:xfrm>
              <a:off x="3409697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连接符 65">
              <a:extLst>
                <a:ext uri="{FF2B5EF4-FFF2-40B4-BE49-F238E27FC236}">
                  <a16:creationId xmlns:a16="http://schemas.microsoft.com/office/drawing/2014/main" id="{31A44F03-552D-7EA9-E194-0575167EC274}"/>
                </a:ext>
              </a:extLst>
            </p:cNvPr>
            <p:cNvCxnSpPr/>
            <p:nvPr/>
          </p:nvCxnSpPr>
          <p:spPr>
            <a:xfrm>
              <a:off x="4045177" y="1293961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CC53617C-807A-1A82-4E69-4752A1C47695}"/>
                </a:ext>
              </a:extLst>
            </p:cNvPr>
            <p:cNvSpPr txBox="1"/>
            <p:nvPr/>
          </p:nvSpPr>
          <p:spPr>
            <a:xfrm>
              <a:off x="1095489" y="959196"/>
              <a:ext cx="7633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Begin T</a:t>
              </a:r>
              <a:endParaRPr kumimoji="1" lang="zh-CN" altLang="en-US" sz="1400" dirty="0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04DECF9-9996-F1B9-B099-03622ACC7502}"/>
                </a:ext>
              </a:extLst>
            </p:cNvPr>
            <p:cNvSpPr txBox="1"/>
            <p:nvPr/>
          </p:nvSpPr>
          <p:spPr>
            <a:xfrm>
              <a:off x="2044492" y="955083"/>
              <a:ext cx="7008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Lock A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1E830AE8-12D4-ED01-EA5B-88698342C0AE}"/>
                </a:ext>
              </a:extLst>
            </p:cNvPr>
            <p:cNvSpPr txBox="1"/>
            <p:nvPr/>
          </p:nvSpPr>
          <p:spPr>
            <a:xfrm>
              <a:off x="2763332" y="957586"/>
              <a:ext cx="8771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Unlock A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1C6D2D5-32BE-77C2-2D3F-4F8FD1ABDDE0}"/>
                </a:ext>
              </a:extLst>
            </p:cNvPr>
            <p:cNvSpPr txBox="1"/>
            <p:nvPr/>
          </p:nvSpPr>
          <p:spPr>
            <a:xfrm>
              <a:off x="3697722" y="973103"/>
              <a:ext cx="9396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Commit T</a:t>
              </a:r>
              <a:endParaRPr kumimoji="1" lang="zh-CN" altLang="en-US" sz="1400" dirty="0"/>
            </a:p>
          </p:txBody>
        </p:sp>
        <p:cxnSp>
          <p:nvCxnSpPr>
            <p:cNvPr id="73" name="直线连接符 72">
              <a:extLst>
                <a:ext uri="{FF2B5EF4-FFF2-40B4-BE49-F238E27FC236}">
                  <a16:creationId xmlns:a16="http://schemas.microsoft.com/office/drawing/2014/main" id="{24321933-EC86-9015-5996-F70C43AD8C2C}"/>
                </a:ext>
              </a:extLst>
            </p:cNvPr>
            <p:cNvCxnSpPr>
              <a:cxnSpLocks/>
            </p:cNvCxnSpPr>
            <p:nvPr/>
          </p:nvCxnSpPr>
          <p:spPr>
            <a:xfrm>
              <a:off x="2518913" y="1293961"/>
              <a:ext cx="890784" cy="0"/>
            </a:xfrm>
            <a:prstGeom prst="line">
              <a:avLst/>
            </a:prstGeom>
            <a:ln w="28575">
              <a:solidFill>
                <a:srgbClr val="FF424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26EEA81D-2BC7-AE1E-E804-DEFEA09F4DE1}"/>
              </a:ext>
            </a:extLst>
          </p:cNvPr>
          <p:cNvGrpSpPr/>
          <p:nvPr/>
        </p:nvGrpSpPr>
        <p:grpSpPr>
          <a:xfrm>
            <a:off x="5678099" y="411651"/>
            <a:ext cx="3541914" cy="1075654"/>
            <a:chOff x="1095489" y="399463"/>
            <a:chExt cx="3541914" cy="1075654"/>
          </a:xfrm>
        </p:grpSpPr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5E420995-113A-005D-D5FC-256103A884D3}"/>
                </a:ext>
              </a:extLst>
            </p:cNvPr>
            <p:cNvSpPr txBox="1"/>
            <p:nvPr/>
          </p:nvSpPr>
          <p:spPr>
            <a:xfrm>
              <a:off x="1118563" y="399463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b="1" dirty="0">
                  <a:solidFill>
                    <a:srgbClr val="0070C0"/>
                  </a:solidFill>
                  <a:latin typeface="SimHei" panose="02010609060101010101" pitchFamily="49" charset="-122"/>
                  <a:ea typeface="SimHei" panose="02010609060101010101" pitchFamily="49" charset="-122"/>
                </a:rPr>
                <a:t>1LP</a:t>
              </a:r>
              <a:endParaRPr kumimoji="1" lang="zh-CN" altLang="en-US" sz="2400" b="1" dirty="0">
                <a:solidFill>
                  <a:srgbClr val="0070C0"/>
                </a:solidFill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9D28479B-1FFB-44BB-E03A-F4874A8835BF}"/>
                </a:ext>
              </a:extLst>
            </p:cNvPr>
            <p:cNvCxnSpPr>
              <a:cxnSpLocks/>
            </p:cNvCxnSpPr>
            <p:nvPr/>
          </p:nvCxnSpPr>
          <p:spPr>
            <a:xfrm>
              <a:off x="1095781" y="1475117"/>
              <a:ext cx="333568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线连接符 78">
              <a:extLst>
                <a:ext uri="{FF2B5EF4-FFF2-40B4-BE49-F238E27FC236}">
                  <a16:creationId xmlns:a16="http://schemas.microsoft.com/office/drawing/2014/main" id="{1618863F-8D79-A9C1-1DC5-176895B10B2A}"/>
                </a:ext>
              </a:extLst>
            </p:cNvPr>
            <p:cNvCxnSpPr/>
            <p:nvPr/>
          </p:nvCxnSpPr>
          <p:spPr>
            <a:xfrm>
              <a:off x="1604513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线连接符 79">
              <a:extLst>
                <a:ext uri="{FF2B5EF4-FFF2-40B4-BE49-F238E27FC236}">
                  <a16:creationId xmlns:a16="http://schemas.microsoft.com/office/drawing/2014/main" id="{086D26D6-0E59-FE2B-01FC-B74C0E616F22}"/>
                </a:ext>
              </a:extLst>
            </p:cNvPr>
            <p:cNvCxnSpPr/>
            <p:nvPr/>
          </p:nvCxnSpPr>
          <p:spPr>
            <a:xfrm>
              <a:off x="2507411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线连接符 80">
              <a:extLst>
                <a:ext uri="{FF2B5EF4-FFF2-40B4-BE49-F238E27FC236}">
                  <a16:creationId xmlns:a16="http://schemas.microsoft.com/office/drawing/2014/main" id="{6F2A1B1F-81AC-430F-96E3-81C027CBDB06}"/>
                </a:ext>
              </a:extLst>
            </p:cNvPr>
            <p:cNvCxnSpPr/>
            <p:nvPr/>
          </p:nvCxnSpPr>
          <p:spPr>
            <a:xfrm>
              <a:off x="3409697" y="1293962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线连接符 81">
              <a:extLst>
                <a:ext uri="{FF2B5EF4-FFF2-40B4-BE49-F238E27FC236}">
                  <a16:creationId xmlns:a16="http://schemas.microsoft.com/office/drawing/2014/main" id="{BD05DFC5-DEB5-E878-B165-00FA6B369C68}"/>
                </a:ext>
              </a:extLst>
            </p:cNvPr>
            <p:cNvCxnSpPr/>
            <p:nvPr/>
          </p:nvCxnSpPr>
          <p:spPr>
            <a:xfrm>
              <a:off x="4045177" y="1293961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C274CF6C-F45B-A93B-A6D1-34A88A8FA032}"/>
                </a:ext>
              </a:extLst>
            </p:cNvPr>
            <p:cNvSpPr txBox="1"/>
            <p:nvPr/>
          </p:nvSpPr>
          <p:spPr>
            <a:xfrm>
              <a:off x="1095489" y="959196"/>
              <a:ext cx="7633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Begin T</a:t>
              </a:r>
              <a:endParaRPr kumimoji="1" lang="zh-CN" altLang="en-US" sz="1400" dirty="0"/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341D3DC5-8F77-F0B4-928B-A684A6D3A13F}"/>
                </a:ext>
              </a:extLst>
            </p:cNvPr>
            <p:cNvSpPr txBox="1"/>
            <p:nvPr/>
          </p:nvSpPr>
          <p:spPr>
            <a:xfrm>
              <a:off x="2044492" y="955083"/>
              <a:ext cx="7008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Lock A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AF7DF31-0415-D565-1F3B-A2F7D95FC5EE}"/>
                </a:ext>
              </a:extLst>
            </p:cNvPr>
            <p:cNvSpPr txBox="1"/>
            <p:nvPr/>
          </p:nvSpPr>
          <p:spPr>
            <a:xfrm>
              <a:off x="3707044" y="720007"/>
              <a:ext cx="8771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Unlock A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658C6454-2FEB-F1EA-34F1-6C4E3A339572}"/>
                </a:ext>
              </a:extLst>
            </p:cNvPr>
            <p:cNvSpPr txBox="1"/>
            <p:nvPr/>
          </p:nvSpPr>
          <p:spPr>
            <a:xfrm>
              <a:off x="3697722" y="973103"/>
              <a:ext cx="9396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Commit T</a:t>
              </a:r>
              <a:endParaRPr kumimoji="1" lang="zh-CN" altLang="en-US" sz="1400" dirty="0"/>
            </a:p>
          </p:txBody>
        </p:sp>
        <p:cxnSp>
          <p:nvCxnSpPr>
            <p:cNvPr id="87" name="直线连接符 86">
              <a:extLst>
                <a:ext uri="{FF2B5EF4-FFF2-40B4-BE49-F238E27FC236}">
                  <a16:creationId xmlns:a16="http://schemas.microsoft.com/office/drawing/2014/main" id="{8BB264FE-279B-4376-AFDB-DA9A3D194544}"/>
                </a:ext>
              </a:extLst>
            </p:cNvPr>
            <p:cNvCxnSpPr>
              <a:cxnSpLocks/>
            </p:cNvCxnSpPr>
            <p:nvPr/>
          </p:nvCxnSpPr>
          <p:spPr>
            <a:xfrm>
              <a:off x="2518913" y="1293961"/>
              <a:ext cx="1526264" cy="0"/>
            </a:xfrm>
            <a:prstGeom prst="line">
              <a:avLst/>
            </a:prstGeom>
            <a:ln w="28575">
              <a:solidFill>
                <a:srgbClr val="FF424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30E5976-0DF3-BCD9-CA8D-2CD2548FD075}"/>
              </a:ext>
            </a:extLst>
          </p:cNvPr>
          <p:cNvGrpSpPr/>
          <p:nvPr/>
        </p:nvGrpSpPr>
        <p:grpSpPr>
          <a:xfrm>
            <a:off x="1118563" y="2212846"/>
            <a:ext cx="3541914" cy="1598591"/>
            <a:chOff x="1118563" y="2212846"/>
            <a:chExt cx="3541914" cy="1598591"/>
          </a:xfrm>
        </p:grpSpPr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A18B5A6E-74CB-4ACF-0FE5-54B803313F27}"/>
                </a:ext>
              </a:extLst>
            </p:cNvPr>
            <p:cNvGrpSpPr/>
            <p:nvPr/>
          </p:nvGrpSpPr>
          <p:grpSpPr>
            <a:xfrm>
              <a:off x="1118563" y="2212846"/>
              <a:ext cx="3541914" cy="1075654"/>
              <a:chOff x="1095489" y="399463"/>
              <a:chExt cx="3541914" cy="1075654"/>
            </a:xfrm>
          </p:grpSpPr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8CFF06C4-1DA9-CA0B-D663-B70A3A03D8C7}"/>
                  </a:ext>
                </a:extLst>
              </p:cNvPr>
              <p:cNvSpPr txBox="1"/>
              <p:nvPr/>
            </p:nvSpPr>
            <p:spPr>
              <a:xfrm>
                <a:off x="1118563" y="399463"/>
                <a:ext cx="6511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b="1" dirty="0">
                    <a:solidFill>
                      <a:srgbClr val="0070C0"/>
                    </a:solidFill>
                    <a:latin typeface="SimHei" panose="02010609060101010101" pitchFamily="49" charset="-122"/>
                    <a:ea typeface="SimHei" panose="02010609060101010101" pitchFamily="49" charset="-122"/>
                  </a:rPr>
                  <a:t>2LP</a:t>
                </a:r>
                <a:endParaRPr kumimoji="1" lang="zh-CN" altLang="en-US" sz="2400" b="1" dirty="0">
                  <a:solidFill>
                    <a:srgbClr val="0070C0"/>
                  </a:solidFill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cxnSp>
            <p:nvCxnSpPr>
              <p:cNvPr id="91" name="直线箭头连接符 90">
                <a:extLst>
                  <a:ext uri="{FF2B5EF4-FFF2-40B4-BE49-F238E27FC236}">
                    <a16:creationId xmlns:a16="http://schemas.microsoft.com/office/drawing/2014/main" id="{F466357E-3BC9-17A3-B95C-4430FDD2AD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5781" y="1475117"/>
                <a:ext cx="3335686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线连接符 91">
                <a:extLst>
                  <a:ext uri="{FF2B5EF4-FFF2-40B4-BE49-F238E27FC236}">
                    <a16:creationId xmlns:a16="http://schemas.microsoft.com/office/drawing/2014/main" id="{11E306C6-D462-19A7-D0B4-2254A8B3CFE3}"/>
                  </a:ext>
                </a:extLst>
              </p:cNvPr>
              <p:cNvCxnSpPr/>
              <p:nvPr/>
            </p:nvCxnSpPr>
            <p:spPr>
              <a:xfrm>
                <a:off x="1604513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线连接符 92">
                <a:extLst>
                  <a:ext uri="{FF2B5EF4-FFF2-40B4-BE49-F238E27FC236}">
                    <a16:creationId xmlns:a16="http://schemas.microsoft.com/office/drawing/2014/main" id="{48C3F3B1-4A8E-89AD-DA82-2AF355E76E77}"/>
                  </a:ext>
                </a:extLst>
              </p:cNvPr>
              <p:cNvCxnSpPr/>
              <p:nvPr/>
            </p:nvCxnSpPr>
            <p:spPr>
              <a:xfrm>
                <a:off x="2507411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线连接符 93">
                <a:extLst>
                  <a:ext uri="{FF2B5EF4-FFF2-40B4-BE49-F238E27FC236}">
                    <a16:creationId xmlns:a16="http://schemas.microsoft.com/office/drawing/2014/main" id="{F48CE9E8-DFA8-9761-8F6E-8001CBE108D6}"/>
                  </a:ext>
                </a:extLst>
              </p:cNvPr>
              <p:cNvCxnSpPr/>
              <p:nvPr/>
            </p:nvCxnSpPr>
            <p:spPr>
              <a:xfrm>
                <a:off x="3409697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线连接符 94">
                <a:extLst>
                  <a:ext uri="{FF2B5EF4-FFF2-40B4-BE49-F238E27FC236}">
                    <a16:creationId xmlns:a16="http://schemas.microsoft.com/office/drawing/2014/main" id="{9187FA1B-5297-B36B-4799-D58C9EB8F5B3}"/>
                  </a:ext>
                </a:extLst>
              </p:cNvPr>
              <p:cNvCxnSpPr/>
              <p:nvPr/>
            </p:nvCxnSpPr>
            <p:spPr>
              <a:xfrm>
                <a:off x="4045177" y="1293961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EEEFEDCD-3187-6927-2576-27B695A01E54}"/>
                  </a:ext>
                </a:extLst>
              </p:cNvPr>
              <p:cNvSpPr txBox="1"/>
              <p:nvPr/>
            </p:nvSpPr>
            <p:spPr>
              <a:xfrm>
                <a:off x="1095489" y="959196"/>
                <a:ext cx="7633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Begin T</a:t>
                </a:r>
                <a:endParaRPr kumimoji="1" lang="zh-CN" altLang="en-US" sz="1400" dirty="0"/>
              </a:p>
            </p:txBody>
          </p: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5AE627E6-2960-B86D-51AA-93CA5A87BAF4}"/>
                  </a:ext>
                </a:extLst>
              </p:cNvPr>
              <p:cNvSpPr txBox="1"/>
              <p:nvPr/>
            </p:nvSpPr>
            <p:spPr>
              <a:xfrm>
                <a:off x="2044492" y="955083"/>
                <a:ext cx="70083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>
                    <a:solidFill>
                      <a:srgbClr val="FF0000"/>
                    </a:solidFill>
                  </a:rPr>
                  <a:t>Lock A</a:t>
                </a:r>
                <a:endParaRPr kumimoji="1" lang="zh-CN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23CA013-FB71-525C-46AE-8C52F1374B50}"/>
                  </a:ext>
                </a:extLst>
              </p:cNvPr>
              <p:cNvSpPr txBox="1"/>
              <p:nvPr/>
            </p:nvSpPr>
            <p:spPr>
              <a:xfrm>
                <a:off x="3728980" y="752364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>
                    <a:solidFill>
                      <a:srgbClr val="FF0000"/>
                    </a:solidFill>
                  </a:rPr>
                  <a:t>Unlock A</a:t>
                </a:r>
                <a:endParaRPr kumimoji="1" lang="zh-CN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9CC458A1-79CE-51BA-16DB-83C41E388FF0}"/>
                  </a:ext>
                </a:extLst>
              </p:cNvPr>
              <p:cNvSpPr txBox="1"/>
              <p:nvPr/>
            </p:nvSpPr>
            <p:spPr>
              <a:xfrm>
                <a:off x="3697722" y="973103"/>
                <a:ext cx="93968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Commit T</a:t>
                </a:r>
                <a:endParaRPr kumimoji="1" lang="zh-CN" altLang="en-US" sz="1400" dirty="0"/>
              </a:p>
            </p:txBody>
          </p:sp>
          <p:cxnSp>
            <p:nvCxnSpPr>
              <p:cNvPr id="100" name="直线连接符 99">
                <a:extLst>
                  <a:ext uri="{FF2B5EF4-FFF2-40B4-BE49-F238E27FC236}">
                    <a16:creationId xmlns:a16="http://schemas.microsoft.com/office/drawing/2014/main" id="{FEE47197-D283-FA82-5FDA-BD0E0ED25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2664" y="1297136"/>
                <a:ext cx="1557787" cy="0"/>
              </a:xfrm>
              <a:prstGeom prst="line">
                <a:avLst/>
              </a:prstGeom>
              <a:ln w="28575">
                <a:solidFill>
                  <a:srgbClr val="FF42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直线连接符 101">
              <a:extLst>
                <a:ext uri="{FF2B5EF4-FFF2-40B4-BE49-F238E27FC236}">
                  <a16:creationId xmlns:a16="http://schemas.microsoft.com/office/drawing/2014/main" id="{0D842EFB-2C03-3C53-3379-9192B2EF7458}"/>
                </a:ext>
              </a:extLst>
            </p:cNvPr>
            <p:cNvCxnSpPr>
              <a:cxnSpLocks/>
            </p:cNvCxnSpPr>
            <p:nvPr/>
          </p:nvCxnSpPr>
          <p:spPr>
            <a:xfrm>
              <a:off x="2049467" y="3288499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线连接符 102">
              <a:extLst>
                <a:ext uri="{FF2B5EF4-FFF2-40B4-BE49-F238E27FC236}">
                  <a16:creationId xmlns:a16="http://schemas.microsoft.com/office/drawing/2014/main" id="{A410A20E-3411-7701-EFA8-C9E0C2AF9529}"/>
                </a:ext>
              </a:extLst>
            </p:cNvPr>
            <p:cNvCxnSpPr/>
            <p:nvPr/>
          </p:nvCxnSpPr>
          <p:spPr>
            <a:xfrm>
              <a:off x="3658048" y="3288499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线连接符 104">
              <a:extLst>
                <a:ext uri="{FF2B5EF4-FFF2-40B4-BE49-F238E27FC236}">
                  <a16:creationId xmlns:a16="http://schemas.microsoft.com/office/drawing/2014/main" id="{BC6A3B65-9F4D-2975-88BF-ED7C5313AF02}"/>
                </a:ext>
              </a:extLst>
            </p:cNvPr>
            <p:cNvCxnSpPr>
              <a:cxnSpLocks/>
            </p:cNvCxnSpPr>
            <p:nvPr/>
          </p:nvCxnSpPr>
          <p:spPr>
            <a:xfrm>
              <a:off x="2038142" y="3463304"/>
              <a:ext cx="1628303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F7C203BB-D96C-DC38-253E-B547C478F083}"/>
                </a:ext>
              </a:extLst>
            </p:cNvPr>
            <p:cNvSpPr txBox="1"/>
            <p:nvPr/>
          </p:nvSpPr>
          <p:spPr>
            <a:xfrm>
              <a:off x="1683785" y="3503660"/>
              <a:ext cx="7008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Lock B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873C414-6658-8FFE-8DD1-2D95BF9713DD}"/>
                </a:ext>
              </a:extLst>
            </p:cNvPr>
            <p:cNvSpPr txBox="1"/>
            <p:nvPr/>
          </p:nvSpPr>
          <p:spPr>
            <a:xfrm>
              <a:off x="3307631" y="3503660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Unlock B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50E32E5D-E36A-C652-B625-E12DF96CA90A}"/>
              </a:ext>
            </a:extLst>
          </p:cNvPr>
          <p:cNvGrpSpPr/>
          <p:nvPr/>
        </p:nvGrpSpPr>
        <p:grpSpPr>
          <a:xfrm>
            <a:off x="5556978" y="2213577"/>
            <a:ext cx="3541914" cy="1598591"/>
            <a:chOff x="1118563" y="2212846"/>
            <a:chExt cx="3541914" cy="1598591"/>
          </a:xfrm>
        </p:grpSpPr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73FAD1EF-87CD-617E-8BA4-5B3321F1E332}"/>
                </a:ext>
              </a:extLst>
            </p:cNvPr>
            <p:cNvGrpSpPr/>
            <p:nvPr/>
          </p:nvGrpSpPr>
          <p:grpSpPr>
            <a:xfrm>
              <a:off x="1118563" y="2212846"/>
              <a:ext cx="3541914" cy="1075654"/>
              <a:chOff x="1095489" y="399463"/>
              <a:chExt cx="3541914" cy="1075654"/>
            </a:xfrm>
          </p:grpSpPr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3D140196-8A78-2FDB-FF87-958D299EF77C}"/>
                  </a:ext>
                </a:extLst>
              </p:cNvPr>
              <p:cNvSpPr txBox="1"/>
              <p:nvPr/>
            </p:nvSpPr>
            <p:spPr>
              <a:xfrm>
                <a:off x="1118563" y="399463"/>
                <a:ext cx="6511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b="1" dirty="0">
                    <a:solidFill>
                      <a:srgbClr val="0070C0"/>
                    </a:solidFill>
                    <a:latin typeface="SimHei" panose="02010609060101010101" pitchFamily="49" charset="-122"/>
                    <a:ea typeface="SimHei" panose="02010609060101010101" pitchFamily="49" charset="-122"/>
                  </a:rPr>
                  <a:t>3LP</a:t>
                </a:r>
                <a:endParaRPr kumimoji="1" lang="zh-CN" altLang="en-US" sz="2400" b="1" dirty="0">
                  <a:solidFill>
                    <a:srgbClr val="0070C0"/>
                  </a:solidFill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cxnSp>
            <p:nvCxnSpPr>
              <p:cNvPr id="119" name="直线箭头连接符 118">
                <a:extLst>
                  <a:ext uri="{FF2B5EF4-FFF2-40B4-BE49-F238E27FC236}">
                    <a16:creationId xmlns:a16="http://schemas.microsoft.com/office/drawing/2014/main" id="{95F0673F-EBDF-E9D0-0618-D825A35149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5781" y="1475117"/>
                <a:ext cx="3335686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线连接符 119">
                <a:extLst>
                  <a:ext uri="{FF2B5EF4-FFF2-40B4-BE49-F238E27FC236}">
                    <a16:creationId xmlns:a16="http://schemas.microsoft.com/office/drawing/2014/main" id="{F42805E6-EAD1-531E-6837-B9F5450B0A92}"/>
                  </a:ext>
                </a:extLst>
              </p:cNvPr>
              <p:cNvCxnSpPr/>
              <p:nvPr/>
            </p:nvCxnSpPr>
            <p:spPr>
              <a:xfrm>
                <a:off x="1604513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线连接符 120">
                <a:extLst>
                  <a:ext uri="{FF2B5EF4-FFF2-40B4-BE49-F238E27FC236}">
                    <a16:creationId xmlns:a16="http://schemas.microsoft.com/office/drawing/2014/main" id="{0BF732F4-63AE-ECC3-175D-B7B949E5207C}"/>
                  </a:ext>
                </a:extLst>
              </p:cNvPr>
              <p:cNvCxnSpPr/>
              <p:nvPr/>
            </p:nvCxnSpPr>
            <p:spPr>
              <a:xfrm>
                <a:off x="2507411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线连接符 121">
                <a:extLst>
                  <a:ext uri="{FF2B5EF4-FFF2-40B4-BE49-F238E27FC236}">
                    <a16:creationId xmlns:a16="http://schemas.microsoft.com/office/drawing/2014/main" id="{8CB63F9A-D0D4-638E-5C47-3D161CCCE85F}"/>
                  </a:ext>
                </a:extLst>
              </p:cNvPr>
              <p:cNvCxnSpPr/>
              <p:nvPr/>
            </p:nvCxnSpPr>
            <p:spPr>
              <a:xfrm>
                <a:off x="3409697" y="1293962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线连接符 122">
                <a:extLst>
                  <a:ext uri="{FF2B5EF4-FFF2-40B4-BE49-F238E27FC236}">
                    <a16:creationId xmlns:a16="http://schemas.microsoft.com/office/drawing/2014/main" id="{23840CBE-5F3E-B97F-8089-6FEC7C8D6898}"/>
                  </a:ext>
                </a:extLst>
              </p:cNvPr>
              <p:cNvCxnSpPr/>
              <p:nvPr/>
            </p:nvCxnSpPr>
            <p:spPr>
              <a:xfrm>
                <a:off x="4045177" y="1293961"/>
                <a:ext cx="0" cy="1811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9767DA60-62B2-A96F-5A12-D1C4FD845E46}"/>
                  </a:ext>
                </a:extLst>
              </p:cNvPr>
              <p:cNvSpPr txBox="1"/>
              <p:nvPr/>
            </p:nvSpPr>
            <p:spPr>
              <a:xfrm>
                <a:off x="1095489" y="959196"/>
                <a:ext cx="7633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Begin T</a:t>
                </a:r>
                <a:endParaRPr kumimoji="1" lang="zh-CN" altLang="en-US" sz="1400" dirty="0"/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A1054330-67F5-C823-EB35-70B88F586030}"/>
                  </a:ext>
                </a:extLst>
              </p:cNvPr>
              <p:cNvSpPr txBox="1"/>
              <p:nvPr/>
            </p:nvSpPr>
            <p:spPr>
              <a:xfrm>
                <a:off x="2044492" y="955083"/>
                <a:ext cx="70083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>
                    <a:solidFill>
                      <a:srgbClr val="FF0000"/>
                    </a:solidFill>
                  </a:rPr>
                  <a:t>Lock A</a:t>
                </a:r>
                <a:endParaRPr kumimoji="1" lang="zh-CN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3B3E24CC-AC9E-0445-7364-D4E99C45C615}"/>
                  </a:ext>
                </a:extLst>
              </p:cNvPr>
              <p:cNvSpPr txBox="1"/>
              <p:nvPr/>
            </p:nvSpPr>
            <p:spPr>
              <a:xfrm>
                <a:off x="3728980" y="752364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>
                    <a:solidFill>
                      <a:srgbClr val="FF0000"/>
                    </a:solidFill>
                  </a:rPr>
                  <a:t>Unlock A</a:t>
                </a:r>
                <a:endParaRPr kumimoji="1" lang="zh-CN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A4313881-9B78-2405-4FA4-6FAFCF57A01C}"/>
                  </a:ext>
                </a:extLst>
              </p:cNvPr>
              <p:cNvSpPr txBox="1"/>
              <p:nvPr/>
            </p:nvSpPr>
            <p:spPr>
              <a:xfrm>
                <a:off x="3697722" y="973103"/>
                <a:ext cx="93968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Commit T</a:t>
                </a:r>
                <a:endParaRPr kumimoji="1" lang="zh-CN" altLang="en-US" sz="1400" dirty="0"/>
              </a:p>
            </p:txBody>
          </p:sp>
          <p:cxnSp>
            <p:nvCxnSpPr>
              <p:cNvPr id="128" name="直线连接符 127">
                <a:extLst>
                  <a:ext uri="{FF2B5EF4-FFF2-40B4-BE49-F238E27FC236}">
                    <a16:creationId xmlns:a16="http://schemas.microsoft.com/office/drawing/2014/main" id="{D1F9B5FA-64AA-0BEC-B753-E1C1DF3D92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2873" y="1303585"/>
                <a:ext cx="1547581" cy="0"/>
              </a:xfrm>
              <a:prstGeom prst="line">
                <a:avLst/>
              </a:prstGeom>
              <a:ln w="28575">
                <a:solidFill>
                  <a:srgbClr val="FF42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3" name="直线连接符 112">
              <a:extLst>
                <a:ext uri="{FF2B5EF4-FFF2-40B4-BE49-F238E27FC236}">
                  <a16:creationId xmlns:a16="http://schemas.microsoft.com/office/drawing/2014/main" id="{7DBBAB6D-D961-2D76-F81A-B99E6797FB4A}"/>
                </a:ext>
              </a:extLst>
            </p:cNvPr>
            <p:cNvCxnSpPr>
              <a:cxnSpLocks/>
            </p:cNvCxnSpPr>
            <p:nvPr/>
          </p:nvCxnSpPr>
          <p:spPr>
            <a:xfrm>
              <a:off x="2049467" y="3288499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线连接符 113">
              <a:extLst>
                <a:ext uri="{FF2B5EF4-FFF2-40B4-BE49-F238E27FC236}">
                  <a16:creationId xmlns:a16="http://schemas.microsoft.com/office/drawing/2014/main" id="{76056A02-9C7E-1F93-FD2A-651AC3A7AEE2}"/>
                </a:ext>
              </a:extLst>
            </p:cNvPr>
            <p:cNvCxnSpPr/>
            <p:nvPr/>
          </p:nvCxnSpPr>
          <p:spPr>
            <a:xfrm>
              <a:off x="4066839" y="3287768"/>
              <a:ext cx="0" cy="18115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线连接符 114">
              <a:extLst>
                <a:ext uri="{FF2B5EF4-FFF2-40B4-BE49-F238E27FC236}">
                  <a16:creationId xmlns:a16="http://schemas.microsoft.com/office/drawing/2014/main" id="{2C5595B0-CFD1-4534-D0AF-E604516E8237}"/>
                </a:ext>
              </a:extLst>
            </p:cNvPr>
            <p:cNvCxnSpPr>
              <a:cxnSpLocks/>
            </p:cNvCxnSpPr>
            <p:nvPr/>
          </p:nvCxnSpPr>
          <p:spPr>
            <a:xfrm>
              <a:off x="2034201" y="3469654"/>
              <a:ext cx="2032638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A5ADC952-D8CA-6896-5FE3-DE6A8A1FBF95}"/>
                </a:ext>
              </a:extLst>
            </p:cNvPr>
            <p:cNvSpPr txBox="1"/>
            <p:nvPr/>
          </p:nvSpPr>
          <p:spPr>
            <a:xfrm>
              <a:off x="1683785" y="3503660"/>
              <a:ext cx="7008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Lock B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221C257E-96EA-B477-469E-E92941FC8AC6}"/>
                </a:ext>
              </a:extLst>
            </p:cNvPr>
            <p:cNvSpPr txBox="1"/>
            <p:nvPr/>
          </p:nvSpPr>
          <p:spPr>
            <a:xfrm>
              <a:off x="3581617" y="3496189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>
                  <a:solidFill>
                    <a:srgbClr val="FF0000"/>
                  </a:solidFill>
                </a:rPr>
                <a:t>Unlock B</a:t>
              </a:r>
              <a:endParaRPr kumimoji="1" lang="zh-CN" altLang="en-US" sz="1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59A3034-4957-A94C-B511-70D7651B2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4569568"/>
              </p:ext>
            </p:extLst>
          </p:nvPr>
        </p:nvGraphicFramePr>
        <p:xfrm>
          <a:off x="119064" y="2263504"/>
          <a:ext cx="2751270" cy="2508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5635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375635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825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119871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:=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09F83F6-AF4E-CDB0-51D6-FF2A01B29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142314"/>
              </p:ext>
            </p:extLst>
          </p:nvPr>
        </p:nvGraphicFramePr>
        <p:xfrm>
          <a:off x="3839556" y="1749933"/>
          <a:ext cx="3476696" cy="33581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8348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738348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3787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974347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90B8ACB5-BBF7-B5D4-8EB2-5912EB5EA473}"/>
              </a:ext>
            </a:extLst>
          </p:cNvPr>
          <p:cNvSpPr/>
          <p:nvPr/>
        </p:nvSpPr>
        <p:spPr>
          <a:xfrm>
            <a:off x="6942767" y="2156213"/>
            <a:ext cx="373485" cy="16846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46EB1F-6CA5-6750-A452-4502C24AD5D4}"/>
              </a:ext>
            </a:extLst>
          </p:cNvPr>
          <p:cNvSpPr/>
          <p:nvPr/>
        </p:nvSpPr>
        <p:spPr>
          <a:xfrm>
            <a:off x="6942767" y="3859481"/>
            <a:ext cx="373485" cy="12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2174627D-90A8-075B-7E38-207F7EBAC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563599"/>
              </p:ext>
            </p:extLst>
          </p:nvPr>
        </p:nvGraphicFramePr>
        <p:xfrm>
          <a:off x="8325162" y="91441"/>
          <a:ext cx="3866838" cy="64574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3419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933419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2612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594122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37044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  <a:r>
                        <a:rPr lang="zh-CN" altLang="en-US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zh-CN" altLang="en-US" sz="1800" b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拒绝</a:t>
                      </a:r>
                      <a:endParaRPr lang="en" altLang="zh-CN" sz="18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1113490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845825">
                <a:tc>
                  <a:txBody>
                    <a:bodyPr/>
                    <a:lstStyle/>
                    <a:p>
                      <a:endParaRPr lang="en" altLang="zh-CN" sz="1800" b="0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896635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F6D52B33-8FB1-93FA-0238-0A97E23836C9}"/>
              </a:ext>
            </a:extLst>
          </p:cNvPr>
          <p:cNvSpPr/>
          <p:nvPr/>
        </p:nvSpPr>
        <p:spPr>
          <a:xfrm>
            <a:off x="5195653" y="2156213"/>
            <a:ext cx="373485" cy="11451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9610CF-B19D-DA36-3FBE-9F1359358D77}"/>
              </a:ext>
            </a:extLst>
          </p:cNvPr>
          <p:cNvSpPr/>
          <p:nvPr/>
        </p:nvSpPr>
        <p:spPr>
          <a:xfrm>
            <a:off x="5204419" y="3301340"/>
            <a:ext cx="373485" cy="18067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4F0B68B1-921A-38AF-3D20-2BB3CDB9564D}"/>
              </a:ext>
            </a:extLst>
          </p:cNvPr>
          <p:cNvSpPr/>
          <p:nvPr/>
        </p:nvSpPr>
        <p:spPr>
          <a:xfrm>
            <a:off x="3000776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两段协议</a:t>
            </a:r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7896B2B1-CCE5-1716-AC88-DD5B02191448}"/>
              </a:ext>
            </a:extLst>
          </p:cNvPr>
          <p:cNvSpPr/>
          <p:nvPr/>
        </p:nvSpPr>
        <p:spPr>
          <a:xfrm>
            <a:off x="7446694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生成调度</a:t>
            </a:r>
          </a:p>
        </p:txBody>
      </p:sp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19708345-3BB8-EC24-9712-00DB82B4203E}"/>
              </a:ext>
            </a:extLst>
          </p:cNvPr>
          <p:cNvGrpSpPr/>
          <p:nvPr/>
        </p:nvGrpSpPr>
        <p:grpSpPr>
          <a:xfrm>
            <a:off x="495684" y="580694"/>
            <a:ext cx="2354394" cy="3506602"/>
            <a:chOff x="495684" y="580694"/>
            <a:chExt cx="2354394" cy="3506602"/>
          </a:xfrm>
        </p:grpSpPr>
        <p:cxnSp>
          <p:nvCxnSpPr>
            <p:cNvPr id="3" name="直线连接符 2">
              <a:extLst>
                <a:ext uri="{FF2B5EF4-FFF2-40B4-BE49-F238E27FC236}">
                  <a16:creationId xmlns:a16="http://schemas.microsoft.com/office/drawing/2014/main" id="{B10425F6-779A-80C3-8077-4D7343AC8D8C}"/>
                </a:ext>
              </a:extLst>
            </p:cNvPr>
            <p:cNvCxnSpPr>
              <a:cxnSpLocks/>
            </p:cNvCxnSpPr>
            <p:nvPr/>
          </p:nvCxnSpPr>
          <p:spPr>
            <a:xfrm>
              <a:off x="1496291" y="629392"/>
              <a:ext cx="0" cy="295695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0247CF84-9C39-C33F-747D-69F04FD10761}"/>
                </a:ext>
              </a:extLst>
            </p:cNvPr>
            <p:cNvCxnSpPr/>
            <p:nvPr/>
          </p:nvCxnSpPr>
          <p:spPr>
            <a:xfrm>
              <a:off x="498764" y="95002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5506702-F86F-67B2-FBD1-68B447B8146F}"/>
                </a:ext>
              </a:extLst>
            </p:cNvPr>
            <p:cNvSpPr txBox="1"/>
            <p:nvPr/>
          </p:nvSpPr>
          <p:spPr>
            <a:xfrm>
              <a:off x="498763" y="580694"/>
              <a:ext cx="829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 </a:t>
              </a:r>
              <a:r>
                <a:rPr kumimoji="1" lang="zh-CN" altLang="en-US" dirty="0"/>
                <a:t>开始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A1876D1-C225-DF0D-664B-BDBF40DEA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6291" y="147946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34D4ADD-8871-BB28-EDF2-B7EC931952B2}"/>
                </a:ext>
              </a:extLst>
            </p:cNvPr>
            <p:cNvSpPr txBox="1"/>
            <p:nvPr/>
          </p:nvSpPr>
          <p:spPr>
            <a:xfrm>
              <a:off x="1499372" y="1056697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开始</a:t>
              </a:r>
            </a:p>
          </p:txBody>
        </p: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64B12716-B3ED-830C-B17E-BA5FFD0E56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3211" y="213953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A00A9BB-6D0B-920C-C837-37EBB6948024}"/>
                </a:ext>
              </a:extLst>
            </p:cNvPr>
            <p:cNvSpPr txBox="1"/>
            <p:nvPr/>
          </p:nvSpPr>
          <p:spPr>
            <a:xfrm>
              <a:off x="1493211" y="1738538"/>
              <a:ext cx="827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写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89772387-270A-23F1-F7CC-712A1CAE80EC}"/>
                </a:ext>
              </a:extLst>
            </p:cNvPr>
            <p:cNvCxnSpPr/>
            <p:nvPr/>
          </p:nvCxnSpPr>
          <p:spPr>
            <a:xfrm>
              <a:off x="495684" y="259871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BFAA411A-25DE-A768-333D-0E6F912D63FD}"/>
                </a:ext>
              </a:extLst>
            </p:cNvPr>
            <p:cNvSpPr txBox="1"/>
            <p:nvPr/>
          </p:nvSpPr>
          <p:spPr>
            <a:xfrm>
              <a:off x="534029" y="2229384"/>
              <a:ext cx="793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读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19" name="直线连接符 18">
              <a:extLst>
                <a:ext uri="{FF2B5EF4-FFF2-40B4-BE49-F238E27FC236}">
                  <a16:creationId xmlns:a16="http://schemas.microsoft.com/office/drawing/2014/main" id="{123D5587-3A30-732F-A4FF-8E5473C550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684" y="950026"/>
              <a:ext cx="0" cy="164869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连接符 20">
              <a:extLst>
                <a:ext uri="{FF2B5EF4-FFF2-40B4-BE49-F238E27FC236}">
                  <a16:creationId xmlns:a16="http://schemas.microsoft.com/office/drawing/2014/main" id="{09CCE617-AEC9-CD1A-AAE5-582718D8D2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46998" y="1479467"/>
              <a:ext cx="0" cy="66007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F928431-92D1-6F97-6168-99B16689C9C2}"/>
                </a:ext>
              </a:extLst>
            </p:cNvPr>
            <p:cNvSpPr txBox="1"/>
            <p:nvPr/>
          </p:nvSpPr>
          <p:spPr>
            <a:xfrm>
              <a:off x="833415" y="3717964"/>
              <a:ext cx="13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过晚的读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92B42B7-0253-780E-96D4-5E0A9DE3F8D1}"/>
              </a:ext>
            </a:extLst>
          </p:cNvPr>
          <p:cNvGrpSpPr/>
          <p:nvPr/>
        </p:nvGrpSpPr>
        <p:grpSpPr>
          <a:xfrm>
            <a:off x="3712815" y="556736"/>
            <a:ext cx="2354394" cy="3506602"/>
            <a:chOff x="495684" y="580694"/>
            <a:chExt cx="2354394" cy="3506602"/>
          </a:xfrm>
        </p:grpSpPr>
        <p:cxnSp>
          <p:nvCxnSpPr>
            <p:cNvPr id="27" name="直线连接符 26">
              <a:extLst>
                <a:ext uri="{FF2B5EF4-FFF2-40B4-BE49-F238E27FC236}">
                  <a16:creationId xmlns:a16="http://schemas.microsoft.com/office/drawing/2014/main" id="{8146258D-946E-0B96-1EEA-5ADD29C7BDCF}"/>
                </a:ext>
              </a:extLst>
            </p:cNvPr>
            <p:cNvCxnSpPr>
              <a:cxnSpLocks/>
            </p:cNvCxnSpPr>
            <p:nvPr/>
          </p:nvCxnSpPr>
          <p:spPr>
            <a:xfrm>
              <a:off x="1496291" y="629392"/>
              <a:ext cx="0" cy="295695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线箭头连接符 27">
              <a:extLst>
                <a:ext uri="{FF2B5EF4-FFF2-40B4-BE49-F238E27FC236}">
                  <a16:creationId xmlns:a16="http://schemas.microsoft.com/office/drawing/2014/main" id="{132CA982-8B3D-A071-E750-1EFC6F6D280B}"/>
                </a:ext>
              </a:extLst>
            </p:cNvPr>
            <p:cNvCxnSpPr/>
            <p:nvPr/>
          </p:nvCxnSpPr>
          <p:spPr>
            <a:xfrm>
              <a:off x="498764" y="95002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7AF3B4C-4F76-F982-3888-12A835E1941C}"/>
                </a:ext>
              </a:extLst>
            </p:cNvPr>
            <p:cNvSpPr txBox="1"/>
            <p:nvPr/>
          </p:nvSpPr>
          <p:spPr>
            <a:xfrm>
              <a:off x="498763" y="580694"/>
              <a:ext cx="829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 </a:t>
              </a:r>
              <a:r>
                <a:rPr kumimoji="1" lang="zh-CN" altLang="en-US" dirty="0"/>
                <a:t>开始</a:t>
              </a:r>
            </a:p>
          </p:txBody>
        </p:sp>
        <p:cxnSp>
          <p:nvCxnSpPr>
            <p:cNvPr id="30" name="直线箭头连接符 29">
              <a:extLst>
                <a:ext uri="{FF2B5EF4-FFF2-40B4-BE49-F238E27FC236}">
                  <a16:creationId xmlns:a16="http://schemas.microsoft.com/office/drawing/2014/main" id="{AEA4CB9A-855E-C431-D3D3-3A3A80F012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6291" y="147946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FA5EFC56-1AE4-661C-BC3F-0A6C98EA89D6}"/>
                </a:ext>
              </a:extLst>
            </p:cNvPr>
            <p:cNvSpPr txBox="1"/>
            <p:nvPr/>
          </p:nvSpPr>
          <p:spPr>
            <a:xfrm>
              <a:off x="1499372" y="1056697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开始</a:t>
              </a:r>
            </a:p>
          </p:txBody>
        </p:sp>
        <p:cxnSp>
          <p:nvCxnSpPr>
            <p:cNvPr id="32" name="直线箭头连接符 31">
              <a:extLst>
                <a:ext uri="{FF2B5EF4-FFF2-40B4-BE49-F238E27FC236}">
                  <a16:creationId xmlns:a16="http://schemas.microsoft.com/office/drawing/2014/main" id="{016CC371-AE50-4CF3-F51D-D71448E54E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3211" y="213953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91DE437-27AF-C7C4-97B0-5907016B67FE}"/>
                </a:ext>
              </a:extLst>
            </p:cNvPr>
            <p:cNvSpPr txBox="1"/>
            <p:nvPr/>
          </p:nvSpPr>
          <p:spPr>
            <a:xfrm>
              <a:off x="1493211" y="1738538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读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8B639BD7-2A9B-2188-234B-F7046DE82605}"/>
                </a:ext>
              </a:extLst>
            </p:cNvPr>
            <p:cNvCxnSpPr/>
            <p:nvPr/>
          </p:nvCxnSpPr>
          <p:spPr>
            <a:xfrm>
              <a:off x="495684" y="259871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B0D81E4-BB47-D173-C359-03153BCC03DB}"/>
                </a:ext>
              </a:extLst>
            </p:cNvPr>
            <p:cNvSpPr txBox="1"/>
            <p:nvPr/>
          </p:nvSpPr>
          <p:spPr>
            <a:xfrm>
              <a:off x="534029" y="2229384"/>
              <a:ext cx="793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写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36" name="直线连接符 35">
              <a:extLst>
                <a:ext uri="{FF2B5EF4-FFF2-40B4-BE49-F238E27FC236}">
                  <a16:creationId xmlns:a16="http://schemas.microsoft.com/office/drawing/2014/main" id="{EEFB9A10-53D6-C0B9-CB2E-169F4A6C9F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684" y="950026"/>
              <a:ext cx="0" cy="164869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xmlns:a16="http://schemas.microsoft.com/office/drawing/2014/main" id="{73D5C00C-99E6-2587-8337-DBCB2DF22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46998" y="1479467"/>
              <a:ext cx="0" cy="66007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0A46A2C-F57D-95BE-0CDA-00C1C1A50B41}"/>
                </a:ext>
              </a:extLst>
            </p:cNvPr>
            <p:cNvSpPr txBox="1"/>
            <p:nvPr/>
          </p:nvSpPr>
          <p:spPr>
            <a:xfrm>
              <a:off x="833415" y="3717964"/>
              <a:ext cx="13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过晚的读</a:t>
              </a: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9BF043C2-5EDC-A6AC-C3B4-2D0099FE5299}"/>
              </a:ext>
            </a:extLst>
          </p:cNvPr>
          <p:cNvGrpSpPr/>
          <p:nvPr/>
        </p:nvGrpSpPr>
        <p:grpSpPr>
          <a:xfrm>
            <a:off x="7762097" y="660749"/>
            <a:ext cx="2351314" cy="3518480"/>
            <a:chOff x="7762097" y="660749"/>
            <a:chExt cx="2351314" cy="3518480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1C4FA0D7-9D8C-90DE-2F3A-8AC00D12F152}"/>
                </a:ext>
              </a:extLst>
            </p:cNvPr>
            <p:cNvGrpSpPr/>
            <p:nvPr/>
          </p:nvGrpSpPr>
          <p:grpSpPr>
            <a:xfrm>
              <a:off x="7762097" y="660749"/>
              <a:ext cx="2351314" cy="3518480"/>
              <a:chOff x="495684" y="580694"/>
              <a:chExt cx="2351314" cy="3518480"/>
            </a:xfrm>
          </p:grpSpPr>
          <p:cxnSp>
            <p:nvCxnSpPr>
              <p:cNvPr id="40" name="直线连接符 39">
                <a:extLst>
                  <a:ext uri="{FF2B5EF4-FFF2-40B4-BE49-F238E27FC236}">
                    <a16:creationId xmlns:a16="http://schemas.microsoft.com/office/drawing/2014/main" id="{FB4643EF-E1EB-888E-DFF0-1988E8437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6291" y="629392"/>
                <a:ext cx="0" cy="295695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BD854208-EAD4-58F6-0700-93232CA401ED}"/>
                  </a:ext>
                </a:extLst>
              </p:cNvPr>
              <p:cNvCxnSpPr/>
              <p:nvPr/>
            </p:nvCxnSpPr>
            <p:spPr>
              <a:xfrm>
                <a:off x="498764" y="950026"/>
                <a:ext cx="99752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0887EF7D-5D8C-B415-8A39-2C3436707EC5}"/>
                  </a:ext>
                </a:extLst>
              </p:cNvPr>
              <p:cNvSpPr txBox="1"/>
              <p:nvPr/>
            </p:nvSpPr>
            <p:spPr>
              <a:xfrm>
                <a:off x="498763" y="580694"/>
                <a:ext cx="862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 </a:t>
                </a:r>
                <a:r>
                  <a:rPr kumimoji="1" lang="zh-CN" altLang="en-US" dirty="0"/>
                  <a:t>开始</a:t>
                </a:r>
              </a:p>
            </p:txBody>
          </p:sp>
          <p:cxnSp>
            <p:nvCxnSpPr>
              <p:cNvPr id="43" name="直线箭头连接符 42">
                <a:extLst>
                  <a:ext uri="{FF2B5EF4-FFF2-40B4-BE49-F238E27FC236}">
                    <a16:creationId xmlns:a16="http://schemas.microsoft.com/office/drawing/2014/main" id="{A0D0F934-0FCD-8545-AE03-914FE3D1F6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93211" y="1956722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96AF7BF-4F16-C858-5602-BC0042E8B518}"/>
                  </a:ext>
                </a:extLst>
              </p:cNvPr>
              <p:cNvSpPr txBox="1"/>
              <p:nvPr/>
            </p:nvSpPr>
            <p:spPr>
              <a:xfrm>
                <a:off x="1496292" y="1533952"/>
                <a:ext cx="829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T</a:t>
                </a:r>
                <a:r>
                  <a:rPr kumimoji="1" lang="zh-CN" altLang="en-US" dirty="0"/>
                  <a:t> 开始</a:t>
                </a:r>
              </a:p>
            </p:txBody>
          </p:sp>
          <p:cxnSp>
            <p:nvCxnSpPr>
              <p:cNvPr id="45" name="直线箭头连接符 44">
                <a:extLst>
                  <a:ext uri="{FF2B5EF4-FFF2-40B4-BE49-F238E27FC236}">
                    <a16:creationId xmlns:a16="http://schemas.microsoft.com/office/drawing/2014/main" id="{EEA8FCF4-CF5A-ACE0-8D8F-8D8FB1CE74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90131" y="2616792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16FDBE76-B8A6-15F4-B79E-D2ECEF66365F}"/>
                  </a:ext>
                </a:extLst>
              </p:cNvPr>
              <p:cNvSpPr txBox="1"/>
              <p:nvPr/>
            </p:nvSpPr>
            <p:spPr>
              <a:xfrm>
                <a:off x="1490131" y="2215793"/>
                <a:ext cx="7938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T</a:t>
                </a:r>
                <a:r>
                  <a:rPr kumimoji="1" lang="zh-CN" altLang="en-US" dirty="0"/>
                  <a:t> 读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47" name="直线箭头连接符 46">
                <a:extLst>
                  <a:ext uri="{FF2B5EF4-FFF2-40B4-BE49-F238E27FC236}">
                    <a16:creationId xmlns:a16="http://schemas.microsoft.com/office/drawing/2014/main" id="{FCDA6A4F-2671-46DE-8B21-92EAA2B966D5}"/>
                  </a:ext>
                </a:extLst>
              </p:cNvPr>
              <p:cNvCxnSpPr/>
              <p:nvPr/>
            </p:nvCxnSpPr>
            <p:spPr>
              <a:xfrm>
                <a:off x="495684" y="1653431"/>
                <a:ext cx="99752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41761852-BB80-AD77-4423-77E756B02533}"/>
                  </a:ext>
                </a:extLst>
              </p:cNvPr>
              <p:cNvSpPr txBox="1"/>
              <p:nvPr/>
            </p:nvSpPr>
            <p:spPr>
              <a:xfrm>
                <a:off x="534029" y="124173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49" name="直线连接符 48">
                <a:extLst>
                  <a:ext uri="{FF2B5EF4-FFF2-40B4-BE49-F238E27FC236}">
                    <a16:creationId xmlns:a16="http://schemas.microsoft.com/office/drawing/2014/main" id="{729D984F-A777-CE0F-993D-A5E428355A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5684" y="950026"/>
                <a:ext cx="0" cy="2261076"/>
              </a:xfrm>
              <a:prstGeom prst="line">
                <a:avLst/>
              </a:prstGeom>
              <a:ln w="2857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线连接符 49">
                <a:extLst>
                  <a:ext uri="{FF2B5EF4-FFF2-40B4-BE49-F238E27FC236}">
                    <a16:creationId xmlns:a16="http://schemas.microsoft.com/office/drawing/2014/main" id="{7500F83D-C395-44F3-CC86-7702D55F74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918" y="1956722"/>
                <a:ext cx="0" cy="660070"/>
              </a:xfrm>
              <a:prstGeom prst="line">
                <a:avLst/>
              </a:prstGeom>
              <a:ln w="2857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4EF34B76-0D70-9B82-FCF0-36BEEC841809}"/>
                  </a:ext>
                </a:extLst>
              </p:cNvPr>
              <p:cNvSpPr txBox="1"/>
              <p:nvPr/>
            </p:nvSpPr>
            <p:spPr>
              <a:xfrm>
                <a:off x="534029" y="3729842"/>
                <a:ext cx="19832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>
                    <a:solidFill>
                      <a:srgbClr val="FF0000"/>
                    </a:solidFill>
                  </a:rPr>
                  <a:t>无法解决：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脏读</a:t>
                </a:r>
              </a:p>
            </p:txBody>
          </p:sp>
        </p:grp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30DB1AD4-402A-4034-3548-2B581B8DB01B}"/>
                </a:ext>
              </a:extLst>
            </p:cNvPr>
            <p:cNvSpPr txBox="1"/>
            <p:nvPr/>
          </p:nvSpPr>
          <p:spPr>
            <a:xfrm>
              <a:off x="7832571" y="2921825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回滚</a:t>
              </a:r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0F4C8C76-5D8D-8C2C-B056-F5538FC420DD}"/>
                </a:ext>
              </a:extLst>
            </p:cNvPr>
            <p:cNvCxnSpPr/>
            <p:nvPr/>
          </p:nvCxnSpPr>
          <p:spPr>
            <a:xfrm>
              <a:off x="7765175" y="3291157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69FA86DF-0CB5-0E58-347B-46BF68B69A0F}"/>
              </a:ext>
            </a:extLst>
          </p:cNvPr>
          <p:cNvSpPr txBox="1"/>
          <p:nvPr/>
        </p:nvSpPr>
        <p:spPr>
          <a:xfrm>
            <a:off x="1623755" y="4359416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基于时间戳可以解决的情况</a:t>
            </a:r>
          </a:p>
        </p:txBody>
      </p:sp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849A12DB-0EAB-8311-4257-A2B8C3C9FF5E}"/>
              </a:ext>
            </a:extLst>
          </p:cNvPr>
          <p:cNvGrpSpPr/>
          <p:nvPr/>
        </p:nvGrpSpPr>
        <p:grpSpPr>
          <a:xfrm>
            <a:off x="1223158" y="696870"/>
            <a:ext cx="3062441" cy="4098207"/>
            <a:chOff x="0" y="566241"/>
            <a:chExt cx="3062441" cy="4098207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AD9A9C7-3C08-FC47-C12C-8F01C5AAF637}"/>
                </a:ext>
              </a:extLst>
            </p:cNvPr>
            <p:cNvSpPr txBox="1"/>
            <p:nvPr/>
          </p:nvSpPr>
          <p:spPr>
            <a:xfrm>
              <a:off x="0" y="3627207"/>
              <a:ext cx="15215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有效性确认</a:t>
              </a:r>
              <a:endParaRPr kumimoji="1" lang="en-US" altLang="zh-CN" dirty="0"/>
            </a:p>
            <a:p>
              <a:r>
                <a:rPr kumimoji="1" lang="zh-CN" altLang="en-US" dirty="0"/>
                <a:t>（拒绝）</a:t>
              </a: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2317C5C3-4C8B-17D1-164F-BF07E409B661}"/>
                </a:ext>
              </a:extLst>
            </p:cNvPr>
            <p:cNvGrpSpPr/>
            <p:nvPr/>
          </p:nvGrpSpPr>
          <p:grpSpPr>
            <a:xfrm>
              <a:off x="482713" y="566241"/>
              <a:ext cx="2579728" cy="4098207"/>
              <a:chOff x="482713" y="566241"/>
              <a:chExt cx="2579728" cy="4098207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A06C6117-5FD3-1A01-861C-5224D5E066BE}"/>
                  </a:ext>
                </a:extLst>
              </p:cNvPr>
              <p:cNvGrpSpPr/>
              <p:nvPr/>
            </p:nvGrpSpPr>
            <p:grpSpPr>
              <a:xfrm>
                <a:off x="487742" y="566241"/>
                <a:ext cx="2574699" cy="4098207"/>
                <a:chOff x="487742" y="566241"/>
                <a:chExt cx="2574699" cy="4098207"/>
              </a:xfrm>
            </p:grpSpPr>
            <p:cxnSp>
              <p:nvCxnSpPr>
                <p:cNvPr id="5" name="直线连接符 4">
                  <a:extLst>
                    <a:ext uri="{FF2B5EF4-FFF2-40B4-BE49-F238E27FC236}">
                      <a16:creationId xmlns:a16="http://schemas.microsoft.com/office/drawing/2014/main" id="{A255ADE6-E163-C9B1-81BB-FDC2EAF3AC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6291" y="629392"/>
                  <a:ext cx="0" cy="35507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线箭头连接符 5">
                  <a:extLst>
                    <a:ext uri="{FF2B5EF4-FFF2-40B4-BE49-F238E27FC236}">
                      <a16:creationId xmlns:a16="http://schemas.microsoft.com/office/drawing/2014/main" id="{9ADD56F6-EF10-0784-4515-2139A121C671}"/>
                    </a:ext>
                  </a:extLst>
                </p:cNvPr>
                <p:cNvCxnSpPr/>
                <p:nvPr/>
              </p:nvCxnSpPr>
              <p:spPr>
                <a:xfrm>
                  <a:off x="487742" y="1390196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617C41D0-674F-3F9D-A3D6-78C13D4F04CA}"/>
                    </a:ext>
                  </a:extLst>
                </p:cNvPr>
                <p:cNvSpPr txBox="1"/>
                <p:nvPr/>
              </p:nvSpPr>
              <p:spPr>
                <a:xfrm>
                  <a:off x="582991" y="1013729"/>
                  <a:ext cx="8290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 </a:t>
                  </a:r>
                  <a:r>
                    <a:rPr kumimoji="1" lang="zh-CN" altLang="en-US" dirty="0"/>
                    <a:t>开始</a:t>
                  </a:r>
                </a:p>
              </p:txBody>
            </p:sp>
            <p:cxnSp>
              <p:nvCxnSpPr>
                <p:cNvPr id="8" name="直线箭头连接符 7">
                  <a:extLst>
                    <a:ext uri="{FF2B5EF4-FFF2-40B4-BE49-F238E27FC236}">
                      <a16:creationId xmlns:a16="http://schemas.microsoft.com/office/drawing/2014/main" id="{DD188F99-9DAD-ADDA-55FC-3CCFF541A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93211" y="950026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1747ADC9-6FA3-B89C-A2B1-D6BBBF8F39C8}"/>
                    </a:ext>
                  </a:extLst>
                </p:cNvPr>
                <p:cNvSpPr txBox="1"/>
                <p:nvPr/>
              </p:nvSpPr>
              <p:spPr>
                <a:xfrm>
                  <a:off x="1485269" y="566241"/>
                  <a:ext cx="862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开始</a:t>
                  </a:r>
                </a:p>
              </p:txBody>
            </p:sp>
            <p:cxnSp>
              <p:nvCxnSpPr>
                <p:cNvPr id="10" name="直线箭头连接符 9">
                  <a:extLst>
                    <a:ext uri="{FF2B5EF4-FFF2-40B4-BE49-F238E27FC236}">
                      <a16:creationId xmlns:a16="http://schemas.microsoft.com/office/drawing/2014/main" id="{6E2BDEC4-B318-EBC7-3E1C-5D0A681863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64998" y="2205426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F081EDF7-E1C2-C3A1-5986-98CF07D6D5F5}"/>
                    </a:ext>
                  </a:extLst>
                </p:cNvPr>
                <p:cNvSpPr txBox="1"/>
                <p:nvPr/>
              </p:nvSpPr>
              <p:spPr>
                <a:xfrm>
                  <a:off x="1507207" y="1785544"/>
                  <a:ext cx="15552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有效性确认</a:t>
                  </a:r>
                </a:p>
              </p:txBody>
            </p:sp>
            <p:cxnSp>
              <p:nvCxnSpPr>
                <p:cNvPr id="12" name="直线箭头连接符 11">
                  <a:extLst>
                    <a:ext uri="{FF2B5EF4-FFF2-40B4-BE49-F238E27FC236}">
                      <a16:creationId xmlns:a16="http://schemas.microsoft.com/office/drawing/2014/main" id="{2DCCC4F4-4738-9424-A090-AC7C2BC5BE80}"/>
                    </a:ext>
                  </a:extLst>
                </p:cNvPr>
                <p:cNvCxnSpPr/>
                <p:nvPr/>
              </p:nvCxnSpPr>
              <p:spPr>
                <a:xfrm>
                  <a:off x="524043" y="1849756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2FFC0E3-2FE4-C4D8-F2F8-7FE2641133D4}"/>
                    </a:ext>
                  </a:extLst>
                </p:cNvPr>
                <p:cNvSpPr txBox="1"/>
                <p:nvPr/>
              </p:nvSpPr>
              <p:spPr>
                <a:xfrm>
                  <a:off x="582991" y="1480424"/>
                  <a:ext cx="7938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</a:t>
                  </a:r>
                  <a:r>
                    <a:rPr kumimoji="1" lang="zh-CN" altLang="en-US" dirty="0"/>
                    <a:t> 读 </a:t>
                  </a:r>
                  <a:r>
                    <a:rPr kumimoji="1" lang="en-US" altLang="zh-CN" dirty="0"/>
                    <a:t>X</a:t>
                  </a:r>
                  <a:endParaRPr kumimoji="1" lang="zh-CN" altLang="en-US" dirty="0"/>
                </a:p>
              </p:txBody>
            </p:sp>
            <p:cxnSp>
              <p:nvCxnSpPr>
                <p:cNvPr id="14" name="直线连接符 13">
                  <a:extLst>
                    <a:ext uri="{FF2B5EF4-FFF2-40B4-BE49-F238E27FC236}">
                      <a16:creationId xmlns:a16="http://schemas.microsoft.com/office/drawing/2014/main" id="{B427879E-F047-CDF3-0DAB-75C7AD6666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9681" y="1849756"/>
                  <a:ext cx="0" cy="1686465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线连接符 14">
                  <a:extLst>
                    <a:ext uri="{FF2B5EF4-FFF2-40B4-BE49-F238E27FC236}">
                      <a16:creationId xmlns:a16="http://schemas.microsoft.com/office/drawing/2014/main" id="{2AFDAC84-661E-AD34-784B-DA03AB970F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32556" y="2205426"/>
                  <a:ext cx="14442" cy="784967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30AF2826-A3BF-F52B-D435-07191D8BABC4}"/>
                    </a:ext>
                  </a:extLst>
                </p:cNvPr>
                <p:cNvSpPr txBox="1"/>
                <p:nvPr/>
              </p:nvSpPr>
              <p:spPr>
                <a:xfrm>
                  <a:off x="1123128" y="4295116"/>
                  <a:ext cx="768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zh-CN" altLang="en-US" dirty="0"/>
                    <a:t>冲突</a:t>
                  </a:r>
                  <a:r>
                    <a:rPr kumimoji="1" lang="en-US" altLang="zh-CN" dirty="0"/>
                    <a:t>1</a:t>
                  </a:r>
                  <a:endParaRPr kumimoji="1" lang="zh-CN" altLang="en-US" dirty="0"/>
                </a:p>
              </p:txBody>
            </p:sp>
          </p:grpSp>
          <p:cxnSp>
            <p:nvCxnSpPr>
              <p:cNvPr id="30" name="直线箭头连接符 29">
                <a:extLst>
                  <a:ext uri="{FF2B5EF4-FFF2-40B4-BE49-F238E27FC236}">
                    <a16:creationId xmlns:a16="http://schemas.microsoft.com/office/drawing/2014/main" id="{B7BC9215-F387-DF2B-F7DF-2CDF1CC06D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3335" y="2967841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C005AAB-7088-3FA6-91E1-728192B89866}"/>
                  </a:ext>
                </a:extLst>
              </p:cNvPr>
              <p:cNvSpPr txBox="1"/>
              <p:nvPr/>
            </p:nvSpPr>
            <p:spPr>
              <a:xfrm>
                <a:off x="1534637" y="258772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33" name="直线箭头连接符 32">
                <a:extLst>
                  <a:ext uri="{FF2B5EF4-FFF2-40B4-BE49-F238E27FC236}">
                    <a16:creationId xmlns:a16="http://schemas.microsoft.com/office/drawing/2014/main" id="{5163FCA8-6DF6-6764-5960-3558187AF812}"/>
                  </a:ext>
                </a:extLst>
              </p:cNvPr>
              <p:cNvCxnSpPr/>
              <p:nvPr/>
            </p:nvCxnSpPr>
            <p:spPr>
              <a:xfrm>
                <a:off x="482713" y="3562390"/>
                <a:ext cx="997527" cy="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80C5B49-5961-559B-832E-58B0EBFDA94B}"/>
              </a:ext>
            </a:extLst>
          </p:cNvPr>
          <p:cNvGrpSpPr/>
          <p:nvPr/>
        </p:nvGrpSpPr>
        <p:grpSpPr>
          <a:xfrm>
            <a:off x="5553322" y="694798"/>
            <a:ext cx="3034595" cy="4257637"/>
            <a:chOff x="4330164" y="564169"/>
            <a:chExt cx="3034595" cy="4257637"/>
          </a:xfrm>
        </p:grpSpPr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77F872C6-DC5F-AD21-E984-D750F395D05A}"/>
                </a:ext>
              </a:extLst>
            </p:cNvPr>
            <p:cNvGrpSpPr/>
            <p:nvPr/>
          </p:nvGrpSpPr>
          <p:grpSpPr>
            <a:xfrm>
              <a:off x="4330164" y="564169"/>
              <a:ext cx="3034595" cy="4257637"/>
              <a:chOff x="-14363" y="406811"/>
              <a:chExt cx="3034595" cy="4257637"/>
            </a:xfrm>
          </p:grpSpPr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454284C6-E955-43A5-0590-660B0063298F}"/>
                  </a:ext>
                </a:extLst>
              </p:cNvPr>
              <p:cNvGrpSpPr/>
              <p:nvPr/>
            </p:nvGrpSpPr>
            <p:grpSpPr>
              <a:xfrm>
                <a:off x="-14363" y="406811"/>
                <a:ext cx="3034595" cy="4257637"/>
                <a:chOff x="-14363" y="406811"/>
                <a:chExt cx="3034595" cy="4257637"/>
              </a:xfrm>
            </p:grpSpPr>
            <p:cxnSp>
              <p:nvCxnSpPr>
                <p:cNvPr id="47" name="直线连接符 46">
                  <a:extLst>
                    <a:ext uri="{FF2B5EF4-FFF2-40B4-BE49-F238E27FC236}">
                      <a16:creationId xmlns:a16="http://schemas.microsoft.com/office/drawing/2014/main" id="{93EC1676-ADDA-FA23-5C1A-88C6BCE649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6291" y="629392"/>
                  <a:ext cx="0" cy="35507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线箭头连接符 47">
                  <a:extLst>
                    <a:ext uri="{FF2B5EF4-FFF2-40B4-BE49-F238E27FC236}">
                      <a16:creationId xmlns:a16="http://schemas.microsoft.com/office/drawing/2014/main" id="{ABFE17DD-B55E-ADEF-8540-9744B1E3F42F}"/>
                    </a:ext>
                  </a:extLst>
                </p:cNvPr>
                <p:cNvCxnSpPr/>
                <p:nvPr/>
              </p:nvCxnSpPr>
              <p:spPr>
                <a:xfrm>
                  <a:off x="487742" y="1390196"/>
                  <a:ext cx="997527" cy="0"/>
                </a:xfrm>
                <a:prstGeom prst="straightConnector1">
                  <a:avLst/>
                </a:prstGeom>
                <a:ln w="285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6795E42-DAC5-EAB8-136F-A6B677F0516A}"/>
                    </a:ext>
                  </a:extLst>
                </p:cNvPr>
                <p:cNvSpPr txBox="1"/>
                <p:nvPr/>
              </p:nvSpPr>
              <p:spPr>
                <a:xfrm>
                  <a:off x="-14363" y="632574"/>
                  <a:ext cx="152157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 </a:t>
                  </a:r>
                  <a:r>
                    <a:rPr kumimoji="1" lang="zh-CN" altLang="en-US" dirty="0"/>
                    <a:t>有效性确认</a:t>
                  </a:r>
                  <a:endParaRPr kumimoji="1" lang="en-US" altLang="zh-CN" dirty="0"/>
                </a:p>
                <a:p>
                  <a:r>
                    <a:rPr kumimoji="1" lang="zh-CN" altLang="en-US" dirty="0"/>
                    <a:t>（拒绝）</a:t>
                  </a:r>
                </a:p>
              </p:txBody>
            </p:sp>
            <p:cxnSp>
              <p:nvCxnSpPr>
                <p:cNvPr id="52" name="直线箭头连接符 51">
                  <a:extLst>
                    <a:ext uri="{FF2B5EF4-FFF2-40B4-BE49-F238E27FC236}">
                      <a16:creationId xmlns:a16="http://schemas.microsoft.com/office/drawing/2014/main" id="{8049978B-2654-776B-8B9F-DCFE000093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96291" y="857930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2E4623C1-64D4-549C-175C-40BB955AD871}"/>
                    </a:ext>
                  </a:extLst>
                </p:cNvPr>
                <p:cNvSpPr txBox="1"/>
                <p:nvPr/>
              </p:nvSpPr>
              <p:spPr>
                <a:xfrm>
                  <a:off x="1464998" y="406811"/>
                  <a:ext cx="15552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有效性确认</a:t>
                  </a:r>
                </a:p>
              </p:txBody>
            </p:sp>
            <p:cxnSp>
              <p:nvCxnSpPr>
                <p:cNvPr id="54" name="直线箭头连接符 53">
                  <a:extLst>
                    <a:ext uri="{FF2B5EF4-FFF2-40B4-BE49-F238E27FC236}">
                      <a16:creationId xmlns:a16="http://schemas.microsoft.com/office/drawing/2014/main" id="{C4F1279E-8BA8-0417-31EE-3182277F1BE8}"/>
                    </a:ext>
                  </a:extLst>
                </p:cNvPr>
                <p:cNvCxnSpPr/>
                <p:nvPr/>
              </p:nvCxnSpPr>
              <p:spPr>
                <a:xfrm>
                  <a:off x="524043" y="2404753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B263594B-D00A-67B7-992C-4C1FEC597823}"/>
                    </a:ext>
                  </a:extLst>
                </p:cNvPr>
                <p:cNvSpPr txBox="1"/>
                <p:nvPr/>
              </p:nvSpPr>
              <p:spPr>
                <a:xfrm>
                  <a:off x="582991" y="2022916"/>
                  <a:ext cx="7938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</a:t>
                  </a:r>
                  <a:r>
                    <a:rPr kumimoji="1" lang="zh-CN" altLang="en-US" dirty="0"/>
                    <a:t> 写 </a:t>
                  </a:r>
                  <a:r>
                    <a:rPr kumimoji="1" lang="en-US" altLang="zh-CN" dirty="0"/>
                    <a:t>X</a:t>
                  </a:r>
                  <a:endParaRPr kumimoji="1" lang="zh-CN" altLang="en-US" dirty="0"/>
                </a:p>
              </p:txBody>
            </p:sp>
            <p:cxnSp>
              <p:nvCxnSpPr>
                <p:cNvPr id="56" name="直线连接符 55">
                  <a:extLst>
                    <a:ext uri="{FF2B5EF4-FFF2-40B4-BE49-F238E27FC236}">
                      <a16:creationId xmlns:a16="http://schemas.microsoft.com/office/drawing/2014/main" id="{2D3AE78F-DEDD-9126-5F45-F45AF25831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9681" y="1390196"/>
                  <a:ext cx="0" cy="1002052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线连接符 56">
                  <a:extLst>
                    <a:ext uri="{FF2B5EF4-FFF2-40B4-BE49-F238E27FC236}">
                      <a16:creationId xmlns:a16="http://schemas.microsoft.com/office/drawing/2014/main" id="{C2AF7F1B-02E6-7FF2-7E06-D4D1C60C37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32556" y="872383"/>
                  <a:ext cx="38968" cy="2118010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2B4FF9D4-3CF8-1CB6-5DC9-1113494C6AFF}"/>
                    </a:ext>
                  </a:extLst>
                </p:cNvPr>
                <p:cNvSpPr txBox="1"/>
                <p:nvPr/>
              </p:nvSpPr>
              <p:spPr>
                <a:xfrm>
                  <a:off x="1123128" y="4295116"/>
                  <a:ext cx="768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zh-CN" altLang="en-US" dirty="0"/>
                    <a:t>冲突</a:t>
                  </a:r>
                  <a:r>
                    <a:rPr kumimoji="1" lang="en-US" altLang="zh-CN" dirty="0"/>
                    <a:t>2</a:t>
                  </a:r>
                  <a:endParaRPr kumimoji="1" lang="zh-CN" altLang="en-US" dirty="0"/>
                </a:p>
              </p:txBody>
            </p:sp>
          </p:grp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B8CBB026-F4FF-141F-294F-C43E85C0D1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3335" y="2967841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7C8CCE6B-BB5E-DAE9-FFE8-B2071624FEF2}"/>
                  </a:ext>
                </a:extLst>
              </p:cNvPr>
              <p:cNvSpPr txBox="1"/>
              <p:nvPr/>
            </p:nvSpPr>
            <p:spPr>
              <a:xfrm>
                <a:off x="1534637" y="258772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</p:grpSp>
        <p:cxnSp>
          <p:nvCxnSpPr>
            <p:cNvPr id="63" name="直线箭头连接符 62">
              <a:extLst>
                <a:ext uri="{FF2B5EF4-FFF2-40B4-BE49-F238E27FC236}">
                  <a16:creationId xmlns:a16="http://schemas.microsoft.com/office/drawing/2014/main" id="{AC0304DF-2142-605B-C440-14A69DD26A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2264" y="4059382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F02D812B-B0D9-C003-37FB-D0AEAD0C3015}"/>
                </a:ext>
              </a:extLst>
            </p:cNvPr>
            <p:cNvSpPr txBox="1"/>
            <p:nvPr/>
          </p:nvSpPr>
          <p:spPr>
            <a:xfrm>
              <a:off x="5960312" y="36256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完成</a:t>
              </a:r>
            </a:p>
          </p:txBody>
        </p:sp>
      </p:grpSp>
      <p:sp>
        <p:nvSpPr>
          <p:cNvPr id="66" name="文本框 65">
            <a:extLst>
              <a:ext uri="{FF2B5EF4-FFF2-40B4-BE49-F238E27FC236}">
                <a16:creationId xmlns:a16="http://schemas.microsoft.com/office/drawing/2014/main" id="{3365E60A-6D2A-207A-3E27-B259F56BE4AB}"/>
              </a:ext>
            </a:extLst>
          </p:cNvPr>
          <p:cNvSpPr txBox="1"/>
          <p:nvPr/>
        </p:nvSpPr>
        <p:spPr>
          <a:xfrm>
            <a:off x="3383386" y="5592679"/>
            <a:ext cx="2972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基于有效性确认的冲突规则</a:t>
            </a:r>
          </a:p>
        </p:txBody>
      </p:sp>
    </p:spTree>
    <p:extLst>
      <p:ext uri="{BB962C8B-B14F-4D97-AF65-F5344CB8AC3E}">
        <p14:creationId xmlns:p14="http://schemas.microsoft.com/office/powerpoint/2010/main" val="1646604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7F6E6D4-A4BE-9F54-DC7F-8C5B522953FD}"/>
              </a:ext>
            </a:extLst>
          </p:cNvPr>
          <p:cNvGrpSpPr/>
          <p:nvPr/>
        </p:nvGrpSpPr>
        <p:grpSpPr>
          <a:xfrm>
            <a:off x="551799" y="1072245"/>
            <a:ext cx="10575380" cy="3833462"/>
            <a:chOff x="551799" y="1072245"/>
            <a:chExt cx="10575380" cy="3833462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674BE75B-4460-37B9-918A-AA32183DB4FD}"/>
                </a:ext>
              </a:extLst>
            </p:cNvPr>
            <p:cNvGrpSpPr/>
            <p:nvPr/>
          </p:nvGrpSpPr>
          <p:grpSpPr>
            <a:xfrm>
              <a:off x="843148" y="1781299"/>
              <a:ext cx="10284031" cy="3124408"/>
              <a:chOff x="843148" y="1781299"/>
              <a:chExt cx="10284031" cy="3124408"/>
            </a:xfrm>
          </p:grpSpPr>
          <p:cxnSp>
            <p:nvCxnSpPr>
              <p:cNvPr id="5" name="直线箭头连接符 4">
                <a:extLst>
                  <a:ext uri="{FF2B5EF4-FFF2-40B4-BE49-F238E27FC236}">
                    <a16:creationId xmlns:a16="http://schemas.microsoft.com/office/drawing/2014/main" id="{7453A90A-7337-8564-A048-3922602572E0}"/>
                  </a:ext>
                </a:extLst>
              </p:cNvPr>
              <p:cNvCxnSpPr/>
              <p:nvPr/>
            </p:nvCxnSpPr>
            <p:spPr>
              <a:xfrm>
                <a:off x="843148" y="3990109"/>
                <a:ext cx="10284031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线连接符 6">
                <a:extLst>
                  <a:ext uri="{FF2B5EF4-FFF2-40B4-BE49-F238E27FC236}">
                    <a16:creationId xmlns:a16="http://schemas.microsoft.com/office/drawing/2014/main" id="{AC8E9365-8F6E-FD50-1819-0C648008D1B9}"/>
                  </a:ext>
                </a:extLst>
              </p:cNvPr>
              <p:cNvCxnSpPr/>
              <p:nvPr/>
            </p:nvCxnSpPr>
            <p:spPr>
              <a:xfrm>
                <a:off x="3182587" y="1781299"/>
                <a:ext cx="0" cy="2636322"/>
              </a:xfrm>
              <a:prstGeom prst="line">
                <a:avLst/>
              </a:prstGeom>
              <a:ln w="1905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直线连接符 7">
                <a:extLst>
                  <a:ext uri="{FF2B5EF4-FFF2-40B4-BE49-F238E27FC236}">
                    <a16:creationId xmlns:a16="http://schemas.microsoft.com/office/drawing/2014/main" id="{571C73A4-806D-A279-EB93-79E33B6A6DCC}"/>
                  </a:ext>
                </a:extLst>
              </p:cNvPr>
              <p:cNvCxnSpPr/>
              <p:nvPr/>
            </p:nvCxnSpPr>
            <p:spPr>
              <a:xfrm>
                <a:off x="6517574" y="1781299"/>
                <a:ext cx="0" cy="2636322"/>
              </a:xfrm>
              <a:prstGeom prst="line">
                <a:avLst/>
              </a:prstGeom>
              <a:ln w="1905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线连接符 8">
                <a:extLst>
                  <a:ext uri="{FF2B5EF4-FFF2-40B4-BE49-F238E27FC236}">
                    <a16:creationId xmlns:a16="http://schemas.microsoft.com/office/drawing/2014/main" id="{2C1120F4-6CA3-BE0D-B7E7-11E0EE41D7AA}"/>
                  </a:ext>
                </a:extLst>
              </p:cNvPr>
              <p:cNvCxnSpPr/>
              <p:nvPr/>
            </p:nvCxnSpPr>
            <p:spPr>
              <a:xfrm>
                <a:off x="9721933" y="1781299"/>
                <a:ext cx="0" cy="2636322"/>
              </a:xfrm>
              <a:prstGeom prst="line">
                <a:avLst/>
              </a:prstGeom>
              <a:ln w="190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88D1C12-9DBA-08AE-FD2F-D34D9BE63FEA}"/>
                  </a:ext>
                </a:extLst>
              </p:cNvPr>
              <p:cNvSpPr txBox="1"/>
              <p:nvPr/>
            </p:nvSpPr>
            <p:spPr>
              <a:xfrm>
                <a:off x="2744005" y="4536375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转储点</a:t>
                </a: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1BD3F4B-ECB8-91DB-241A-312D9BC2A622}"/>
                  </a:ext>
                </a:extLst>
              </p:cNvPr>
              <p:cNvSpPr txBox="1"/>
              <p:nvPr/>
            </p:nvSpPr>
            <p:spPr>
              <a:xfrm>
                <a:off x="5885029" y="4536375"/>
                <a:ext cx="1265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checkpoint</a:t>
                </a:r>
                <a:endParaRPr kumimoji="1" lang="zh-CN" altLang="en-US" dirty="0"/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7EE54B4-B210-12F8-9DDE-BFBAFAF63B09}"/>
                  </a:ext>
                </a:extLst>
              </p:cNvPr>
              <p:cNvSpPr txBox="1"/>
              <p:nvPr/>
            </p:nvSpPr>
            <p:spPr>
              <a:xfrm>
                <a:off x="9283351" y="4536375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故障点</a:t>
                </a:r>
              </a:p>
            </p:txBody>
          </p:sp>
          <p:cxnSp>
            <p:nvCxnSpPr>
              <p:cNvPr id="14" name="直线连接符 13">
                <a:extLst>
                  <a:ext uri="{FF2B5EF4-FFF2-40B4-BE49-F238E27FC236}">
                    <a16:creationId xmlns:a16="http://schemas.microsoft.com/office/drawing/2014/main" id="{1F3AAF8A-6454-AACD-DE5B-C4793119E280}"/>
                  </a:ext>
                </a:extLst>
              </p:cNvPr>
              <p:cNvCxnSpPr/>
              <p:nvPr/>
            </p:nvCxnSpPr>
            <p:spPr>
              <a:xfrm>
                <a:off x="843148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9F46CE0C-E299-4219-08F4-81F7004F6EC5}"/>
                  </a:ext>
                </a:extLst>
              </p:cNvPr>
              <p:cNvCxnSpPr/>
              <p:nvPr/>
            </p:nvCxnSpPr>
            <p:spPr>
              <a:xfrm>
                <a:off x="1567543" y="3429000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连接符 16">
                <a:extLst>
                  <a:ext uri="{FF2B5EF4-FFF2-40B4-BE49-F238E27FC236}">
                    <a16:creationId xmlns:a16="http://schemas.microsoft.com/office/drawing/2014/main" id="{6A6913B0-6918-434B-1909-9822CF273128}"/>
                  </a:ext>
                </a:extLst>
              </p:cNvPr>
              <p:cNvCxnSpPr/>
              <p:nvPr/>
            </p:nvCxnSpPr>
            <p:spPr>
              <a:xfrm>
                <a:off x="1090551" y="3201389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线连接符 17">
                <a:extLst>
                  <a:ext uri="{FF2B5EF4-FFF2-40B4-BE49-F238E27FC236}">
                    <a16:creationId xmlns:a16="http://schemas.microsoft.com/office/drawing/2014/main" id="{C3175702-54DB-0A8F-C067-346617728A76}"/>
                  </a:ext>
                </a:extLst>
              </p:cNvPr>
              <p:cNvCxnSpPr/>
              <p:nvPr/>
            </p:nvCxnSpPr>
            <p:spPr>
              <a:xfrm>
                <a:off x="1932525" y="2938152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线连接符 18">
                <a:extLst>
                  <a:ext uri="{FF2B5EF4-FFF2-40B4-BE49-F238E27FC236}">
                    <a16:creationId xmlns:a16="http://schemas.microsoft.com/office/drawing/2014/main" id="{49A660A4-A9A8-68F6-8531-2850F9153C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966" y="3420092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05F6BC24-E200-7181-3552-7844D129AB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20756" y="32112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连接符 22">
                <a:extLst>
                  <a:ext uri="{FF2B5EF4-FFF2-40B4-BE49-F238E27FC236}">
                    <a16:creationId xmlns:a16="http://schemas.microsoft.com/office/drawing/2014/main" id="{D35EF23A-C96A-3F8C-4F46-4414FF1C0145}"/>
                  </a:ext>
                </a:extLst>
              </p:cNvPr>
              <p:cNvCxnSpPr/>
              <p:nvPr/>
            </p:nvCxnSpPr>
            <p:spPr>
              <a:xfrm>
                <a:off x="1090551" y="2746168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线连接符 23">
                <a:extLst>
                  <a:ext uri="{FF2B5EF4-FFF2-40B4-BE49-F238E27FC236}">
                    <a16:creationId xmlns:a16="http://schemas.microsoft.com/office/drawing/2014/main" id="{6FF6ACBB-1A1C-B9D3-C1FE-6C77BC2CA307}"/>
                  </a:ext>
                </a:extLst>
              </p:cNvPr>
              <p:cNvCxnSpPr/>
              <p:nvPr/>
            </p:nvCxnSpPr>
            <p:spPr>
              <a:xfrm>
                <a:off x="1407226" y="2423555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线连接符 24">
                <a:extLst>
                  <a:ext uri="{FF2B5EF4-FFF2-40B4-BE49-F238E27FC236}">
                    <a16:creationId xmlns:a16="http://schemas.microsoft.com/office/drawing/2014/main" id="{062D4FD8-6A12-0E39-8B83-3FEF1648F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65875" y="27253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连接符 25">
                <a:extLst>
                  <a:ext uri="{FF2B5EF4-FFF2-40B4-BE49-F238E27FC236}">
                    <a16:creationId xmlns:a16="http://schemas.microsoft.com/office/drawing/2014/main" id="{76F385E0-BE82-FC35-753A-4B905F16971C}"/>
                  </a:ext>
                </a:extLst>
              </p:cNvPr>
              <p:cNvCxnSpPr/>
              <p:nvPr/>
            </p:nvCxnSpPr>
            <p:spPr>
              <a:xfrm>
                <a:off x="3299361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连接符 26">
                <a:extLst>
                  <a:ext uri="{FF2B5EF4-FFF2-40B4-BE49-F238E27FC236}">
                    <a16:creationId xmlns:a16="http://schemas.microsoft.com/office/drawing/2014/main" id="{82F74618-2AA0-7BA5-FB1F-72FA047B2AE3}"/>
                  </a:ext>
                </a:extLst>
              </p:cNvPr>
              <p:cNvCxnSpPr/>
              <p:nvPr/>
            </p:nvCxnSpPr>
            <p:spPr>
              <a:xfrm>
                <a:off x="4023756" y="3429000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线连接符 27">
                <a:extLst>
                  <a:ext uri="{FF2B5EF4-FFF2-40B4-BE49-F238E27FC236}">
                    <a16:creationId xmlns:a16="http://schemas.microsoft.com/office/drawing/2014/main" id="{538C0428-3F76-445E-D005-9194067DF3B4}"/>
                  </a:ext>
                </a:extLst>
              </p:cNvPr>
              <p:cNvCxnSpPr/>
              <p:nvPr/>
            </p:nvCxnSpPr>
            <p:spPr>
              <a:xfrm>
                <a:off x="3546764" y="3201389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连接符 28">
                <a:extLst>
                  <a:ext uri="{FF2B5EF4-FFF2-40B4-BE49-F238E27FC236}">
                    <a16:creationId xmlns:a16="http://schemas.microsoft.com/office/drawing/2014/main" id="{E12DBDF3-49E2-E76B-097E-36FF9A8DA0AC}"/>
                  </a:ext>
                </a:extLst>
              </p:cNvPr>
              <p:cNvCxnSpPr/>
              <p:nvPr/>
            </p:nvCxnSpPr>
            <p:spPr>
              <a:xfrm>
                <a:off x="4388738" y="2938152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线连接符 29">
                <a:extLst>
                  <a:ext uri="{FF2B5EF4-FFF2-40B4-BE49-F238E27FC236}">
                    <a16:creationId xmlns:a16="http://schemas.microsoft.com/office/drawing/2014/main" id="{04014B44-230B-F973-9C2B-95B3FAB13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7179" y="3420092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线连接符 30">
                <a:extLst>
                  <a:ext uri="{FF2B5EF4-FFF2-40B4-BE49-F238E27FC236}">
                    <a16:creationId xmlns:a16="http://schemas.microsoft.com/office/drawing/2014/main" id="{82E87ABE-82A7-1FF1-70C0-E8F9BC7A4F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969" y="32112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线连接符 31">
                <a:extLst>
                  <a:ext uri="{FF2B5EF4-FFF2-40B4-BE49-F238E27FC236}">
                    <a16:creationId xmlns:a16="http://schemas.microsoft.com/office/drawing/2014/main" id="{5849AF3E-6F37-371A-148B-D0330A7214D4}"/>
                  </a:ext>
                </a:extLst>
              </p:cNvPr>
              <p:cNvCxnSpPr/>
              <p:nvPr/>
            </p:nvCxnSpPr>
            <p:spPr>
              <a:xfrm>
                <a:off x="3546764" y="2746168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线连接符 32">
                <a:extLst>
                  <a:ext uri="{FF2B5EF4-FFF2-40B4-BE49-F238E27FC236}">
                    <a16:creationId xmlns:a16="http://schemas.microsoft.com/office/drawing/2014/main" id="{3E3948E8-D491-C808-6C37-AFD697A33F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3439" y="2423555"/>
                <a:ext cx="182484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线连接符 33">
                <a:extLst>
                  <a:ext uri="{FF2B5EF4-FFF2-40B4-BE49-F238E27FC236}">
                    <a16:creationId xmlns:a16="http://schemas.microsoft.com/office/drawing/2014/main" id="{83784C18-5468-530D-C371-1076D588EB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22088" y="2725384"/>
                <a:ext cx="1224333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线连接符 36">
                <a:extLst>
                  <a:ext uri="{FF2B5EF4-FFF2-40B4-BE49-F238E27FC236}">
                    <a16:creationId xmlns:a16="http://schemas.microsoft.com/office/drawing/2014/main" id="{56021CC7-41EB-71B4-7A37-410580DCA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5163" y="2423555"/>
                <a:ext cx="4346369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连接符 38">
                <a:extLst>
                  <a:ext uri="{FF2B5EF4-FFF2-40B4-BE49-F238E27FC236}">
                    <a16:creationId xmlns:a16="http://schemas.microsoft.com/office/drawing/2014/main" id="{20DC635F-EA8D-DC5B-C8E3-4462666DC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5786" y="2938152"/>
                <a:ext cx="1224333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线连接符 39">
                <a:extLst>
                  <a:ext uri="{FF2B5EF4-FFF2-40B4-BE49-F238E27FC236}">
                    <a16:creationId xmlns:a16="http://schemas.microsoft.com/office/drawing/2014/main" id="{54028081-DB19-A854-61D7-DF341EA021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3833" y="3214252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连接符 41">
                <a:extLst>
                  <a:ext uri="{FF2B5EF4-FFF2-40B4-BE49-F238E27FC236}">
                    <a16:creationId xmlns:a16="http://schemas.microsoft.com/office/drawing/2014/main" id="{C248D3E9-8B7D-6A95-31F3-916928EC7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33229" y="3446810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线连接符 42">
                <a:extLst>
                  <a:ext uri="{FF2B5EF4-FFF2-40B4-BE49-F238E27FC236}">
                    <a16:creationId xmlns:a16="http://schemas.microsoft.com/office/drawing/2014/main" id="{1FBF92DB-4EEF-E548-E9AB-55A69FD79304}"/>
                  </a:ext>
                </a:extLst>
              </p:cNvPr>
              <p:cNvCxnSpPr/>
              <p:nvPr/>
            </p:nvCxnSpPr>
            <p:spPr>
              <a:xfrm>
                <a:off x="4719854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线连接符 43">
                <a:extLst>
                  <a:ext uri="{FF2B5EF4-FFF2-40B4-BE49-F238E27FC236}">
                    <a16:creationId xmlns:a16="http://schemas.microsoft.com/office/drawing/2014/main" id="{572F0080-49D6-CD78-56B0-9DB57D7543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8144" y="3669475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线连接符 44">
                <a:extLst>
                  <a:ext uri="{FF2B5EF4-FFF2-40B4-BE49-F238E27FC236}">
                    <a16:creationId xmlns:a16="http://schemas.microsoft.com/office/drawing/2014/main" id="{3CE7DEDD-B3E2-6CC8-BAF6-501415214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5578" y="2924297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线连接符 45">
                <a:extLst>
                  <a:ext uri="{FF2B5EF4-FFF2-40B4-BE49-F238E27FC236}">
                    <a16:creationId xmlns:a16="http://schemas.microsoft.com/office/drawing/2014/main" id="{7F76BBB9-C000-77AB-6242-85AD20246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5453" y="2725384"/>
                <a:ext cx="1494990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线连接符 46">
                <a:extLst>
                  <a:ext uri="{FF2B5EF4-FFF2-40B4-BE49-F238E27FC236}">
                    <a16:creationId xmlns:a16="http://schemas.microsoft.com/office/drawing/2014/main" id="{B7D85555-4FE7-6FA7-DC02-6A9F5FBBF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21453" y="3201389"/>
                <a:ext cx="83798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线连接符 48">
                <a:extLst>
                  <a:ext uri="{FF2B5EF4-FFF2-40B4-BE49-F238E27FC236}">
                    <a16:creationId xmlns:a16="http://schemas.microsoft.com/office/drawing/2014/main" id="{0F1248D4-D04B-57C2-00F5-70EF3518E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78222" y="3211284"/>
                <a:ext cx="83798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线连接符 49">
                <a:extLst>
                  <a:ext uri="{FF2B5EF4-FFF2-40B4-BE49-F238E27FC236}">
                    <a16:creationId xmlns:a16="http://schemas.microsoft.com/office/drawing/2014/main" id="{BDF611B6-BC28-A7A1-0108-5B3B854A9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21453" y="3446810"/>
                <a:ext cx="1883192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线连接符 51">
                <a:extLst>
                  <a:ext uri="{FF2B5EF4-FFF2-40B4-BE49-F238E27FC236}">
                    <a16:creationId xmlns:a16="http://schemas.microsoft.com/office/drawing/2014/main" id="{17A4C35B-E6C0-6552-4AE0-D74C8C490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724" y="3669475"/>
                <a:ext cx="1484416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线连接符 53">
                <a:extLst>
                  <a:ext uri="{FF2B5EF4-FFF2-40B4-BE49-F238E27FC236}">
                    <a16:creationId xmlns:a16="http://schemas.microsoft.com/office/drawing/2014/main" id="{8EBE6A5A-CA02-4F1A-1D14-A46F16BF1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974" y="3658586"/>
                <a:ext cx="597725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线连接符 55">
                <a:extLst>
                  <a:ext uri="{FF2B5EF4-FFF2-40B4-BE49-F238E27FC236}">
                    <a16:creationId xmlns:a16="http://schemas.microsoft.com/office/drawing/2014/main" id="{71154CE6-CFA4-260B-76D9-E860FF0C04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0229" y="2720438"/>
                <a:ext cx="2103911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E69404B-285C-DCAB-FAAD-BD164C07BC43}"/>
                </a:ext>
              </a:extLst>
            </p:cNvPr>
            <p:cNvSpPr/>
            <p:nvPr/>
          </p:nvSpPr>
          <p:spPr>
            <a:xfrm>
              <a:off x="551799" y="1072245"/>
              <a:ext cx="2630781" cy="43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Copy</a:t>
              </a:r>
              <a:endParaRPr kumimoji="1" lang="zh-CN" altLang="en-US" dirty="0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8208814-BA77-6183-B2C6-27F49DCE1FB2}"/>
                </a:ext>
              </a:extLst>
            </p:cNvPr>
            <p:cNvSpPr/>
            <p:nvPr/>
          </p:nvSpPr>
          <p:spPr>
            <a:xfrm>
              <a:off x="3182581" y="1072245"/>
              <a:ext cx="6539330" cy="43196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System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Log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7496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6ED0E-7FD9-27D1-4F8A-9457E4A9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A6D4A5B-C13F-FB21-5F44-F19A2C106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394140"/>
              </p:ext>
            </p:extLst>
          </p:nvPr>
        </p:nvGraphicFramePr>
        <p:xfrm>
          <a:off x="1640113" y="1408434"/>
          <a:ext cx="2880000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9807272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834797370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最快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99522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最慢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18841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DA312F98-2A6C-6E69-B268-14BA1675CD8A}"/>
              </a:ext>
            </a:extLst>
          </p:cNvPr>
          <p:cNvSpPr txBox="1"/>
          <p:nvPr/>
        </p:nvSpPr>
        <p:spPr>
          <a:xfrm>
            <a:off x="1761067" y="948267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560409-4599-0FFF-355C-6C5095E39979}"/>
              </a:ext>
            </a:extLst>
          </p:cNvPr>
          <p:cNvSpPr txBox="1"/>
          <p:nvPr/>
        </p:nvSpPr>
        <p:spPr>
          <a:xfrm>
            <a:off x="3414889" y="948267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745C13D-AE22-7B1F-1ABF-E43390B8B7B0}"/>
              </a:ext>
            </a:extLst>
          </p:cNvPr>
          <p:cNvSpPr txBox="1"/>
          <p:nvPr/>
        </p:nvSpPr>
        <p:spPr>
          <a:xfrm>
            <a:off x="395111" y="1947334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83F850-DA06-4DF6-CC6F-8D9BCBCB6650}"/>
              </a:ext>
            </a:extLst>
          </p:cNvPr>
          <p:cNvSpPr txBox="1"/>
          <p:nvPr/>
        </p:nvSpPr>
        <p:spPr>
          <a:xfrm>
            <a:off x="589875" y="3228945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62AE799-2926-6599-7DAB-1E7484CEE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978692"/>
              </p:ext>
            </p:extLst>
          </p:nvPr>
        </p:nvGraphicFramePr>
        <p:xfrm>
          <a:off x="7019268" y="1408434"/>
          <a:ext cx="2880000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9807272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834797370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99522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18841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0940C60C-6860-58A3-33F8-7CEF83097C52}"/>
              </a:ext>
            </a:extLst>
          </p:cNvPr>
          <p:cNvSpPr txBox="1"/>
          <p:nvPr/>
        </p:nvSpPr>
        <p:spPr>
          <a:xfrm>
            <a:off x="7140222" y="948267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DB4EAB-7108-3004-1CB4-DB243D136424}"/>
              </a:ext>
            </a:extLst>
          </p:cNvPr>
          <p:cNvSpPr txBox="1"/>
          <p:nvPr/>
        </p:nvSpPr>
        <p:spPr>
          <a:xfrm>
            <a:off x="8794044" y="948267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6613BEA-4AF2-1FBC-F372-458BEB96D556}"/>
              </a:ext>
            </a:extLst>
          </p:cNvPr>
          <p:cNvSpPr txBox="1"/>
          <p:nvPr/>
        </p:nvSpPr>
        <p:spPr>
          <a:xfrm>
            <a:off x="5774266" y="1947334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42633E-1D8D-D676-670F-D8552A6F1F9F}"/>
              </a:ext>
            </a:extLst>
          </p:cNvPr>
          <p:cNvSpPr txBox="1"/>
          <p:nvPr/>
        </p:nvSpPr>
        <p:spPr>
          <a:xfrm>
            <a:off x="5969030" y="3228945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931F9B-4F65-B390-DC3D-A041A35CD061}"/>
              </a:ext>
            </a:extLst>
          </p:cNvPr>
          <p:cNvSpPr txBox="1"/>
          <p:nvPr/>
        </p:nvSpPr>
        <p:spPr>
          <a:xfrm>
            <a:off x="2474819" y="45268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读写性能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15762F3-BD27-A137-A4DA-E259479CF665}"/>
              </a:ext>
            </a:extLst>
          </p:cNvPr>
          <p:cNvSpPr txBox="1"/>
          <p:nvPr/>
        </p:nvSpPr>
        <p:spPr>
          <a:xfrm>
            <a:off x="7549403" y="4526845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日志</a:t>
            </a:r>
            <a:r>
              <a:rPr kumimoji="1" lang="en-US" altLang="zh-CN" sz="2000" dirty="0"/>
              <a:t>/</a:t>
            </a:r>
            <a:r>
              <a:rPr kumimoji="1" lang="zh-CN" altLang="en-US" sz="2000" dirty="0"/>
              <a:t>恢复策略</a:t>
            </a:r>
          </a:p>
        </p:txBody>
      </p:sp>
    </p:spTree>
    <p:extLst>
      <p:ext uri="{BB962C8B-B14F-4D97-AF65-F5344CB8AC3E}">
        <p14:creationId xmlns:p14="http://schemas.microsoft.com/office/powerpoint/2010/main" val="17787019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DF8D-136A-5192-3FAA-04AED763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7044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2AF55-81A4-6066-A32A-63C386DD4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1926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555CE-2C18-39D2-9D78-4C5FD59B0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822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24412</TotalTime>
  <Words>2012</Words>
  <Application>Microsoft Macintosh PowerPoint</Application>
  <PresentationFormat>宽屏</PresentationFormat>
  <Paragraphs>787</Paragraphs>
  <Slides>39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9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367</cp:revision>
  <dcterms:created xsi:type="dcterms:W3CDTF">2025-11-27T12:59:36Z</dcterms:created>
  <dcterms:modified xsi:type="dcterms:W3CDTF">2026-08-01T08:12:08Z</dcterms:modified>
</cp:coreProperties>
</file>