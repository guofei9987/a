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377" r:id="rId29"/>
    <p:sldId id="273" r:id="rId30"/>
    <p:sldId id="274" r:id="rId31"/>
    <p:sldId id="275" r:id="rId32"/>
    <p:sldId id="276" r:id="rId33"/>
    <p:sldId id="277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0"/>
    <p:restoredTop sz="96405"/>
  </p:normalViewPr>
  <p:slideViewPr>
    <p:cSldViewPr snapToGrid="0">
      <p:cViewPr>
        <p:scale>
          <a:sx n="89" d="100"/>
          <a:sy n="89" d="100"/>
        </p:scale>
        <p:origin x="1072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592302"/>
              </p:ext>
            </p:extLst>
          </p:nvPr>
        </p:nvGraphicFramePr>
        <p:xfrm>
          <a:off x="7734214" y="1858035"/>
          <a:ext cx="2900597" cy="3711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2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057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 algn="l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(系1的)记录</a:t>
                      </a: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048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80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1的教师1的)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记录</a:t>
                      </a:r>
                      <a:endParaRPr lang="en-US" sz="1600" b="1" kern="1200" spc="-20" dirty="0">
                        <a:solidFill>
                          <a:schemeClr val="tx1"/>
                        </a:solidFill>
                        <a:latin typeface="SimHei" panose="02010609060101010101" pitchFamily="49" charset="-122"/>
                        <a:ea typeface="SimHei" panose="02010609060101010101" pitchFamily="49" charset="-122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278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7780" lvl="0" indent="0" algn="l" defTabSz="914400" rtl="0" eaLnBrk="1" fontAlgn="auto" latinLnBrk="0" hangingPunct="1">
                        <a:lnSpc>
                          <a:spcPts val="1895"/>
                        </a:lnSpc>
                        <a:spcBef>
                          <a:spcPts val="4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1的教师2的)记录</a:t>
                      </a: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1115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54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1的教师3的)记录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(系2的)记录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16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2的教师5的)记录</a:t>
                      </a: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54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795"/>
                        </a:lnSpc>
                        <a:spcBef>
                          <a:spcPts val="5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2的教师8的)记录</a:t>
                      </a: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(系4的)记录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381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651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4的教师6的)记录</a:t>
                      </a: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l" defTabSz="914400" rtl="0" eaLnBrk="1" fontAlgn="auto" latinLnBrk="0" hangingPunct="1">
                        <a:lnSpc>
                          <a:spcPts val="177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4的教师9的)记录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141445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 dirty="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 dirty="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441166"/>
              </p:ext>
            </p:extLst>
          </p:nvPr>
        </p:nvGraphicFramePr>
        <p:xfrm>
          <a:off x="854363" y="1260765"/>
          <a:ext cx="2512292" cy="42542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993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4738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734440"/>
              </p:ext>
            </p:extLst>
          </p:nvPr>
        </p:nvGraphicFramePr>
        <p:xfrm>
          <a:off x="4248727" y="1260764"/>
          <a:ext cx="2512292" cy="44158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607745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0774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7510361"/>
              </p:ext>
            </p:extLst>
          </p:nvPr>
        </p:nvGraphicFramePr>
        <p:xfrm>
          <a:off x="7643091" y="1260764"/>
          <a:ext cx="2512292" cy="44713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63084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63084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FE7D8C8-E203-3BDC-9CAA-34AADF8A0BFF}"/>
              </a:ext>
            </a:extLst>
          </p:cNvPr>
          <p:cNvGrpSpPr/>
          <p:nvPr/>
        </p:nvGrpSpPr>
        <p:grpSpPr>
          <a:xfrm>
            <a:off x="1828800" y="1146148"/>
            <a:ext cx="8758719" cy="1387778"/>
            <a:chOff x="1828800" y="1146148"/>
            <a:chExt cx="8758719" cy="1387778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C858476-5937-B873-2F8B-89553100F0C7}"/>
                </a:ext>
              </a:extLst>
            </p:cNvPr>
            <p:cNvSpPr/>
            <p:nvPr/>
          </p:nvSpPr>
          <p:spPr>
            <a:xfrm>
              <a:off x="1828800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120E90F-6735-F312-4B91-D33C93B90557}"/>
                </a:ext>
              </a:extLst>
            </p:cNvPr>
            <p:cNvSpPr/>
            <p:nvPr/>
          </p:nvSpPr>
          <p:spPr>
            <a:xfrm>
              <a:off x="3214099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5B26AEB9-48BE-6B1A-3AC2-060A9BD959E3}"/>
                </a:ext>
              </a:extLst>
            </p:cNvPr>
            <p:cNvSpPr/>
            <p:nvPr/>
          </p:nvSpPr>
          <p:spPr>
            <a:xfrm>
              <a:off x="4599398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直线箭头连接符 11">
              <a:extLst>
                <a:ext uri="{FF2B5EF4-FFF2-40B4-BE49-F238E27FC236}">
                  <a16:creationId xmlns:a16="http://schemas.microsoft.com/office/drawing/2014/main" id="{E92F6033-3716-9A74-B2BE-82423D81E81C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 flipV="1">
              <a:off x="2517169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2B47F3A7-BBB5-672B-670D-56088989033D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 flipV="1">
              <a:off x="3902468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4C24A2A-EA94-BE1F-70E3-C53D76EABE70}"/>
                </a:ext>
              </a:extLst>
            </p:cNvPr>
            <p:cNvSpPr txBox="1"/>
            <p:nvPr/>
          </p:nvSpPr>
          <p:spPr>
            <a:xfrm>
              <a:off x="2691548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9F848F-27E3-B79E-D101-6D21BF11F0B7}"/>
                </a:ext>
              </a:extLst>
            </p:cNvPr>
            <p:cNvSpPr txBox="1"/>
            <p:nvPr/>
          </p:nvSpPr>
          <p:spPr>
            <a:xfrm>
              <a:off x="4081127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663F7779-3F4C-CA5E-F0F2-1C9A2571C369}"/>
                </a:ext>
              </a:extLst>
            </p:cNvPr>
            <p:cNvSpPr/>
            <p:nvPr/>
          </p:nvSpPr>
          <p:spPr>
            <a:xfrm>
              <a:off x="7128552" y="1202076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1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1A974A0-72DF-6064-2A1F-20EF1332BBA0}"/>
                </a:ext>
              </a:extLst>
            </p:cNvPr>
            <p:cNvSpPr/>
            <p:nvPr/>
          </p:nvSpPr>
          <p:spPr>
            <a:xfrm>
              <a:off x="8513851" y="1202075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2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E4AE29E-4698-0D42-752E-A47A798AABF0}"/>
                </a:ext>
              </a:extLst>
            </p:cNvPr>
            <p:cNvSpPr/>
            <p:nvPr/>
          </p:nvSpPr>
          <p:spPr>
            <a:xfrm>
              <a:off x="9899150" y="1202074"/>
              <a:ext cx="688369" cy="6883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800" b="1" dirty="0">
                  <a:solidFill>
                    <a:schemeClr val="tx1"/>
                  </a:solidFill>
                </a:rPr>
                <a:t>3</a:t>
              </a:r>
              <a:endParaRPr kumimoji="1"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3FC08BF3-2CA8-92D0-0E3A-E05AADD7A992}"/>
                </a:ext>
              </a:extLst>
            </p:cNvPr>
            <p:cNvCxnSpPr>
              <a:stCxn id="18" idx="6"/>
              <a:endCxn id="19" idx="2"/>
            </p:cNvCxnSpPr>
            <p:nvPr/>
          </p:nvCxnSpPr>
          <p:spPr>
            <a:xfrm flipV="1">
              <a:off x="7816921" y="1546260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53C234B7-5260-34B5-C8ED-2588D4693115}"/>
                </a:ext>
              </a:extLst>
            </p:cNvPr>
            <p:cNvCxnSpPr>
              <a:cxnSpLocks/>
              <a:stCxn id="19" idx="6"/>
              <a:endCxn id="20" idx="2"/>
            </p:cNvCxnSpPr>
            <p:nvPr/>
          </p:nvCxnSpPr>
          <p:spPr>
            <a:xfrm flipV="1">
              <a:off x="9202220" y="1546259"/>
              <a:ext cx="69693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578CD0E-663A-5B65-897F-BBA5E7AFC8BD}"/>
                </a:ext>
              </a:extLst>
            </p:cNvPr>
            <p:cNvSpPr txBox="1"/>
            <p:nvPr/>
          </p:nvSpPr>
          <p:spPr>
            <a:xfrm>
              <a:off x="7991300" y="1146148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2B3EFA3-F3DB-A675-4E01-854EB6F40F2F}"/>
                </a:ext>
              </a:extLst>
            </p:cNvPr>
            <p:cNvSpPr txBox="1"/>
            <p:nvPr/>
          </p:nvSpPr>
          <p:spPr>
            <a:xfrm>
              <a:off x="9380879" y="1146148"/>
              <a:ext cx="3481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A</a:t>
              </a:r>
              <a:endParaRPr kumimoji="1" lang="zh-CN" altLang="en-US" sz="2000" dirty="0"/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EE2A6976-2D81-00F1-B2FC-E5D01A25C5EC}"/>
                </a:ext>
              </a:extLst>
            </p:cNvPr>
            <p:cNvCxnSpPr>
              <a:stCxn id="19" idx="3"/>
              <a:endCxn id="18" idx="5"/>
            </p:cNvCxnSpPr>
            <p:nvPr/>
          </p:nvCxnSpPr>
          <p:spPr>
            <a:xfrm rot="5400000">
              <a:off x="8165386" y="1340361"/>
              <a:ext cx="1" cy="898548"/>
            </a:xfrm>
            <a:prstGeom prst="curvedConnector3">
              <a:avLst>
                <a:gd name="adj1" fmla="val 3294100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506748DC-11E8-9987-9BB0-23B696681FA2}"/>
                </a:ext>
              </a:extLst>
            </p:cNvPr>
            <p:cNvSpPr txBox="1"/>
            <p:nvPr/>
          </p:nvSpPr>
          <p:spPr>
            <a:xfrm>
              <a:off x="8001719" y="2133816"/>
              <a:ext cx="3273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/>
                <a:t>B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60537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91DEEAD-20B0-8575-5211-A90A9826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302899"/>
              </p:ext>
            </p:extLst>
          </p:nvPr>
        </p:nvGraphicFramePr>
        <p:xfrm>
          <a:off x="340617" y="523220"/>
          <a:ext cx="4205982" cy="48193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684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  <a:p>
                      <a:r>
                        <a:rPr lang="en-US" altLang="zh-CN" dirty="0"/>
                        <a:t>L(B);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9742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 </a:t>
                      </a:r>
                      <a:r>
                        <a:rPr lang="zh-CN" altLang="en-US" b="1" dirty="0">
                          <a:solidFill>
                            <a:srgbClr val="FF0000"/>
                          </a:solidFill>
                        </a:rPr>
                        <a:t>拒绝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92110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13492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10179F7-A1EA-6889-18BA-327828E26682}"/>
              </a:ext>
            </a:extLst>
          </p:cNvPr>
          <p:cNvSpPr txBox="1"/>
          <p:nvPr/>
        </p:nvSpPr>
        <p:spPr>
          <a:xfrm>
            <a:off x="555912" y="0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用锁保证冲突可串行性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30D89B0-6D23-30C5-A753-EC87C3365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5608885"/>
              </p:ext>
            </p:extLst>
          </p:nvPr>
        </p:nvGraphicFramePr>
        <p:xfrm>
          <a:off x="5693063" y="523221"/>
          <a:ext cx="4205982" cy="4963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2991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2102991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52066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22632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246446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</a:t>
                      </a:r>
                    </a:p>
                    <a:p>
                      <a:endParaRPr lang="en-US" altLang="zh-CN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801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L(B);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BA3331A-C2B5-A9D2-C69E-72FE42FA7292}"/>
              </a:ext>
            </a:extLst>
          </p:cNvPr>
          <p:cNvSpPr txBox="1"/>
          <p:nvPr/>
        </p:nvSpPr>
        <p:spPr>
          <a:xfrm>
            <a:off x="5369749" y="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用锁无法保证的冲突可串行性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2884256-E64D-B36F-4030-ED67F2A76B89}"/>
              </a:ext>
            </a:extLst>
          </p:cNvPr>
          <p:cNvSpPr/>
          <p:nvPr/>
        </p:nvSpPr>
        <p:spPr>
          <a:xfrm>
            <a:off x="1346200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0877F0C-88FB-8706-F787-E8C0CD7A81F0}"/>
              </a:ext>
            </a:extLst>
          </p:cNvPr>
          <p:cNvSpPr/>
          <p:nvPr/>
        </p:nvSpPr>
        <p:spPr>
          <a:xfrm>
            <a:off x="2443609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31F7752-C425-854E-1EC6-2FE1AA4DAD27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968500" y="594360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6CFD9577-FE8D-4458-7722-BABFB95DEAE8}"/>
              </a:ext>
            </a:extLst>
          </p:cNvPr>
          <p:cNvSpPr/>
          <p:nvPr/>
        </p:nvSpPr>
        <p:spPr>
          <a:xfrm>
            <a:off x="6698645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61511D2-DE0F-EBE7-DEC7-0DFF31C29A2A}"/>
              </a:ext>
            </a:extLst>
          </p:cNvPr>
          <p:cNvSpPr/>
          <p:nvPr/>
        </p:nvSpPr>
        <p:spPr>
          <a:xfrm>
            <a:off x="7796054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7608C45-F224-ACC3-507F-E74D13883C5C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7320945" y="606808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>
            <a:extLst>
              <a:ext uri="{FF2B5EF4-FFF2-40B4-BE49-F238E27FC236}">
                <a16:creationId xmlns:a16="http://schemas.microsoft.com/office/drawing/2014/main" id="{E3AF4456-97DF-3BAF-B993-FAA107F1CF72}"/>
              </a:ext>
            </a:extLst>
          </p:cNvPr>
          <p:cNvCxnSpPr>
            <a:stCxn id="14" idx="3"/>
            <a:endCxn id="13" idx="5"/>
          </p:cNvCxnSpPr>
          <p:nvPr/>
        </p:nvCxnSpPr>
        <p:spPr>
          <a:xfrm rot="5400000">
            <a:off x="7558500" y="5959408"/>
            <a:ext cx="12700" cy="657377"/>
          </a:xfrm>
          <a:prstGeom prst="curvedConnector3">
            <a:avLst>
              <a:gd name="adj1" fmla="val 2517591"/>
            </a:avLst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1">
            <a:extLst>
              <a:ext uri="{FF2B5EF4-FFF2-40B4-BE49-F238E27FC236}">
                <a16:creationId xmlns:a16="http://schemas.microsoft.com/office/drawing/2014/main" id="{1140A798-1CFD-5F5C-002D-555A3C323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927216"/>
              </p:ext>
            </p:extLst>
          </p:nvPr>
        </p:nvGraphicFramePr>
        <p:xfrm>
          <a:off x="113344" y="705464"/>
          <a:ext cx="5776594" cy="15792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4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530225">
                        <a:lnSpc>
                          <a:spcPct val="100000"/>
                        </a:lnSpc>
                        <a:spcBef>
                          <a:spcPts val="1875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读锁写锁协议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3535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381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970">
                <a:tc rowSpan="2">
                  <a:txBody>
                    <a:bodyPr/>
                    <a:lstStyle/>
                    <a:p>
                      <a:pPr marL="467359" marR="207010" indent="-25400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3619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12">
            <a:extLst>
              <a:ext uri="{FF2B5EF4-FFF2-40B4-BE49-F238E27FC236}">
                <a16:creationId xmlns:a16="http://schemas.microsoft.com/office/drawing/2014/main" id="{64EA2AF3-03BF-49C2-2B62-2E6CFB58C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741843"/>
              </p:ext>
            </p:extLst>
          </p:nvPr>
        </p:nvGraphicFramePr>
        <p:xfrm>
          <a:off x="6203630" y="705464"/>
          <a:ext cx="5782308" cy="20059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3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2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4970">
                <a:tc rowSpan="2" gridSpan="2">
                  <a:txBody>
                    <a:bodyPr/>
                    <a:lstStyle/>
                    <a:p>
                      <a:pPr marL="614045">
                        <a:lnSpc>
                          <a:spcPct val="100000"/>
                        </a:lnSpc>
                        <a:spcBef>
                          <a:spcPts val="1660"/>
                        </a:spcBef>
                      </a:pPr>
                      <a:r>
                        <a:rPr sz="2400" b="1" spc="-10" dirty="0">
                          <a:solidFill>
                            <a:srgbClr val="CC0000"/>
                          </a:solidFill>
                          <a:latin typeface="Lantinghei SC Heavy"/>
                          <a:cs typeface="Lantinghei SC Heavy"/>
                        </a:rPr>
                        <a:t>更新锁协议</a:t>
                      </a:r>
                      <a:endParaRPr sz="24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 marL="98107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申请的锁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7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21082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row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  <a:p>
                      <a:pPr marL="446405" marR="184785" indent="-2540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b="1" spc="-30" dirty="0">
                          <a:latin typeface="Lantinghei SC Heavy"/>
                          <a:cs typeface="Lantinghei SC Heavy"/>
                        </a:rPr>
                        <a:t>持有锁的</a:t>
                      </a:r>
                      <a:r>
                        <a:rPr sz="2000" b="1" spc="-35" dirty="0">
                          <a:latin typeface="Lantinghei SC Heavy"/>
                          <a:cs typeface="Lantinghei SC Heavy"/>
                        </a:rPr>
                        <a:t>模式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450" dirty="0">
                          <a:latin typeface="Lantinghei SC Heavy"/>
                          <a:cs typeface="Lantinghei SC Heavy"/>
                        </a:rPr>
                        <a:t>S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是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35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425" dirty="0">
                          <a:latin typeface="Lantinghei SC Heavy"/>
                          <a:cs typeface="Lantinghei SC Heavy"/>
                        </a:rPr>
                        <a:t>X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3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305" dirty="0">
                          <a:latin typeface="Lantinghei SC Heavy"/>
                          <a:cs typeface="Lantinghei SC Heavy"/>
                        </a:rPr>
                        <a:t>U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b="1" spc="-50" dirty="0">
                          <a:latin typeface="Lantinghei SC Heavy"/>
                          <a:cs typeface="Lantinghei SC Heavy"/>
                        </a:rPr>
                        <a:t>否</a:t>
                      </a:r>
                      <a:endParaRPr sz="20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44CBFF9D-A464-BF7A-EE8C-AF2BF4F84384}"/>
              </a:ext>
            </a:extLst>
          </p:cNvPr>
          <p:cNvGrpSpPr/>
          <p:nvPr/>
        </p:nvGrpSpPr>
        <p:grpSpPr>
          <a:xfrm>
            <a:off x="1022499" y="702709"/>
            <a:ext cx="8409685" cy="4024618"/>
            <a:chOff x="1022499" y="702709"/>
            <a:chExt cx="8409685" cy="4024618"/>
          </a:xfrm>
        </p:grpSpPr>
        <p:grpSp>
          <p:nvGrpSpPr>
            <p:cNvPr id="4" name="object 4">
              <a:extLst>
                <a:ext uri="{FF2B5EF4-FFF2-40B4-BE49-F238E27FC236}">
                  <a16:creationId xmlns:a16="http://schemas.microsoft.com/office/drawing/2014/main" id="{AA9D97A1-42CC-9F26-5845-1DD7A7FE1FF1}"/>
                </a:ext>
              </a:extLst>
            </p:cNvPr>
            <p:cNvGrpSpPr/>
            <p:nvPr/>
          </p:nvGrpSpPr>
          <p:grpSpPr>
            <a:xfrm>
              <a:off x="1028346" y="1895582"/>
              <a:ext cx="3429000" cy="176530"/>
              <a:chOff x="1141361" y="3200400"/>
              <a:chExt cx="3429000" cy="176530"/>
            </a:xfrm>
          </p:grpSpPr>
          <p:sp>
            <p:nvSpPr>
              <p:cNvPr id="5" name="object 5">
                <a:extLst>
                  <a:ext uri="{FF2B5EF4-FFF2-40B4-BE49-F238E27FC236}">
                    <a16:creationId xmlns:a16="http://schemas.microsoft.com/office/drawing/2014/main" id="{ADEB06BE-11A9-39F9-06E3-34FABB33902F}"/>
                  </a:ext>
                </a:extLst>
              </p:cNvPr>
              <p:cNvSpPr/>
              <p:nvPr/>
            </p:nvSpPr>
            <p:spPr>
              <a:xfrm>
                <a:off x="1141361" y="3262122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483B8BF6-6F0D-0218-990A-1A07E92B8932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6858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85800">
                    <a:moveTo>
                      <a:pt x="0" y="0"/>
                    </a:moveTo>
                    <a:lnTo>
                      <a:pt x="685800" y="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97189444-303E-CD7D-96A8-198B78FDFAC0}"/>
                  </a:ext>
                </a:extLst>
              </p:cNvPr>
              <p:cNvSpPr/>
              <p:nvPr/>
            </p:nvSpPr>
            <p:spPr>
              <a:xfrm>
                <a:off x="1369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2E957114-F7C4-47E8-5932-D21258F38894}"/>
                  </a:ext>
                </a:extLst>
              </p:cNvPr>
              <p:cNvSpPr/>
              <p:nvPr/>
            </p:nvSpPr>
            <p:spPr>
              <a:xfrm>
                <a:off x="25129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9" name="object 9">
                <a:extLst>
                  <a:ext uri="{FF2B5EF4-FFF2-40B4-BE49-F238E27FC236}">
                    <a16:creationId xmlns:a16="http://schemas.microsoft.com/office/drawing/2014/main" id="{5FDC5A81-F410-866B-08C9-4A7B3E7D4401}"/>
                  </a:ext>
                </a:extLst>
              </p:cNvPr>
              <p:cNvSpPr/>
              <p:nvPr/>
            </p:nvSpPr>
            <p:spPr>
              <a:xfrm>
                <a:off x="3198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AF976129-511C-9D8B-F369-7C16BF27C242}"/>
                  </a:ext>
                </a:extLst>
              </p:cNvPr>
              <p:cNvSpPr/>
              <p:nvPr/>
            </p:nvSpPr>
            <p:spPr>
              <a:xfrm>
                <a:off x="4341761" y="321945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23FC432-3396-486F-E884-63CD61FE4DB3}"/>
                </a:ext>
              </a:extLst>
            </p:cNvPr>
            <p:cNvSpPr txBox="1"/>
            <p:nvPr/>
          </p:nvSpPr>
          <p:spPr>
            <a:xfrm>
              <a:off x="1024024" y="1577320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6503C0A5-A187-F021-550F-1130907F0965}"/>
                </a:ext>
              </a:extLst>
            </p:cNvPr>
            <p:cNvSpPr txBox="1"/>
            <p:nvPr/>
          </p:nvSpPr>
          <p:spPr>
            <a:xfrm>
              <a:off x="1971184" y="139824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lang="en-US" altLang="zh-CN"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 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455018B-8CB1-3A45-3072-0214E23D81B8}"/>
                </a:ext>
              </a:extLst>
            </p:cNvPr>
            <p:cNvSpPr txBox="1"/>
            <p:nvPr/>
          </p:nvSpPr>
          <p:spPr>
            <a:xfrm>
              <a:off x="2874607" y="1398240"/>
              <a:ext cx="1697989" cy="4806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1789"/>
                </a:lnSpc>
                <a:spcBef>
                  <a:spcPts val="100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  <a:p>
              <a:pPr marL="682625">
                <a:lnSpc>
                  <a:spcPts val="1789"/>
                </a:lnSpc>
              </a:pP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8C8A8E29-5C8A-D5DC-E214-F08E7F238AF4}"/>
                </a:ext>
              </a:extLst>
            </p:cNvPr>
            <p:cNvSpPr txBox="1"/>
            <p:nvPr/>
          </p:nvSpPr>
          <p:spPr>
            <a:xfrm>
              <a:off x="1030118" y="702709"/>
              <a:ext cx="4184015" cy="3815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764"/>
                </a:spcBef>
              </a:pP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0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(0-</a:t>
              </a:r>
              <a:r>
                <a:rPr sz="2000" b="1" spc="-2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16" name="object 16">
              <a:extLst>
                <a:ext uri="{FF2B5EF4-FFF2-40B4-BE49-F238E27FC236}">
                  <a16:creationId xmlns:a16="http://schemas.microsoft.com/office/drawing/2014/main" id="{2BEAAA21-8CCE-BBFB-79B8-E72CA88E3272}"/>
                </a:ext>
              </a:extLst>
            </p:cNvPr>
            <p:cNvGrpSpPr/>
            <p:nvPr/>
          </p:nvGrpSpPr>
          <p:grpSpPr>
            <a:xfrm>
              <a:off x="5566818" y="1890248"/>
              <a:ext cx="3429000" cy="177165"/>
              <a:chOff x="5679833" y="3195066"/>
              <a:chExt cx="3429000" cy="177165"/>
            </a:xfrm>
          </p:grpSpPr>
          <p:sp>
            <p:nvSpPr>
              <p:cNvPr id="17" name="object 17">
                <a:extLst>
                  <a:ext uri="{FF2B5EF4-FFF2-40B4-BE49-F238E27FC236}">
                    <a16:creationId xmlns:a16="http://schemas.microsoft.com/office/drawing/2014/main" id="{C036B565-F6A8-2D7F-434C-09BE2CA24BE9}"/>
                  </a:ext>
                </a:extLst>
              </p:cNvPr>
              <p:cNvSpPr/>
              <p:nvPr/>
            </p:nvSpPr>
            <p:spPr>
              <a:xfrm>
                <a:off x="5679833" y="3257550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87" y="57150"/>
                    </a:moveTo>
                    <a:lnTo>
                      <a:pt x="3314687" y="0"/>
                    </a:lnTo>
                    <a:lnTo>
                      <a:pt x="3314687" y="38100"/>
                    </a:lnTo>
                    <a:lnTo>
                      <a:pt x="3333750" y="38100"/>
                    </a:lnTo>
                    <a:lnTo>
                      <a:pt x="3333750" y="104768"/>
                    </a:lnTo>
                    <a:lnTo>
                      <a:pt x="3428987" y="57150"/>
                    </a:lnTo>
                    <a:close/>
                  </a:path>
                  <a:path w="3429000" h="114300">
                    <a:moveTo>
                      <a:pt x="3333750" y="104768"/>
                    </a:moveTo>
                    <a:lnTo>
                      <a:pt x="3333750" y="76200"/>
                    </a:lnTo>
                    <a:lnTo>
                      <a:pt x="3314687" y="76200"/>
                    </a:lnTo>
                    <a:lnTo>
                      <a:pt x="3314687" y="114300"/>
                    </a:lnTo>
                    <a:lnTo>
                      <a:pt x="3333750" y="104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8" name="object 18">
                <a:extLst>
                  <a:ext uri="{FF2B5EF4-FFF2-40B4-BE49-F238E27FC236}">
                    <a16:creationId xmlns:a16="http://schemas.microsoft.com/office/drawing/2014/main" id="{77B5B934-F96C-04DB-E399-6262032DECDE}"/>
                  </a:ext>
                </a:extLst>
              </p:cNvPr>
              <p:cNvSpPr/>
              <p:nvPr/>
            </p:nvSpPr>
            <p:spPr>
              <a:xfrm>
                <a:off x="7065898" y="3214116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5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19" name="object 19">
                <a:extLst>
                  <a:ext uri="{FF2B5EF4-FFF2-40B4-BE49-F238E27FC236}">
                    <a16:creationId xmlns:a16="http://schemas.microsoft.com/office/drawing/2014/main" id="{831633F5-BE93-2A42-5D94-FB3389DD3E9C}"/>
                  </a:ext>
                </a:extLst>
              </p:cNvPr>
              <p:cNvSpPr/>
              <p:nvPr/>
            </p:nvSpPr>
            <p:spPr>
              <a:xfrm>
                <a:off x="5922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F384DDDB-5CC6-813E-14E4-3DC69B0A52CE}"/>
                  </a:ext>
                </a:extLst>
              </p:cNvPr>
              <p:cNvSpPr/>
              <p:nvPr/>
            </p:nvSpPr>
            <p:spPr>
              <a:xfrm>
                <a:off x="70659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8992ED97-93B1-933B-2CBB-2BE688C43A03}"/>
                  </a:ext>
                </a:extLst>
              </p:cNvPr>
              <p:cNvSpPr/>
              <p:nvPr/>
            </p:nvSpPr>
            <p:spPr>
              <a:xfrm>
                <a:off x="7751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3D82C7EE-D794-4322-92B6-4102570FD75A}"/>
                  </a:ext>
                </a:extLst>
              </p:cNvPr>
              <p:cNvSpPr/>
              <p:nvPr/>
            </p:nvSpPr>
            <p:spPr>
              <a:xfrm>
                <a:off x="8894711" y="3214116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4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B41D4749-E36F-BA27-0130-65DE9C0CC3AC}"/>
                </a:ext>
              </a:extLst>
            </p:cNvPr>
            <p:cNvSpPr txBox="1"/>
            <p:nvPr/>
          </p:nvSpPr>
          <p:spPr>
            <a:xfrm>
              <a:off x="5576974" y="1572739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CE958EC-4DB5-8FCC-6661-3701ACE5C3A9}"/>
                </a:ext>
              </a:extLst>
            </p:cNvPr>
            <p:cNvSpPr txBox="1"/>
            <p:nvPr/>
          </p:nvSpPr>
          <p:spPr>
            <a:xfrm>
              <a:off x="6524134" y="139290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3E9E30A0-319C-ED88-9865-37E8F010D3E3}"/>
                </a:ext>
              </a:extLst>
            </p:cNvPr>
            <p:cNvSpPr txBox="1"/>
            <p:nvPr/>
          </p:nvSpPr>
          <p:spPr>
            <a:xfrm>
              <a:off x="8097668" y="1408918"/>
              <a:ext cx="1203960" cy="464820"/>
            </a:xfrm>
            <a:prstGeom prst="rect">
              <a:avLst/>
            </a:prstGeom>
          </p:spPr>
          <p:txBody>
            <a:bodyPr vert="horz" wrap="square" lIns="0" tIns="61594" rIns="0" bIns="0" rtlCol="0">
              <a:spAutoFit/>
            </a:bodyPr>
            <a:lstStyle/>
            <a:p>
              <a:pPr marL="12700" marR="5080" indent="257175">
                <a:lnSpc>
                  <a:spcPct val="80000"/>
                </a:lnSpc>
                <a:spcBef>
                  <a:spcPts val="484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DB3794D6-A2EE-2C2B-59BC-703E01ECC870}"/>
                </a:ext>
              </a:extLst>
            </p:cNvPr>
            <p:cNvSpPr txBox="1"/>
            <p:nvPr/>
          </p:nvSpPr>
          <p:spPr>
            <a:xfrm>
              <a:off x="5628788" y="794746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1级协议</a:t>
              </a:r>
              <a:r>
                <a:rPr sz="2000" b="1" spc="-15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(1-</a:t>
              </a:r>
              <a:r>
                <a:rPr sz="2000" b="1" spc="-13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28" name="object 28">
              <a:extLst>
                <a:ext uri="{FF2B5EF4-FFF2-40B4-BE49-F238E27FC236}">
                  <a16:creationId xmlns:a16="http://schemas.microsoft.com/office/drawing/2014/main" id="{113F631A-E00D-BCCE-B304-36F80767191E}"/>
                </a:ext>
              </a:extLst>
            </p:cNvPr>
            <p:cNvGrpSpPr/>
            <p:nvPr/>
          </p:nvGrpSpPr>
          <p:grpSpPr>
            <a:xfrm>
              <a:off x="5632350" y="4230349"/>
              <a:ext cx="3429000" cy="190500"/>
              <a:chOff x="5745365" y="5535167"/>
              <a:chExt cx="3429000" cy="190500"/>
            </a:xfrm>
          </p:grpSpPr>
          <p:sp>
            <p:nvSpPr>
              <p:cNvPr id="29" name="object 29">
                <a:extLst>
                  <a:ext uri="{FF2B5EF4-FFF2-40B4-BE49-F238E27FC236}">
                    <a16:creationId xmlns:a16="http://schemas.microsoft.com/office/drawing/2014/main" id="{F65E3FDA-C81F-89BA-074F-6D1B914D3D0A}"/>
                  </a:ext>
                </a:extLst>
              </p:cNvPr>
              <p:cNvSpPr/>
              <p:nvPr/>
            </p:nvSpPr>
            <p:spPr>
              <a:xfrm>
                <a:off x="5745365" y="5611367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8999" y="57150"/>
                    </a:moveTo>
                    <a:lnTo>
                      <a:pt x="3314699" y="0"/>
                    </a:lnTo>
                    <a:lnTo>
                      <a:pt x="3314699" y="38100"/>
                    </a:lnTo>
                    <a:lnTo>
                      <a:pt x="3333750" y="38100"/>
                    </a:lnTo>
                    <a:lnTo>
                      <a:pt x="3333750" y="104774"/>
                    </a:lnTo>
                    <a:lnTo>
                      <a:pt x="3428999" y="57150"/>
                    </a:lnTo>
                    <a:close/>
                  </a:path>
                  <a:path w="3429000" h="114300">
                    <a:moveTo>
                      <a:pt x="3333750" y="104774"/>
                    </a:moveTo>
                    <a:lnTo>
                      <a:pt x="3333750" y="76200"/>
                    </a:lnTo>
                    <a:lnTo>
                      <a:pt x="3314699" y="76200"/>
                    </a:lnTo>
                    <a:lnTo>
                      <a:pt x="3314699" y="114300"/>
                    </a:lnTo>
                    <a:lnTo>
                      <a:pt x="3333750" y="10477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761C4E42-CBB4-5364-B5DC-BBDE0828851F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180721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807209" h="1904">
                    <a:moveTo>
                      <a:pt x="0" y="0"/>
                    </a:moveTo>
                    <a:lnTo>
                      <a:pt x="1806702" y="1523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7F8FEC61-F35F-8987-D845-1D74591903BD}"/>
                  </a:ext>
                </a:extLst>
              </p:cNvPr>
              <p:cNvSpPr/>
              <p:nvPr/>
            </p:nvSpPr>
            <p:spPr>
              <a:xfrm>
                <a:off x="5816993" y="5554217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D9E18153-9B59-C171-4EA6-89A2A128C66A}"/>
                  </a:ext>
                </a:extLst>
              </p:cNvPr>
              <p:cNvSpPr/>
              <p:nvPr/>
            </p:nvSpPr>
            <p:spPr>
              <a:xfrm>
                <a:off x="71169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3" name="object 33">
                <a:extLst>
                  <a:ext uri="{FF2B5EF4-FFF2-40B4-BE49-F238E27FC236}">
                    <a16:creationId xmlns:a16="http://schemas.microsoft.com/office/drawing/2014/main" id="{8A4ACAF4-98CC-34F0-6A54-B538D4441F63}"/>
                  </a:ext>
                </a:extLst>
              </p:cNvPr>
              <p:cNvSpPr/>
              <p:nvPr/>
            </p:nvSpPr>
            <p:spPr>
              <a:xfrm>
                <a:off x="7802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34" name="object 34">
                <a:extLst>
                  <a:ext uri="{FF2B5EF4-FFF2-40B4-BE49-F238E27FC236}">
                    <a16:creationId xmlns:a16="http://schemas.microsoft.com/office/drawing/2014/main" id="{735B4433-109D-50E5-347D-262A924545DE}"/>
                  </a:ext>
                </a:extLst>
              </p:cNvPr>
              <p:cNvSpPr/>
              <p:nvPr/>
            </p:nvSpPr>
            <p:spPr>
              <a:xfrm>
                <a:off x="8945765" y="5568695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E23A6F0A-6084-7391-AC32-CC71017D96FA}"/>
                </a:ext>
              </a:extLst>
            </p:cNvPr>
            <p:cNvSpPr txBox="1"/>
            <p:nvPr/>
          </p:nvSpPr>
          <p:spPr>
            <a:xfrm>
              <a:off x="5627255" y="3926566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3D0B4341-0F18-55F6-A4EE-110FB9B6D86A}"/>
                </a:ext>
              </a:extLst>
            </p:cNvPr>
            <p:cNvSpPr txBox="1"/>
            <p:nvPr/>
          </p:nvSpPr>
          <p:spPr>
            <a:xfrm>
              <a:off x="6575188" y="3747486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E3F38896-A6C2-3D5F-A51A-83CB4B498463}"/>
                </a:ext>
              </a:extLst>
            </p:cNvPr>
            <p:cNvSpPr txBox="1"/>
            <p:nvPr/>
          </p:nvSpPr>
          <p:spPr>
            <a:xfrm>
              <a:off x="8148722" y="3747486"/>
              <a:ext cx="1203325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5904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9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375A4D41-5DB9-A98C-2E3F-AB23E16E121C}"/>
                </a:ext>
              </a:extLst>
            </p:cNvPr>
            <p:cNvSpPr txBox="1"/>
            <p:nvPr/>
          </p:nvSpPr>
          <p:spPr>
            <a:xfrm>
              <a:off x="5679842" y="3177520"/>
              <a:ext cx="189928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7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3</a:t>
              </a:r>
              <a:r>
                <a:rPr sz="2400" b="1" spc="-1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1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(3-</a:t>
              </a:r>
              <a:r>
                <a:rPr sz="2000" b="1" spc="-17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LP)</a:t>
              </a:r>
              <a:endParaRPr sz="20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0" name="object 40">
              <a:extLst>
                <a:ext uri="{FF2B5EF4-FFF2-40B4-BE49-F238E27FC236}">
                  <a16:creationId xmlns:a16="http://schemas.microsoft.com/office/drawing/2014/main" id="{CA78B32E-ABBB-9C14-B27E-91A09F5BCB63}"/>
                </a:ext>
              </a:extLst>
            </p:cNvPr>
            <p:cNvGrpSpPr/>
            <p:nvPr/>
          </p:nvGrpSpPr>
          <p:grpSpPr>
            <a:xfrm>
              <a:off x="6540654" y="4332458"/>
              <a:ext cx="2345055" cy="166370"/>
              <a:chOff x="6653669" y="5637276"/>
              <a:chExt cx="2345055" cy="166370"/>
            </a:xfrm>
          </p:grpSpPr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FBC8D687-94DA-5680-5143-460EF1E85BA0}"/>
                  </a:ext>
                </a:extLst>
              </p:cNvPr>
              <p:cNvSpPr/>
              <p:nvPr/>
            </p:nvSpPr>
            <p:spPr>
              <a:xfrm>
                <a:off x="6672719" y="5756148"/>
                <a:ext cx="2306955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2306954" h="1904">
                    <a:moveTo>
                      <a:pt x="0" y="0"/>
                    </a:moveTo>
                    <a:lnTo>
                      <a:pt x="2306574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0ABB3A11-66BE-6261-7B60-5DE319BF95C3}"/>
                  </a:ext>
                </a:extLst>
              </p:cNvPr>
              <p:cNvSpPr/>
              <p:nvPr/>
            </p:nvSpPr>
            <p:spPr>
              <a:xfrm>
                <a:off x="6703961" y="565632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3" name="object 43">
                <a:extLst>
                  <a:ext uri="{FF2B5EF4-FFF2-40B4-BE49-F238E27FC236}">
                    <a16:creationId xmlns:a16="http://schemas.microsoft.com/office/drawing/2014/main" id="{F2F42D37-BC72-228B-D4FA-E5F582174A14}"/>
                  </a:ext>
                </a:extLst>
              </p:cNvPr>
              <p:cNvSpPr/>
              <p:nvPr/>
            </p:nvSpPr>
            <p:spPr>
              <a:xfrm>
                <a:off x="8118221" y="56845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94DE419D-00ED-F7EA-4CF0-E6784BF01AA2}"/>
                </a:ext>
              </a:extLst>
            </p:cNvPr>
            <p:cNvSpPr txBox="1"/>
            <p:nvPr/>
          </p:nvSpPr>
          <p:spPr>
            <a:xfrm>
              <a:off x="5631074" y="4454175"/>
              <a:ext cx="3801110" cy="24320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 marR="5080" indent="636270">
                <a:lnSpc>
                  <a:spcPct val="105900"/>
                </a:lnSpc>
                <a:spcBef>
                  <a:spcPts val="100"/>
                </a:spcBef>
                <a:tabLst>
                  <a:tab pos="2880360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3F530F3F-CF57-95C8-C68C-06D931D99CB3}"/>
                </a:ext>
              </a:extLst>
            </p:cNvPr>
            <p:cNvGrpSpPr/>
            <p:nvPr/>
          </p:nvGrpSpPr>
          <p:grpSpPr>
            <a:xfrm>
              <a:off x="1031394" y="4234922"/>
              <a:ext cx="3429000" cy="177165"/>
              <a:chOff x="1144409" y="5539740"/>
              <a:chExt cx="3429000" cy="177165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4ECD8F1F-C8B2-3BC4-C364-A1AC12475EBB}"/>
                  </a:ext>
                </a:extLst>
              </p:cNvPr>
              <p:cNvSpPr/>
              <p:nvPr/>
            </p:nvSpPr>
            <p:spPr>
              <a:xfrm>
                <a:off x="1144409" y="5602224"/>
                <a:ext cx="3429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14300">
                    <a:moveTo>
                      <a:pt x="3333750" y="76200"/>
                    </a:moveTo>
                    <a:lnTo>
                      <a:pt x="3333750" y="38100"/>
                    </a:lnTo>
                    <a:lnTo>
                      <a:pt x="0" y="38100"/>
                    </a:lnTo>
                    <a:lnTo>
                      <a:pt x="0" y="76200"/>
                    </a:lnTo>
                    <a:lnTo>
                      <a:pt x="3333750" y="76200"/>
                    </a:lnTo>
                    <a:close/>
                  </a:path>
                  <a:path w="3429000" h="114300">
                    <a:moveTo>
                      <a:pt x="3429000" y="57150"/>
                    </a:moveTo>
                    <a:lnTo>
                      <a:pt x="3314700" y="0"/>
                    </a:lnTo>
                    <a:lnTo>
                      <a:pt x="3314700" y="38100"/>
                    </a:lnTo>
                    <a:lnTo>
                      <a:pt x="3333750" y="38100"/>
                    </a:lnTo>
                    <a:lnTo>
                      <a:pt x="3333750" y="104775"/>
                    </a:lnTo>
                    <a:lnTo>
                      <a:pt x="3429000" y="57150"/>
                    </a:lnTo>
                    <a:close/>
                  </a:path>
                  <a:path w="3429000" h="114300">
                    <a:moveTo>
                      <a:pt x="3333750" y="104775"/>
                    </a:moveTo>
                    <a:lnTo>
                      <a:pt x="3333750" y="76200"/>
                    </a:lnTo>
                    <a:lnTo>
                      <a:pt x="3314700" y="76200"/>
                    </a:lnTo>
                    <a:lnTo>
                      <a:pt x="3314700" y="114300"/>
                    </a:lnTo>
                    <a:lnTo>
                      <a:pt x="3333750" y="1047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7E472E22-2E6B-FFF9-017B-53E5BE799620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1807210" cy="2540"/>
              </a:xfrm>
              <a:custGeom>
                <a:avLst/>
                <a:gdLst/>
                <a:ahLst/>
                <a:cxnLst/>
                <a:rect l="l" t="t" r="r" b="b"/>
                <a:pathLst>
                  <a:path w="1807210" h="2539">
                    <a:moveTo>
                      <a:pt x="0" y="0"/>
                    </a:moveTo>
                    <a:lnTo>
                      <a:pt x="1806702" y="2285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83D6F282-3F75-A711-66A2-452F0E07B168}"/>
                  </a:ext>
                </a:extLst>
              </p:cNvPr>
              <p:cNvSpPr/>
              <p:nvPr/>
            </p:nvSpPr>
            <p:spPr>
              <a:xfrm>
                <a:off x="1373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7C573EBB-74FA-C411-2D81-1CCC80CF7604}"/>
                  </a:ext>
                </a:extLst>
              </p:cNvPr>
              <p:cNvSpPr/>
              <p:nvPr/>
            </p:nvSpPr>
            <p:spPr>
              <a:xfrm>
                <a:off x="25160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7EDDBE03-18F4-C4B7-9C01-A4D42EE28F9B}"/>
                  </a:ext>
                </a:extLst>
              </p:cNvPr>
              <p:cNvSpPr/>
              <p:nvPr/>
            </p:nvSpPr>
            <p:spPr>
              <a:xfrm>
                <a:off x="3201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91133C16-3173-CDA2-B59E-EC003070088D}"/>
                  </a:ext>
                </a:extLst>
              </p:cNvPr>
              <p:cNvSpPr/>
              <p:nvPr/>
            </p:nvSpPr>
            <p:spPr>
              <a:xfrm>
                <a:off x="4344809" y="5558790"/>
                <a:ext cx="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h="100964">
                    <a:moveTo>
                      <a:pt x="0" y="100583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86530A09-A05E-AFAF-74CE-3EADF030FFC5}"/>
                </a:ext>
              </a:extLst>
            </p:cNvPr>
            <p:cNvSpPr txBox="1"/>
            <p:nvPr/>
          </p:nvSpPr>
          <p:spPr>
            <a:xfrm>
              <a:off x="1027073" y="3917413"/>
              <a:ext cx="799465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8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Begin</a:t>
              </a:r>
              <a:r>
                <a:rPr sz="1600" b="1" spc="60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A77287C1-BC29-E591-9D14-D124ED2D0C7F}"/>
                </a:ext>
              </a:extLst>
            </p:cNvPr>
            <p:cNvSpPr txBox="1"/>
            <p:nvPr/>
          </p:nvSpPr>
          <p:spPr>
            <a:xfrm>
              <a:off x="1975005" y="3737580"/>
              <a:ext cx="708660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15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4FCB199-7B53-F17A-F368-67714D9C9B37}"/>
                </a:ext>
              </a:extLst>
            </p:cNvPr>
            <p:cNvSpPr txBox="1"/>
            <p:nvPr/>
          </p:nvSpPr>
          <p:spPr>
            <a:xfrm>
              <a:off x="3547766" y="3737580"/>
              <a:ext cx="1203960" cy="480695"/>
            </a:xfrm>
            <a:prstGeom prst="rect">
              <a:avLst/>
            </a:prstGeom>
          </p:spPr>
          <p:txBody>
            <a:bodyPr vert="horz" wrap="square" lIns="0" tIns="47625" rIns="0" bIns="0" rtlCol="0">
              <a:spAutoFit/>
            </a:bodyPr>
            <a:lstStyle/>
            <a:p>
              <a:pPr marL="12700" marR="5080" indent="257175">
                <a:lnSpc>
                  <a:spcPts val="1660"/>
                </a:lnSpc>
                <a:spcBef>
                  <a:spcPts val="375"/>
                </a:spcBef>
              </a:pP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A </a:t>
              </a:r>
              <a:r>
                <a:rPr sz="1600" b="1" spc="-1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Commit</a:t>
              </a:r>
              <a:r>
                <a:rPr sz="1600" b="1" spc="7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85" dirty="0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T</a:t>
              </a:r>
              <a:endParaRPr sz="1600" b="1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52AF3AFC-EED5-C7A8-6E55-838DA57C4E9A}"/>
                </a:ext>
              </a:extLst>
            </p:cNvPr>
            <p:cNvSpPr txBox="1"/>
            <p:nvPr/>
          </p:nvSpPr>
          <p:spPr>
            <a:xfrm>
              <a:off x="1022499" y="3177520"/>
              <a:ext cx="1899285" cy="382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b="1" spc="-6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</a:t>
              </a:r>
              <a:r>
                <a:rPr sz="2400" b="1" spc="-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级协议</a:t>
              </a:r>
              <a:r>
                <a:rPr sz="20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(</a:t>
              </a:r>
              <a:r>
                <a:rPr lang="en-US" sz="2000" b="1" spc="-20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2-LP</a:t>
              </a:r>
              <a:r>
                <a:rPr sz="2000" b="1" spc="-185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)</a:t>
              </a:r>
              <a:endParaRPr sz="20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grpSp>
          <p:nvGrpSpPr>
            <p:cNvPr id="56" name="object 56">
              <a:extLst>
                <a:ext uri="{FF2B5EF4-FFF2-40B4-BE49-F238E27FC236}">
                  <a16:creationId xmlns:a16="http://schemas.microsoft.com/office/drawing/2014/main" id="{0C90F2A4-4BA3-0451-F709-227E378E12BB}"/>
                </a:ext>
              </a:extLst>
            </p:cNvPr>
            <p:cNvGrpSpPr/>
            <p:nvPr/>
          </p:nvGrpSpPr>
          <p:grpSpPr>
            <a:xfrm>
              <a:off x="1968654" y="4341602"/>
              <a:ext cx="1474470" cy="135255"/>
              <a:chOff x="2081669" y="5646420"/>
              <a:chExt cx="1474470" cy="135255"/>
            </a:xfrm>
          </p:grpSpPr>
          <p:sp>
            <p:nvSpPr>
              <p:cNvPr id="57" name="object 57">
                <a:extLst>
                  <a:ext uri="{FF2B5EF4-FFF2-40B4-BE49-F238E27FC236}">
                    <a16:creationId xmlns:a16="http://schemas.microsoft.com/office/drawing/2014/main" id="{97F86A15-7881-0A5F-F0B7-9602EBEDFADD}"/>
                  </a:ext>
                </a:extLst>
              </p:cNvPr>
              <p:cNvSpPr/>
              <p:nvPr/>
            </p:nvSpPr>
            <p:spPr>
              <a:xfrm>
                <a:off x="2100719" y="5760720"/>
                <a:ext cx="143637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1436370" h="1904">
                    <a:moveTo>
                      <a:pt x="0" y="0"/>
                    </a:moveTo>
                    <a:lnTo>
                      <a:pt x="1436370" y="1523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8" name="object 58">
                <a:extLst>
                  <a:ext uri="{FF2B5EF4-FFF2-40B4-BE49-F238E27FC236}">
                    <a16:creationId xmlns:a16="http://schemas.microsoft.com/office/drawing/2014/main" id="{2B44EDF4-5F70-C69A-0C6A-2027ED1BF72A}"/>
                  </a:ext>
                </a:extLst>
              </p:cNvPr>
              <p:cNvSpPr/>
              <p:nvPr/>
            </p:nvSpPr>
            <p:spPr>
              <a:xfrm>
                <a:off x="2103767" y="5646420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3333CC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B4BA96DD-6CD7-7844-5273-610C0276CEE9}"/>
                  </a:ext>
                </a:extLst>
              </p:cNvPr>
              <p:cNvSpPr/>
              <p:nvPr/>
            </p:nvSpPr>
            <p:spPr>
              <a:xfrm>
                <a:off x="3518039" y="5675376"/>
                <a:ext cx="0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h="100329">
                    <a:moveTo>
                      <a:pt x="0" y="99822"/>
                    </a:moveTo>
                    <a:lnTo>
                      <a:pt x="0" y="0"/>
                    </a:lnTo>
                  </a:path>
                </a:pathLst>
              </a:custGeom>
              <a:ln w="381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b="1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68119738-34D1-D2C5-18F5-BA8702DF7CBC}"/>
                </a:ext>
              </a:extLst>
            </p:cNvPr>
            <p:cNvSpPr txBox="1"/>
            <p:nvPr/>
          </p:nvSpPr>
          <p:spPr>
            <a:xfrm>
              <a:off x="1030118" y="4454175"/>
              <a:ext cx="3684270" cy="273152"/>
            </a:xfrm>
            <a:prstGeom prst="rect">
              <a:avLst/>
            </a:prstGeom>
          </p:spPr>
          <p:txBody>
            <a:bodyPr vert="horz" wrap="square" lIns="0" tIns="26670" rIns="0" bIns="0" rtlCol="0">
              <a:spAutoFit/>
            </a:bodyPr>
            <a:lstStyle/>
            <a:p>
              <a:pPr marL="648970">
                <a:lnSpc>
                  <a:spcPct val="100000"/>
                </a:lnSpc>
                <a:spcBef>
                  <a:spcPts val="210"/>
                </a:spcBef>
                <a:tabLst>
                  <a:tab pos="1623695" algn="l"/>
                </a:tabLst>
              </a:pPr>
              <a:r>
                <a:rPr sz="1600" b="1" spc="-26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Lock</a:t>
              </a:r>
              <a:r>
                <a:rPr sz="1600" b="1" spc="2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r>
                <a:rPr sz="1600" b="1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	</a:t>
              </a:r>
              <a:r>
                <a:rPr sz="1600" b="1" spc="-20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Unlock</a:t>
              </a:r>
              <a:r>
                <a:rPr sz="1600" b="1" spc="55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 </a:t>
              </a:r>
              <a:r>
                <a:rPr sz="1600" b="1" spc="-310" dirty="0">
                  <a:solidFill>
                    <a:srgbClr val="CC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</a:t>
              </a:r>
              <a:endParaRPr sz="1600" b="1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61" name="object 61">
              <a:extLst>
                <a:ext uri="{FF2B5EF4-FFF2-40B4-BE49-F238E27FC236}">
                  <a16:creationId xmlns:a16="http://schemas.microsoft.com/office/drawing/2014/main" id="{108CCBA7-4B91-4D3D-60B8-33D475B8A4CC}"/>
                </a:ext>
              </a:extLst>
            </p:cNvPr>
            <p:cNvSpPr/>
            <p:nvPr/>
          </p:nvSpPr>
          <p:spPr>
            <a:xfrm>
              <a:off x="8835786" y="4366747"/>
              <a:ext cx="0" cy="100965"/>
            </a:xfrm>
            <a:custGeom>
              <a:avLst/>
              <a:gdLst/>
              <a:ahLst/>
              <a:cxnLst/>
              <a:rect l="l" t="t" r="r" b="b"/>
              <a:pathLst>
                <a:path h="100964">
                  <a:moveTo>
                    <a:pt x="0" y="100584"/>
                  </a:moveTo>
                  <a:lnTo>
                    <a:pt x="0" y="0"/>
                  </a:lnTo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b="1">
                <a:latin typeface="SimHei" panose="02010609060101010101" pitchFamily="49" charset="-122"/>
                <a:ea typeface="SimHei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59A3034-4957-A94C-B511-70D7651B2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005743"/>
              </p:ext>
            </p:extLst>
          </p:nvPr>
        </p:nvGraphicFramePr>
        <p:xfrm>
          <a:off x="119064" y="2263504"/>
          <a:ext cx="2751270" cy="2508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5635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375635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8256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119871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:= s*2;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09F83F6-AF4E-CDB0-51D6-FF2A01B29C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882085"/>
              </p:ext>
            </p:extLst>
          </p:nvPr>
        </p:nvGraphicFramePr>
        <p:xfrm>
          <a:off x="3839556" y="1749933"/>
          <a:ext cx="3476696" cy="33581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8348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738348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83787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2974347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90B8ACB5-BBF7-B5D4-8EB2-5912EB5EA473}"/>
              </a:ext>
            </a:extLst>
          </p:cNvPr>
          <p:cNvSpPr/>
          <p:nvPr/>
        </p:nvSpPr>
        <p:spPr>
          <a:xfrm>
            <a:off x="6942767" y="2174869"/>
            <a:ext cx="373485" cy="14666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46EB1F-6CA5-6750-A452-4502C24AD5D4}"/>
              </a:ext>
            </a:extLst>
          </p:cNvPr>
          <p:cNvSpPr/>
          <p:nvPr/>
        </p:nvSpPr>
        <p:spPr>
          <a:xfrm>
            <a:off x="6942767" y="3641469"/>
            <a:ext cx="373485" cy="14665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2174627D-90A8-075B-7E38-207F7EBAC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09178"/>
              </p:ext>
            </p:extLst>
          </p:nvPr>
        </p:nvGraphicFramePr>
        <p:xfrm>
          <a:off x="8325162" y="91441"/>
          <a:ext cx="3866838" cy="64574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3419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933419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2612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T1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T2</a:t>
                      </a:r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594122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L1(A);</a:t>
                      </a:r>
                      <a:r>
                        <a:rPr lang="zh-CN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L1(B);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t)</a:t>
                      </a:r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 + 100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370449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L2(A);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READ(A, 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WRITE(A,s);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  <a:r>
                        <a:rPr lang="zh-CN" altLang="en-US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zh-CN" altLang="en-US" sz="1800" b="1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拒绝</a:t>
                      </a:r>
                      <a:endParaRPr lang="en" altLang="zh-CN" sz="18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1113490"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= t+100;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 t);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U1(B);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845825">
                <a:tc>
                  <a:txBody>
                    <a:bodyPr/>
                    <a:lstStyle/>
                    <a:p>
                      <a:endParaRPr lang="en" altLang="zh-CN" sz="1800" b="0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L2(B);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READ(B,s);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 = s * 2;</a:t>
                      </a:r>
                    </a:p>
                    <a:p>
                      <a:r>
                        <a:rPr lang="en" altLang="zh-C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WRITE(B,s);</a:t>
                      </a:r>
                    </a:p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U2(A);</a:t>
                      </a:r>
                      <a:r>
                        <a:rPr lang="zh-CN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U2(B);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896635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F6D52B33-8FB1-93FA-0238-0A97E23836C9}"/>
              </a:ext>
            </a:extLst>
          </p:cNvPr>
          <p:cNvSpPr/>
          <p:nvPr/>
        </p:nvSpPr>
        <p:spPr>
          <a:xfrm>
            <a:off x="5204419" y="2174869"/>
            <a:ext cx="373485" cy="14665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加锁阶段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9610CF-B19D-DA36-3FBE-9F1359358D77}"/>
              </a:ext>
            </a:extLst>
          </p:cNvPr>
          <p:cNvSpPr/>
          <p:nvPr/>
        </p:nvSpPr>
        <p:spPr>
          <a:xfrm>
            <a:off x="5204419" y="3641469"/>
            <a:ext cx="373485" cy="14665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解锁阶段</a:t>
            </a: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4F0B68B1-921A-38AF-3D20-2BB3CDB9564D}"/>
              </a:ext>
            </a:extLst>
          </p:cNvPr>
          <p:cNvSpPr/>
          <p:nvPr/>
        </p:nvSpPr>
        <p:spPr>
          <a:xfrm>
            <a:off x="3000776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两段协议</a:t>
            </a:r>
          </a:p>
        </p:txBody>
      </p:sp>
      <p:sp>
        <p:nvSpPr>
          <p:cNvPr id="12" name="右箭头 11">
            <a:extLst>
              <a:ext uri="{FF2B5EF4-FFF2-40B4-BE49-F238E27FC236}">
                <a16:creationId xmlns:a16="http://schemas.microsoft.com/office/drawing/2014/main" id="{7896B2B1-CCE5-1716-AC88-DD5B02191448}"/>
              </a:ext>
            </a:extLst>
          </p:cNvPr>
          <p:cNvSpPr/>
          <p:nvPr/>
        </p:nvSpPr>
        <p:spPr>
          <a:xfrm>
            <a:off x="7446694" y="2223232"/>
            <a:ext cx="708338" cy="25081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生成调度</a:t>
            </a:r>
          </a:p>
        </p:txBody>
      </p:sp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22088</TotalTime>
  <Words>1818</Words>
  <Application>Microsoft Macintosh PowerPoint</Application>
  <PresentationFormat>宽屏</PresentationFormat>
  <Paragraphs>705</Paragraphs>
  <Slides>33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259</cp:revision>
  <dcterms:created xsi:type="dcterms:W3CDTF">2025-11-27T12:59:36Z</dcterms:created>
  <dcterms:modified xsi:type="dcterms:W3CDTF">2026-07-23T14:07:46Z</dcterms:modified>
</cp:coreProperties>
</file>