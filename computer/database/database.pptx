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6" r:id="rId11"/>
    <p:sldId id="267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947"/>
    <p:restoredTop sz="96405"/>
  </p:normalViewPr>
  <p:slideViewPr>
    <p:cSldViewPr snapToGrid="0">
      <p:cViewPr varScale="1">
        <p:scale>
          <a:sx n="131" d="100"/>
          <a:sy n="131" d="100"/>
        </p:scale>
        <p:origin x="200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pic>
        <p:nvPicPr>
          <p:cNvPr id="22" name="object 5">
            <a:extLst>
              <a:ext uri="{FF2B5EF4-FFF2-40B4-BE49-F238E27FC236}">
                <a16:creationId xmlns:a16="http://schemas.microsoft.com/office/drawing/2014/main" id="{7DB73C3C-07FA-C243-D076-2B4544915E4D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12307" y="4217621"/>
            <a:ext cx="5943600" cy="2466594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797E4EE7-80E7-3119-6531-EBD3B3900942}"/>
              </a:ext>
            </a:extLst>
          </p:cNvPr>
          <p:cNvSpPr txBox="1"/>
          <p:nvPr/>
        </p:nvSpPr>
        <p:spPr>
          <a:xfrm>
            <a:off x="353253" y="4404162"/>
            <a:ext cx="330200" cy="1854200"/>
          </a:xfrm>
          <a:prstGeom prst="rect">
            <a:avLst/>
          </a:prstGeom>
        </p:spPr>
        <p:txBody>
          <a:bodyPr vert="eaVert" wrap="square" lIns="0" tIns="0" rIns="0" bIns="0" rtlCol="0">
            <a:spAutoFit/>
          </a:bodyPr>
          <a:lstStyle/>
          <a:p>
            <a:pPr marL="12700">
              <a:lnSpc>
                <a:spcPct val="60000"/>
              </a:lnSpc>
            </a:pPr>
            <a:r>
              <a:rPr sz="24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辅助索引文</a:t>
            </a:r>
            <a:r>
              <a:rPr sz="24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件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24" name="object 7">
            <a:extLst>
              <a:ext uri="{FF2B5EF4-FFF2-40B4-BE49-F238E27FC236}">
                <a16:creationId xmlns:a16="http://schemas.microsoft.com/office/drawing/2014/main" id="{4F72D743-9646-88AC-082E-2130EB8C4E47}"/>
              </a:ext>
            </a:extLst>
          </p:cNvPr>
          <p:cNvSpPr txBox="1"/>
          <p:nvPr/>
        </p:nvSpPr>
        <p:spPr>
          <a:xfrm>
            <a:off x="7033707" y="4950851"/>
            <a:ext cx="330200" cy="939800"/>
          </a:xfrm>
          <a:prstGeom prst="rect">
            <a:avLst/>
          </a:prstGeom>
        </p:spPr>
        <p:txBody>
          <a:bodyPr vert="eaVert" wrap="square" lIns="0" tIns="0" rIns="0" bIns="0" rtlCol="0">
            <a:spAutoFit/>
          </a:bodyPr>
          <a:lstStyle/>
          <a:p>
            <a:pPr marL="12700">
              <a:lnSpc>
                <a:spcPct val="60000"/>
              </a:lnSpc>
            </a:pPr>
            <a:r>
              <a:rPr sz="24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</a:t>
            </a:r>
            <a:r>
              <a:rPr sz="24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件</a:t>
            </a:r>
            <a:endParaRPr sz="24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13248</TotalTime>
  <Words>327</Words>
  <Application>Microsoft Macintosh PowerPoint</Application>
  <PresentationFormat>宽屏</PresentationFormat>
  <Paragraphs>164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等线</vt:lpstr>
      <vt:lpstr>等线 Light</vt:lpstr>
      <vt:lpstr>SimHei</vt:lpstr>
      <vt:lpstr>Microsoft YaHei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85</cp:revision>
  <dcterms:created xsi:type="dcterms:W3CDTF">2025-11-27T12:59:36Z</dcterms:created>
  <dcterms:modified xsi:type="dcterms:W3CDTF">2026-07-08T13:59:09Z</dcterms:modified>
</cp:coreProperties>
</file>