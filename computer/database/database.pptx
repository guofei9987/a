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3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8" r:id="rId11"/>
    <p:sldId id="266" r:id="rId12"/>
    <p:sldId id="267" r:id="rId13"/>
    <p:sldId id="269" r:id="rId14"/>
    <p:sldId id="270" r:id="rId15"/>
    <p:sldId id="278" r:id="rId16"/>
    <p:sldId id="367" r:id="rId17"/>
    <p:sldId id="368" r:id="rId18"/>
    <p:sldId id="369" r:id="rId19"/>
    <p:sldId id="370" r:id="rId20"/>
    <p:sldId id="371" r:id="rId21"/>
    <p:sldId id="372" r:id="rId22"/>
    <p:sldId id="373" r:id="rId23"/>
    <p:sldId id="374" r:id="rId24"/>
    <p:sldId id="287" r:id="rId25"/>
    <p:sldId id="375" r:id="rId26"/>
    <p:sldId id="271" r:id="rId27"/>
    <p:sldId id="272" r:id="rId28"/>
    <p:sldId id="273" r:id="rId29"/>
    <p:sldId id="274" r:id="rId30"/>
    <p:sldId id="275" r:id="rId31"/>
    <p:sldId id="276" r:id="rId32"/>
    <p:sldId id="277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2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22"/>
    <p:restoredTop sz="96405"/>
  </p:normalViewPr>
  <p:slideViewPr>
    <p:cSldViewPr snapToGrid="0">
      <p:cViewPr varScale="1">
        <p:scale>
          <a:sx n="127" d="100"/>
          <a:sy n="127" d="100"/>
        </p:scale>
        <p:origin x="19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b="1" spc="-9" dirty="0">
              <a:latin typeface="Lantinghei SC Heavy"/>
              <a:cs typeface="Lantinghei SC Heavy"/>
            </a:rPr>
            <a:t>基本思想</a:t>
          </a:r>
          <a:r>
            <a:rPr lang="zh-CN" altLang="en-US" spc="-18" dirty="0">
              <a:latin typeface="Hiragino Sans GB W3"/>
              <a:cs typeface="Hiragino Sans GB W3"/>
            </a:rPr>
            <a:t>：改变关系代</a:t>
          </a:r>
          <a:r>
            <a:rPr lang="zh-CN" altLang="en-US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pc="-32" dirty="0">
              <a:latin typeface="Hiragino Sans GB W3"/>
              <a:cs typeface="Hiragino Sans GB W3"/>
            </a:rPr>
            <a:t>中哪两个能够交换次序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次序改变前后</a:t>
          </a:r>
          <a:r>
            <a:rPr lang="zh-CN" altLang="en-US" spc="-18" dirty="0">
              <a:latin typeface="Hiragino Sans GB W3"/>
              <a:cs typeface="Hiragino Sans GB W3"/>
            </a:rPr>
            <a:t>的等价性问题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43234D95-97A8-0C45-996B-663CE6BE3FC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pc="-9" dirty="0">
              <a:latin typeface="Hiragino Sans GB W3"/>
              <a:cs typeface="Hiragino Sans GB W3"/>
            </a:rPr>
            <a:t>变换定理及其证明</a:t>
          </a:r>
          <a:endParaRPr lang="zh-CN" altLang="en-US" dirty="0"/>
        </a:p>
      </dgm:t>
    </dgm:pt>
    <dgm:pt modelId="{AB454764-24ED-0D4D-8C83-0974A17DCD6E}" type="par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6B7FA49C-FA91-3543-80E4-F25AD7E1D7B4}" type="sib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8F68E4E7-345C-9943-9291-A9FE35F802B3}">
      <dgm:prSet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pc="-77" dirty="0">
              <a:latin typeface="Hiragino Sans GB W3"/>
              <a:cs typeface="Hiragino Sans GB W3"/>
            </a:rPr>
            <a:t>法</a:t>
          </a:r>
          <a:r>
            <a:rPr lang="en-US" altLang="zh-CN" spc="-77" dirty="0">
              <a:latin typeface="Hiragino Sans GB W3"/>
              <a:cs typeface="Hiragino Sans GB W3"/>
            </a:rPr>
            <a:t>? –</a:t>
          </a:r>
          <a:r>
            <a:rPr lang="zh-CN" altLang="en-US" spc="-77" dirty="0">
              <a:latin typeface="Hiragino Sans GB W3"/>
              <a:cs typeface="Hiragino Sans GB W3"/>
            </a:rPr>
            <a:t>逻辑查询计划形成</a:t>
          </a:r>
          <a:endParaRPr lang="zh-CN" altLang="en-US" dirty="0"/>
        </a:p>
      </dgm:t>
    </dgm:pt>
    <dgm:pt modelId="{7631D6CA-3420-AB40-9909-8DC516F85CC3}" type="par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B2796384-1314-5144-8BE2-0CE90AA40D49}" type="sib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5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4"/>
      <dgm:spPr/>
    </dgm:pt>
    <dgm:pt modelId="{F8F791AC-6C6D-4644-A7FC-76F1A7E5C963}" type="pres">
      <dgm:prSet presAssocID="{1B5BD405-B038-5B4D-B639-6560980AFA33}" presName="connectorText" presStyleLbl="sibTrans2D1" presStyleIdx="0" presStyleCnt="4"/>
      <dgm:spPr/>
    </dgm:pt>
    <dgm:pt modelId="{68EF3498-DF71-CD44-AC00-6122EE91736B}" type="pres">
      <dgm:prSet presAssocID="{E8C2E481-3088-B240-B74F-23C96066AC93}" presName="node" presStyleLbl="node1" presStyleIdx="1" presStyleCnt="5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4"/>
      <dgm:spPr/>
    </dgm:pt>
    <dgm:pt modelId="{34EAA496-F5FE-2A47-BFCD-11EEE03DC685}" type="pres">
      <dgm:prSet presAssocID="{21950539-4473-624E-9C95-0033A61DA803}" presName="connectorText" presStyleLbl="sibTrans2D1" presStyleIdx="1" presStyleCnt="4"/>
      <dgm:spPr/>
    </dgm:pt>
    <dgm:pt modelId="{ADD8D17A-2317-C14D-8F77-9FF4D0173494}" type="pres">
      <dgm:prSet presAssocID="{BC3B62FC-447A-2D44-8154-8A90F774FED0}" presName="node" presStyleLbl="node1" presStyleIdx="2" presStyleCnt="5">
        <dgm:presLayoutVars>
          <dgm:bulletEnabled val="1"/>
        </dgm:presLayoutVars>
      </dgm:prSet>
      <dgm:spPr/>
    </dgm:pt>
    <dgm:pt modelId="{9FB75E39-FC9B-2F46-9767-D67F8720EDFC}" type="pres">
      <dgm:prSet presAssocID="{097480A8-5BBF-8D4E-B493-F0BF379B223F}" presName="sibTrans" presStyleLbl="sibTrans2D1" presStyleIdx="2" presStyleCnt="4"/>
      <dgm:spPr/>
    </dgm:pt>
    <dgm:pt modelId="{36ABA1A0-06B7-4A4B-8F53-C4A648D3D43A}" type="pres">
      <dgm:prSet presAssocID="{097480A8-5BBF-8D4E-B493-F0BF379B223F}" presName="connectorText" presStyleLbl="sibTrans2D1" presStyleIdx="2" presStyleCnt="4"/>
      <dgm:spPr/>
    </dgm:pt>
    <dgm:pt modelId="{1D5995B5-CF3E-1946-BFDF-980EA4EA1D67}" type="pres">
      <dgm:prSet presAssocID="{43234D95-97A8-0C45-996B-663CE6BE3FC3}" presName="node" presStyleLbl="node1" presStyleIdx="3" presStyleCnt="5">
        <dgm:presLayoutVars>
          <dgm:bulletEnabled val="1"/>
        </dgm:presLayoutVars>
      </dgm:prSet>
      <dgm:spPr/>
    </dgm:pt>
    <dgm:pt modelId="{080C704E-3FED-5B41-B9C6-4EA686D3567F}" type="pres">
      <dgm:prSet presAssocID="{6B7FA49C-FA91-3543-80E4-F25AD7E1D7B4}" presName="sibTrans" presStyleLbl="sibTrans2D1" presStyleIdx="3" presStyleCnt="4"/>
      <dgm:spPr/>
    </dgm:pt>
    <dgm:pt modelId="{744A4D28-FED6-DA44-B946-F778359B315F}" type="pres">
      <dgm:prSet presAssocID="{6B7FA49C-FA91-3543-80E4-F25AD7E1D7B4}" presName="connectorText" presStyleLbl="sibTrans2D1" presStyleIdx="3" presStyleCnt="4"/>
      <dgm:spPr/>
    </dgm:pt>
    <dgm:pt modelId="{E43D72DE-DB10-AA42-A8F3-5DB5CB9DB23C}" type="pres">
      <dgm:prSet presAssocID="{8F68E4E7-345C-9943-9291-A9FE35F802B3}" presName="node" presStyleLbl="node1" presStyleIdx="4" presStyleCnt="5">
        <dgm:presLayoutVars>
          <dgm:bulletEnabled val="1"/>
        </dgm:presLayoutVars>
      </dgm:prSet>
      <dgm:spPr/>
    </dgm:pt>
  </dgm:ptLst>
  <dgm:cxnLst>
    <dgm:cxn modelId="{CF19CC1D-C53E-104E-846A-79A4C087DA50}" type="presOf" srcId="{097480A8-5BBF-8D4E-B493-F0BF379B223F}" destId="{36ABA1A0-06B7-4A4B-8F53-C4A648D3D43A}" srcOrd="1" destOrd="0" presId="urn:microsoft.com/office/officeart/2005/8/layout/process2"/>
    <dgm:cxn modelId="{7F395333-17F3-5A4A-BF65-C8BA0492BCDD}" type="presOf" srcId="{6B7FA49C-FA91-3543-80E4-F25AD7E1D7B4}" destId="{744A4D28-FED6-DA44-B946-F778359B315F}" srcOrd="1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D1C33270-2D57-C84D-92B5-902AA3FD4749}" type="presOf" srcId="{8F68E4E7-345C-9943-9291-A9FE35F802B3}" destId="{E43D72DE-DB10-AA42-A8F3-5DB5CB9DB23C}" srcOrd="0" destOrd="0" presId="urn:microsoft.com/office/officeart/2005/8/layout/process2"/>
    <dgm:cxn modelId="{4422D77E-9186-404A-90F3-DBBEA0222429}" srcId="{7CFF4753-2DD3-3648-B145-807AD4DE454B}" destId="{8F68E4E7-345C-9943-9291-A9FE35F802B3}" srcOrd="4" destOrd="0" parTransId="{7631D6CA-3420-AB40-9909-8DC516F85CC3}" sibTransId="{B2796384-1314-5144-8BE2-0CE90AA40D49}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737F04A6-6C07-A24F-BE65-EB11EF3BA1F8}" type="presOf" srcId="{43234D95-97A8-0C45-996B-663CE6BE3FC3}" destId="{1D5995B5-CF3E-1946-BFDF-980EA4EA1D6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FA405BBB-AE8D-1A4A-B2DE-005A95A3046E}" type="presOf" srcId="{097480A8-5BBF-8D4E-B493-F0BF379B223F}" destId="{9FB75E39-FC9B-2F46-9767-D67F8720EDFC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741D34CC-95DE-904C-8CB0-EA5B2724128A}" srcId="{7CFF4753-2DD3-3648-B145-807AD4DE454B}" destId="{43234D95-97A8-0C45-996B-663CE6BE3FC3}" srcOrd="3" destOrd="0" parTransId="{AB454764-24ED-0D4D-8C83-0974A17DCD6E}" sibTransId="{6B7FA49C-FA91-3543-80E4-F25AD7E1D7B4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368A77DE-0387-D547-B230-8559CDF96951}" type="presOf" srcId="{6B7FA49C-FA91-3543-80E4-F25AD7E1D7B4}" destId="{080C704E-3FED-5B41-B9C6-4EA686D3567F}" srcOrd="0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65396ED3-6189-624A-96FA-31A7B6477E40}" type="presParOf" srcId="{C8E7D86B-EC5C-8B45-8EAD-BE7ACE3CBC6D}" destId="{9FB75E39-FC9B-2F46-9767-D67F8720EDFC}" srcOrd="5" destOrd="0" presId="urn:microsoft.com/office/officeart/2005/8/layout/process2"/>
    <dgm:cxn modelId="{57DD7D18-2D6B-A04A-8E50-A2F355046096}" type="presParOf" srcId="{9FB75E39-FC9B-2F46-9767-D67F8720EDFC}" destId="{36ABA1A0-06B7-4A4B-8F53-C4A648D3D43A}" srcOrd="0" destOrd="0" presId="urn:microsoft.com/office/officeart/2005/8/layout/process2"/>
    <dgm:cxn modelId="{807005F2-E4BE-5D46-8710-D5C68CC63638}" type="presParOf" srcId="{C8E7D86B-EC5C-8B45-8EAD-BE7ACE3CBC6D}" destId="{1D5995B5-CF3E-1946-BFDF-980EA4EA1D67}" srcOrd="6" destOrd="0" presId="urn:microsoft.com/office/officeart/2005/8/layout/process2"/>
    <dgm:cxn modelId="{AB869BE7-63B2-024A-989C-2C1D883F0549}" type="presParOf" srcId="{C8E7D86B-EC5C-8B45-8EAD-BE7ACE3CBC6D}" destId="{080C704E-3FED-5B41-B9C6-4EA686D3567F}" srcOrd="7" destOrd="0" presId="urn:microsoft.com/office/officeart/2005/8/layout/process2"/>
    <dgm:cxn modelId="{2FC85112-645F-4C41-A8A4-87F980F1D12A}" type="presParOf" srcId="{080C704E-3FED-5B41-B9C6-4EA686D3567F}" destId="{744A4D28-FED6-DA44-B946-F778359B315F}" srcOrd="0" destOrd="0" presId="urn:microsoft.com/office/officeart/2005/8/layout/process2"/>
    <dgm:cxn modelId="{F033679C-6B3C-0D46-AC69-E50B69D7B9DC}" type="presParOf" srcId="{C8E7D86B-EC5C-8B45-8EAD-BE7ACE3CBC6D}" destId="{E43D72DE-DB10-AA42-A8F3-5DB5CB9DB23C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pc="-50" dirty="0">
              <a:latin typeface="Hiragino Sans GB W3"/>
              <a:cs typeface="Hiragino Sans GB W3"/>
            </a:rPr>
            <a:t> </a:t>
          </a:r>
          <a:r>
            <a:rPr lang="en-US" altLang="zh-CN" spc="-35" dirty="0">
              <a:latin typeface="Hiragino Sans GB W3"/>
              <a:cs typeface="Hiragino Sans GB W3"/>
            </a:rPr>
            <a:t>(</a:t>
          </a:r>
          <a:r>
            <a:rPr lang="zh-CN" altLang="en-US" spc="-35" dirty="0">
              <a:latin typeface="Hiragino Sans GB W3"/>
              <a:cs typeface="Hiragino Sans GB W3"/>
            </a:rPr>
            <a:t>定期统计</a:t>
          </a:r>
          <a:r>
            <a:rPr lang="en-US" altLang="zh-CN" spc="-35" dirty="0">
              <a:latin typeface="Hiragino Sans GB W3"/>
              <a:cs typeface="Hiragino Sans GB W3"/>
            </a:rPr>
            <a:t>)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20" dirty="0">
              <a:latin typeface="Hiragino Sans GB W3"/>
              <a:cs typeface="Hiragino Sans GB W3"/>
            </a:rPr>
            <a:t>选取相应的执行程序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b="0" dirty="0"/>
            <a:t>代价估算</a:t>
          </a:r>
          <a:r>
            <a:rPr lang="en-US" altLang="zh-CN" b="0" dirty="0"/>
            <a:t>,</a:t>
          </a:r>
          <a:r>
            <a:rPr lang="zh-CN" altLang="en-US" b="0" dirty="0"/>
            <a:t>并选择代价最少的例行程序及确定相应的参数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52261921-C6F8-5D40-8B23-38C3755F6967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pc="-25" dirty="0">
              <a:latin typeface="Hiragino Sans GB W3"/>
              <a:cs typeface="Hiragino Sans GB W3"/>
            </a:rPr>
            <a:t>顺序</a:t>
          </a:r>
          <a:endParaRPr lang="zh-CN" altLang="en-US" dirty="0"/>
        </a:p>
      </dgm:t>
    </dgm:pt>
    <dgm:pt modelId="{37CD62BA-916A-D94D-A2DC-C2287540E9FB}" type="par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4FF5E7CD-7BB3-9543-AC03-8D9FF1B657AE}" type="sib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4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3"/>
      <dgm:spPr/>
    </dgm:pt>
    <dgm:pt modelId="{F8F791AC-6C6D-4644-A7FC-76F1A7E5C963}" type="pres">
      <dgm:prSet presAssocID="{1B5BD405-B038-5B4D-B639-6560980AFA33}" presName="connectorText" presStyleLbl="sibTrans2D1" presStyleIdx="0" presStyleCnt="3"/>
      <dgm:spPr/>
    </dgm:pt>
    <dgm:pt modelId="{68EF3498-DF71-CD44-AC00-6122EE91736B}" type="pres">
      <dgm:prSet presAssocID="{E8C2E481-3088-B240-B74F-23C96066AC93}" presName="node" presStyleLbl="node1" presStyleIdx="1" presStyleCnt="4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3"/>
      <dgm:spPr/>
    </dgm:pt>
    <dgm:pt modelId="{34EAA496-F5FE-2A47-BFCD-11EEE03DC685}" type="pres">
      <dgm:prSet presAssocID="{21950539-4473-624E-9C95-0033A61DA803}" presName="connectorText" presStyleLbl="sibTrans2D1" presStyleIdx="1" presStyleCnt="3"/>
      <dgm:spPr/>
    </dgm:pt>
    <dgm:pt modelId="{ADD8D17A-2317-C14D-8F77-9FF4D0173494}" type="pres">
      <dgm:prSet presAssocID="{BC3B62FC-447A-2D44-8154-8A90F774FED0}" presName="node" presStyleLbl="node1" presStyleIdx="2" presStyleCnt="4">
        <dgm:presLayoutVars>
          <dgm:bulletEnabled val="1"/>
        </dgm:presLayoutVars>
      </dgm:prSet>
      <dgm:spPr/>
    </dgm:pt>
    <dgm:pt modelId="{4919E8AC-4BD5-8148-8485-B49A712335C9}" type="pres">
      <dgm:prSet presAssocID="{097480A8-5BBF-8D4E-B493-F0BF379B223F}" presName="sibTrans" presStyleLbl="sibTrans2D1" presStyleIdx="2" presStyleCnt="3"/>
      <dgm:spPr/>
    </dgm:pt>
    <dgm:pt modelId="{09DBCED0-9895-E542-AC3C-E8AD7D5CA910}" type="pres">
      <dgm:prSet presAssocID="{097480A8-5BBF-8D4E-B493-F0BF379B223F}" presName="connectorText" presStyleLbl="sibTrans2D1" presStyleIdx="2" presStyleCnt="3"/>
      <dgm:spPr/>
    </dgm:pt>
    <dgm:pt modelId="{1018625E-BCBA-7B40-B66D-701273CA6E6A}" type="pres">
      <dgm:prSet presAssocID="{52261921-C6F8-5D40-8B23-38C3755F6967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CAD01-EA1D-4841-8039-8BDF69DBF8A0}" type="presOf" srcId="{097480A8-5BBF-8D4E-B493-F0BF379B223F}" destId="{4919E8AC-4BD5-8148-8485-B49A712335C9}" srcOrd="0" destOrd="0" presId="urn:microsoft.com/office/officeart/2005/8/layout/process2"/>
    <dgm:cxn modelId="{2154AD1E-D5A6-8449-970D-85C4AA1A815F}" type="presOf" srcId="{52261921-C6F8-5D40-8B23-38C3755F6967}" destId="{1018625E-BCBA-7B40-B66D-701273CA6E6A}" srcOrd="0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27715B66-A42D-CF45-96FB-E474342FF19F}" srcId="{7CFF4753-2DD3-3648-B145-807AD4DE454B}" destId="{52261921-C6F8-5D40-8B23-38C3755F6967}" srcOrd="3" destOrd="0" parTransId="{37CD62BA-916A-D94D-A2DC-C2287540E9FB}" sibTransId="{4FF5E7CD-7BB3-9543-AC03-8D9FF1B657AE}"/>
    <dgm:cxn modelId="{BFE49481-B571-D147-B140-432E2243A9BA}" type="presOf" srcId="{097480A8-5BBF-8D4E-B493-F0BF379B223F}" destId="{09DBCED0-9895-E542-AC3C-E8AD7D5CA910}" srcOrd="1" destOrd="0" presId="urn:microsoft.com/office/officeart/2005/8/layout/process2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5877AE84-78B2-5F43-BC03-F4FF1B7831F6}" type="presParOf" srcId="{C8E7D86B-EC5C-8B45-8EAD-BE7ACE3CBC6D}" destId="{4919E8AC-4BD5-8148-8485-B49A712335C9}" srcOrd="5" destOrd="0" presId="urn:microsoft.com/office/officeart/2005/8/layout/process2"/>
    <dgm:cxn modelId="{26F16DC9-4838-7744-9B2F-9ABA20521CEC}" type="presParOf" srcId="{4919E8AC-4BD5-8148-8485-B49A712335C9}" destId="{09DBCED0-9895-E542-AC3C-E8AD7D5CA910}" srcOrd="0" destOrd="0" presId="urn:microsoft.com/office/officeart/2005/8/layout/process2"/>
    <dgm:cxn modelId="{12D319FD-1756-354F-9F0A-D08BB92ADF7C}" type="presParOf" srcId="{C8E7D86B-EC5C-8B45-8EAD-BE7ACE3CBC6D}" destId="{1018625E-BCBA-7B40-B66D-701273CA6E6A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522679" y="698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b="1" kern="1200" spc="-9" dirty="0">
              <a:latin typeface="Lantinghei SC Heavy"/>
              <a:cs typeface="Lantinghei SC Heavy"/>
            </a:rPr>
            <a:t>基本思想</a:t>
          </a:r>
          <a:r>
            <a:rPr lang="zh-CN" altLang="en-US" sz="1600" kern="1200" spc="-18" dirty="0">
              <a:latin typeface="Hiragino Sans GB W3"/>
              <a:cs typeface="Hiragino Sans GB W3"/>
            </a:rPr>
            <a:t>：改变关系代</a:t>
          </a:r>
          <a:r>
            <a:rPr lang="zh-CN" altLang="en-US" sz="1600" kern="1200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sz="1600" kern="1200" dirty="0"/>
        </a:p>
      </dsp:txBody>
      <dsp:txXfrm>
        <a:off x="546609" y="24628"/>
        <a:ext cx="3164070" cy="769165"/>
      </dsp:txXfrm>
    </dsp:sp>
    <dsp:sp modelId="{263B8E68-AA8C-F141-808D-4B4B91EAB680}">
      <dsp:nvSpPr>
        <dsp:cNvPr id="0" name=""/>
        <dsp:cNvSpPr/>
      </dsp:nvSpPr>
      <dsp:spPr>
        <a:xfrm rot="5400000">
          <a:off x="1975452" y="838149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868788"/>
        <a:ext cx="220597" cy="214469"/>
      </dsp:txXfrm>
    </dsp:sp>
    <dsp:sp modelId="{68EF3498-DF71-CD44-AC00-6122EE91736B}">
      <dsp:nvSpPr>
        <dsp:cNvPr id="0" name=""/>
        <dsp:cNvSpPr/>
      </dsp:nvSpPr>
      <dsp:spPr>
        <a:xfrm>
          <a:off x="522679" y="1226236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z="1600" kern="1200" spc="-32" dirty="0">
              <a:latin typeface="Hiragino Sans GB W3"/>
              <a:cs typeface="Hiragino Sans GB W3"/>
            </a:rPr>
            <a:t>中哪两个能够交换次序</a:t>
          </a:r>
          <a:endParaRPr lang="zh-CN" altLang="en-US" sz="1600" kern="1200" dirty="0"/>
        </a:p>
      </dsp:txBody>
      <dsp:txXfrm>
        <a:off x="546609" y="1250166"/>
        <a:ext cx="3164070" cy="769165"/>
      </dsp:txXfrm>
    </dsp:sp>
    <dsp:sp modelId="{AD88FBD6-7E66-8E47-BBE3-0D82EF711CC7}">
      <dsp:nvSpPr>
        <dsp:cNvPr id="0" name=""/>
        <dsp:cNvSpPr/>
      </dsp:nvSpPr>
      <dsp:spPr>
        <a:xfrm rot="5400000">
          <a:off x="1975452" y="2063687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2094326"/>
        <a:ext cx="220597" cy="214469"/>
      </dsp:txXfrm>
    </dsp:sp>
    <dsp:sp modelId="{ADD8D17A-2317-C14D-8F77-9FF4D0173494}">
      <dsp:nvSpPr>
        <dsp:cNvPr id="0" name=""/>
        <dsp:cNvSpPr/>
      </dsp:nvSpPr>
      <dsp:spPr>
        <a:xfrm>
          <a:off x="522679" y="2451774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次序改变前后</a:t>
          </a:r>
          <a:r>
            <a:rPr lang="zh-CN" altLang="en-US" sz="1600" kern="1200" spc="-18" dirty="0">
              <a:latin typeface="Hiragino Sans GB W3"/>
              <a:cs typeface="Hiragino Sans GB W3"/>
            </a:rPr>
            <a:t>的等价性问题</a:t>
          </a:r>
          <a:endParaRPr lang="zh-CN" altLang="en-US" sz="1600" kern="1200" dirty="0"/>
        </a:p>
      </dsp:txBody>
      <dsp:txXfrm>
        <a:off x="546609" y="2475704"/>
        <a:ext cx="3164070" cy="769165"/>
      </dsp:txXfrm>
    </dsp:sp>
    <dsp:sp modelId="{9FB75E39-FC9B-2F46-9767-D67F8720EDFC}">
      <dsp:nvSpPr>
        <dsp:cNvPr id="0" name=""/>
        <dsp:cNvSpPr/>
      </dsp:nvSpPr>
      <dsp:spPr>
        <a:xfrm rot="5400000">
          <a:off x="1975452" y="3289225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3319864"/>
        <a:ext cx="220597" cy="214469"/>
      </dsp:txXfrm>
    </dsp:sp>
    <dsp:sp modelId="{1D5995B5-CF3E-1946-BFDF-980EA4EA1D67}">
      <dsp:nvSpPr>
        <dsp:cNvPr id="0" name=""/>
        <dsp:cNvSpPr/>
      </dsp:nvSpPr>
      <dsp:spPr>
        <a:xfrm>
          <a:off x="522679" y="3677312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z="1600" kern="1200" spc="-9" dirty="0">
              <a:latin typeface="Hiragino Sans GB W3"/>
              <a:cs typeface="Hiragino Sans GB W3"/>
            </a:rPr>
            <a:t>变换定理及其证明</a:t>
          </a:r>
          <a:endParaRPr lang="zh-CN" altLang="en-US" sz="1600" kern="1200" dirty="0"/>
        </a:p>
      </dsp:txBody>
      <dsp:txXfrm>
        <a:off x="546609" y="3701242"/>
        <a:ext cx="3164070" cy="769165"/>
      </dsp:txXfrm>
    </dsp:sp>
    <dsp:sp modelId="{080C704E-3FED-5B41-B9C6-4EA686D3567F}">
      <dsp:nvSpPr>
        <dsp:cNvPr id="0" name=""/>
        <dsp:cNvSpPr/>
      </dsp:nvSpPr>
      <dsp:spPr>
        <a:xfrm rot="5400000">
          <a:off x="1975452" y="4514763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4545402"/>
        <a:ext cx="220597" cy="214469"/>
      </dsp:txXfrm>
    </dsp:sp>
    <dsp:sp modelId="{E43D72DE-DB10-AA42-A8F3-5DB5CB9DB23C}">
      <dsp:nvSpPr>
        <dsp:cNvPr id="0" name=""/>
        <dsp:cNvSpPr/>
      </dsp:nvSpPr>
      <dsp:spPr>
        <a:xfrm>
          <a:off x="522679" y="4902850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z="1600" kern="1200" spc="-77" dirty="0">
              <a:latin typeface="Hiragino Sans GB W3"/>
              <a:cs typeface="Hiragino Sans GB W3"/>
            </a:rPr>
            <a:t>法</a:t>
          </a:r>
          <a:r>
            <a:rPr lang="en-US" altLang="zh-CN" sz="1600" kern="1200" spc="-77" dirty="0">
              <a:latin typeface="Hiragino Sans GB W3"/>
              <a:cs typeface="Hiragino Sans GB W3"/>
            </a:rPr>
            <a:t>? –</a:t>
          </a:r>
          <a:r>
            <a:rPr lang="zh-CN" altLang="en-US" sz="1600" kern="1200" spc="-77" dirty="0">
              <a:latin typeface="Hiragino Sans GB W3"/>
              <a:cs typeface="Hiragino Sans GB W3"/>
            </a:rPr>
            <a:t>逻辑查询计划形成</a:t>
          </a:r>
          <a:endParaRPr lang="zh-CN" altLang="en-US" sz="1600" kern="1200" dirty="0"/>
        </a:p>
      </dsp:txBody>
      <dsp:txXfrm>
        <a:off x="546609" y="4926780"/>
        <a:ext cx="3164070" cy="76916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374555" y="2749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z="1700" kern="1200" spc="-50" dirty="0">
              <a:latin typeface="Hiragino Sans GB W3"/>
              <a:cs typeface="Hiragino Sans GB W3"/>
            </a:rPr>
            <a:t> </a:t>
          </a:r>
          <a:r>
            <a:rPr lang="en-US" altLang="zh-CN" sz="1700" kern="1200" spc="-35" dirty="0">
              <a:latin typeface="Hiragino Sans GB W3"/>
              <a:cs typeface="Hiragino Sans GB W3"/>
            </a:rPr>
            <a:t>(</a:t>
          </a:r>
          <a:r>
            <a:rPr lang="zh-CN" altLang="en-US" sz="1700" kern="1200" spc="-35" dirty="0">
              <a:latin typeface="Hiragino Sans GB W3"/>
              <a:cs typeface="Hiragino Sans GB W3"/>
            </a:rPr>
            <a:t>定期统计</a:t>
          </a:r>
          <a:r>
            <a:rPr lang="en-US" altLang="zh-CN" sz="1700" kern="1200" spc="-35" dirty="0">
              <a:latin typeface="Hiragino Sans GB W3"/>
              <a:cs typeface="Hiragino Sans GB W3"/>
            </a:rPr>
            <a:t>)</a:t>
          </a:r>
          <a:endParaRPr lang="zh-CN" altLang="en-US" sz="1700" kern="1200" dirty="0"/>
        </a:p>
      </dsp:txBody>
      <dsp:txXfrm>
        <a:off x="404514" y="32708"/>
        <a:ext cx="2515274" cy="962966"/>
      </dsp:txXfrm>
    </dsp:sp>
    <dsp:sp modelId="{263B8E68-AA8C-F141-808D-4B4B91EAB680}">
      <dsp:nvSpPr>
        <dsp:cNvPr id="0" name=""/>
        <dsp:cNvSpPr/>
      </dsp:nvSpPr>
      <dsp:spPr>
        <a:xfrm rot="5400000">
          <a:off x="1470361" y="1051206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1089564"/>
        <a:ext cx="276178" cy="268507"/>
      </dsp:txXfrm>
    </dsp:sp>
    <dsp:sp modelId="{68EF3498-DF71-CD44-AC00-6122EE91736B}">
      <dsp:nvSpPr>
        <dsp:cNvPr id="0" name=""/>
        <dsp:cNvSpPr/>
      </dsp:nvSpPr>
      <dsp:spPr>
        <a:xfrm>
          <a:off x="374555" y="1537076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20" dirty="0">
              <a:latin typeface="Hiragino Sans GB W3"/>
              <a:cs typeface="Hiragino Sans GB W3"/>
            </a:rPr>
            <a:t>选取相应的执行程序</a:t>
          </a:r>
          <a:endParaRPr lang="zh-CN" altLang="en-US" sz="1700" kern="1200" dirty="0"/>
        </a:p>
      </dsp:txBody>
      <dsp:txXfrm>
        <a:off x="404514" y="1567035"/>
        <a:ext cx="2515274" cy="962966"/>
      </dsp:txXfrm>
    </dsp:sp>
    <dsp:sp modelId="{AD88FBD6-7E66-8E47-BBE3-0D82EF711CC7}">
      <dsp:nvSpPr>
        <dsp:cNvPr id="0" name=""/>
        <dsp:cNvSpPr/>
      </dsp:nvSpPr>
      <dsp:spPr>
        <a:xfrm rot="5400000">
          <a:off x="1470361" y="2585533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2623891"/>
        <a:ext cx="276178" cy="268507"/>
      </dsp:txXfrm>
    </dsp:sp>
    <dsp:sp modelId="{ADD8D17A-2317-C14D-8F77-9FF4D0173494}">
      <dsp:nvSpPr>
        <dsp:cNvPr id="0" name=""/>
        <dsp:cNvSpPr/>
      </dsp:nvSpPr>
      <dsp:spPr>
        <a:xfrm>
          <a:off x="374555" y="3071404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b="0" kern="1200" dirty="0"/>
            <a:t>代价估算</a:t>
          </a:r>
          <a:r>
            <a:rPr lang="en-US" altLang="zh-CN" sz="1700" b="0" kern="1200" dirty="0"/>
            <a:t>,</a:t>
          </a:r>
          <a:r>
            <a:rPr lang="zh-CN" altLang="en-US" sz="1700" b="0" kern="1200" dirty="0"/>
            <a:t>并选择代价最少的例行程序及确定相应的参数</a:t>
          </a:r>
          <a:endParaRPr lang="zh-CN" altLang="en-US" sz="1700" kern="1200" dirty="0"/>
        </a:p>
      </dsp:txBody>
      <dsp:txXfrm>
        <a:off x="404514" y="3101363"/>
        <a:ext cx="2515274" cy="962966"/>
      </dsp:txXfrm>
    </dsp:sp>
    <dsp:sp modelId="{4919E8AC-4BD5-8148-8485-B49A712335C9}">
      <dsp:nvSpPr>
        <dsp:cNvPr id="0" name=""/>
        <dsp:cNvSpPr/>
      </dsp:nvSpPr>
      <dsp:spPr>
        <a:xfrm rot="5400000">
          <a:off x="1470361" y="4119861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4158219"/>
        <a:ext cx="276178" cy="268507"/>
      </dsp:txXfrm>
    </dsp:sp>
    <dsp:sp modelId="{1018625E-BCBA-7B40-B66D-701273CA6E6A}">
      <dsp:nvSpPr>
        <dsp:cNvPr id="0" name=""/>
        <dsp:cNvSpPr/>
      </dsp:nvSpPr>
      <dsp:spPr>
        <a:xfrm>
          <a:off x="374555" y="4605731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z="1700" kern="1200" spc="-25" dirty="0">
              <a:latin typeface="Hiragino Sans GB W3"/>
              <a:cs typeface="Hiragino Sans GB W3"/>
            </a:rPr>
            <a:t>顺序</a:t>
          </a:r>
          <a:endParaRPr lang="zh-CN" altLang="en-US" sz="1700" kern="1200" dirty="0"/>
        </a:p>
      </dsp:txBody>
      <dsp:txXfrm>
        <a:off x="404514" y="4635690"/>
        <a:ext cx="2515274" cy="962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7777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2026/7/22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svg"/><Relationship Id="rId3" Type="http://schemas.openxmlformats.org/officeDocument/2006/relationships/image" Target="../media/image14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png"/><Relationship Id="rId4" Type="http://schemas.openxmlformats.org/officeDocument/2006/relationships/image" Target="../media/image15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组合 298">
            <a:extLst>
              <a:ext uri="{FF2B5EF4-FFF2-40B4-BE49-F238E27FC236}">
                <a16:creationId xmlns:a16="http://schemas.microsoft.com/office/drawing/2014/main" id="{364551D2-0F41-B33E-E247-5401C57C5486}"/>
              </a:ext>
            </a:extLst>
          </p:cNvPr>
          <p:cNvGrpSpPr/>
          <p:nvPr/>
        </p:nvGrpSpPr>
        <p:grpSpPr>
          <a:xfrm>
            <a:off x="1225955" y="1487775"/>
            <a:ext cx="8524984" cy="3518564"/>
            <a:chOff x="1225955" y="1487775"/>
            <a:chExt cx="8524984" cy="3518564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920439" y="251720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488567" y="219809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796415" y="173431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968115" y="183413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939921" y="263423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999863" y="216636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999863" y="290930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999863" y="377798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2967367" y="4156455"/>
              <a:ext cx="6620751" cy="849884"/>
              <a:chOff x="2652407" y="6300215"/>
              <a:chExt cx="6620751" cy="849884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950589" y="346329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pic>
          <p:nvPicPr>
            <p:cNvPr id="3" name="图形 2" descr="困惑的人 纯色填充">
              <a:extLst>
                <a:ext uri="{FF2B5EF4-FFF2-40B4-BE49-F238E27FC236}">
                  <a16:creationId xmlns:a16="http://schemas.microsoft.com/office/drawing/2014/main" id="{F8A17243-1C44-32FE-134D-B14BEF60C6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143084" y="1487775"/>
              <a:ext cx="625874" cy="625874"/>
            </a:xfrm>
            <a:prstGeom prst="rect">
              <a:avLst/>
            </a:prstGeom>
          </p:spPr>
        </p:pic>
        <p:sp>
          <p:nvSpPr>
            <p:cNvPr id="288" name="右大括号 287">
              <a:extLst>
                <a:ext uri="{FF2B5EF4-FFF2-40B4-BE49-F238E27FC236}">
                  <a16:creationId xmlns:a16="http://schemas.microsoft.com/office/drawing/2014/main" id="{DB40F3D4-6978-17C5-6BF7-138D7524D22E}"/>
                </a:ext>
              </a:extLst>
            </p:cNvPr>
            <p:cNvSpPr/>
            <p:nvPr/>
          </p:nvSpPr>
          <p:spPr>
            <a:xfrm rot="16200000">
              <a:off x="5267659" y="620413"/>
              <a:ext cx="495945" cy="3061542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290" name="图形 289" descr="便携式计算机 纯色填充">
              <a:extLst>
                <a:ext uri="{FF2B5EF4-FFF2-40B4-BE49-F238E27FC236}">
                  <a16:creationId xmlns:a16="http://schemas.microsoft.com/office/drawing/2014/main" id="{6A7ADBA4-EBEB-1A9C-5FEE-36DF39C99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170937" y="2003626"/>
              <a:ext cx="670920" cy="670920"/>
            </a:xfrm>
            <a:prstGeom prst="rect">
              <a:avLst/>
            </a:prstGeom>
          </p:spPr>
        </p:pic>
        <p:pic>
          <p:nvPicPr>
            <p:cNvPr id="292" name="图形 291" descr="列表 纯色填充">
              <a:extLst>
                <a:ext uri="{FF2B5EF4-FFF2-40B4-BE49-F238E27FC236}">
                  <a16:creationId xmlns:a16="http://schemas.microsoft.com/office/drawing/2014/main" id="{67EAD09D-5DF8-B5B3-3BF5-535A99E38E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164956" y="2832682"/>
              <a:ext cx="670920" cy="670920"/>
            </a:xfrm>
            <a:prstGeom prst="rect">
              <a:avLst/>
            </a:prstGeom>
          </p:spPr>
        </p:pic>
        <p:pic>
          <p:nvPicPr>
            <p:cNvPr id="294" name="图形 293" descr="上升趋势 纯色填充">
              <a:extLst>
                <a:ext uri="{FF2B5EF4-FFF2-40B4-BE49-F238E27FC236}">
                  <a16:creationId xmlns:a16="http://schemas.microsoft.com/office/drawing/2014/main" id="{4AF2C1B4-C67B-8CDD-C713-BC1120644C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164956" y="3607622"/>
              <a:ext cx="670920" cy="670920"/>
            </a:xfrm>
            <a:prstGeom prst="rect">
              <a:avLst/>
            </a:prstGeom>
          </p:spPr>
        </p:pic>
        <p:sp>
          <p:nvSpPr>
            <p:cNvPr id="295" name="磁盘 294">
              <a:extLst>
                <a:ext uri="{FF2B5EF4-FFF2-40B4-BE49-F238E27FC236}">
                  <a16:creationId xmlns:a16="http://schemas.microsoft.com/office/drawing/2014/main" id="{51743D69-A67B-65BD-FBF9-7D7669A63EE1}"/>
                </a:ext>
              </a:extLst>
            </p:cNvPr>
            <p:cNvSpPr/>
            <p:nvPr/>
          </p:nvSpPr>
          <p:spPr>
            <a:xfrm>
              <a:off x="1225955" y="2279382"/>
              <a:ext cx="2594918" cy="1828800"/>
            </a:xfrm>
            <a:prstGeom prst="flowChartMagneticDisk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96" name="object 284">
              <a:extLst>
                <a:ext uri="{FF2B5EF4-FFF2-40B4-BE49-F238E27FC236}">
                  <a16:creationId xmlns:a16="http://schemas.microsoft.com/office/drawing/2014/main" id="{DE1E4977-7F5C-AF44-5164-CBC222D99224}"/>
                </a:ext>
              </a:extLst>
            </p:cNvPr>
            <p:cNvSpPr txBox="1"/>
            <p:nvPr/>
          </p:nvSpPr>
          <p:spPr>
            <a:xfrm>
              <a:off x="1560863" y="3096620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97" name="object 285">
              <a:extLst>
                <a:ext uri="{FF2B5EF4-FFF2-40B4-BE49-F238E27FC236}">
                  <a16:creationId xmlns:a16="http://schemas.microsoft.com/office/drawing/2014/main" id="{4B574179-F8AE-3F21-610F-23823A815D83}"/>
                </a:ext>
              </a:extLst>
            </p:cNvPr>
            <p:cNvSpPr txBox="1"/>
            <p:nvPr/>
          </p:nvSpPr>
          <p:spPr>
            <a:xfrm>
              <a:off x="1489235" y="2420338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9732D-2F3E-9841-D64B-961BE33E1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6FA3129-5620-C761-A622-A5DC3470CB56}"/>
              </a:ext>
            </a:extLst>
          </p:cNvPr>
          <p:cNvGrpSpPr/>
          <p:nvPr/>
        </p:nvGrpSpPr>
        <p:grpSpPr>
          <a:xfrm>
            <a:off x="1543761" y="202118"/>
            <a:ext cx="9734352" cy="4808857"/>
            <a:chOff x="1228801" y="2345878"/>
            <a:chExt cx="9734352" cy="4808857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6C9AC852-D60A-65E6-D9CD-6FD079280F35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3CF8710E-6A45-764B-9CD9-AE9D1BEFEFCA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3F9DBCD4-78EC-C6C7-ED98-884052CBD712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E38841D5-5F20-6D0B-0518-0BAEB4028866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63313C7D-EDAA-B7FA-3A16-4EFC39CE4FED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AF798414-5C0C-99E6-E438-7DA8D279143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67148" y="2345878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0B0AE47-EDF2-224E-C5F2-9BDAA7EAA210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0A9C3AFA-BF27-C8C2-2A3C-2B5EB5F27676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C711D2B3-4118-9776-0B63-F1178ED8979E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81D6A571-29A7-C992-B572-309FB3F17B95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17C80B1E-852C-9ED1-0736-EF25D6792A83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E371160-DD3A-F303-18A6-E838E7A3CF04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A33ADE14-A07F-7315-D8F9-8263B58809F7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4F16B3C-46C2-86A3-0378-86A00C618569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B1FAD8B4-8EE6-C8EC-F5DD-BD5808BE886C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A22100C2-201A-44E9-C137-F9FC2BE51436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1D23B387-2D22-E0AC-D7B0-E4B4AD283006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9001CCF7-9A48-A476-3A24-47ACA842D116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59BC1B71-F046-05A7-C9C3-EBFA037CAE53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E135D72C-1341-B182-2240-E48B26C8A888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436B26F3-E0CE-6B56-B4C6-E102DF0D2A32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B957270C-E511-6DEF-9AFC-F4E55963DB8D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058DD2B4-49C4-64C3-30A1-302B792DA77D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72C21689-242A-382A-3876-5B86F3BB3AC6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646CC0AE-2AC4-5452-29EC-FF4409AC93F4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9E1282A5-26B3-FCAA-DE25-1904928997AC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9684CB1C-DC88-CE98-491A-FA68585C3E07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A8026D95-96DD-C318-D7E7-FABECDC3B3B0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88BB85B-0399-6E16-2C12-B03593501F57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71A567DC-C9F1-FDFA-CB11-6BF0DBAA168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F29F9A98-5671-E0F7-A128-D999055BAE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1C3A2B77-61C6-1CEC-7007-37C0F8997634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92DAC177-13FC-A72A-6FF9-C4FD2193CAF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8BD3C9C7-263E-0D9C-FF7E-58ABB3B75366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99BBA334-BC9B-CE30-CAF4-B425B37E31C8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16A3C931-9A07-7C6F-069C-BE3600FA2911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98A74451-0A1D-97F9-0F50-1C0F951C1F3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0C6F0067-00BE-5E6A-FF4E-E6246137CD40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6AC90B9-C1EB-D2EA-C82D-F64E9E42DCF4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1E3FDCAA-8B36-A226-0FEA-8E22A820652A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317A2394-97CA-B75B-BE84-E8095A08E563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DB748530-E8F0-0875-4AFD-C7F4CAC68ECC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F969D207-10D0-45BD-DF7B-AABAAD2DB17E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9E9D9AE-09EC-F348-A097-A09F6F1F072F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2720726E-F8AE-1819-175B-2584BE697DCF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FBBBD824-F836-5CEC-CD6A-7501A4FB5397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13ABE3A-2D9E-3E11-7D79-E98E304D4D3F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A626A612-269F-FF49-3613-58C57698C3E6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D5F6C2E9-BF80-3DA2-AAAB-5157ABA1F895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4F315200-7688-6F2D-79FB-3AE6141BA8B9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2BF41907-F942-4665-C5AE-51C03EE93C7D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1766AC0B-E308-CD6F-8745-EFC180F4CE65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17C35B8A-0E2A-6EF8-AC92-C56029E2DB7E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37FBFB16-14B7-0D55-9893-F1441281C616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858756A7-A33A-46B6-36EA-3103025F98EB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C6E128C2-EECD-775E-3DF4-DEA797C2C37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6826609F-94A1-F7B0-E329-8131D2CCAD44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BF57A97-3E2E-140D-6E11-695BE3C334A9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F112B984-C58A-CA72-320B-812116B4FE55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28430128-E375-50EE-1EF2-A41E195C3A16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D878192B-0D5B-5A3E-B4EC-A6CA6E0FF695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21BE9318-BF3C-A8B4-C9C4-02D10887229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10525BC0-19ED-7248-BAA8-043C8A76D874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8BAB15FB-6B54-07CF-8A05-CBE80DE4EF08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60FAD232-3DEC-4BC5-4602-1215A28E9AB2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C6B4CE74-CE4B-68CC-3165-BA15ED3A5817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B11ABD5D-6C36-C434-F94F-231E6DB497EE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5CD3B130-1E30-F4AC-E0D9-CF1A61001F26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4A39888A-0EC8-AA7B-8503-82DEB7A613E7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8799C1C-1E9E-3204-F552-14BE3346CAC2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6BC41E92-3920-E424-A3CC-A94B8D3CF12C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AF6A23E5-9846-A0F6-0691-8BAD92F90684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4CD02B2A-D86C-C3DF-B2A1-4258C9616097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B2E66F3B-D6B8-AD78-451E-B15704936EFB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1BF5CAA9-62C3-263E-EA5B-16D623481EFD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54463797-F791-EB73-C77D-D724714F52BF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07BD0AC3-E652-548F-D13B-2611D6D6E512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2C7FAE3B-DE12-5479-A862-B70BD76B252C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42643B5-B246-6374-1CE6-CBD55BB6AA82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B0DCB49-207C-188B-E87E-E00E696D8146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D54C9B1E-D6EA-6D0A-5F28-777668F87B62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A4AB00B6-B8CA-29F7-1D3A-D9C4952B07E9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BCFAEE15-4695-BB9F-7A40-D79C2B03634F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9CA3011-A41E-0347-14C1-D5267F1AC202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1AE07DF1-D0C3-4787-2EA8-50D4AAB9498D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DBCF0888-C4CA-58E2-9B4C-C82EDF374DCC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03DA8623-5451-34AF-27B3-8CAF9C38072A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88557C4E-42AB-639E-8CDD-B9AB8D8BC53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AF7D29BB-39F6-82E7-5FE4-D3FD29643E7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FCDB2F33-BBA5-DBA1-AADC-68EF706C0DAF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8CF5A64B-D6D7-0A4B-94A9-7382E802F664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EDC603DC-CF22-1E47-098A-1C39AE530D2C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7744DACF-1F7C-3CB3-7F56-B0A4C9232DFC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323C020E-5F1D-EB1C-E2B3-00F53860EC50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B8EED0D0-9FFC-7A92-AE3C-672DC7FF48F1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652F66E-AFD2-A957-BCBD-7588C42D94CB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2CBD31A8-B2A1-5088-FA9C-24623CDAF61E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1281AC58-320F-E076-4071-C78CEDCF1938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9230AD78-1470-FA1B-9E36-9F1205A3FF7B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A5369D9D-A693-66B6-175E-1A45B1427AA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5FF26D34-10FD-F7A0-71B0-DE5DED9E9F08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A2D1A88F-907F-F689-AE69-DED48B2097E9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0BE1A45F-CB7B-5B32-4CB9-E9488F2F8072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55497B6-E594-CC34-0D1E-FA94CC0912FB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0C327073-3B04-58F8-E05D-493468DFE7AF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4F5D031A-FE03-24B4-8B64-8F1D2530CD3D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D00DFEFA-B3C5-28DE-F5FB-12FDC4C5DF13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803E9AB-ED5B-8D22-B56A-7801CD46F450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5941ACE6-619E-DA47-4EA3-A679183FC6DD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9C2DD752-94BF-C841-C572-E5509F1CB31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B27654D8-BFFF-7068-6F62-14CA102F8FFD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449AA784-67B8-1B8F-A8BE-8094106F1BDB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C53D2088-06F2-462E-6334-DAAD6F63FA1C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8E7F611E-50E7-541D-88BD-3BAB28054389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C184A22C-DEF7-98B9-AD7B-06A6ADA8DA65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F58FD452-3D1F-CFE6-DF7A-EE64F9B31227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61C1941C-EBBB-F83C-04E9-117B9A162606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FBE6F836-D33E-51F0-C929-0A4C4E6D195A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2AE47008-69B3-0B89-268A-C397EE2C0907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3F5A617F-810F-E34E-7426-851740347000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F04FC55E-99F0-DCF7-D7C8-C9A3955EB9D5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F5BFE72D-DF14-0E14-DF33-0C8FFAE9B03F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8EF90EC4-98CF-C075-B145-8E93A4BA2E69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596D23D1-D27A-AF66-2810-D5DE14E2FB8B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272204B2-F053-21BC-84E3-3A84F7A9190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6ADFE6D1-BEB1-633C-4DA5-68AE3FA6EA7D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B041B3C4-A15A-DCC5-22FA-92AFD4262688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23A9F3B8-917C-5F96-F5E7-C426408A14D9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B29E63AC-2624-634C-CFC1-066B5BF2435C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D3CA774-C025-B386-49A1-CD6AAD2A249C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A2452486-7F8F-6BCD-7B55-52C1328EB130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8C54FD59-12AC-BCA3-F43D-369C8BE6A0EA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B6C48169-24B8-CD4A-8E38-B67EB3CCF5D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8EF91B98-3CA8-E4A3-52AE-F3E56C8FAE1A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BA4632AE-19AC-EFEE-1642-1488C015C6C7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13AAAA33-3A55-952B-9AD0-3C799F2352C9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E3483D64-700A-8AEC-7732-413B9148B57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31883D5C-E01F-51B9-6BF9-F4C0D52BFFC2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DA8364AD-88F0-808F-F77F-B52759BE1E1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69165525-831D-842C-8CCA-409B8C1B182A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95AE4482-55E5-26D4-7B28-4AEB8399A1DF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2785D2BB-C7CB-7DBF-F25E-7B711D91099E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941B1B78-76C2-CC96-D176-C71F7EFE81FC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4A948806-6448-0625-740D-246FB6A4A99F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1102B12E-D47F-887F-2A94-40DDEA45BD96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4946F402-28FA-2EBE-6475-654444BA00FD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D5309415-9372-2505-D6B4-42008BE6C32D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731B4465-FF1E-B5DE-1559-C63FD58546E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F2BE34DB-30E2-41CD-FD57-77224434880E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31890DE6-8999-071D-99B9-EF37A2DFBA0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A5EC90B1-2208-65F5-5716-4EC45E9CC919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7A48D635-06B1-94E6-3238-33773AA0E2E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1FF8BAC4-3E14-E0CF-A243-312468BC7A1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35D34127-DC30-5CAE-E80A-F73675363A02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B21863E-30B1-EE31-8C56-F7E0E6F00856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41D1C11B-5EB5-C294-5980-58B7A94EAEFA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333D1B1F-740D-9247-0BFE-F320E059101E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A4F0D031-C731-2DBB-F9E9-275541C096C3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DB73B34F-0FE5-72CF-630E-9413D9CAC75D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92F2A951-57D1-F268-4482-D1592F7C9DA0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5752D4D-3753-5D92-2B8C-931C4339F94D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BCA23FCE-F9EF-9E1A-09AB-81FB5F2B0CB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5AA751F1-25BF-54AA-D993-46D2EDB0C035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4250A420-6421-CA17-536E-DB2B604141B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EC3A5A3F-EEFB-A96B-7EFF-67EB03A8E45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FA7FC217-4127-B550-1371-43AF0A6891E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0A574341-72CD-C466-667D-62493AFB2726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48B6B70E-1B13-40D1-E5E5-3082C6910132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53537F36-7324-A930-B62C-27F983208421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23DF838F-E1F8-B66E-90B2-5C576BDC04AC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973D05BE-A823-539B-EB78-D8E617AD7798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540FBA81-D1C2-4194-5ECD-12927EE243DF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117710A0-FDD9-9ACD-CE01-B8998669F255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1620173C-0759-03FC-DE20-A42683B71C35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0D68823B-F382-C01E-67D7-B74F53FB556E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691F1D7C-936D-A6DC-214E-67C312E0AB65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817510-3E74-6C8C-52B4-03538C87EB7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5EA50CD8-B3F7-CA9B-42B4-C62062C8418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39BCC54-B90B-B24C-2679-7FB6ED8F567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E92A1AB1-DD29-092D-2A3B-3AE2D8AAB814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8AAB577B-88FA-42DF-8922-9A060028A773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27067058-3298-D3E3-5960-7750F8D0EAB4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44D3A4FD-E77A-353A-33DD-96606559966F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7081164B-74E6-9D9D-8BE6-729317D49058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BF7DCE2B-408D-34FA-D254-FCC6804E689F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63A71C38-E9DC-5823-4A03-CCE86948F397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DB2F78C3-C3FB-43FC-86AA-7F7C21D71FBE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362AA21A-4096-6801-E534-34587F2D7806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3C9D94BD-63AB-C1EF-32A3-1A20AF3EC4DE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4EE1BCB0-7A74-2F7A-66CF-E739B099ECB8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6E33ABE6-2C68-F0B8-AF10-12DE739509A8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F1020652-1E7B-5B47-AF06-830A2EA61910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72A67F9B-AF4D-A72B-1A1B-C31236A24A1B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21986A90-408F-9A29-5782-498A6C024F1C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ECF8A56B-A65C-0CDC-94F8-628EBC08C91D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BB8E7C03-9BAA-9C45-D4ED-DC4636C8FE4A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536A77B5-AC0C-293E-EE8C-4B8E9C5B837B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62E8C9C1-93B3-36DB-DAAC-8E463A7D7160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DA5A62F0-5583-FFCE-22F8-A5B66375CD1F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FAF6DE50-E8C3-F79B-6E39-3C7BEDE300D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09F374F2-BB95-BC85-C0A8-63A9694DE101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7FE0C6DF-AC57-9365-8D13-9E5549907356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CAAEBBB-5898-496A-8136-71BB6F0B0BA5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502F44B0-00F6-1A2A-3ECC-4E62B21F6482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B4DEB6BF-6CE8-7BB5-8556-606FE9D4C11D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428AAF49-4150-0F2E-0953-36F2816F7D02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55DD74D1-6475-C235-CCAE-A6CFBB5BB3FF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631F0158-F25F-735F-0191-5A897C6DC8EB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46EB467B-DCFF-FA3B-8A0D-7AED19CAE381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07FB6D32-FA9A-C22D-1D26-4D245F363FA9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F0BAF938-6DF0-532D-E756-20BA05710E56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C85EBC2E-FEBA-64F6-B88D-8E2D85F86C95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B68A51E6-D205-D21A-1DE4-BC2B2AD7EDBB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611DA5F3-296B-D868-C3C0-FEF161DD4150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587990C-6CB4-A99B-010A-C78D2242F2B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765431BF-8E75-AD8F-4E50-E1FB2CF975FE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56F18AB7-4CF0-D3C3-88B3-000D249C9BCC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0C523813-E65E-4784-9E16-8BCC44CA5095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29659393-BB9F-306E-C2E0-4535A31C31F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0859D71A-E8AF-2C11-AD5B-37D49075F437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9431CFA9-F1DF-C9C0-8E87-A4F08AF2E885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FFEDEB53-9584-1CF4-94A2-7E1D2CD463B3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FAA6AAE0-A315-D003-D6F0-34D2AB944D25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E4157993-127E-0ED5-5CBD-6B60A7C4510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D32AB7E4-956D-1E55-8C0F-B56166C58CDE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D1638FB0-EBDA-886C-6ECF-35688DEF4657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F936A9EE-0C5F-F1F9-0F13-B68753CF2DED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880D2D69-B92E-33E4-A19B-5E81018DC10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5CFD74AC-31C0-E2E4-8B03-C5E9326B9ED1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7AFFA3BE-E7A2-90AE-9701-32FC22D4ED24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52731880-E7DF-5E8C-43E7-7024D50339C1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854BAD4-0E83-0431-D703-151F8D412173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25C29616-DC18-9A05-E6E4-53BB9273E6B3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3FD118FA-DD35-CCFA-86B7-5C2ADC147416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DCD55D54-7E48-6289-BC61-77CFB705C8FF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AD85C6EE-C7A1-6FCE-8FCF-FF824B8E1407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781DEB66-D859-D791-AEBC-3AE1504DA2C8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AE67FDC3-08E1-3D61-AA3A-C80D7C6D2F8D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FA3C446F-F414-7F2C-34A9-6CED6132C79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EC5F5086-3878-7278-C83C-79A0AAFA71DC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3DC25892-A5DE-A632-5CEE-187A0124A03F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870A6FCF-2EB3-11F1-948B-C20493ED788E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0C397095-1905-E2DB-8C0C-693D5FFF82AD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47C01700-155D-D4B3-CA7E-AEDD8A2107BA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10B763D-E079-88B5-0ED3-32293CE10017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8746B16C-1FBE-40FA-5FE6-63E6DC45F4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744648E5-871B-A9B7-617A-6B5A7108CEAF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F59BCB96-5885-D597-777A-AAC93767A54A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EA35867F-378C-680F-71CD-7279CE9C0697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2614536A-F351-EE8D-99C5-D31368F99F5C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50181CE6-49E1-4A74-B74E-5D9FDE83B03C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DA51A825-BF88-E0B5-132A-A21F00E67F8D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EC5A5E94-99BC-832D-753D-EDA9F709431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17F23831-A43F-26D1-9C0E-251A649B1541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FE54B96E-C248-A79B-E016-5DCD0F0EDDCD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4BE649C9-F4A2-777F-A769-9B8C5931E474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930077A1-0796-25CD-7B13-E667CB1F034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BF9B9E37-5FEF-0CCA-93C5-7CC0DC05BABC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112AE4C1-F550-0618-5502-39A2EE68564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93E8503A-9802-A371-AE9C-4EAC527F81A3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BD78F289-5D60-1EC2-C7C7-BCB214DC55DE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7D6CC647-9737-381D-AA77-D7AB31A3B5AD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C530D960-9758-5A14-DB51-B15424AB2D8F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D5B16780-61DB-58D0-FD62-395D76638741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831288F9-8B55-D86B-5BB9-7A4F962B4CEA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045B1265-B19C-3D0F-CE62-9CE6FA7DAF8A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64DE0329-BB5E-513A-E397-6AE78A5A6614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630FCDE8-79E1-30A3-B443-F29A1575D842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2C6FBC42-473E-F4ED-B2E4-6D03E128B87B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68EDB824-DAAC-BBC3-CC10-EE4A4091B01B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CFAACDBA-FABE-9777-3647-1F32381B9D3E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66A7BC89-EAD0-F3DC-F3BF-AA9AA1210554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5CE5034E-2D13-ADE7-A62A-03BE74984CFF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2B1E037F-AF51-3ADE-45AB-ABC4D5EB3196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BC3C5031-1160-50C1-91B2-2C2B2A9B14EC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453CBD5B-C125-0C09-EB5F-E45557A45952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B6F643A1-AA3B-56C5-7588-231FCA39F816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32DA5641-69D6-255F-780A-3932C5520F5A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DA7C4A07-8B01-CCA3-EA8C-567838E71F7F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D7879228-2813-5BC5-0AB0-5A87F294B51C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1B071D9-97E7-919F-49B5-A04D90D55B7E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13648D94-C7F0-AE05-E2A3-7C2FFC2C4E26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A14D3346-B27D-AF4C-466C-E197757FD328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  <p:pic>
        <p:nvPicPr>
          <p:cNvPr id="3" name="图形 2" descr="困惑的人 纯色填充">
            <a:extLst>
              <a:ext uri="{FF2B5EF4-FFF2-40B4-BE49-F238E27FC236}">
                <a16:creationId xmlns:a16="http://schemas.microsoft.com/office/drawing/2014/main" id="{B166D7D4-B6A7-179E-928B-7DD98F9C17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43084" y="1487775"/>
            <a:ext cx="625874" cy="625874"/>
          </a:xfrm>
          <a:prstGeom prst="rect">
            <a:avLst/>
          </a:prstGeom>
        </p:spPr>
      </p:pic>
      <p:sp>
        <p:nvSpPr>
          <p:cNvPr id="288" name="右大括号 287">
            <a:extLst>
              <a:ext uri="{FF2B5EF4-FFF2-40B4-BE49-F238E27FC236}">
                <a16:creationId xmlns:a16="http://schemas.microsoft.com/office/drawing/2014/main" id="{E0C5762C-932A-258C-5E53-A2C3E40F1A03}"/>
              </a:ext>
            </a:extLst>
          </p:cNvPr>
          <p:cNvSpPr/>
          <p:nvPr/>
        </p:nvSpPr>
        <p:spPr>
          <a:xfrm rot="16200000">
            <a:off x="5267659" y="620413"/>
            <a:ext cx="495945" cy="306154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7768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592302"/>
              </p:ext>
            </p:extLst>
          </p:nvPr>
        </p:nvGraphicFramePr>
        <p:xfrm>
          <a:off x="7734214" y="1858035"/>
          <a:ext cx="2900597" cy="37110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0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2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7057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 algn="l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(系1的)记录</a:t>
                      </a: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048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6670" lvl="0" indent="0" algn="l" defTabSz="914400" rtl="0" eaLnBrk="1" fontAlgn="auto" latinLnBrk="0" hangingPunct="1">
                        <a:lnSpc>
                          <a:spcPts val="1805"/>
                        </a:lnSpc>
                        <a:spcBef>
                          <a:spcPts val="5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1的教师1的)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记录</a:t>
                      </a:r>
                      <a:endParaRPr lang="en-US" sz="1600" b="1" kern="1200" spc="-20" dirty="0">
                        <a:solidFill>
                          <a:schemeClr val="tx1"/>
                        </a:solidFill>
                        <a:latin typeface="SimHei" panose="02010609060101010101" pitchFamily="49" charset="-122"/>
                        <a:ea typeface="SimHei" panose="02010609060101010101" pitchFamily="49" charset="-122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278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7780" lvl="0" indent="0" algn="l" defTabSz="914400" rtl="0" eaLnBrk="1" fontAlgn="auto" latinLnBrk="0" hangingPunct="1">
                        <a:lnSpc>
                          <a:spcPts val="1895"/>
                        </a:lnSpc>
                        <a:spcBef>
                          <a:spcPts val="4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1的教师2的)记录</a:t>
                      </a: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395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31115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54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1的教师3的)记录</a:t>
                      </a: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174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 algn="l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(系2的)记录</a:t>
                      </a: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16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5240" lvl="0" indent="0" algn="l" defTabSz="914400" rtl="0" eaLnBrk="1" fontAlgn="auto" latinLnBrk="0" hangingPunct="1">
                        <a:lnSpc>
                          <a:spcPts val="1914"/>
                        </a:lnSpc>
                        <a:spcBef>
                          <a:spcPts val="4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2的教师5的)记录</a:t>
                      </a: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954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6670" lvl="0" indent="0" algn="l" defTabSz="914400" rtl="0" eaLnBrk="1" fontAlgn="auto" latinLnBrk="0" hangingPunct="1">
                        <a:lnSpc>
                          <a:spcPts val="1795"/>
                        </a:lnSpc>
                        <a:spcBef>
                          <a:spcPts val="55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2的教师8的)记录</a:t>
                      </a: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9395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 algn="l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(系4的)记录</a:t>
                      </a: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2381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6510" lvl="0" indent="0" algn="l" defTabSz="914400" rtl="0" eaLnBrk="1" fontAlgn="auto" latinLnBrk="0" hangingPunct="1">
                        <a:lnSpc>
                          <a:spcPts val="1914"/>
                        </a:lnSpc>
                        <a:spcBef>
                          <a:spcPts val="42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4的教师6的)记录</a:t>
                      </a: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174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27940" lvl="0" indent="0" algn="l" defTabSz="914400" rtl="0" eaLnBrk="1" fontAlgn="auto" latinLnBrk="0" hangingPunct="1">
                        <a:lnSpc>
                          <a:spcPts val="1775"/>
                        </a:lnSpc>
                        <a:spcBef>
                          <a:spcPts val="54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(</a:t>
                      </a:r>
                      <a:r>
                        <a:rPr lang="zh-CN" altLang="en-US"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系</a:t>
                      </a:r>
                      <a:r>
                        <a:rPr sz="1600" b="1" kern="1200" spc="-20" dirty="0">
                          <a:solidFill>
                            <a:schemeClr val="tx1"/>
                          </a:solidFill>
                          <a:latin typeface="SimHei" panose="02010609060101010101" pitchFamily="49" charset="-122"/>
                          <a:ea typeface="SimHei" panose="02010609060101010101" pitchFamily="49" charset="-122"/>
                          <a:cs typeface="Lantinghei SC Heavy"/>
                        </a:rPr>
                        <a:t>4的教师9的)记录</a:t>
                      </a: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8141445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E844FF3D-313B-8A34-2836-83CADE112FA5}"/>
              </a:ext>
            </a:extLst>
          </p:cNvPr>
          <p:cNvGrpSpPr/>
          <p:nvPr/>
        </p:nvGrpSpPr>
        <p:grpSpPr>
          <a:xfrm>
            <a:off x="130565" y="103445"/>
            <a:ext cx="6375406" cy="3072532"/>
            <a:chOff x="2008003" y="3994509"/>
            <a:chExt cx="6375406" cy="3072532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D55A298D-92D9-7014-5EBC-F8AB1A84274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92559" y="4594097"/>
              <a:ext cx="2990850" cy="195071"/>
            </a:xfrm>
            <a:prstGeom prst="rect">
              <a:avLst/>
            </a:prstGeom>
          </p:spPr>
        </p:pic>
        <p:grpSp>
          <p:nvGrpSpPr>
            <p:cNvPr id="8" name="object 6">
              <a:extLst>
                <a:ext uri="{FF2B5EF4-FFF2-40B4-BE49-F238E27FC236}">
                  <a16:creationId xmlns:a16="http://schemas.microsoft.com/office/drawing/2014/main" id="{758B4C40-6950-9499-2800-7630069B6B3F}"/>
                </a:ext>
              </a:extLst>
            </p:cNvPr>
            <p:cNvGrpSpPr/>
            <p:nvPr/>
          </p:nvGrpSpPr>
          <p:grpSpPr>
            <a:xfrm>
              <a:off x="2689745" y="4927091"/>
              <a:ext cx="5689600" cy="2139950"/>
              <a:chOff x="2689745" y="4927091"/>
              <a:chExt cx="5689600" cy="2139950"/>
            </a:xfrm>
          </p:grpSpPr>
          <p:pic>
            <p:nvPicPr>
              <p:cNvPr id="9" name="object 7">
                <a:extLst>
                  <a:ext uri="{FF2B5EF4-FFF2-40B4-BE49-F238E27FC236}">
                    <a16:creationId xmlns:a16="http://schemas.microsoft.com/office/drawing/2014/main" id="{6E576E6E-1C0E-5DCE-C4DB-41701174DDF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99417" y="4927091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0" name="object 8">
                <a:extLst>
                  <a:ext uri="{FF2B5EF4-FFF2-40B4-BE49-F238E27FC236}">
                    <a16:creationId xmlns:a16="http://schemas.microsoft.com/office/drawing/2014/main" id="{ABF2BD3E-9AAF-8FF1-8FD9-9B9A3B2630F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399417" y="5725667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1" name="object 9">
                <a:extLst>
                  <a:ext uri="{FF2B5EF4-FFF2-40B4-BE49-F238E27FC236}">
                    <a16:creationId xmlns:a16="http://schemas.microsoft.com/office/drawing/2014/main" id="{98805204-BB8F-7A11-8019-F08AFFED990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399417" y="6524243"/>
                <a:ext cx="2979420" cy="542544"/>
              </a:xfrm>
              <a:prstGeom prst="rect">
                <a:avLst/>
              </a:prstGeom>
            </p:spPr>
          </p:pic>
          <p:pic>
            <p:nvPicPr>
              <p:cNvPr id="12" name="object 10">
                <a:extLst>
                  <a:ext uri="{FF2B5EF4-FFF2-40B4-BE49-F238E27FC236}">
                    <a16:creationId xmlns:a16="http://schemas.microsoft.com/office/drawing/2014/main" id="{05479FED-D365-A985-F715-1BDC4117E993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92031" y="5725667"/>
                <a:ext cx="1059180" cy="534923"/>
              </a:xfrm>
              <a:prstGeom prst="rect">
                <a:avLst/>
              </a:prstGeom>
            </p:spPr>
          </p:pic>
          <p:pic>
            <p:nvPicPr>
              <p:cNvPr id="13" name="object 11">
                <a:extLst>
                  <a:ext uri="{FF2B5EF4-FFF2-40B4-BE49-F238E27FC236}">
                    <a16:creationId xmlns:a16="http://schemas.microsoft.com/office/drawing/2014/main" id="{2DCB8A64-F478-5F82-BD24-2F4E80805358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689745" y="5422391"/>
                <a:ext cx="1066800" cy="181355"/>
              </a:xfrm>
              <a:prstGeom prst="rect">
                <a:avLst/>
              </a:prstGeom>
            </p:spPr>
          </p:pic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BD2DD9C7-4465-C754-05CD-F2BE41E01025}"/>
                  </a:ext>
                </a:extLst>
              </p:cNvPr>
              <p:cNvSpPr/>
              <p:nvPr/>
            </p:nvSpPr>
            <p:spPr>
              <a:xfrm>
                <a:off x="3648341" y="4988826"/>
                <a:ext cx="1833880" cy="1664970"/>
              </a:xfrm>
              <a:custGeom>
                <a:avLst/>
                <a:gdLst/>
                <a:ahLst/>
                <a:cxnLst/>
                <a:rect l="l" t="t" r="r" b="b"/>
                <a:pathLst>
                  <a:path w="1833879" h="1664970">
                    <a:moveTo>
                      <a:pt x="1743024" y="794804"/>
                    </a:moveTo>
                    <a:lnTo>
                      <a:pt x="1706181" y="794880"/>
                    </a:lnTo>
                    <a:lnTo>
                      <a:pt x="1673491" y="795108"/>
                    </a:lnTo>
                    <a:lnTo>
                      <a:pt x="1623885" y="795235"/>
                    </a:lnTo>
                    <a:lnTo>
                      <a:pt x="1557731" y="795324"/>
                    </a:lnTo>
                    <a:lnTo>
                      <a:pt x="1474292" y="795782"/>
                    </a:lnTo>
                    <a:lnTo>
                      <a:pt x="1424305" y="796544"/>
                    </a:lnTo>
                    <a:lnTo>
                      <a:pt x="1374343" y="797852"/>
                    </a:lnTo>
                    <a:lnTo>
                      <a:pt x="1324419" y="799858"/>
                    </a:lnTo>
                    <a:lnTo>
                      <a:pt x="1274610" y="802728"/>
                    </a:lnTo>
                    <a:lnTo>
                      <a:pt x="1224940" y="806627"/>
                    </a:lnTo>
                    <a:lnTo>
                      <a:pt x="1175473" y="811682"/>
                    </a:lnTo>
                    <a:lnTo>
                      <a:pt x="1126223" y="818070"/>
                    </a:lnTo>
                    <a:lnTo>
                      <a:pt x="1077264" y="825944"/>
                    </a:lnTo>
                    <a:lnTo>
                      <a:pt x="1028623" y="835469"/>
                    </a:lnTo>
                    <a:lnTo>
                      <a:pt x="980351" y="846785"/>
                    </a:lnTo>
                    <a:lnTo>
                      <a:pt x="932497" y="860044"/>
                    </a:lnTo>
                    <a:lnTo>
                      <a:pt x="885101" y="875423"/>
                    </a:lnTo>
                    <a:lnTo>
                      <a:pt x="838200" y="893064"/>
                    </a:lnTo>
                    <a:lnTo>
                      <a:pt x="804672" y="905256"/>
                    </a:lnTo>
                    <a:lnTo>
                      <a:pt x="739140" y="929640"/>
                    </a:lnTo>
                    <a:lnTo>
                      <a:pt x="690359" y="946531"/>
                    </a:lnTo>
                    <a:lnTo>
                      <a:pt x="641705" y="961923"/>
                    </a:lnTo>
                    <a:lnTo>
                      <a:pt x="592429" y="974890"/>
                    </a:lnTo>
                    <a:lnTo>
                      <a:pt x="541782" y="984504"/>
                    </a:lnTo>
                    <a:lnTo>
                      <a:pt x="475488" y="993559"/>
                    </a:lnTo>
                    <a:lnTo>
                      <a:pt x="424751" y="998550"/>
                    </a:lnTo>
                    <a:lnTo>
                      <a:pt x="374332" y="1001979"/>
                    </a:lnTo>
                    <a:lnTo>
                      <a:pt x="323672" y="1004074"/>
                    </a:lnTo>
                    <a:lnTo>
                      <a:pt x="272973" y="1004951"/>
                    </a:lnTo>
                    <a:lnTo>
                      <a:pt x="233895" y="1004785"/>
                    </a:lnTo>
                    <a:lnTo>
                      <a:pt x="222415" y="1004735"/>
                    </a:lnTo>
                    <a:lnTo>
                      <a:pt x="172212" y="1003554"/>
                    </a:lnTo>
                    <a:lnTo>
                      <a:pt x="138684" y="1002792"/>
                    </a:lnTo>
                    <a:lnTo>
                      <a:pt x="71628" y="1000506"/>
                    </a:lnTo>
                    <a:lnTo>
                      <a:pt x="4572" y="997458"/>
                    </a:lnTo>
                    <a:lnTo>
                      <a:pt x="1524" y="998982"/>
                    </a:lnTo>
                    <a:lnTo>
                      <a:pt x="0" y="1002030"/>
                    </a:lnTo>
                    <a:lnTo>
                      <a:pt x="762" y="1005078"/>
                    </a:lnTo>
                    <a:lnTo>
                      <a:pt x="4572" y="1006602"/>
                    </a:lnTo>
                    <a:lnTo>
                      <a:pt x="70866" y="1009650"/>
                    </a:lnTo>
                    <a:lnTo>
                      <a:pt x="185610" y="1013574"/>
                    </a:lnTo>
                    <a:lnTo>
                      <a:pt x="233895" y="1014323"/>
                    </a:lnTo>
                    <a:lnTo>
                      <a:pt x="272973" y="1014183"/>
                    </a:lnTo>
                    <a:lnTo>
                      <a:pt x="282511" y="1014158"/>
                    </a:lnTo>
                    <a:lnTo>
                      <a:pt x="331228" y="1013028"/>
                    </a:lnTo>
                    <a:lnTo>
                      <a:pt x="379793" y="1010907"/>
                    </a:lnTo>
                    <a:lnTo>
                      <a:pt x="427951" y="1007757"/>
                    </a:lnTo>
                    <a:lnTo>
                      <a:pt x="474726" y="1003617"/>
                    </a:lnTo>
                    <a:lnTo>
                      <a:pt x="475488" y="1003554"/>
                    </a:lnTo>
                    <a:lnTo>
                      <a:pt x="543306" y="994410"/>
                    </a:lnTo>
                    <a:lnTo>
                      <a:pt x="590765" y="985202"/>
                    </a:lnTo>
                    <a:lnTo>
                      <a:pt x="637552" y="973124"/>
                    </a:lnTo>
                    <a:lnTo>
                      <a:pt x="683768" y="958862"/>
                    </a:lnTo>
                    <a:lnTo>
                      <a:pt x="729526" y="943114"/>
                    </a:lnTo>
                    <a:lnTo>
                      <a:pt x="774954" y="926592"/>
                    </a:lnTo>
                    <a:lnTo>
                      <a:pt x="841248" y="901446"/>
                    </a:lnTo>
                    <a:lnTo>
                      <a:pt x="875538" y="890016"/>
                    </a:lnTo>
                    <a:lnTo>
                      <a:pt x="962215" y="861517"/>
                    </a:lnTo>
                    <a:lnTo>
                      <a:pt x="1014704" y="847801"/>
                    </a:lnTo>
                    <a:lnTo>
                      <a:pt x="1067587" y="836676"/>
                    </a:lnTo>
                    <a:lnTo>
                      <a:pt x="1121168" y="828141"/>
                    </a:lnTo>
                    <a:lnTo>
                      <a:pt x="1217676" y="817626"/>
                    </a:lnTo>
                    <a:lnTo>
                      <a:pt x="1261110" y="814578"/>
                    </a:lnTo>
                    <a:lnTo>
                      <a:pt x="1310474" y="811174"/>
                    </a:lnTo>
                    <a:lnTo>
                      <a:pt x="1359877" y="808520"/>
                    </a:lnTo>
                    <a:lnTo>
                      <a:pt x="1409319" y="806538"/>
                    </a:lnTo>
                    <a:lnTo>
                      <a:pt x="1458772" y="805154"/>
                    </a:lnTo>
                    <a:lnTo>
                      <a:pt x="1508239" y="804265"/>
                    </a:lnTo>
                    <a:lnTo>
                      <a:pt x="1557731" y="803821"/>
                    </a:lnTo>
                    <a:lnTo>
                      <a:pt x="1656702" y="803871"/>
                    </a:lnTo>
                    <a:lnTo>
                      <a:pt x="1706181" y="804214"/>
                    </a:lnTo>
                    <a:lnTo>
                      <a:pt x="1742694" y="804545"/>
                    </a:lnTo>
                    <a:lnTo>
                      <a:pt x="1743024" y="804557"/>
                    </a:lnTo>
                    <a:lnTo>
                      <a:pt x="1743024" y="794804"/>
                    </a:lnTo>
                    <a:close/>
                  </a:path>
                  <a:path w="1833879" h="1664970">
                    <a:moveTo>
                      <a:pt x="1818894" y="1633728"/>
                    </a:moveTo>
                    <a:lnTo>
                      <a:pt x="1746504" y="1588770"/>
                    </a:lnTo>
                    <a:lnTo>
                      <a:pt x="1743456" y="1622526"/>
                    </a:lnTo>
                    <a:lnTo>
                      <a:pt x="1725930" y="1620774"/>
                    </a:lnTo>
                    <a:lnTo>
                      <a:pt x="1676577" y="1617383"/>
                    </a:lnTo>
                    <a:lnTo>
                      <a:pt x="1626870" y="1614017"/>
                    </a:lnTo>
                    <a:lnTo>
                      <a:pt x="1576908" y="1610474"/>
                    </a:lnTo>
                    <a:lnTo>
                      <a:pt x="1526819" y="1606537"/>
                    </a:lnTo>
                    <a:lnTo>
                      <a:pt x="1476730" y="1602028"/>
                    </a:lnTo>
                    <a:lnTo>
                      <a:pt x="1426768" y="1596732"/>
                    </a:lnTo>
                    <a:lnTo>
                      <a:pt x="1377061" y="1590433"/>
                    </a:lnTo>
                    <a:lnTo>
                      <a:pt x="1327708" y="1582953"/>
                    </a:lnTo>
                    <a:lnTo>
                      <a:pt x="1278851" y="1574088"/>
                    </a:lnTo>
                    <a:lnTo>
                      <a:pt x="1230630" y="1563624"/>
                    </a:lnTo>
                    <a:lnTo>
                      <a:pt x="1193292" y="1553718"/>
                    </a:lnTo>
                    <a:lnTo>
                      <a:pt x="1145222" y="1536954"/>
                    </a:lnTo>
                    <a:lnTo>
                      <a:pt x="1101420" y="1515287"/>
                    </a:lnTo>
                    <a:lnTo>
                      <a:pt x="1060894" y="1489722"/>
                    </a:lnTo>
                    <a:lnTo>
                      <a:pt x="1022604" y="1461249"/>
                    </a:lnTo>
                    <a:lnTo>
                      <a:pt x="985558" y="1430845"/>
                    </a:lnTo>
                    <a:lnTo>
                      <a:pt x="948728" y="1399527"/>
                    </a:lnTo>
                    <a:lnTo>
                      <a:pt x="911123" y="1368259"/>
                    </a:lnTo>
                    <a:lnTo>
                      <a:pt x="871728" y="1338072"/>
                    </a:lnTo>
                    <a:lnTo>
                      <a:pt x="829056" y="1309878"/>
                    </a:lnTo>
                    <a:lnTo>
                      <a:pt x="773811" y="1281963"/>
                    </a:lnTo>
                    <a:lnTo>
                      <a:pt x="729996" y="1265707"/>
                    </a:lnTo>
                    <a:lnTo>
                      <a:pt x="683856" y="1252283"/>
                    </a:lnTo>
                    <a:lnTo>
                      <a:pt x="636130" y="1241272"/>
                    </a:lnTo>
                    <a:lnTo>
                      <a:pt x="587552" y="1232217"/>
                    </a:lnTo>
                    <a:lnTo>
                      <a:pt x="538848" y="1224699"/>
                    </a:lnTo>
                    <a:lnTo>
                      <a:pt x="490753" y="1218285"/>
                    </a:lnTo>
                    <a:lnTo>
                      <a:pt x="399288" y="1207008"/>
                    </a:lnTo>
                    <a:lnTo>
                      <a:pt x="346710" y="1201674"/>
                    </a:lnTo>
                    <a:lnTo>
                      <a:pt x="320802" y="1199388"/>
                    </a:lnTo>
                    <a:lnTo>
                      <a:pt x="273443" y="1195006"/>
                    </a:lnTo>
                    <a:lnTo>
                      <a:pt x="226060" y="1190904"/>
                    </a:lnTo>
                    <a:lnTo>
                      <a:pt x="178650" y="1186942"/>
                    </a:lnTo>
                    <a:lnTo>
                      <a:pt x="131241" y="1182954"/>
                    </a:lnTo>
                    <a:lnTo>
                      <a:pt x="83883" y="1178775"/>
                    </a:lnTo>
                    <a:lnTo>
                      <a:pt x="36576" y="1174242"/>
                    </a:lnTo>
                    <a:lnTo>
                      <a:pt x="18288" y="1171956"/>
                    </a:lnTo>
                    <a:lnTo>
                      <a:pt x="14478" y="1172718"/>
                    </a:lnTo>
                    <a:lnTo>
                      <a:pt x="12954" y="1176528"/>
                    </a:lnTo>
                    <a:lnTo>
                      <a:pt x="13716" y="1179576"/>
                    </a:lnTo>
                    <a:lnTo>
                      <a:pt x="16764" y="1181862"/>
                    </a:lnTo>
                    <a:lnTo>
                      <a:pt x="72110" y="1187640"/>
                    </a:lnTo>
                    <a:lnTo>
                      <a:pt x="127584" y="1192428"/>
                    </a:lnTo>
                    <a:lnTo>
                      <a:pt x="183121" y="1196759"/>
                    </a:lnTo>
                    <a:lnTo>
                      <a:pt x="238658" y="1201178"/>
                    </a:lnTo>
                    <a:lnTo>
                      <a:pt x="294132" y="1206246"/>
                    </a:lnTo>
                    <a:lnTo>
                      <a:pt x="345948" y="1210818"/>
                    </a:lnTo>
                    <a:lnTo>
                      <a:pt x="392938" y="1216317"/>
                    </a:lnTo>
                    <a:lnTo>
                      <a:pt x="442925" y="1221968"/>
                    </a:lnTo>
                    <a:lnTo>
                      <a:pt x="494957" y="1228217"/>
                    </a:lnTo>
                    <a:lnTo>
                      <a:pt x="548030" y="1235494"/>
                    </a:lnTo>
                    <a:lnTo>
                      <a:pt x="601167" y="1244219"/>
                    </a:lnTo>
                    <a:lnTo>
                      <a:pt x="653389" y="1254823"/>
                    </a:lnTo>
                    <a:lnTo>
                      <a:pt x="703707" y="1267739"/>
                    </a:lnTo>
                    <a:lnTo>
                      <a:pt x="751166" y="1283411"/>
                    </a:lnTo>
                    <a:lnTo>
                      <a:pt x="794766" y="1302258"/>
                    </a:lnTo>
                    <a:lnTo>
                      <a:pt x="838962" y="1327404"/>
                    </a:lnTo>
                    <a:lnTo>
                      <a:pt x="894918" y="1367536"/>
                    </a:lnTo>
                    <a:lnTo>
                      <a:pt x="934707" y="1399933"/>
                    </a:lnTo>
                    <a:lnTo>
                      <a:pt x="973264" y="1432661"/>
                    </a:lnTo>
                    <a:lnTo>
                      <a:pt x="1011809" y="1464602"/>
                    </a:lnTo>
                    <a:lnTo>
                      <a:pt x="1051560" y="1494688"/>
                    </a:lnTo>
                    <a:lnTo>
                      <a:pt x="1093736" y="1521815"/>
                    </a:lnTo>
                    <a:lnTo>
                      <a:pt x="1139545" y="1544904"/>
                    </a:lnTo>
                    <a:lnTo>
                      <a:pt x="1190244" y="1562862"/>
                    </a:lnTo>
                    <a:lnTo>
                      <a:pt x="1228344" y="1573530"/>
                    </a:lnTo>
                    <a:lnTo>
                      <a:pt x="1276870" y="1583817"/>
                    </a:lnTo>
                    <a:lnTo>
                      <a:pt x="1325943" y="1592567"/>
                    </a:lnTo>
                    <a:lnTo>
                      <a:pt x="1375448" y="1599958"/>
                    </a:lnTo>
                    <a:lnTo>
                      <a:pt x="1425282" y="1606194"/>
                    </a:lnTo>
                    <a:lnTo>
                      <a:pt x="1475333" y="1611490"/>
                    </a:lnTo>
                    <a:lnTo>
                      <a:pt x="1525485" y="1616036"/>
                    </a:lnTo>
                    <a:lnTo>
                      <a:pt x="1575663" y="1620024"/>
                    </a:lnTo>
                    <a:lnTo>
                      <a:pt x="1625739" y="1623656"/>
                    </a:lnTo>
                    <a:lnTo>
                      <a:pt x="1675599" y="1627136"/>
                    </a:lnTo>
                    <a:lnTo>
                      <a:pt x="1725168" y="1630680"/>
                    </a:lnTo>
                    <a:lnTo>
                      <a:pt x="1742605" y="1631988"/>
                    </a:lnTo>
                    <a:lnTo>
                      <a:pt x="1739646" y="1664970"/>
                    </a:lnTo>
                    <a:lnTo>
                      <a:pt x="1760982" y="1656549"/>
                    </a:lnTo>
                    <a:lnTo>
                      <a:pt x="1818894" y="1633728"/>
                    </a:lnTo>
                    <a:close/>
                  </a:path>
                  <a:path w="1833879" h="1664970">
                    <a:moveTo>
                      <a:pt x="1818894" y="800862"/>
                    </a:moveTo>
                    <a:lnTo>
                      <a:pt x="1743456" y="762000"/>
                    </a:lnTo>
                    <a:lnTo>
                      <a:pt x="1743125" y="794766"/>
                    </a:lnTo>
                    <a:lnTo>
                      <a:pt x="1755648" y="794766"/>
                    </a:lnTo>
                    <a:lnTo>
                      <a:pt x="1743125" y="794804"/>
                    </a:lnTo>
                    <a:lnTo>
                      <a:pt x="1743024" y="804557"/>
                    </a:lnTo>
                    <a:lnTo>
                      <a:pt x="1743024" y="805180"/>
                    </a:lnTo>
                    <a:lnTo>
                      <a:pt x="1742694" y="838200"/>
                    </a:lnTo>
                    <a:lnTo>
                      <a:pt x="1743024" y="838034"/>
                    </a:lnTo>
                    <a:lnTo>
                      <a:pt x="1760220" y="829602"/>
                    </a:lnTo>
                    <a:lnTo>
                      <a:pt x="1818894" y="800862"/>
                    </a:lnTo>
                    <a:close/>
                  </a:path>
                  <a:path w="1833879" h="1664970">
                    <a:moveTo>
                      <a:pt x="1833372" y="33528"/>
                    </a:moveTo>
                    <a:lnTo>
                      <a:pt x="1754886" y="0"/>
                    </a:lnTo>
                    <a:lnTo>
                      <a:pt x="1756905" y="33743"/>
                    </a:lnTo>
                    <a:lnTo>
                      <a:pt x="1720189" y="36474"/>
                    </a:lnTo>
                    <a:lnTo>
                      <a:pt x="1670278" y="41452"/>
                    </a:lnTo>
                    <a:lnTo>
                      <a:pt x="1620507" y="47828"/>
                    </a:lnTo>
                    <a:lnTo>
                      <a:pt x="1570926" y="55702"/>
                    </a:lnTo>
                    <a:lnTo>
                      <a:pt x="1521675" y="65189"/>
                    </a:lnTo>
                    <a:lnTo>
                      <a:pt x="1472806" y="76415"/>
                    </a:lnTo>
                    <a:lnTo>
                      <a:pt x="1424432" y="89496"/>
                    </a:lnTo>
                    <a:lnTo>
                      <a:pt x="1376654" y="104533"/>
                    </a:lnTo>
                    <a:lnTo>
                      <a:pt x="1329537" y="121653"/>
                    </a:lnTo>
                    <a:lnTo>
                      <a:pt x="1283208" y="140970"/>
                    </a:lnTo>
                    <a:lnTo>
                      <a:pt x="1247394" y="158496"/>
                    </a:lnTo>
                    <a:lnTo>
                      <a:pt x="1203147" y="181813"/>
                    </a:lnTo>
                    <a:lnTo>
                      <a:pt x="1161757" y="209727"/>
                    </a:lnTo>
                    <a:lnTo>
                      <a:pt x="1122845" y="241490"/>
                    </a:lnTo>
                    <a:lnTo>
                      <a:pt x="1086002" y="276326"/>
                    </a:lnTo>
                    <a:lnTo>
                      <a:pt x="1050848" y="313461"/>
                    </a:lnTo>
                    <a:lnTo>
                      <a:pt x="1017003" y="352132"/>
                    </a:lnTo>
                    <a:lnTo>
                      <a:pt x="984084" y="391553"/>
                    </a:lnTo>
                    <a:lnTo>
                      <a:pt x="951687" y="430974"/>
                    </a:lnTo>
                    <a:lnTo>
                      <a:pt x="919441" y="469620"/>
                    </a:lnTo>
                    <a:lnTo>
                      <a:pt x="886968" y="506730"/>
                    </a:lnTo>
                    <a:lnTo>
                      <a:pt x="871728" y="523494"/>
                    </a:lnTo>
                    <a:lnTo>
                      <a:pt x="855726" y="539496"/>
                    </a:lnTo>
                    <a:lnTo>
                      <a:pt x="840486" y="555498"/>
                    </a:lnTo>
                    <a:lnTo>
                      <a:pt x="785317" y="606564"/>
                    </a:lnTo>
                    <a:lnTo>
                      <a:pt x="745451" y="636143"/>
                    </a:lnTo>
                    <a:lnTo>
                      <a:pt x="704697" y="660984"/>
                    </a:lnTo>
                    <a:lnTo>
                      <a:pt x="662838" y="681850"/>
                    </a:lnTo>
                    <a:lnTo>
                      <a:pt x="619696" y="699503"/>
                    </a:lnTo>
                    <a:lnTo>
                      <a:pt x="575094" y="714667"/>
                    </a:lnTo>
                    <a:lnTo>
                      <a:pt x="528815" y="728116"/>
                    </a:lnTo>
                    <a:lnTo>
                      <a:pt x="480695" y="740587"/>
                    </a:lnTo>
                    <a:lnTo>
                      <a:pt x="430530" y="752856"/>
                    </a:lnTo>
                    <a:lnTo>
                      <a:pt x="379476" y="762762"/>
                    </a:lnTo>
                    <a:lnTo>
                      <a:pt x="330250" y="772121"/>
                    </a:lnTo>
                    <a:lnTo>
                      <a:pt x="280924" y="780491"/>
                    </a:lnTo>
                    <a:lnTo>
                      <a:pt x="231533" y="788212"/>
                    </a:lnTo>
                    <a:lnTo>
                      <a:pt x="132740" y="803008"/>
                    </a:lnTo>
                    <a:lnTo>
                      <a:pt x="83439" y="810742"/>
                    </a:lnTo>
                    <a:lnTo>
                      <a:pt x="34290" y="819150"/>
                    </a:lnTo>
                    <a:lnTo>
                      <a:pt x="28194" y="820674"/>
                    </a:lnTo>
                    <a:lnTo>
                      <a:pt x="22098" y="821436"/>
                    </a:lnTo>
                    <a:lnTo>
                      <a:pt x="16002" y="822960"/>
                    </a:lnTo>
                    <a:lnTo>
                      <a:pt x="12954" y="825246"/>
                    </a:lnTo>
                    <a:lnTo>
                      <a:pt x="12954" y="828294"/>
                    </a:lnTo>
                    <a:lnTo>
                      <a:pt x="14478" y="831342"/>
                    </a:lnTo>
                    <a:lnTo>
                      <a:pt x="18288" y="832104"/>
                    </a:lnTo>
                    <a:lnTo>
                      <a:pt x="65684" y="823163"/>
                    </a:lnTo>
                    <a:lnTo>
                      <a:pt x="113703" y="815428"/>
                    </a:lnTo>
                    <a:lnTo>
                      <a:pt x="162052" y="808355"/>
                    </a:lnTo>
                    <a:lnTo>
                      <a:pt x="210451" y="801395"/>
                    </a:lnTo>
                    <a:lnTo>
                      <a:pt x="258635" y="793991"/>
                    </a:lnTo>
                    <a:lnTo>
                      <a:pt x="306324" y="785622"/>
                    </a:lnTo>
                    <a:lnTo>
                      <a:pt x="331470" y="781812"/>
                    </a:lnTo>
                    <a:lnTo>
                      <a:pt x="381762" y="771906"/>
                    </a:lnTo>
                    <a:lnTo>
                      <a:pt x="429450" y="762012"/>
                    </a:lnTo>
                    <a:lnTo>
                      <a:pt x="478320" y="751014"/>
                    </a:lnTo>
                    <a:lnTo>
                      <a:pt x="527710" y="738492"/>
                    </a:lnTo>
                    <a:lnTo>
                      <a:pt x="576948" y="724027"/>
                    </a:lnTo>
                    <a:lnTo>
                      <a:pt x="625386" y="707199"/>
                    </a:lnTo>
                    <a:lnTo>
                      <a:pt x="672338" y="687616"/>
                    </a:lnTo>
                    <a:lnTo>
                      <a:pt x="717181" y="664832"/>
                    </a:lnTo>
                    <a:lnTo>
                      <a:pt x="759218" y="638467"/>
                    </a:lnTo>
                    <a:lnTo>
                      <a:pt x="797814" y="608076"/>
                    </a:lnTo>
                    <a:lnTo>
                      <a:pt x="831342" y="578358"/>
                    </a:lnTo>
                    <a:lnTo>
                      <a:pt x="862584" y="546354"/>
                    </a:lnTo>
                    <a:lnTo>
                      <a:pt x="896213" y="510514"/>
                    </a:lnTo>
                    <a:lnTo>
                      <a:pt x="929246" y="472516"/>
                    </a:lnTo>
                    <a:lnTo>
                      <a:pt x="994981" y="393217"/>
                    </a:lnTo>
                    <a:lnTo>
                      <a:pt x="1028420" y="353466"/>
                    </a:lnTo>
                    <a:lnTo>
                      <a:pt x="1062736" y="314706"/>
                    </a:lnTo>
                    <a:lnTo>
                      <a:pt x="1098296" y="277710"/>
                    </a:lnTo>
                    <a:lnTo>
                      <a:pt x="1135468" y="243268"/>
                    </a:lnTo>
                    <a:lnTo>
                      <a:pt x="1174635" y="212153"/>
                    </a:lnTo>
                    <a:lnTo>
                      <a:pt x="1216152" y="185166"/>
                    </a:lnTo>
                    <a:lnTo>
                      <a:pt x="1251204" y="166878"/>
                    </a:lnTo>
                    <a:lnTo>
                      <a:pt x="1294498" y="146392"/>
                    </a:lnTo>
                    <a:lnTo>
                      <a:pt x="1338795" y="128104"/>
                    </a:lnTo>
                    <a:lnTo>
                      <a:pt x="1383957" y="111899"/>
                    </a:lnTo>
                    <a:lnTo>
                      <a:pt x="1429842" y="97637"/>
                    </a:lnTo>
                    <a:lnTo>
                      <a:pt x="1476311" y="85229"/>
                    </a:lnTo>
                    <a:lnTo>
                      <a:pt x="1523250" y="74523"/>
                    </a:lnTo>
                    <a:lnTo>
                      <a:pt x="1570520" y="65417"/>
                    </a:lnTo>
                    <a:lnTo>
                      <a:pt x="1617980" y="57785"/>
                    </a:lnTo>
                    <a:lnTo>
                      <a:pt x="1665516" y="51511"/>
                    </a:lnTo>
                    <a:lnTo>
                      <a:pt x="1712976" y="46482"/>
                    </a:lnTo>
                    <a:lnTo>
                      <a:pt x="1752600" y="43434"/>
                    </a:lnTo>
                    <a:lnTo>
                      <a:pt x="1756905" y="43053"/>
                    </a:lnTo>
                    <a:lnTo>
                      <a:pt x="1757464" y="43002"/>
                    </a:lnTo>
                    <a:lnTo>
                      <a:pt x="1759458" y="76200"/>
                    </a:lnTo>
                    <a:lnTo>
                      <a:pt x="1774698" y="67398"/>
                    </a:lnTo>
                    <a:lnTo>
                      <a:pt x="1833372" y="33528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C888AF9B-167E-F0A2-1FA8-FAE8F3991282}"/>
                </a:ext>
              </a:extLst>
            </p:cNvPr>
            <p:cNvSpPr txBox="1"/>
            <p:nvPr/>
          </p:nvSpPr>
          <p:spPr>
            <a:xfrm>
              <a:off x="2008003" y="6337806"/>
              <a:ext cx="1953895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1330325" algn="l"/>
                </a:tabLst>
              </a:pPr>
              <a:r>
                <a:rPr sz="1600" b="1" spc="-10" dirty="0">
                  <a:latin typeface="Lantinghei SC Heavy"/>
                  <a:cs typeface="Lantinghei SC Heavy"/>
                </a:rPr>
                <a:t>块锚主码</a:t>
              </a:r>
              <a:r>
                <a:rPr sz="1600" b="1" spc="-60" dirty="0">
                  <a:latin typeface="Lantinghei SC Heavy"/>
                  <a:cs typeface="Lantinghei SC Heavy"/>
                </a:rPr>
                <a:t>值</a:t>
              </a:r>
              <a:r>
                <a:rPr sz="1600" b="1" dirty="0">
                  <a:latin typeface="Lantinghei SC Heavy"/>
                  <a:cs typeface="Lantinghei SC Heavy"/>
                </a:rPr>
                <a:t>	</a:t>
              </a:r>
              <a:r>
                <a:rPr sz="1600" b="1" spc="-10" dirty="0">
                  <a:latin typeface="Lantinghei SC Heavy"/>
                  <a:cs typeface="Lantinghei SC Heavy"/>
                </a:rPr>
                <a:t>块指</a:t>
              </a:r>
              <a:r>
                <a:rPr sz="1600" b="1" spc="-50" dirty="0">
                  <a:latin typeface="Lantinghei SC Heavy"/>
                  <a:cs typeface="Lantinghei SC Heavy"/>
                </a:rPr>
                <a:t>针</a:t>
              </a:r>
              <a:endParaRPr sz="1600">
                <a:latin typeface="Lantinghei SC Heavy"/>
                <a:cs typeface="Lantinghei SC Heavy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EBAE271-739C-C726-9895-621989876937}"/>
                </a:ext>
              </a:extLst>
            </p:cNvPr>
            <p:cNvSpPr txBox="1"/>
            <p:nvPr/>
          </p:nvSpPr>
          <p:spPr>
            <a:xfrm>
              <a:off x="2518397" y="4704331"/>
              <a:ext cx="1717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主索引文件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9D9FBB-4224-9297-E7EC-9F6FBF2EE344}"/>
                </a:ext>
              </a:extLst>
            </p:cNvPr>
            <p:cNvSpPr txBox="1"/>
            <p:nvPr/>
          </p:nvSpPr>
          <p:spPr>
            <a:xfrm>
              <a:off x="6256301" y="3994509"/>
              <a:ext cx="1108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ABE52D3-6CB4-924D-55E7-28F7F7FEB467}"/>
              </a:ext>
            </a:extLst>
          </p:cNvPr>
          <p:cNvGrpSpPr/>
          <p:nvPr/>
        </p:nvGrpSpPr>
        <p:grpSpPr>
          <a:xfrm>
            <a:off x="353253" y="4217621"/>
            <a:ext cx="7010654" cy="2466594"/>
            <a:chOff x="353253" y="4217621"/>
            <a:chExt cx="7010654" cy="2466594"/>
          </a:xfrm>
        </p:grpSpPr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7DB73C3C-07FA-C243-D076-2B4544915E4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2307" y="4217621"/>
              <a:ext cx="5943600" cy="2466594"/>
            </a:xfrm>
            <a:prstGeom prst="rect">
              <a:avLst/>
            </a:prstGeom>
          </p:spPr>
        </p:pic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797E4EE7-80E7-3119-6531-EBD3B3900942}"/>
                </a:ext>
              </a:extLst>
            </p:cNvPr>
            <p:cNvSpPr txBox="1"/>
            <p:nvPr/>
          </p:nvSpPr>
          <p:spPr>
            <a:xfrm>
              <a:off x="353253" y="4404162"/>
              <a:ext cx="330200" cy="18542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辅助索引文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4F72D743-9646-88AC-082E-2130EB8C4E47}"/>
                </a:ext>
              </a:extLst>
            </p:cNvPr>
            <p:cNvSpPr txBox="1"/>
            <p:nvPr/>
          </p:nvSpPr>
          <p:spPr>
            <a:xfrm>
              <a:off x="7033707" y="4950851"/>
              <a:ext cx="330200" cy="9398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主文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5221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C7A2F016-E3E9-3E42-D974-459FD8F3A3EC}"/>
              </a:ext>
            </a:extLst>
          </p:cNvPr>
          <p:cNvGrpSpPr/>
          <p:nvPr/>
        </p:nvGrpSpPr>
        <p:grpSpPr>
          <a:xfrm>
            <a:off x="236931" y="96139"/>
            <a:ext cx="8108950" cy="5142072"/>
            <a:chOff x="236931" y="96139"/>
            <a:chExt cx="8108950" cy="5142072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9CD8B74-AB34-87F4-3279-5F3ACA2324AB}"/>
                </a:ext>
              </a:extLst>
            </p:cNvPr>
            <p:cNvGrpSpPr/>
            <p:nvPr/>
          </p:nvGrpSpPr>
          <p:grpSpPr>
            <a:xfrm>
              <a:off x="236931" y="96139"/>
              <a:ext cx="8108950" cy="4259326"/>
              <a:chOff x="236931" y="96139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D88ECBE7-FCAF-EB72-32DA-E6E4AB7649BD}"/>
                  </a:ext>
                </a:extLst>
              </p:cNvPr>
              <p:cNvGrpSpPr/>
              <p:nvPr/>
            </p:nvGrpSpPr>
            <p:grpSpPr>
              <a:xfrm>
                <a:off x="236931" y="2502535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054F2928-AD3B-F238-7645-1AE639D97BCA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E028370B-CAA4-1BAC-05C0-F67C2FE5B34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5" name="object 6">
                  <a:extLst>
                    <a:ext uri="{FF2B5EF4-FFF2-40B4-BE49-F238E27FC236}">
                      <a16:creationId xmlns:a16="http://schemas.microsoft.com/office/drawing/2014/main" id="{6F93F857-2261-D6D7-A9BA-6DF0FAA6E094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27D50A12-6B12-A36F-F8CA-0300AC7F0927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8">
                  <a:extLst>
                    <a:ext uri="{FF2B5EF4-FFF2-40B4-BE49-F238E27FC236}">
                      <a16:creationId xmlns:a16="http://schemas.microsoft.com/office/drawing/2014/main" id="{81FDF4BC-2379-A99D-D0B2-D3B27B5F8879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9">
                  <a:extLst>
                    <a:ext uri="{FF2B5EF4-FFF2-40B4-BE49-F238E27FC236}">
                      <a16:creationId xmlns:a16="http://schemas.microsoft.com/office/drawing/2014/main" id="{51DAEE18-745B-DD31-8507-CA15AE0329A9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10">
                  <a:extLst>
                    <a:ext uri="{FF2B5EF4-FFF2-40B4-BE49-F238E27FC236}">
                      <a16:creationId xmlns:a16="http://schemas.microsoft.com/office/drawing/2014/main" id="{0789F86B-4397-5969-104C-0EC7D9A2B3CF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1">
                  <a:extLst>
                    <a:ext uri="{FF2B5EF4-FFF2-40B4-BE49-F238E27FC236}">
                      <a16:creationId xmlns:a16="http://schemas.microsoft.com/office/drawing/2014/main" id="{62154224-8D92-0DFA-AC0F-7360F03D4462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1" name="object 12">
                <a:extLst>
                  <a:ext uri="{FF2B5EF4-FFF2-40B4-BE49-F238E27FC236}">
                    <a16:creationId xmlns:a16="http://schemas.microsoft.com/office/drawing/2014/main" id="{BA89F626-A0E4-EED7-B41B-ECC2CB6CAAD8}"/>
                  </a:ext>
                </a:extLst>
              </p:cNvPr>
              <p:cNvSpPr txBox="1"/>
              <p:nvPr/>
            </p:nvSpPr>
            <p:spPr>
              <a:xfrm>
                <a:off x="944505" y="2831402"/>
                <a:ext cx="1561465" cy="8464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21920" indent="-107950">
                  <a:lnSpc>
                    <a:spcPct val="100000"/>
                  </a:lnSpc>
                  <a:spcBef>
                    <a:spcPts val="2140"/>
                  </a:spcBef>
                  <a:buSzPct val="41666"/>
                  <a:buFont typeface="Hiragino Sans GB W3"/>
                  <a:buChar char="•"/>
                  <a:tabLst>
                    <a:tab pos="121920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2" name="object 13">
                <a:extLst>
                  <a:ext uri="{FF2B5EF4-FFF2-40B4-BE49-F238E27FC236}">
                    <a16:creationId xmlns:a16="http://schemas.microsoft.com/office/drawing/2014/main" id="{CB929815-0BDB-85AB-E19B-31CA6E6771A6}"/>
                  </a:ext>
                </a:extLst>
              </p:cNvPr>
              <p:cNvSpPr txBox="1"/>
              <p:nvPr/>
            </p:nvSpPr>
            <p:spPr>
              <a:xfrm>
                <a:off x="3600860" y="2848935"/>
                <a:ext cx="169227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150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3" name="object 14">
                <a:extLst>
                  <a:ext uri="{FF2B5EF4-FFF2-40B4-BE49-F238E27FC236}">
                    <a16:creationId xmlns:a16="http://schemas.microsoft.com/office/drawing/2014/main" id="{F697497F-2513-2DE3-6C59-592F6892A023}"/>
                  </a:ext>
                </a:extLst>
              </p:cNvPr>
              <p:cNvSpPr txBox="1"/>
              <p:nvPr/>
            </p:nvSpPr>
            <p:spPr>
              <a:xfrm>
                <a:off x="6046902" y="2853507"/>
                <a:ext cx="1711325" cy="79248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30810" indent="-12700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308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714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4" name="object 17">
                <a:extLst>
                  <a:ext uri="{FF2B5EF4-FFF2-40B4-BE49-F238E27FC236}">
                    <a16:creationId xmlns:a16="http://schemas.microsoft.com/office/drawing/2014/main" id="{FB90215D-6FC2-2804-BCEF-F6E6C0119528}"/>
                  </a:ext>
                </a:extLst>
              </p:cNvPr>
              <p:cNvGrpSpPr/>
              <p:nvPr/>
            </p:nvGrpSpPr>
            <p:grpSpPr>
              <a:xfrm>
                <a:off x="962355" y="96139"/>
                <a:ext cx="6873875" cy="2362835"/>
                <a:chOff x="2003755" y="2765107"/>
                <a:chExt cx="6873875" cy="2362835"/>
              </a:xfrm>
            </p:grpSpPr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4A18A4AF-C4FB-7734-4706-CD5E96DE4A23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6864096" y="2353056"/>
                      </a:moveTo>
                      <a:lnTo>
                        <a:pt x="6864096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6864096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BBB2B5A7-0704-7B2A-A717-A7221D514E04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6864096" y="2353056"/>
                      </a:lnTo>
                      <a:lnTo>
                        <a:pt x="686409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4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7" name="object 20">
                  <a:extLst>
                    <a:ext uri="{FF2B5EF4-FFF2-40B4-BE49-F238E27FC236}">
                      <a16:creationId xmlns:a16="http://schemas.microsoft.com/office/drawing/2014/main" id="{8724257C-6FC9-CFDA-F73F-CA8525F0AE5A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8" name="object 21">
                  <a:extLst>
                    <a:ext uri="{FF2B5EF4-FFF2-40B4-BE49-F238E27FC236}">
                      <a16:creationId xmlns:a16="http://schemas.microsoft.com/office/drawing/2014/main" id="{C0750413-A0CB-3D33-9FE9-94FF00E33E9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9" name="object 22">
                  <a:extLst>
                    <a:ext uri="{FF2B5EF4-FFF2-40B4-BE49-F238E27FC236}">
                      <a16:creationId xmlns:a16="http://schemas.microsoft.com/office/drawing/2014/main" id="{AFA1E648-43C7-AFB0-C408-41EC232BE0C6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3">
                  <a:extLst>
                    <a:ext uri="{FF2B5EF4-FFF2-40B4-BE49-F238E27FC236}">
                      <a16:creationId xmlns:a16="http://schemas.microsoft.com/office/drawing/2014/main" id="{B80D7B77-A269-9828-C82E-B9013DD4BAD6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4">
                  <a:extLst>
                    <a:ext uri="{FF2B5EF4-FFF2-40B4-BE49-F238E27FC236}">
                      <a16:creationId xmlns:a16="http://schemas.microsoft.com/office/drawing/2014/main" id="{96D37DC3-5CE4-AFAA-AB06-E591F421F896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2" name="object 25">
                <a:extLst>
                  <a:ext uri="{FF2B5EF4-FFF2-40B4-BE49-F238E27FC236}">
                    <a16:creationId xmlns:a16="http://schemas.microsoft.com/office/drawing/2014/main" id="{97C5D5A6-CE0B-74D4-8B16-3985AAB9FB5E}"/>
                  </a:ext>
                </a:extLst>
              </p:cNvPr>
              <p:cNvSpPr txBox="1"/>
              <p:nvPr/>
            </p:nvSpPr>
            <p:spPr>
              <a:xfrm>
                <a:off x="1847989" y="250254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3" name="object 26">
                <a:extLst>
                  <a:ext uri="{FF2B5EF4-FFF2-40B4-BE49-F238E27FC236}">
                    <a16:creationId xmlns:a16="http://schemas.microsoft.com/office/drawing/2014/main" id="{A2F96A1D-24CE-9978-F758-B5BE73CA8C18}"/>
                  </a:ext>
                </a:extLst>
              </p:cNvPr>
              <p:cNvSpPr txBox="1"/>
              <p:nvPr/>
            </p:nvSpPr>
            <p:spPr>
              <a:xfrm>
                <a:off x="2539885" y="250254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81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4" name="object 27">
                <a:extLst>
                  <a:ext uri="{FF2B5EF4-FFF2-40B4-BE49-F238E27FC236}">
                    <a16:creationId xmlns:a16="http://schemas.microsoft.com/office/drawing/2014/main" id="{FC7F98BA-26D7-F1D6-9720-17590BC48945}"/>
                  </a:ext>
                </a:extLst>
              </p:cNvPr>
              <p:cNvSpPr txBox="1"/>
              <p:nvPr/>
            </p:nvSpPr>
            <p:spPr>
              <a:xfrm>
                <a:off x="3238639" y="250254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714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5" name="object 28">
                <a:extLst>
                  <a:ext uri="{FF2B5EF4-FFF2-40B4-BE49-F238E27FC236}">
                    <a16:creationId xmlns:a16="http://schemas.microsoft.com/office/drawing/2014/main" id="{AA5EFB2B-5227-5CE0-5021-81F35399C375}"/>
                  </a:ext>
                </a:extLst>
              </p:cNvPr>
              <p:cNvSpPr txBox="1"/>
              <p:nvPr/>
            </p:nvSpPr>
            <p:spPr>
              <a:xfrm>
                <a:off x="2316103" y="159921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50" dirty="0">
                    <a:latin typeface="Lantinghei SC Heavy"/>
                    <a:cs typeface="Lantinghei SC Heavy"/>
                  </a:rPr>
                  <a:t>81</a:t>
                </a:r>
                <a:r>
                  <a:rPr sz="1600" b="1" spc="-7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6" name="object 29">
                <a:extLst>
                  <a:ext uri="{FF2B5EF4-FFF2-40B4-BE49-F238E27FC236}">
                    <a16:creationId xmlns:a16="http://schemas.microsoft.com/office/drawing/2014/main" id="{5789D3BA-F150-ADA5-7538-469D42FF5A50}"/>
                  </a:ext>
                </a:extLst>
              </p:cNvPr>
              <p:cNvSpPr txBox="1"/>
              <p:nvPr/>
            </p:nvSpPr>
            <p:spPr>
              <a:xfrm>
                <a:off x="3614547" y="161978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30">
                <a:extLst>
                  <a:ext uri="{FF2B5EF4-FFF2-40B4-BE49-F238E27FC236}">
                    <a16:creationId xmlns:a16="http://schemas.microsoft.com/office/drawing/2014/main" id="{5B613484-A476-B5C8-F352-E31E453170CA}"/>
                  </a:ext>
                </a:extLst>
              </p:cNvPr>
              <p:cNvSpPr txBox="1"/>
              <p:nvPr/>
            </p:nvSpPr>
            <p:spPr>
              <a:xfrm>
                <a:off x="4283585" y="116345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31">
                <a:extLst>
                  <a:ext uri="{FF2B5EF4-FFF2-40B4-BE49-F238E27FC236}">
                    <a16:creationId xmlns:a16="http://schemas.microsoft.com/office/drawing/2014/main" id="{23113C60-4CDC-DB31-FCC9-9E601D7D4951}"/>
                  </a:ext>
                </a:extLst>
              </p:cNvPr>
              <p:cNvSpPr txBox="1"/>
              <p:nvPr/>
            </p:nvSpPr>
            <p:spPr>
              <a:xfrm>
                <a:off x="1039755" y="1605283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6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9" name="object 32">
                <a:extLst>
                  <a:ext uri="{FF2B5EF4-FFF2-40B4-BE49-F238E27FC236}">
                    <a16:creationId xmlns:a16="http://schemas.microsoft.com/office/drawing/2014/main" id="{D5554A62-D758-0016-7EAE-C6DD7CBBB115}"/>
                  </a:ext>
                </a:extLst>
              </p:cNvPr>
              <p:cNvGrpSpPr/>
              <p:nvPr/>
            </p:nvGrpSpPr>
            <p:grpSpPr>
              <a:xfrm>
                <a:off x="5480177" y="256858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2EF053D7-EF70-DD87-6DAC-1CA471157942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7675DE1B-FD2C-C6FF-088C-17E3A3CA543E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5">
                  <a:extLst>
                    <a:ext uri="{FF2B5EF4-FFF2-40B4-BE49-F238E27FC236}">
                      <a16:creationId xmlns:a16="http://schemas.microsoft.com/office/drawing/2014/main" id="{6FB19138-A44E-54FC-F557-64582F98F408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6">
                  <a:extLst>
                    <a:ext uri="{FF2B5EF4-FFF2-40B4-BE49-F238E27FC236}">
                      <a16:creationId xmlns:a16="http://schemas.microsoft.com/office/drawing/2014/main" id="{1BAB23E1-D49C-53DE-F73F-037EFEB84F14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7">
                  <a:extLst>
                    <a:ext uri="{FF2B5EF4-FFF2-40B4-BE49-F238E27FC236}">
                      <a16:creationId xmlns:a16="http://schemas.microsoft.com/office/drawing/2014/main" id="{EB11B180-A145-C8BB-A88D-3D6EBD2B82F2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D7CCA3D3-E4AE-0C42-223E-03537B74D7E0}"/>
                  </a:ext>
                </a:extLst>
              </p:cNvPr>
              <p:cNvSpPr txBox="1"/>
              <p:nvPr/>
            </p:nvSpPr>
            <p:spPr>
              <a:xfrm>
                <a:off x="5486527" y="263208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05213CCC-FA1F-CA98-4A16-63CA73027FCA}"/>
                  </a:ext>
                </a:extLst>
              </p:cNvPr>
              <p:cNvSpPr txBox="1"/>
              <p:nvPr/>
            </p:nvSpPr>
            <p:spPr>
              <a:xfrm>
                <a:off x="6178436" y="263208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587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106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649A7F86-28BF-3B18-796C-79F37B622118}"/>
                  </a:ext>
                </a:extLst>
              </p:cNvPr>
              <p:cNvSpPr txBox="1"/>
              <p:nvPr/>
            </p:nvSpPr>
            <p:spPr>
              <a:xfrm>
                <a:off x="6877189" y="263208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460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150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41">
                <a:extLst>
                  <a:ext uri="{FF2B5EF4-FFF2-40B4-BE49-F238E27FC236}">
                    <a16:creationId xmlns:a16="http://schemas.microsoft.com/office/drawing/2014/main" id="{561D0BD2-D1D6-2524-DC7C-0B0EFD9CD153}"/>
                  </a:ext>
                </a:extLst>
              </p:cNvPr>
              <p:cNvSpPr txBox="1"/>
              <p:nvPr/>
            </p:nvSpPr>
            <p:spPr>
              <a:xfrm>
                <a:off x="6635883" y="1985582"/>
                <a:ext cx="1041400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0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2">
                <a:extLst>
                  <a:ext uri="{FF2B5EF4-FFF2-40B4-BE49-F238E27FC236}">
                    <a16:creationId xmlns:a16="http://schemas.microsoft.com/office/drawing/2014/main" id="{430E8221-799B-8D4F-48F3-98A0F2D22618}"/>
                  </a:ext>
                </a:extLst>
              </p:cNvPr>
              <p:cNvSpPr txBox="1"/>
              <p:nvPr/>
            </p:nvSpPr>
            <p:spPr>
              <a:xfrm>
                <a:off x="7326249" y="3914203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3">
                <a:extLst>
                  <a:ext uri="{FF2B5EF4-FFF2-40B4-BE49-F238E27FC236}">
                    <a16:creationId xmlns:a16="http://schemas.microsoft.com/office/drawing/2014/main" id="{23599B2F-17FD-DD92-C9B7-2BB583F5B842}"/>
                  </a:ext>
                </a:extLst>
              </p:cNvPr>
              <p:cNvSpPr/>
              <p:nvPr/>
            </p:nvSpPr>
            <p:spPr>
              <a:xfrm>
                <a:off x="956449" y="995502"/>
                <a:ext cx="1720850" cy="2534920"/>
              </a:xfrm>
              <a:custGeom>
                <a:avLst/>
                <a:gdLst/>
                <a:ahLst/>
                <a:cxnLst/>
                <a:rect l="l" t="t" r="r" b="b"/>
                <a:pathLst>
                  <a:path w="1720850" h="2534920">
                    <a:moveTo>
                      <a:pt x="27432" y="1954225"/>
                    </a:moveTo>
                    <a:lnTo>
                      <a:pt x="0" y="1953006"/>
                    </a:lnTo>
                    <a:lnTo>
                      <a:pt x="27432" y="2014855"/>
                    </a:lnTo>
                    <a:lnTo>
                      <a:pt x="27432" y="1969008"/>
                    </a:lnTo>
                    <a:lnTo>
                      <a:pt x="27432" y="1954225"/>
                    </a:lnTo>
                    <a:close/>
                  </a:path>
                  <a:path w="1720850" h="2534920">
                    <a:moveTo>
                      <a:pt x="1192530" y="79248"/>
                    </a:moveTo>
                    <a:lnTo>
                      <a:pt x="1181100" y="52578"/>
                    </a:lnTo>
                    <a:lnTo>
                      <a:pt x="49530" y="546354"/>
                    </a:lnTo>
                    <a:lnTo>
                      <a:pt x="44196" y="548640"/>
                    </a:lnTo>
                    <a:lnTo>
                      <a:pt x="40386" y="553974"/>
                    </a:lnTo>
                    <a:lnTo>
                      <a:pt x="40386" y="1648968"/>
                    </a:lnTo>
                    <a:lnTo>
                      <a:pt x="28028" y="1954250"/>
                    </a:lnTo>
                    <a:lnTo>
                      <a:pt x="28028" y="1969020"/>
                    </a:lnTo>
                    <a:lnTo>
                      <a:pt x="27432" y="1969008"/>
                    </a:lnTo>
                    <a:lnTo>
                      <a:pt x="28028" y="1969033"/>
                    </a:lnTo>
                    <a:lnTo>
                      <a:pt x="28028" y="2016201"/>
                    </a:lnTo>
                    <a:lnTo>
                      <a:pt x="38862" y="2040636"/>
                    </a:lnTo>
                    <a:lnTo>
                      <a:pt x="85344" y="1956816"/>
                    </a:lnTo>
                    <a:lnTo>
                      <a:pt x="56959" y="1955546"/>
                    </a:lnTo>
                    <a:lnTo>
                      <a:pt x="60960" y="1856536"/>
                    </a:lnTo>
                    <a:lnTo>
                      <a:pt x="69342" y="1648968"/>
                    </a:lnTo>
                    <a:lnTo>
                      <a:pt x="69342" y="569366"/>
                    </a:lnTo>
                    <a:lnTo>
                      <a:pt x="1192530" y="79248"/>
                    </a:lnTo>
                    <a:close/>
                  </a:path>
                  <a:path w="1720850" h="2534920">
                    <a:moveTo>
                      <a:pt x="1720596" y="17526"/>
                    </a:moveTo>
                    <a:lnTo>
                      <a:pt x="1697736" y="0"/>
                    </a:lnTo>
                    <a:lnTo>
                      <a:pt x="1247394" y="564642"/>
                    </a:lnTo>
                    <a:lnTo>
                      <a:pt x="1245108" y="567690"/>
                    </a:lnTo>
                    <a:lnTo>
                      <a:pt x="1243584" y="570738"/>
                    </a:lnTo>
                    <a:lnTo>
                      <a:pt x="1243584" y="1742528"/>
                    </a:lnTo>
                    <a:lnTo>
                      <a:pt x="103390" y="2476411"/>
                    </a:lnTo>
                    <a:lnTo>
                      <a:pt x="87630" y="2452116"/>
                    </a:lnTo>
                    <a:lnTo>
                      <a:pt x="38862" y="2534412"/>
                    </a:lnTo>
                    <a:lnTo>
                      <a:pt x="91440" y="2528519"/>
                    </a:lnTo>
                    <a:lnTo>
                      <a:pt x="134112" y="2523744"/>
                    </a:lnTo>
                    <a:lnTo>
                      <a:pt x="118706" y="2500007"/>
                    </a:lnTo>
                    <a:lnTo>
                      <a:pt x="1243584" y="1776704"/>
                    </a:lnTo>
                    <a:lnTo>
                      <a:pt x="1250442" y="1772297"/>
                    </a:lnTo>
                    <a:lnTo>
                      <a:pt x="1265682" y="1762506"/>
                    </a:lnTo>
                    <a:lnTo>
                      <a:pt x="1269492" y="1759966"/>
                    </a:lnTo>
                    <a:lnTo>
                      <a:pt x="1270254" y="1759458"/>
                    </a:lnTo>
                    <a:lnTo>
                      <a:pt x="1272540" y="1754886"/>
                    </a:lnTo>
                    <a:lnTo>
                      <a:pt x="1272540" y="579107"/>
                    </a:lnTo>
                    <a:lnTo>
                      <a:pt x="1720596" y="1752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41" name="object 44">
                <a:extLst>
                  <a:ext uri="{FF2B5EF4-FFF2-40B4-BE49-F238E27FC236}">
                    <a16:creationId xmlns:a16="http://schemas.microsoft.com/office/drawing/2014/main" id="{23BD0D37-9370-ED91-69B9-05E164D1DA3A}"/>
                  </a:ext>
                </a:extLst>
              </p:cNvPr>
              <p:cNvGrpSpPr/>
              <p:nvPr/>
            </p:nvGrpSpPr>
            <p:grpSpPr>
              <a:xfrm>
                <a:off x="3074809" y="996252"/>
                <a:ext cx="3689985" cy="2592705"/>
                <a:chOff x="4116209" y="3665220"/>
                <a:chExt cx="3689985" cy="2592705"/>
              </a:xfrm>
            </p:grpSpPr>
            <p:sp>
              <p:nvSpPr>
                <p:cNvPr id="42" name="object 45">
                  <a:extLst>
                    <a:ext uri="{FF2B5EF4-FFF2-40B4-BE49-F238E27FC236}">
                      <a16:creationId xmlns:a16="http://schemas.microsoft.com/office/drawing/2014/main" id="{497D5241-9666-E1A1-17DF-AC5DD494069A}"/>
                    </a:ext>
                  </a:extLst>
                </p:cNvPr>
                <p:cNvSpPr/>
                <p:nvPr/>
              </p:nvSpPr>
              <p:spPr>
                <a:xfrm>
                  <a:off x="4116209" y="3665232"/>
                  <a:ext cx="3234055" cy="25927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34054" h="2592704">
                      <a:moveTo>
                        <a:pt x="627126" y="2498598"/>
                      </a:moveTo>
                      <a:lnTo>
                        <a:pt x="599147" y="2505773"/>
                      </a:lnTo>
                      <a:lnTo>
                        <a:pt x="474726" y="2015490"/>
                      </a:lnTo>
                      <a:lnTo>
                        <a:pt x="474726" y="651510"/>
                      </a:lnTo>
                      <a:lnTo>
                        <a:pt x="473964" y="648462"/>
                      </a:lnTo>
                      <a:lnTo>
                        <a:pt x="472440" y="646176"/>
                      </a:lnTo>
                      <a:lnTo>
                        <a:pt x="22860" y="0"/>
                      </a:lnTo>
                      <a:lnTo>
                        <a:pt x="0" y="16002"/>
                      </a:lnTo>
                      <a:lnTo>
                        <a:pt x="446532" y="658876"/>
                      </a:lnTo>
                      <a:lnTo>
                        <a:pt x="446532" y="2022348"/>
                      </a:lnTo>
                      <a:lnTo>
                        <a:pt x="448818" y="2031301"/>
                      </a:lnTo>
                      <a:lnTo>
                        <a:pt x="571741" y="2512822"/>
                      </a:lnTo>
                      <a:lnTo>
                        <a:pt x="544068" y="2519934"/>
                      </a:lnTo>
                      <a:lnTo>
                        <a:pt x="602742" y="2587904"/>
                      </a:lnTo>
                      <a:lnTo>
                        <a:pt x="606552" y="2592324"/>
                      </a:lnTo>
                      <a:lnTo>
                        <a:pt x="627126" y="2498598"/>
                      </a:lnTo>
                      <a:close/>
                    </a:path>
                    <a:path w="3234054" h="2592704">
                      <a:moveTo>
                        <a:pt x="2420861" y="64770"/>
                      </a:moveTo>
                      <a:lnTo>
                        <a:pt x="2335517" y="22098"/>
                      </a:lnTo>
                      <a:lnTo>
                        <a:pt x="2335517" y="51054"/>
                      </a:lnTo>
                      <a:lnTo>
                        <a:pt x="621030" y="51054"/>
                      </a:lnTo>
                      <a:lnTo>
                        <a:pt x="621030" y="79248"/>
                      </a:lnTo>
                      <a:lnTo>
                        <a:pt x="2335517" y="79248"/>
                      </a:lnTo>
                      <a:lnTo>
                        <a:pt x="2335517" y="108204"/>
                      </a:lnTo>
                      <a:lnTo>
                        <a:pt x="2350008" y="100825"/>
                      </a:lnTo>
                      <a:lnTo>
                        <a:pt x="2420861" y="64770"/>
                      </a:lnTo>
                      <a:close/>
                    </a:path>
                    <a:path w="3234054" h="2592704">
                      <a:moveTo>
                        <a:pt x="3044952" y="1995678"/>
                      </a:moveTo>
                      <a:lnTo>
                        <a:pt x="3006090" y="1908048"/>
                      </a:lnTo>
                      <a:lnTo>
                        <a:pt x="2987979" y="1929980"/>
                      </a:lnTo>
                      <a:lnTo>
                        <a:pt x="2633472" y="1636776"/>
                      </a:lnTo>
                      <a:lnTo>
                        <a:pt x="2638806" y="1641182"/>
                      </a:lnTo>
                      <a:lnTo>
                        <a:pt x="2638806" y="95250"/>
                      </a:lnTo>
                      <a:lnTo>
                        <a:pt x="2609850" y="95250"/>
                      </a:lnTo>
                      <a:lnTo>
                        <a:pt x="2609850" y="1652016"/>
                      </a:lnTo>
                      <a:lnTo>
                        <a:pt x="2612136" y="1655826"/>
                      </a:lnTo>
                      <a:lnTo>
                        <a:pt x="2615184" y="1658874"/>
                      </a:lnTo>
                      <a:lnTo>
                        <a:pt x="2633472" y="1673999"/>
                      </a:lnTo>
                      <a:lnTo>
                        <a:pt x="2638806" y="1678406"/>
                      </a:lnTo>
                      <a:lnTo>
                        <a:pt x="2969717" y="1952091"/>
                      </a:lnTo>
                      <a:lnTo>
                        <a:pt x="2951988" y="1973580"/>
                      </a:lnTo>
                      <a:lnTo>
                        <a:pt x="2999232" y="1984806"/>
                      </a:lnTo>
                      <a:lnTo>
                        <a:pt x="3044952" y="1995678"/>
                      </a:lnTo>
                      <a:close/>
                    </a:path>
                    <a:path w="3234054" h="2592704">
                      <a:moveTo>
                        <a:pt x="3233915" y="44196"/>
                      </a:moveTo>
                      <a:lnTo>
                        <a:pt x="3205721" y="44196"/>
                      </a:lnTo>
                      <a:lnTo>
                        <a:pt x="3205721" y="2229586"/>
                      </a:lnTo>
                      <a:lnTo>
                        <a:pt x="3034538" y="2456637"/>
                      </a:lnTo>
                      <a:lnTo>
                        <a:pt x="3011411" y="2439162"/>
                      </a:lnTo>
                      <a:lnTo>
                        <a:pt x="2994647" y="2533650"/>
                      </a:lnTo>
                      <a:lnTo>
                        <a:pt x="3025889" y="2518029"/>
                      </a:lnTo>
                      <a:lnTo>
                        <a:pt x="3079991" y="2490978"/>
                      </a:lnTo>
                      <a:lnTo>
                        <a:pt x="3057525" y="2473998"/>
                      </a:lnTo>
                      <a:lnTo>
                        <a:pt x="3205721" y="2277440"/>
                      </a:lnTo>
                      <a:lnTo>
                        <a:pt x="3208007" y="2274405"/>
                      </a:lnTo>
                      <a:lnTo>
                        <a:pt x="3230867" y="2244090"/>
                      </a:lnTo>
                      <a:lnTo>
                        <a:pt x="3233153" y="2241804"/>
                      </a:lnTo>
                      <a:lnTo>
                        <a:pt x="3233915" y="2238756"/>
                      </a:lnTo>
                      <a:lnTo>
                        <a:pt x="3233915" y="4419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3" name="object 46">
                  <a:extLst>
                    <a:ext uri="{FF2B5EF4-FFF2-40B4-BE49-F238E27FC236}">
                      <a16:creationId xmlns:a16="http://schemas.microsoft.com/office/drawing/2014/main" id="{0105EAB1-8980-F2DD-F05D-ED080503B7CA}"/>
                    </a:ext>
                  </a:extLst>
                </p:cNvPr>
                <p:cNvSpPr/>
                <p:nvPr/>
              </p:nvSpPr>
              <p:spPr>
                <a:xfrm>
                  <a:off x="4665598" y="3707892"/>
                  <a:ext cx="3140710" cy="1981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0709" h="1981200">
                      <a:moveTo>
                        <a:pt x="72090" y="1929284"/>
                      </a:moveTo>
                      <a:lnTo>
                        <a:pt x="60197" y="1903476"/>
                      </a:lnTo>
                      <a:lnTo>
                        <a:pt x="0" y="1978152"/>
                      </a:lnTo>
                      <a:lnTo>
                        <a:pt x="58674" y="1980014"/>
                      </a:lnTo>
                      <a:lnTo>
                        <a:pt x="58674" y="1935480"/>
                      </a:lnTo>
                      <a:lnTo>
                        <a:pt x="72090" y="1929284"/>
                      </a:lnTo>
                      <a:close/>
                    </a:path>
                    <a:path w="3140709" h="1981200">
                      <a:moveTo>
                        <a:pt x="84072" y="1955289"/>
                      </a:moveTo>
                      <a:lnTo>
                        <a:pt x="72090" y="1929284"/>
                      </a:lnTo>
                      <a:lnTo>
                        <a:pt x="58674" y="1935480"/>
                      </a:lnTo>
                      <a:lnTo>
                        <a:pt x="70865" y="1961388"/>
                      </a:lnTo>
                      <a:lnTo>
                        <a:pt x="84072" y="1955289"/>
                      </a:lnTo>
                      <a:close/>
                    </a:path>
                    <a:path w="3140709" h="1981200">
                      <a:moveTo>
                        <a:pt x="96012" y="1981200"/>
                      </a:moveTo>
                      <a:lnTo>
                        <a:pt x="84072" y="1955289"/>
                      </a:lnTo>
                      <a:lnTo>
                        <a:pt x="70865" y="1961388"/>
                      </a:lnTo>
                      <a:lnTo>
                        <a:pt x="58674" y="1935480"/>
                      </a:lnTo>
                      <a:lnTo>
                        <a:pt x="58674" y="1980014"/>
                      </a:lnTo>
                      <a:lnTo>
                        <a:pt x="96012" y="1981200"/>
                      </a:lnTo>
                      <a:close/>
                    </a:path>
                    <a:path w="3140709" h="1981200">
                      <a:moveTo>
                        <a:pt x="3119628" y="521970"/>
                      </a:moveTo>
                      <a:lnTo>
                        <a:pt x="72090" y="1929284"/>
                      </a:lnTo>
                      <a:lnTo>
                        <a:pt x="84072" y="1955289"/>
                      </a:lnTo>
                      <a:lnTo>
                        <a:pt x="3112008" y="557026"/>
                      </a:lnTo>
                      <a:lnTo>
                        <a:pt x="3112008" y="534924"/>
                      </a:lnTo>
                      <a:lnTo>
                        <a:pt x="3119628" y="521970"/>
                      </a:lnTo>
                      <a:close/>
                    </a:path>
                    <a:path w="3140709" h="1981200">
                      <a:moveTo>
                        <a:pt x="3140202" y="540258"/>
                      </a:moveTo>
                      <a:lnTo>
                        <a:pt x="3140202" y="0"/>
                      </a:lnTo>
                      <a:lnTo>
                        <a:pt x="3112008" y="0"/>
                      </a:lnTo>
                      <a:lnTo>
                        <a:pt x="3112008" y="525488"/>
                      </a:lnTo>
                      <a:lnTo>
                        <a:pt x="3119628" y="521970"/>
                      </a:lnTo>
                      <a:lnTo>
                        <a:pt x="3119628" y="553508"/>
                      </a:lnTo>
                      <a:lnTo>
                        <a:pt x="3131820" y="547878"/>
                      </a:lnTo>
                      <a:lnTo>
                        <a:pt x="3137154" y="544830"/>
                      </a:lnTo>
                      <a:lnTo>
                        <a:pt x="3140202" y="540258"/>
                      </a:lnTo>
                      <a:close/>
                    </a:path>
                    <a:path w="3140709" h="1981200">
                      <a:moveTo>
                        <a:pt x="3119628" y="553508"/>
                      </a:moveTo>
                      <a:lnTo>
                        <a:pt x="3119628" y="521970"/>
                      </a:lnTo>
                      <a:lnTo>
                        <a:pt x="3112008" y="534924"/>
                      </a:lnTo>
                      <a:lnTo>
                        <a:pt x="3112008" y="557026"/>
                      </a:lnTo>
                      <a:lnTo>
                        <a:pt x="3119628" y="553508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5E0BA320-B5DC-A00E-7891-783822146850}"/>
                </a:ext>
              </a:extLst>
            </p:cNvPr>
            <p:cNvSpPr txBox="1"/>
            <p:nvPr/>
          </p:nvSpPr>
          <p:spPr>
            <a:xfrm>
              <a:off x="2132886" y="465343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7100361E-DE61-18CD-C5C2-3F8F18268916}"/>
              </a:ext>
            </a:extLst>
          </p:cNvPr>
          <p:cNvGrpSpPr/>
          <p:nvPr/>
        </p:nvGrpSpPr>
        <p:grpSpPr>
          <a:xfrm>
            <a:off x="275031" y="301307"/>
            <a:ext cx="8108950" cy="4892423"/>
            <a:chOff x="275031" y="301307"/>
            <a:chExt cx="8108950" cy="4892423"/>
          </a:xfrm>
        </p:grpSpPr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384071DB-D10F-B051-28E5-0AC8FB8BCE49}"/>
                </a:ext>
              </a:extLst>
            </p:cNvPr>
            <p:cNvGrpSpPr/>
            <p:nvPr/>
          </p:nvGrpSpPr>
          <p:grpSpPr>
            <a:xfrm>
              <a:off x="275031" y="301307"/>
              <a:ext cx="8108950" cy="4259326"/>
              <a:chOff x="1278331" y="2765107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E1CD9788-757D-5B0B-94D2-82E4A5956DD0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A0BCE9FD-1756-278A-85F5-DDC559FD6523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26927C81-1BDF-993F-6D32-17A5F7573C62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E52E7E4E-BAF4-5D06-7255-6AF78ECB79D7}"/>
                  </a:ext>
                </a:extLst>
              </p:cNvPr>
              <p:cNvSpPr txBox="1"/>
              <p:nvPr/>
            </p:nvSpPr>
            <p:spPr>
              <a:xfrm>
                <a:off x="1814969" y="5389626"/>
                <a:ext cx="2021205" cy="1168400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23189" rIns="0" bIns="0" rtlCol="0">
                <a:spAutoFit/>
              </a:bodyPr>
              <a:lstStyle/>
              <a:p>
                <a:pPr marL="283210" indent="-228600">
                  <a:lnSpc>
                    <a:spcPct val="100000"/>
                  </a:lnSpc>
                  <a:spcBef>
                    <a:spcPts val="969"/>
                  </a:spcBef>
                  <a:buSzPct val="94444"/>
                  <a:buFont typeface="Hiragino Sans GB W3"/>
                  <a:buChar char="•"/>
                  <a:tabLst>
                    <a:tab pos="2832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92735" indent="-228600">
                  <a:lnSpc>
                    <a:spcPct val="100000"/>
                  </a:lnSpc>
                  <a:spcBef>
                    <a:spcPts val="2145"/>
                  </a:spcBef>
                  <a:buSzPct val="94444"/>
                  <a:buFont typeface="Hiragino Sans GB W3"/>
                  <a:buChar char="•"/>
                  <a:tabLst>
                    <a:tab pos="29273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A1405C55-D9BF-20D9-1756-50A9179A826A}"/>
                  </a:ext>
                </a:extLst>
              </p:cNvPr>
              <p:cNvSpPr txBox="1"/>
              <p:nvPr/>
            </p:nvSpPr>
            <p:spPr>
              <a:xfrm>
                <a:off x="440043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2875" rIns="0" bIns="0" rtlCol="0">
                <a:spAutoFit/>
              </a:bodyPr>
              <a:lstStyle/>
              <a:p>
                <a:pPr marL="353695" indent="-228600">
                  <a:lnSpc>
                    <a:spcPct val="100000"/>
                  </a:lnSpc>
                  <a:spcBef>
                    <a:spcPts val="1125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353695" indent="-228600">
                  <a:lnSpc>
                    <a:spcPct val="100000"/>
                  </a:lnSpc>
                  <a:spcBef>
                    <a:spcPts val="1880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98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C16CB7FD-48B2-1A65-AFF3-3498F2CA0AD9}"/>
                  </a:ext>
                </a:extLst>
              </p:cNvPr>
              <p:cNvSpPr txBox="1"/>
              <p:nvPr/>
            </p:nvSpPr>
            <p:spPr>
              <a:xfrm>
                <a:off x="698817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7955" rIns="0" bIns="0" rtlCol="0">
                <a:spAutoFit/>
              </a:bodyPr>
              <a:lstStyle/>
              <a:p>
                <a:pPr marL="231140" indent="-228600">
                  <a:lnSpc>
                    <a:spcPct val="100000"/>
                  </a:lnSpc>
                  <a:spcBef>
                    <a:spcPts val="1165"/>
                  </a:spcBef>
                  <a:buSzPct val="86111"/>
                  <a:buFont typeface="Hiragino Sans GB W3"/>
                  <a:buChar char="•"/>
                  <a:tabLst>
                    <a:tab pos="23114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12090" indent="-209550">
                  <a:lnSpc>
                    <a:spcPct val="100000"/>
                  </a:lnSpc>
                  <a:spcBef>
                    <a:spcPts val="1715"/>
                  </a:spcBef>
                  <a:buSzPct val="86111"/>
                  <a:buFont typeface="Hiragino Sans GB W3"/>
                  <a:buChar char="•"/>
                  <a:tabLst>
                    <a:tab pos="21209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8" name="object 11">
                <a:extLst>
                  <a:ext uri="{FF2B5EF4-FFF2-40B4-BE49-F238E27FC236}">
                    <a16:creationId xmlns:a16="http://schemas.microsoft.com/office/drawing/2014/main" id="{373ADF15-73A8-E778-0E94-D6AD63A5105D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9" name="object 12">
                  <a:extLst>
                    <a:ext uri="{FF2B5EF4-FFF2-40B4-BE49-F238E27FC236}">
                      <a16:creationId xmlns:a16="http://schemas.microsoft.com/office/drawing/2014/main" id="{7738B3E4-4C7C-1001-A659-6107E3ABB3B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3">
                  <a:extLst>
                    <a:ext uri="{FF2B5EF4-FFF2-40B4-BE49-F238E27FC236}">
                      <a16:creationId xmlns:a16="http://schemas.microsoft.com/office/drawing/2014/main" id="{5C69E08D-48F5-FE67-BCA9-079E2464B09A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4">
                  <a:extLst>
                    <a:ext uri="{FF2B5EF4-FFF2-40B4-BE49-F238E27FC236}">
                      <a16:creationId xmlns:a16="http://schemas.microsoft.com/office/drawing/2014/main" id="{A9C8BA02-8889-5A0B-C2EA-580BA469615E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5">
                  <a:extLst>
                    <a:ext uri="{FF2B5EF4-FFF2-40B4-BE49-F238E27FC236}">
                      <a16:creationId xmlns:a16="http://schemas.microsoft.com/office/drawing/2014/main" id="{09E4541C-1519-CA36-4536-7FA308CEB316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3" name="object 16">
                  <a:extLst>
                    <a:ext uri="{FF2B5EF4-FFF2-40B4-BE49-F238E27FC236}">
                      <a16:creationId xmlns:a16="http://schemas.microsoft.com/office/drawing/2014/main" id="{850DFD95-4A45-4E52-1D41-E5E8A570BCB0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4" name="object 17">
                  <a:extLst>
                    <a:ext uri="{FF2B5EF4-FFF2-40B4-BE49-F238E27FC236}">
                      <a16:creationId xmlns:a16="http://schemas.microsoft.com/office/drawing/2014/main" id="{E4AFD3C6-4457-4F4A-83E1-15AFF1A41DAE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7A513574-F6A8-FB9A-46E4-476AEA85F08B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410A403E-305B-47AC-0C7A-DADC1DAF5904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F13FF61D-BE1F-2EF3-291F-89892B4A2790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EEC25BB8-7790-DA54-DAF6-DAE89F5F9FA9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170FF518-0521-A2B6-38F9-19708F3CF569}"/>
                  </a:ext>
                </a:extLst>
              </p:cNvPr>
              <p:cNvSpPr txBox="1"/>
              <p:nvPr/>
            </p:nvSpPr>
            <p:spPr>
              <a:xfrm>
                <a:off x="2081155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0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35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EC010412-9523-F24D-3D7A-1F62D6C07345}"/>
                  </a:ext>
                </a:extLst>
              </p:cNvPr>
              <p:cNvSpPr txBox="1"/>
              <p:nvPr/>
            </p:nvSpPr>
            <p:spPr>
              <a:xfrm>
                <a:off x="3357503" y="4268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041054A-693E-7C1E-2BCB-C8D203FCB816}"/>
                  </a:ext>
                </a:extLst>
              </p:cNvPr>
              <p:cNvSpPr txBox="1"/>
              <p:nvPr/>
            </p:nvSpPr>
            <p:spPr>
              <a:xfrm>
                <a:off x="5324985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2" name="object 25">
                <a:extLst>
                  <a:ext uri="{FF2B5EF4-FFF2-40B4-BE49-F238E27FC236}">
                    <a16:creationId xmlns:a16="http://schemas.microsoft.com/office/drawing/2014/main" id="{0506A835-5BBD-F364-03FF-FAFE01AF466C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23" name="object 26">
                  <a:extLst>
                    <a:ext uri="{FF2B5EF4-FFF2-40B4-BE49-F238E27FC236}">
                      <a16:creationId xmlns:a16="http://schemas.microsoft.com/office/drawing/2014/main" id="{4C94824C-22BB-139D-D373-1D1CE14ED93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7">
                  <a:extLst>
                    <a:ext uri="{FF2B5EF4-FFF2-40B4-BE49-F238E27FC236}">
                      <a16:creationId xmlns:a16="http://schemas.microsoft.com/office/drawing/2014/main" id="{CF9A16A6-1443-2B82-9879-E38883A9DE5A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8">
                  <a:extLst>
                    <a:ext uri="{FF2B5EF4-FFF2-40B4-BE49-F238E27FC236}">
                      <a16:creationId xmlns:a16="http://schemas.microsoft.com/office/drawing/2014/main" id="{DEC40A52-F6BE-1F5B-7EAC-240F1B3486E9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9">
                  <a:extLst>
                    <a:ext uri="{FF2B5EF4-FFF2-40B4-BE49-F238E27FC236}">
                      <a16:creationId xmlns:a16="http://schemas.microsoft.com/office/drawing/2014/main" id="{969E91F6-2307-432E-5C87-443559E689B5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7" name="object 30">
                  <a:extLst>
                    <a:ext uri="{FF2B5EF4-FFF2-40B4-BE49-F238E27FC236}">
                      <a16:creationId xmlns:a16="http://schemas.microsoft.com/office/drawing/2014/main" id="{BA789D7D-2414-218A-776D-3E5C44A6D16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A21D9274-5F07-18DE-AE2B-8F85D5A737A5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9" name="object 32">
                <a:extLst>
                  <a:ext uri="{FF2B5EF4-FFF2-40B4-BE49-F238E27FC236}">
                    <a16:creationId xmlns:a16="http://schemas.microsoft.com/office/drawing/2014/main" id="{C53DB49B-1A81-072A-C1E0-0EF952E67970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3">
                <a:extLst>
                  <a:ext uri="{FF2B5EF4-FFF2-40B4-BE49-F238E27FC236}">
                    <a16:creationId xmlns:a16="http://schemas.microsoft.com/office/drawing/2014/main" id="{04207409-B95D-6837-93CE-D71621A9CF8C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1" name="object 34">
                <a:extLst>
                  <a:ext uri="{FF2B5EF4-FFF2-40B4-BE49-F238E27FC236}">
                    <a16:creationId xmlns:a16="http://schemas.microsoft.com/office/drawing/2014/main" id="{666BA31B-8D2C-D498-5DB2-F2F7ADAA2AF9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2" name="object 35">
                <a:extLst>
                  <a:ext uri="{FF2B5EF4-FFF2-40B4-BE49-F238E27FC236}">
                    <a16:creationId xmlns:a16="http://schemas.microsoft.com/office/drawing/2014/main" id="{032028A1-12A4-A0F6-9895-5EAF03370D5D}"/>
                  </a:ext>
                </a:extLst>
              </p:cNvPr>
              <p:cNvSpPr/>
              <p:nvPr/>
            </p:nvSpPr>
            <p:spPr>
              <a:xfrm>
                <a:off x="1997849" y="3638562"/>
                <a:ext cx="7368540" cy="1725295"/>
              </a:xfrm>
              <a:custGeom>
                <a:avLst/>
                <a:gdLst/>
                <a:ahLst/>
                <a:cxnLst/>
                <a:rect l="l" t="t" r="r" b="b"/>
                <a:pathLst>
                  <a:path w="7368540" h="1725295">
                    <a:moveTo>
                      <a:pt x="28194" y="1639023"/>
                    </a:moveTo>
                    <a:lnTo>
                      <a:pt x="0" y="1637538"/>
                    </a:lnTo>
                    <a:lnTo>
                      <a:pt x="28194" y="1701101"/>
                    </a:lnTo>
                    <a:lnTo>
                      <a:pt x="28194" y="1653540"/>
                    </a:lnTo>
                    <a:lnTo>
                      <a:pt x="28194" y="1639023"/>
                    </a:lnTo>
                    <a:close/>
                  </a:path>
                  <a:path w="7368540" h="1725295">
                    <a:moveTo>
                      <a:pt x="86106" y="1642110"/>
                    </a:moveTo>
                    <a:lnTo>
                      <a:pt x="59436" y="1640687"/>
                    </a:lnTo>
                    <a:lnTo>
                      <a:pt x="57073" y="1640560"/>
                    </a:lnTo>
                    <a:lnTo>
                      <a:pt x="28879" y="1639062"/>
                    </a:lnTo>
                    <a:lnTo>
                      <a:pt x="28879" y="1653552"/>
                    </a:lnTo>
                    <a:lnTo>
                      <a:pt x="28194" y="1653540"/>
                    </a:lnTo>
                    <a:lnTo>
                      <a:pt x="28879" y="1653565"/>
                    </a:lnTo>
                    <a:lnTo>
                      <a:pt x="28879" y="1702650"/>
                    </a:lnTo>
                    <a:lnTo>
                      <a:pt x="38862" y="1725168"/>
                    </a:lnTo>
                    <a:lnTo>
                      <a:pt x="86106" y="1642110"/>
                    </a:lnTo>
                    <a:close/>
                  </a:path>
                  <a:path w="7368540" h="1725295">
                    <a:moveTo>
                      <a:pt x="1191768" y="83058"/>
                    </a:moveTo>
                    <a:lnTo>
                      <a:pt x="1181862" y="56388"/>
                    </a:lnTo>
                    <a:lnTo>
                      <a:pt x="50292" y="470154"/>
                    </a:lnTo>
                    <a:lnTo>
                      <a:pt x="44196" y="472440"/>
                    </a:lnTo>
                    <a:lnTo>
                      <a:pt x="40386" y="477774"/>
                    </a:lnTo>
                    <a:lnTo>
                      <a:pt x="40386" y="1396746"/>
                    </a:lnTo>
                    <a:lnTo>
                      <a:pt x="28879" y="1639062"/>
                    </a:lnTo>
                    <a:lnTo>
                      <a:pt x="56388" y="1640522"/>
                    </a:lnTo>
                    <a:lnTo>
                      <a:pt x="57073" y="1640560"/>
                    </a:lnTo>
                    <a:lnTo>
                      <a:pt x="59436" y="1593697"/>
                    </a:lnTo>
                    <a:lnTo>
                      <a:pt x="69342" y="1396746"/>
                    </a:lnTo>
                    <a:lnTo>
                      <a:pt x="69342" y="493204"/>
                    </a:lnTo>
                    <a:lnTo>
                      <a:pt x="1191768" y="83058"/>
                    </a:lnTo>
                    <a:close/>
                  </a:path>
                  <a:path w="7368540" h="1725295">
                    <a:moveTo>
                      <a:pt x="2724912" y="1703070"/>
                    </a:moveTo>
                    <a:lnTo>
                      <a:pt x="2711958" y="1607820"/>
                    </a:lnTo>
                    <a:lnTo>
                      <a:pt x="2688488" y="1623961"/>
                    </a:lnTo>
                    <a:lnTo>
                      <a:pt x="2481072" y="1319784"/>
                    </a:lnTo>
                    <a:lnTo>
                      <a:pt x="2483358" y="1323124"/>
                    </a:lnTo>
                    <a:lnTo>
                      <a:pt x="2483358" y="429768"/>
                    </a:lnTo>
                    <a:lnTo>
                      <a:pt x="2480310" y="425196"/>
                    </a:lnTo>
                    <a:lnTo>
                      <a:pt x="2475738" y="422148"/>
                    </a:lnTo>
                    <a:lnTo>
                      <a:pt x="1688592" y="0"/>
                    </a:lnTo>
                    <a:lnTo>
                      <a:pt x="1675638" y="25146"/>
                    </a:lnTo>
                    <a:lnTo>
                      <a:pt x="2455164" y="443953"/>
                    </a:lnTo>
                    <a:lnTo>
                      <a:pt x="2455164" y="1331214"/>
                    </a:lnTo>
                    <a:lnTo>
                      <a:pt x="2455926" y="1333500"/>
                    </a:lnTo>
                    <a:lnTo>
                      <a:pt x="2457450" y="1335786"/>
                    </a:lnTo>
                    <a:lnTo>
                      <a:pt x="2462784" y="1343596"/>
                    </a:lnTo>
                    <a:lnTo>
                      <a:pt x="2481072" y="1370418"/>
                    </a:lnTo>
                    <a:lnTo>
                      <a:pt x="2483358" y="1373771"/>
                    </a:lnTo>
                    <a:lnTo>
                      <a:pt x="2664993" y="1640128"/>
                    </a:lnTo>
                    <a:lnTo>
                      <a:pt x="2641092" y="1656588"/>
                    </a:lnTo>
                    <a:lnTo>
                      <a:pt x="2696718" y="1687423"/>
                    </a:lnTo>
                    <a:lnTo>
                      <a:pt x="2724912" y="1703070"/>
                    </a:lnTo>
                    <a:close/>
                  </a:path>
                  <a:path w="7368540" h="1725295">
                    <a:moveTo>
                      <a:pt x="4539221" y="91440"/>
                    </a:moveTo>
                    <a:lnTo>
                      <a:pt x="4453877" y="48768"/>
                    </a:lnTo>
                    <a:lnTo>
                      <a:pt x="4453877" y="77724"/>
                    </a:lnTo>
                    <a:lnTo>
                      <a:pt x="2739390" y="77724"/>
                    </a:lnTo>
                    <a:lnTo>
                      <a:pt x="2739390" y="105918"/>
                    </a:lnTo>
                    <a:lnTo>
                      <a:pt x="4453877" y="105918"/>
                    </a:lnTo>
                    <a:lnTo>
                      <a:pt x="4453877" y="134874"/>
                    </a:lnTo>
                    <a:lnTo>
                      <a:pt x="4468368" y="127495"/>
                    </a:lnTo>
                    <a:lnTo>
                      <a:pt x="4539221" y="91440"/>
                    </a:lnTo>
                    <a:close/>
                  </a:path>
                  <a:path w="7368540" h="1725295">
                    <a:moveTo>
                      <a:pt x="5163312" y="1704594"/>
                    </a:moveTo>
                    <a:lnTo>
                      <a:pt x="5117592" y="1620774"/>
                    </a:lnTo>
                    <a:lnTo>
                      <a:pt x="5101437" y="1643976"/>
                    </a:lnTo>
                    <a:lnTo>
                      <a:pt x="4749546" y="1399794"/>
                    </a:lnTo>
                    <a:lnTo>
                      <a:pt x="4755642" y="1404023"/>
                    </a:lnTo>
                    <a:lnTo>
                      <a:pt x="4755642" y="101346"/>
                    </a:lnTo>
                    <a:lnTo>
                      <a:pt x="4726686" y="101346"/>
                    </a:lnTo>
                    <a:lnTo>
                      <a:pt x="4726686" y="1415796"/>
                    </a:lnTo>
                    <a:lnTo>
                      <a:pt x="4728972" y="1420368"/>
                    </a:lnTo>
                    <a:lnTo>
                      <a:pt x="4732782" y="1423416"/>
                    </a:lnTo>
                    <a:lnTo>
                      <a:pt x="4749546" y="1435023"/>
                    </a:lnTo>
                    <a:lnTo>
                      <a:pt x="4755642" y="1439240"/>
                    </a:lnTo>
                    <a:lnTo>
                      <a:pt x="5085143" y="1667408"/>
                    </a:lnTo>
                    <a:lnTo>
                      <a:pt x="5068824" y="1690878"/>
                    </a:lnTo>
                    <a:lnTo>
                      <a:pt x="5113020" y="1697291"/>
                    </a:lnTo>
                    <a:lnTo>
                      <a:pt x="5163312" y="1704594"/>
                    </a:lnTo>
                    <a:close/>
                  </a:path>
                  <a:path w="7368540" h="1725295">
                    <a:moveTo>
                      <a:pt x="6899897" y="89916"/>
                    </a:moveTo>
                    <a:lnTo>
                      <a:pt x="6814566" y="47244"/>
                    </a:lnTo>
                    <a:lnTo>
                      <a:pt x="6814566" y="76200"/>
                    </a:lnTo>
                    <a:lnTo>
                      <a:pt x="6304775" y="76200"/>
                    </a:lnTo>
                    <a:lnTo>
                      <a:pt x="6304775" y="104394"/>
                    </a:lnTo>
                    <a:lnTo>
                      <a:pt x="6814566" y="104394"/>
                    </a:lnTo>
                    <a:lnTo>
                      <a:pt x="6814566" y="133350"/>
                    </a:lnTo>
                    <a:lnTo>
                      <a:pt x="6829031" y="125984"/>
                    </a:lnTo>
                    <a:lnTo>
                      <a:pt x="6899897" y="89916"/>
                    </a:lnTo>
                    <a:close/>
                  </a:path>
                  <a:path w="7368540" h="1725295">
                    <a:moveTo>
                      <a:pt x="7368527" y="1707642"/>
                    </a:moveTo>
                    <a:lnTo>
                      <a:pt x="7306043" y="1635252"/>
                    </a:lnTo>
                    <a:lnTo>
                      <a:pt x="7294867" y="1661642"/>
                    </a:lnTo>
                    <a:lnTo>
                      <a:pt x="5269217" y="818388"/>
                    </a:lnTo>
                    <a:lnTo>
                      <a:pt x="5277599" y="821867"/>
                    </a:lnTo>
                    <a:lnTo>
                      <a:pt x="5277599" y="69342"/>
                    </a:lnTo>
                    <a:lnTo>
                      <a:pt x="5249405" y="69342"/>
                    </a:lnTo>
                    <a:lnTo>
                      <a:pt x="5249405" y="837438"/>
                    </a:lnTo>
                    <a:lnTo>
                      <a:pt x="5252453" y="842772"/>
                    </a:lnTo>
                    <a:lnTo>
                      <a:pt x="5257787" y="845058"/>
                    </a:lnTo>
                    <a:lnTo>
                      <a:pt x="5269217" y="849807"/>
                    </a:lnTo>
                    <a:lnTo>
                      <a:pt x="5277599" y="853300"/>
                    </a:lnTo>
                    <a:lnTo>
                      <a:pt x="7283564" y="1688376"/>
                    </a:lnTo>
                    <a:lnTo>
                      <a:pt x="7272515" y="1714500"/>
                    </a:lnTo>
                    <a:lnTo>
                      <a:pt x="7308329" y="1711934"/>
                    </a:lnTo>
                    <a:lnTo>
                      <a:pt x="7368527" y="17076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105A847E-26D4-FD8E-EA8E-D77DA022A0CA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8D294248-6DE5-9C45-7F9A-D89FD23F0CCA}"/>
                </a:ext>
              </a:extLst>
            </p:cNvPr>
            <p:cNvSpPr txBox="1"/>
            <p:nvPr/>
          </p:nvSpPr>
          <p:spPr>
            <a:xfrm>
              <a:off x="1991765" y="4608955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201DCA01-786D-FF53-D718-D17428CF25BE}"/>
              </a:ext>
            </a:extLst>
          </p:cNvPr>
          <p:cNvGrpSpPr/>
          <p:nvPr/>
        </p:nvGrpSpPr>
        <p:grpSpPr>
          <a:xfrm>
            <a:off x="452831" y="479107"/>
            <a:ext cx="8108950" cy="5547423"/>
            <a:chOff x="452831" y="479107"/>
            <a:chExt cx="8108950" cy="554742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CC805AF-655D-60AC-80E6-BBDF9C26690C}"/>
                </a:ext>
              </a:extLst>
            </p:cNvPr>
            <p:cNvGrpSpPr/>
            <p:nvPr/>
          </p:nvGrpSpPr>
          <p:grpSpPr>
            <a:xfrm>
              <a:off x="452831" y="479107"/>
              <a:ext cx="8108950" cy="4259326"/>
              <a:chOff x="452831" y="479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CCA47FD8-6D3B-E534-EE9C-A0FEFDDDAF30}"/>
                  </a:ext>
                </a:extLst>
              </p:cNvPr>
              <p:cNvGrpSpPr/>
              <p:nvPr/>
            </p:nvGrpSpPr>
            <p:grpSpPr>
              <a:xfrm>
                <a:off x="452831" y="2885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77254C7F-764C-AA7F-A904-87027DB12D71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1F18A602-02A0-118C-91AD-E8D833469587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1BA7F2B-74AB-AE68-04AE-C3E82319CF39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D2BC835B-2A55-C2F0-35C1-84191F79E7E5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D9133C51-06D7-C388-9E81-89672DDFF55C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617AAAEF-64ED-0A56-C7FC-1F2522298B33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560D431D-18E8-707A-4042-D72A34351ED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2F3CC7BF-A2B4-81F4-A7AE-A5DF30399F36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59D08FFE-C15B-A367-BE21-7E0135F9A173}"/>
                  </a:ext>
                </a:extLst>
              </p:cNvPr>
              <p:cNvSpPr txBox="1"/>
              <p:nvPr/>
            </p:nvSpPr>
            <p:spPr>
              <a:xfrm>
                <a:off x="976763" y="3214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B0ACA6A1-1359-6E59-9C1F-5F2785BB3A3B}"/>
                  </a:ext>
                </a:extLst>
              </p:cNvPr>
              <p:cNvSpPr txBox="1"/>
              <p:nvPr/>
            </p:nvSpPr>
            <p:spPr>
              <a:xfrm>
                <a:off x="985907" y="3760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5AE214E-3B0C-FBA0-603E-28F037EF464F}"/>
                  </a:ext>
                </a:extLst>
              </p:cNvPr>
              <p:cNvSpPr txBox="1"/>
              <p:nvPr/>
            </p:nvSpPr>
            <p:spPr>
              <a:xfrm>
                <a:off x="3639953" y="3231903"/>
                <a:ext cx="1921510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866C6DCC-3DCD-968C-38E4-0F5167B991CF}"/>
                  </a:ext>
                </a:extLst>
              </p:cNvPr>
              <p:cNvSpPr txBox="1"/>
              <p:nvPr/>
            </p:nvSpPr>
            <p:spPr>
              <a:xfrm>
                <a:off x="6167515" y="3236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6D559CC-856F-8C96-EDDC-1019C26ADA12}"/>
                  </a:ext>
                </a:extLst>
              </p:cNvPr>
              <p:cNvSpPr txBox="1"/>
              <p:nvPr/>
            </p:nvSpPr>
            <p:spPr>
              <a:xfrm>
                <a:off x="6148472" y="3728720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D833A150-69FF-3112-2656-0CDB79391A2A}"/>
                  </a:ext>
                </a:extLst>
              </p:cNvPr>
              <p:cNvGrpSpPr/>
              <p:nvPr/>
            </p:nvGrpSpPr>
            <p:grpSpPr>
              <a:xfrm>
                <a:off x="730199" y="479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5753963F-7377-A1A2-3248-5D9DD3E718E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DF122CAA-A030-0F2C-0B6D-E5DEB1D91080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9D19838B-863C-65D6-8A86-D9DFC4031C1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A3049C3-32CD-815A-5ED0-1A5D0F56F438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36F9E0DE-61F2-2D1D-7BB1-61DF6CAF6D2D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126DA9D6-011E-392E-DF1A-EE495B14D7E0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868E42F8-576D-4441-EE6A-75FDCC202DF4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7">
                  <a:extLst>
                    <a:ext uri="{FF2B5EF4-FFF2-40B4-BE49-F238E27FC236}">
                      <a16:creationId xmlns:a16="http://schemas.microsoft.com/office/drawing/2014/main" id="{833C635D-9F4E-A03D-ADAF-E597CC5EED1B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78A33A2-73A1-1DE8-9564-040174DF452B}"/>
                  </a:ext>
                </a:extLst>
              </p:cNvPr>
              <p:cNvSpPr txBox="1"/>
              <p:nvPr/>
            </p:nvSpPr>
            <p:spPr>
              <a:xfrm>
                <a:off x="2063889" y="633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0E6D0FB5-11F0-B0A4-E9A0-06D5E9398D1F}"/>
                  </a:ext>
                </a:extLst>
              </p:cNvPr>
              <p:cNvSpPr txBox="1"/>
              <p:nvPr/>
            </p:nvSpPr>
            <p:spPr>
              <a:xfrm>
                <a:off x="1132211" y="1988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BC17B772-3D6B-A87B-81AD-C5A3E1CB4569}"/>
                  </a:ext>
                </a:extLst>
              </p:cNvPr>
              <p:cNvSpPr txBox="1"/>
              <p:nvPr/>
            </p:nvSpPr>
            <p:spPr>
              <a:xfrm>
                <a:off x="3585093" y="1982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1">
                <a:extLst>
                  <a:ext uri="{FF2B5EF4-FFF2-40B4-BE49-F238E27FC236}">
                    <a16:creationId xmlns:a16="http://schemas.microsoft.com/office/drawing/2014/main" id="{B7CE440B-96D5-EBE5-6536-8BC4FCCE85A9}"/>
                  </a:ext>
                </a:extLst>
              </p:cNvPr>
              <p:cNvSpPr txBox="1"/>
              <p:nvPr/>
            </p:nvSpPr>
            <p:spPr>
              <a:xfrm>
                <a:off x="4499497" y="499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1" name="object 32">
                <a:extLst>
                  <a:ext uri="{FF2B5EF4-FFF2-40B4-BE49-F238E27FC236}">
                    <a16:creationId xmlns:a16="http://schemas.microsoft.com/office/drawing/2014/main" id="{DCC9598F-EFE5-B5A4-9963-2B196ECC8A9F}"/>
                  </a:ext>
                </a:extLst>
              </p:cNvPr>
              <p:cNvGrpSpPr/>
              <p:nvPr/>
            </p:nvGrpSpPr>
            <p:grpSpPr>
              <a:xfrm>
                <a:off x="5696077" y="639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6C7F755B-70D7-2C47-16D0-E18740F848C5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3DC9E07F-1B71-1CFE-976A-44352F7809C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37A9F093-7E78-E1D2-1970-EC3F59F868C0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A3B02528-A1D7-CC10-53E8-7260241CB930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37">
                  <a:extLst>
                    <a:ext uri="{FF2B5EF4-FFF2-40B4-BE49-F238E27FC236}">
                      <a16:creationId xmlns:a16="http://schemas.microsoft.com/office/drawing/2014/main" id="{52B4FC08-C182-CB91-5F4F-37EC8DD7844C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38">
                  <a:extLst>
                    <a:ext uri="{FF2B5EF4-FFF2-40B4-BE49-F238E27FC236}">
                      <a16:creationId xmlns:a16="http://schemas.microsoft.com/office/drawing/2014/main" id="{630EA0DE-22FF-F4F6-34EE-C25F218D5071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89146528-3781-C506-2378-A0C5EABC59D1}"/>
                  </a:ext>
                </a:extLst>
              </p:cNvPr>
              <p:cNvSpPr txBox="1"/>
              <p:nvPr/>
            </p:nvSpPr>
            <p:spPr>
              <a:xfrm>
                <a:off x="5702427" y="646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B3B0CBDB-2080-13EC-47E6-A969AE432E27}"/>
                  </a:ext>
                </a:extLst>
              </p:cNvPr>
              <p:cNvSpPr txBox="1"/>
              <p:nvPr/>
            </p:nvSpPr>
            <p:spPr>
              <a:xfrm>
                <a:off x="855605" y="538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1">
                <a:extLst>
                  <a:ext uri="{FF2B5EF4-FFF2-40B4-BE49-F238E27FC236}">
                    <a16:creationId xmlns:a16="http://schemas.microsoft.com/office/drawing/2014/main" id="{F038CF0C-21EE-DE8F-F3B1-827F316F4C3F}"/>
                  </a:ext>
                </a:extLst>
              </p:cNvPr>
              <p:cNvSpPr txBox="1"/>
              <p:nvPr/>
            </p:nvSpPr>
            <p:spPr>
              <a:xfrm>
                <a:off x="7542167" y="4297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1" name="object 42">
                <a:extLst>
                  <a:ext uri="{FF2B5EF4-FFF2-40B4-BE49-F238E27FC236}">
                    <a16:creationId xmlns:a16="http://schemas.microsoft.com/office/drawing/2014/main" id="{429392BD-F55F-AB36-7FBB-33985384EAA0}"/>
                  </a:ext>
                </a:extLst>
              </p:cNvPr>
              <p:cNvSpPr/>
              <p:nvPr/>
            </p:nvSpPr>
            <p:spPr>
              <a:xfrm>
                <a:off x="1002423" y="1334273"/>
                <a:ext cx="7538720" cy="2552065"/>
              </a:xfrm>
              <a:custGeom>
                <a:avLst/>
                <a:gdLst/>
                <a:ahLst/>
                <a:cxnLst/>
                <a:rect l="l" t="t" r="r" b="b"/>
                <a:pathLst>
                  <a:path w="7538720" h="2552065">
                    <a:moveTo>
                      <a:pt x="28194" y="1933676"/>
                    </a:moveTo>
                    <a:lnTo>
                      <a:pt x="0" y="1932432"/>
                    </a:lnTo>
                    <a:lnTo>
                      <a:pt x="28194" y="1995995"/>
                    </a:lnTo>
                    <a:lnTo>
                      <a:pt x="28194" y="1947672"/>
                    </a:lnTo>
                    <a:lnTo>
                      <a:pt x="28194" y="1933676"/>
                    </a:lnTo>
                    <a:close/>
                  </a:path>
                  <a:path w="7538720" h="2552065">
                    <a:moveTo>
                      <a:pt x="1361694" y="101346"/>
                    </a:moveTo>
                    <a:lnTo>
                      <a:pt x="1351788" y="74676"/>
                    </a:lnTo>
                    <a:lnTo>
                      <a:pt x="52578" y="557784"/>
                    </a:lnTo>
                    <a:lnTo>
                      <a:pt x="46482" y="559308"/>
                    </a:lnTo>
                    <a:lnTo>
                      <a:pt x="42672" y="564642"/>
                    </a:lnTo>
                    <a:lnTo>
                      <a:pt x="42672" y="1636014"/>
                    </a:lnTo>
                    <a:lnTo>
                      <a:pt x="28841" y="1933702"/>
                    </a:lnTo>
                    <a:lnTo>
                      <a:pt x="28841" y="1947697"/>
                    </a:lnTo>
                    <a:lnTo>
                      <a:pt x="28194" y="1947672"/>
                    </a:lnTo>
                    <a:lnTo>
                      <a:pt x="28841" y="1947710"/>
                    </a:lnTo>
                    <a:lnTo>
                      <a:pt x="28841" y="1997468"/>
                    </a:lnTo>
                    <a:lnTo>
                      <a:pt x="38862" y="2020062"/>
                    </a:lnTo>
                    <a:lnTo>
                      <a:pt x="86106" y="1936242"/>
                    </a:lnTo>
                    <a:lnTo>
                      <a:pt x="57073" y="1934946"/>
                    </a:lnTo>
                    <a:lnTo>
                      <a:pt x="62484" y="1823923"/>
                    </a:lnTo>
                    <a:lnTo>
                      <a:pt x="71628" y="1636014"/>
                    </a:lnTo>
                    <a:lnTo>
                      <a:pt x="71628" y="581050"/>
                    </a:lnTo>
                    <a:lnTo>
                      <a:pt x="1361694" y="101346"/>
                    </a:lnTo>
                    <a:close/>
                  </a:path>
                  <a:path w="7538720" h="2552065">
                    <a:moveTo>
                      <a:pt x="2715768" y="2456688"/>
                    </a:moveTo>
                    <a:lnTo>
                      <a:pt x="2688894" y="2466314"/>
                    </a:lnTo>
                    <a:lnTo>
                      <a:pt x="2514600" y="1982724"/>
                    </a:lnTo>
                    <a:lnTo>
                      <a:pt x="2515362" y="1984832"/>
                    </a:lnTo>
                    <a:lnTo>
                      <a:pt x="2515362" y="641604"/>
                    </a:lnTo>
                    <a:lnTo>
                      <a:pt x="2513838" y="637794"/>
                    </a:lnTo>
                    <a:lnTo>
                      <a:pt x="2510790" y="635508"/>
                    </a:lnTo>
                    <a:lnTo>
                      <a:pt x="1884426" y="0"/>
                    </a:lnTo>
                    <a:lnTo>
                      <a:pt x="1863852" y="19812"/>
                    </a:lnTo>
                    <a:lnTo>
                      <a:pt x="2486406" y="650684"/>
                    </a:lnTo>
                    <a:lnTo>
                      <a:pt x="2486406" y="1989582"/>
                    </a:lnTo>
                    <a:lnTo>
                      <a:pt x="2487168" y="1991106"/>
                    </a:lnTo>
                    <a:lnTo>
                      <a:pt x="2487168" y="1992630"/>
                    </a:lnTo>
                    <a:lnTo>
                      <a:pt x="2490978" y="2003145"/>
                    </a:lnTo>
                    <a:lnTo>
                      <a:pt x="2514600" y="2068410"/>
                    </a:lnTo>
                    <a:lnTo>
                      <a:pt x="2515362" y="2070519"/>
                    </a:lnTo>
                    <a:lnTo>
                      <a:pt x="2662097" y="2475915"/>
                    </a:lnTo>
                    <a:lnTo>
                      <a:pt x="2634996" y="2485644"/>
                    </a:lnTo>
                    <a:lnTo>
                      <a:pt x="2693670" y="2541727"/>
                    </a:lnTo>
                    <a:lnTo>
                      <a:pt x="2704338" y="2551938"/>
                    </a:lnTo>
                    <a:lnTo>
                      <a:pt x="2715768" y="2456688"/>
                    </a:lnTo>
                    <a:close/>
                  </a:path>
                  <a:path w="7538720" h="2552065">
                    <a:moveTo>
                      <a:pt x="4709147" y="109728"/>
                    </a:moveTo>
                    <a:lnTo>
                      <a:pt x="4623803" y="67056"/>
                    </a:lnTo>
                    <a:lnTo>
                      <a:pt x="4623803" y="96012"/>
                    </a:lnTo>
                    <a:lnTo>
                      <a:pt x="2909316" y="96012"/>
                    </a:lnTo>
                    <a:lnTo>
                      <a:pt x="2909316" y="124206"/>
                    </a:lnTo>
                    <a:lnTo>
                      <a:pt x="4623803" y="124206"/>
                    </a:lnTo>
                    <a:lnTo>
                      <a:pt x="4623803" y="153162"/>
                    </a:lnTo>
                    <a:lnTo>
                      <a:pt x="4638294" y="145783"/>
                    </a:lnTo>
                    <a:lnTo>
                      <a:pt x="4709147" y="109728"/>
                    </a:lnTo>
                    <a:close/>
                  </a:path>
                  <a:path w="7538720" h="2552065">
                    <a:moveTo>
                      <a:pt x="5269992" y="2042160"/>
                    </a:moveTo>
                    <a:lnTo>
                      <a:pt x="5238750" y="1951482"/>
                    </a:lnTo>
                    <a:lnTo>
                      <a:pt x="5218608" y="1971878"/>
                    </a:lnTo>
                    <a:lnTo>
                      <a:pt x="4922520" y="1680210"/>
                    </a:lnTo>
                    <a:lnTo>
                      <a:pt x="4927092" y="1684705"/>
                    </a:lnTo>
                    <a:lnTo>
                      <a:pt x="4927092" y="119634"/>
                    </a:lnTo>
                    <a:lnTo>
                      <a:pt x="4898136" y="119634"/>
                    </a:lnTo>
                    <a:lnTo>
                      <a:pt x="4898136" y="1693926"/>
                    </a:lnTo>
                    <a:lnTo>
                      <a:pt x="4899660" y="1697736"/>
                    </a:lnTo>
                    <a:lnTo>
                      <a:pt x="4902708" y="1700784"/>
                    </a:lnTo>
                    <a:lnTo>
                      <a:pt x="4922520" y="1720240"/>
                    </a:lnTo>
                    <a:lnTo>
                      <a:pt x="4927092" y="1724736"/>
                    </a:lnTo>
                    <a:lnTo>
                      <a:pt x="5198897" y="1991817"/>
                    </a:lnTo>
                    <a:lnTo>
                      <a:pt x="5178552" y="2012442"/>
                    </a:lnTo>
                    <a:lnTo>
                      <a:pt x="5228844" y="2028786"/>
                    </a:lnTo>
                    <a:lnTo>
                      <a:pt x="5269992" y="2042160"/>
                    </a:lnTo>
                    <a:close/>
                  </a:path>
                  <a:path w="7538720" h="2552065">
                    <a:moveTo>
                      <a:pt x="7069823" y="108204"/>
                    </a:moveTo>
                    <a:lnTo>
                      <a:pt x="6984492" y="65532"/>
                    </a:lnTo>
                    <a:lnTo>
                      <a:pt x="6984492" y="94488"/>
                    </a:lnTo>
                    <a:lnTo>
                      <a:pt x="6474701" y="94488"/>
                    </a:lnTo>
                    <a:lnTo>
                      <a:pt x="6474701" y="122682"/>
                    </a:lnTo>
                    <a:lnTo>
                      <a:pt x="6984492" y="122682"/>
                    </a:lnTo>
                    <a:lnTo>
                      <a:pt x="6984492" y="151638"/>
                    </a:lnTo>
                    <a:lnTo>
                      <a:pt x="6998957" y="144272"/>
                    </a:lnTo>
                    <a:lnTo>
                      <a:pt x="7069823" y="108204"/>
                    </a:lnTo>
                    <a:close/>
                  </a:path>
                  <a:path w="7538720" h="2552065">
                    <a:moveTo>
                      <a:pt x="7538453" y="1895856"/>
                    </a:moveTo>
                    <a:lnTo>
                      <a:pt x="7477493" y="1821942"/>
                    </a:lnTo>
                    <a:lnTo>
                      <a:pt x="7465809" y="1848091"/>
                    </a:lnTo>
                    <a:lnTo>
                      <a:pt x="5439143" y="950976"/>
                    </a:lnTo>
                    <a:lnTo>
                      <a:pt x="5447525" y="954684"/>
                    </a:lnTo>
                    <a:lnTo>
                      <a:pt x="5447525" y="153162"/>
                    </a:lnTo>
                    <a:lnTo>
                      <a:pt x="5419331" y="153162"/>
                    </a:lnTo>
                    <a:lnTo>
                      <a:pt x="5419331" y="969264"/>
                    </a:lnTo>
                    <a:lnTo>
                      <a:pt x="5422379" y="974598"/>
                    </a:lnTo>
                    <a:lnTo>
                      <a:pt x="5427713" y="976884"/>
                    </a:lnTo>
                    <a:lnTo>
                      <a:pt x="5439143" y="981938"/>
                    </a:lnTo>
                    <a:lnTo>
                      <a:pt x="5447525" y="985647"/>
                    </a:lnTo>
                    <a:lnTo>
                      <a:pt x="7454252" y="1873948"/>
                    </a:lnTo>
                    <a:lnTo>
                      <a:pt x="7442441" y="1900428"/>
                    </a:lnTo>
                    <a:lnTo>
                      <a:pt x="7477493" y="1898751"/>
                    </a:lnTo>
                    <a:lnTo>
                      <a:pt x="7479017" y="1898675"/>
                    </a:lnTo>
                    <a:lnTo>
                      <a:pt x="7538453" y="189585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3">
                <a:extLst>
                  <a:ext uri="{FF2B5EF4-FFF2-40B4-BE49-F238E27FC236}">
                    <a16:creationId xmlns:a16="http://schemas.microsoft.com/office/drawing/2014/main" id="{1A7DFFDF-FFF6-22F7-CD31-7BD9C44B8591}"/>
                  </a:ext>
                </a:extLst>
              </p:cNvPr>
              <p:cNvSpPr txBox="1"/>
              <p:nvPr/>
            </p:nvSpPr>
            <p:spPr>
              <a:xfrm>
                <a:off x="6394336" y="646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8723E253-17EE-EFA1-8CBD-85D954F69706}"/>
                  </a:ext>
                </a:extLst>
              </p:cNvPr>
              <p:cNvSpPr txBox="1"/>
              <p:nvPr/>
            </p:nvSpPr>
            <p:spPr>
              <a:xfrm>
                <a:off x="2755785" y="633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78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508A106-FC15-2349-412D-5134A81417A3}"/>
                </a:ext>
              </a:extLst>
            </p:cNvPr>
            <p:cNvSpPr txBox="1"/>
            <p:nvPr/>
          </p:nvSpPr>
          <p:spPr>
            <a:xfrm>
              <a:off x="1937518" y="494931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索引不重复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9148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BCD1A8E4-7A51-1C60-E400-87856A8CB998}"/>
              </a:ext>
            </a:extLst>
          </p:cNvPr>
          <p:cNvGrpSpPr/>
          <p:nvPr/>
        </p:nvGrpSpPr>
        <p:grpSpPr>
          <a:xfrm>
            <a:off x="275031" y="136207"/>
            <a:ext cx="8108950" cy="5461583"/>
            <a:chOff x="275031" y="136207"/>
            <a:chExt cx="8108950" cy="5461583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BE5A74E4-4DCC-41E1-16E9-D82807FA3CB9}"/>
                </a:ext>
              </a:extLst>
            </p:cNvPr>
            <p:cNvGrpSpPr/>
            <p:nvPr/>
          </p:nvGrpSpPr>
          <p:grpSpPr>
            <a:xfrm>
              <a:off x="275031" y="136207"/>
              <a:ext cx="8108950" cy="4259326"/>
              <a:chOff x="1278331" y="2765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6E3B08E4-7BD0-9EBF-AAEF-E97EA02FCEF2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400FF50B-B202-8BE2-284B-24AD108FBBF9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3462528F-6797-9615-E8FD-D672CCC08E7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691FFE0-6465-C70B-14E5-745D2DCC989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4D63402A-C383-32CB-41D6-4A46D859ABB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5228954A-E07C-830D-9BA7-41594B133D52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004304BD-0CC1-0E3C-0691-D8EA1369603C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C7C7087F-E450-65C5-4B59-A87726870A7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B223E909-6484-E6AB-5762-7423B8E15C75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8F2D238-7D25-22FF-8250-1A483D620FE9}"/>
                  </a:ext>
                </a:extLst>
              </p:cNvPr>
              <p:cNvSpPr txBox="1"/>
              <p:nvPr/>
            </p:nvSpPr>
            <p:spPr>
              <a:xfrm>
                <a:off x="1802263" y="5500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96636804-A265-FFA7-FE17-03083093FCE2}"/>
                  </a:ext>
                </a:extLst>
              </p:cNvPr>
              <p:cNvSpPr txBox="1"/>
              <p:nvPr/>
            </p:nvSpPr>
            <p:spPr>
              <a:xfrm>
                <a:off x="1811407" y="6046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E40AC1C5-D8FE-0C1A-D006-41D6DBEE4557}"/>
                  </a:ext>
                </a:extLst>
              </p:cNvPr>
              <p:cNvSpPr txBox="1"/>
              <p:nvPr/>
            </p:nvSpPr>
            <p:spPr>
              <a:xfrm>
                <a:off x="4465453" y="5517903"/>
                <a:ext cx="177990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89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C548D1D5-77D1-759E-F147-8F7F5945B630}"/>
                  </a:ext>
                </a:extLst>
              </p:cNvPr>
              <p:cNvSpPr txBox="1"/>
              <p:nvPr/>
            </p:nvSpPr>
            <p:spPr>
              <a:xfrm>
                <a:off x="6993015" y="5522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784BBC4B-D57E-6A85-4CA3-ADD950B2EA43}"/>
                  </a:ext>
                </a:extLst>
              </p:cNvPr>
              <p:cNvSpPr txBox="1"/>
              <p:nvPr/>
            </p:nvSpPr>
            <p:spPr>
              <a:xfrm>
                <a:off x="6975504" y="601472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C672C7D6-8ED8-0B04-8EF7-89DE7E6AC805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2309671B-0F60-D5DE-C7A5-DD82AE05E49B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81AFA33F-291C-16B5-AF8A-D3685534F4E6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0F9E9AD7-C7B2-6497-7CBC-C2C1A374581D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2984A4F-22D0-4860-FB7D-A61016878120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235B4FFF-B971-82F9-1106-0B6D0A509F37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5B5F88DE-08BC-B2D4-0AB2-A691F9FD9EE5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9ACDDC69-71E7-8F8A-98FD-A1C05BFD8B4D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6" name="object 27">
                <a:extLst>
                  <a:ext uri="{FF2B5EF4-FFF2-40B4-BE49-F238E27FC236}">
                    <a16:creationId xmlns:a16="http://schemas.microsoft.com/office/drawing/2014/main" id="{22A3D2DE-8360-B3EB-B230-005A3633B95E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98980EE-EEB9-1F01-68D4-490F58A79AA0}"/>
                  </a:ext>
                </a:extLst>
              </p:cNvPr>
              <p:cNvSpPr txBox="1"/>
              <p:nvPr/>
            </p:nvSpPr>
            <p:spPr>
              <a:xfrm>
                <a:off x="1957711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6FC23985-DD0D-1094-B81B-6EBD2B006B09}"/>
                  </a:ext>
                </a:extLst>
              </p:cNvPr>
              <p:cNvSpPr txBox="1"/>
              <p:nvPr/>
            </p:nvSpPr>
            <p:spPr>
              <a:xfrm>
                <a:off x="5366135" y="4243814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17EEC21C-D6B6-6723-D429-A8BD648CF616}"/>
                  </a:ext>
                </a:extLst>
              </p:cNvPr>
              <p:cNvSpPr txBox="1"/>
              <p:nvPr/>
            </p:nvSpPr>
            <p:spPr>
              <a:xfrm>
                <a:off x="5324997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0" name="object 31">
                <a:extLst>
                  <a:ext uri="{FF2B5EF4-FFF2-40B4-BE49-F238E27FC236}">
                    <a16:creationId xmlns:a16="http://schemas.microsoft.com/office/drawing/2014/main" id="{4D82AE33-B5AC-8714-CC8A-5467DD868BB9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1" name="object 32">
                  <a:extLst>
                    <a:ext uri="{FF2B5EF4-FFF2-40B4-BE49-F238E27FC236}">
                      <a16:creationId xmlns:a16="http://schemas.microsoft.com/office/drawing/2014/main" id="{A3425910-2246-1640-CBE2-89E531FACC4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ED9C0458-C970-4D9A-6E41-0A3EB89EEE1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691A5DC8-52D6-72C1-77EB-AF00FA5F648B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C88D484C-0CC9-9E3E-1433-09910B2DFED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5456CB30-71F0-0FA6-CDE9-BEAE19AD5B8B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6" name="object 37">
                <a:extLst>
                  <a:ext uri="{FF2B5EF4-FFF2-40B4-BE49-F238E27FC236}">
                    <a16:creationId xmlns:a16="http://schemas.microsoft.com/office/drawing/2014/main" id="{8D92D934-6ECD-5AC8-1DF1-1A5FD54CB143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96215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78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58456A1-2468-ACD7-68D1-92B1EDF1BFAA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5655000C-E538-B78F-DCA5-82807C6E0A2B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9" name="object 40">
                <a:extLst>
                  <a:ext uri="{FF2B5EF4-FFF2-40B4-BE49-F238E27FC236}">
                    <a16:creationId xmlns:a16="http://schemas.microsoft.com/office/drawing/2014/main" id="{85C7FEAC-E033-3DF9-D4E1-D0A5932B750C}"/>
                  </a:ext>
                </a:extLst>
              </p:cNvPr>
              <p:cNvGrpSpPr/>
              <p:nvPr/>
            </p:nvGrpSpPr>
            <p:grpSpPr>
              <a:xfrm>
                <a:off x="1827923" y="3665220"/>
                <a:ext cx="7070090" cy="2524760"/>
                <a:chOff x="1827923" y="3665220"/>
                <a:chExt cx="7070090" cy="2524760"/>
              </a:xfrm>
            </p:grpSpPr>
            <p:sp>
              <p:nvSpPr>
                <p:cNvPr id="40" name="object 41">
                  <a:extLst>
                    <a:ext uri="{FF2B5EF4-FFF2-40B4-BE49-F238E27FC236}">
                      <a16:creationId xmlns:a16="http://schemas.microsoft.com/office/drawing/2014/main" id="{59DD137D-82EA-CF1E-CB0F-284E01C7CA31}"/>
                    </a:ext>
                  </a:extLst>
                </p:cNvPr>
                <p:cNvSpPr/>
                <p:nvPr/>
              </p:nvSpPr>
              <p:spPr>
                <a:xfrm>
                  <a:off x="1827923" y="3665232"/>
                  <a:ext cx="7070090" cy="2524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70090" h="2524760">
                      <a:moveTo>
                        <a:pt x="28194" y="1888718"/>
                      </a:moveTo>
                      <a:lnTo>
                        <a:pt x="0" y="1887474"/>
                      </a:lnTo>
                      <a:lnTo>
                        <a:pt x="28194" y="1951037"/>
                      </a:lnTo>
                      <a:lnTo>
                        <a:pt x="28194" y="1902714"/>
                      </a:lnTo>
                      <a:lnTo>
                        <a:pt x="28194" y="1888718"/>
                      </a:lnTo>
                      <a:close/>
                    </a:path>
                    <a:path w="7070090" h="2524760">
                      <a:moveTo>
                        <a:pt x="1361694" y="56388"/>
                      </a:moveTo>
                      <a:lnTo>
                        <a:pt x="1351788" y="29718"/>
                      </a:lnTo>
                      <a:lnTo>
                        <a:pt x="52578" y="512826"/>
                      </a:lnTo>
                      <a:lnTo>
                        <a:pt x="46482" y="514350"/>
                      </a:lnTo>
                      <a:lnTo>
                        <a:pt x="42672" y="519684"/>
                      </a:lnTo>
                      <a:lnTo>
                        <a:pt x="42672" y="1591056"/>
                      </a:lnTo>
                      <a:lnTo>
                        <a:pt x="28841" y="1888744"/>
                      </a:lnTo>
                      <a:lnTo>
                        <a:pt x="28841" y="1902739"/>
                      </a:lnTo>
                      <a:lnTo>
                        <a:pt x="28194" y="1902714"/>
                      </a:lnTo>
                      <a:lnTo>
                        <a:pt x="28841" y="1902752"/>
                      </a:lnTo>
                      <a:lnTo>
                        <a:pt x="28841" y="1952510"/>
                      </a:lnTo>
                      <a:lnTo>
                        <a:pt x="38862" y="1975104"/>
                      </a:lnTo>
                      <a:lnTo>
                        <a:pt x="86106" y="1891284"/>
                      </a:lnTo>
                      <a:lnTo>
                        <a:pt x="57073" y="1889988"/>
                      </a:lnTo>
                      <a:lnTo>
                        <a:pt x="62484" y="1778965"/>
                      </a:lnTo>
                      <a:lnTo>
                        <a:pt x="71628" y="1591056"/>
                      </a:lnTo>
                      <a:lnTo>
                        <a:pt x="71628" y="536092"/>
                      </a:lnTo>
                      <a:lnTo>
                        <a:pt x="1361694" y="56388"/>
                      </a:lnTo>
                      <a:close/>
                    </a:path>
                    <a:path w="7070090" h="2524760">
                      <a:moveTo>
                        <a:pt x="1831086" y="22098"/>
                      </a:moveTo>
                      <a:lnTo>
                        <a:pt x="1802892" y="22098"/>
                      </a:lnTo>
                      <a:lnTo>
                        <a:pt x="1802892" y="1205268"/>
                      </a:lnTo>
                      <a:lnTo>
                        <a:pt x="92506" y="2427706"/>
                      </a:lnTo>
                      <a:lnTo>
                        <a:pt x="76200" y="2404872"/>
                      </a:lnTo>
                      <a:lnTo>
                        <a:pt x="31242" y="2489454"/>
                      </a:lnTo>
                      <a:lnTo>
                        <a:pt x="80772" y="2481453"/>
                      </a:lnTo>
                      <a:lnTo>
                        <a:pt x="125730" y="2474214"/>
                      </a:lnTo>
                      <a:lnTo>
                        <a:pt x="108991" y="2450782"/>
                      </a:lnTo>
                      <a:lnTo>
                        <a:pt x="1802892" y="1240853"/>
                      </a:lnTo>
                      <a:lnTo>
                        <a:pt x="1808988" y="1236497"/>
                      </a:lnTo>
                      <a:lnTo>
                        <a:pt x="1825752" y="1224534"/>
                      </a:lnTo>
                      <a:lnTo>
                        <a:pt x="1828800" y="1221486"/>
                      </a:lnTo>
                      <a:lnTo>
                        <a:pt x="1831086" y="1217676"/>
                      </a:lnTo>
                      <a:lnTo>
                        <a:pt x="1831086" y="22098"/>
                      </a:lnTo>
                      <a:close/>
                    </a:path>
                    <a:path w="7070090" h="2524760">
                      <a:moveTo>
                        <a:pt x="4709147" y="64770"/>
                      </a:moveTo>
                      <a:lnTo>
                        <a:pt x="4623803" y="22098"/>
                      </a:lnTo>
                      <a:lnTo>
                        <a:pt x="4623803" y="51054"/>
                      </a:lnTo>
                      <a:lnTo>
                        <a:pt x="2909316" y="51054"/>
                      </a:lnTo>
                      <a:lnTo>
                        <a:pt x="2909316" y="79248"/>
                      </a:lnTo>
                      <a:lnTo>
                        <a:pt x="4623803" y="79248"/>
                      </a:lnTo>
                      <a:lnTo>
                        <a:pt x="4623803" y="108204"/>
                      </a:lnTo>
                      <a:lnTo>
                        <a:pt x="4638294" y="100825"/>
                      </a:lnTo>
                      <a:lnTo>
                        <a:pt x="4709147" y="64770"/>
                      </a:lnTo>
                      <a:close/>
                    </a:path>
                    <a:path w="7070090" h="2524760">
                      <a:moveTo>
                        <a:pt x="5263896" y="2510028"/>
                      </a:moveTo>
                      <a:lnTo>
                        <a:pt x="5195316" y="2442972"/>
                      </a:lnTo>
                      <a:lnTo>
                        <a:pt x="5186489" y="2469921"/>
                      </a:lnTo>
                      <a:lnTo>
                        <a:pt x="2291334" y="1543050"/>
                      </a:lnTo>
                      <a:lnTo>
                        <a:pt x="2301240" y="1546212"/>
                      </a:lnTo>
                      <a:lnTo>
                        <a:pt x="2301240" y="0"/>
                      </a:lnTo>
                      <a:lnTo>
                        <a:pt x="2273046" y="0"/>
                      </a:lnTo>
                      <a:lnTo>
                        <a:pt x="2273046" y="1562862"/>
                      </a:lnTo>
                      <a:lnTo>
                        <a:pt x="2276856" y="1568196"/>
                      </a:lnTo>
                      <a:lnTo>
                        <a:pt x="2282952" y="1569720"/>
                      </a:lnTo>
                      <a:lnTo>
                        <a:pt x="2291334" y="1572399"/>
                      </a:lnTo>
                      <a:lnTo>
                        <a:pt x="2301240" y="1575574"/>
                      </a:lnTo>
                      <a:lnTo>
                        <a:pt x="5177574" y="2497175"/>
                      </a:lnTo>
                      <a:lnTo>
                        <a:pt x="5168646" y="2524506"/>
                      </a:lnTo>
                      <a:lnTo>
                        <a:pt x="5199888" y="2519756"/>
                      </a:lnTo>
                      <a:lnTo>
                        <a:pt x="5263896" y="2510028"/>
                      </a:lnTo>
                      <a:close/>
                    </a:path>
                    <a:path w="7070090" h="2524760">
                      <a:moveTo>
                        <a:pt x="7069823" y="63246"/>
                      </a:moveTo>
                      <a:lnTo>
                        <a:pt x="6984492" y="20574"/>
                      </a:lnTo>
                      <a:lnTo>
                        <a:pt x="6984492" y="49530"/>
                      </a:lnTo>
                      <a:lnTo>
                        <a:pt x="6474701" y="49530"/>
                      </a:lnTo>
                      <a:lnTo>
                        <a:pt x="6474701" y="77724"/>
                      </a:lnTo>
                      <a:lnTo>
                        <a:pt x="6984492" y="77724"/>
                      </a:lnTo>
                      <a:lnTo>
                        <a:pt x="6984492" y="106680"/>
                      </a:lnTo>
                      <a:lnTo>
                        <a:pt x="6998957" y="99314"/>
                      </a:lnTo>
                      <a:lnTo>
                        <a:pt x="7069823" y="6324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1" name="object 42">
                  <a:extLst>
                    <a:ext uri="{FF2B5EF4-FFF2-40B4-BE49-F238E27FC236}">
                      <a16:creationId xmlns:a16="http://schemas.microsoft.com/office/drawing/2014/main" id="{92AA3E5B-C238-E0F6-1DC3-1FA0C092EBF3}"/>
                    </a:ext>
                  </a:extLst>
                </p:cNvPr>
                <p:cNvSpPr/>
                <p:nvPr/>
              </p:nvSpPr>
              <p:spPr>
                <a:xfrm>
                  <a:off x="4602352" y="3751326"/>
                  <a:ext cx="2162175" cy="2403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175" h="2403475">
                      <a:moveTo>
                        <a:pt x="63612" y="2343700"/>
                      </a:moveTo>
                      <a:lnTo>
                        <a:pt x="48006" y="2320290"/>
                      </a:lnTo>
                      <a:lnTo>
                        <a:pt x="0" y="2403348"/>
                      </a:lnTo>
                      <a:lnTo>
                        <a:pt x="51816" y="2396715"/>
                      </a:lnTo>
                      <a:lnTo>
                        <a:pt x="51816" y="2351532"/>
                      </a:lnTo>
                      <a:lnTo>
                        <a:pt x="63612" y="2343700"/>
                      </a:lnTo>
                      <a:close/>
                    </a:path>
                    <a:path w="2162175" h="2403475">
                      <a:moveTo>
                        <a:pt x="79208" y="2367093"/>
                      </a:moveTo>
                      <a:lnTo>
                        <a:pt x="63612" y="2343700"/>
                      </a:lnTo>
                      <a:lnTo>
                        <a:pt x="51816" y="2351532"/>
                      </a:lnTo>
                      <a:lnTo>
                        <a:pt x="67056" y="2375154"/>
                      </a:lnTo>
                      <a:lnTo>
                        <a:pt x="79208" y="2367093"/>
                      </a:lnTo>
                      <a:close/>
                    </a:path>
                    <a:path w="2162175" h="2403475">
                      <a:moveTo>
                        <a:pt x="95250" y="2391156"/>
                      </a:moveTo>
                      <a:lnTo>
                        <a:pt x="79208" y="2367093"/>
                      </a:lnTo>
                      <a:lnTo>
                        <a:pt x="67056" y="2375154"/>
                      </a:lnTo>
                      <a:lnTo>
                        <a:pt x="51816" y="2351532"/>
                      </a:lnTo>
                      <a:lnTo>
                        <a:pt x="51816" y="2396715"/>
                      </a:lnTo>
                      <a:lnTo>
                        <a:pt x="95250" y="2391156"/>
                      </a:lnTo>
                      <a:close/>
                    </a:path>
                    <a:path w="2162175" h="2403475">
                      <a:moveTo>
                        <a:pt x="2139696" y="965454"/>
                      </a:moveTo>
                      <a:lnTo>
                        <a:pt x="63612" y="2343700"/>
                      </a:lnTo>
                      <a:lnTo>
                        <a:pt x="79208" y="2367093"/>
                      </a:lnTo>
                      <a:lnTo>
                        <a:pt x="2133600" y="1004494"/>
                      </a:lnTo>
                      <a:lnTo>
                        <a:pt x="2133600" y="977646"/>
                      </a:lnTo>
                      <a:lnTo>
                        <a:pt x="2139696" y="965454"/>
                      </a:lnTo>
                      <a:close/>
                    </a:path>
                    <a:path w="2162175" h="2403475">
                      <a:moveTo>
                        <a:pt x="2161794" y="982218"/>
                      </a:moveTo>
                      <a:lnTo>
                        <a:pt x="2161794" y="0"/>
                      </a:lnTo>
                      <a:lnTo>
                        <a:pt x="2133600" y="0"/>
                      </a:lnTo>
                      <a:lnTo>
                        <a:pt x="2133600" y="969500"/>
                      </a:lnTo>
                      <a:lnTo>
                        <a:pt x="2139696" y="965454"/>
                      </a:lnTo>
                      <a:lnTo>
                        <a:pt x="2139696" y="1000451"/>
                      </a:lnTo>
                      <a:lnTo>
                        <a:pt x="2155698" y="989838"/>
                      </a:lnTo>
                      <a:lnTo>
                        <a:pt x="2159508" y="986790"/>
                      </a:lnTo>
                      <a:lnTo>
                        <a:pt x="2161794" y="982218"/>
                      </a:lnTo>
                      <a:close/>
                    </a:path>
                    <a:path w="2162175" h="2403475">
                      <a:moveTo>
                        <a:pt x="2139696" y="1000451"/>
                      </a:moveTo>
                      <a:lnTo>
                        <a:pt x="2139696" y="965454"/>
                      </a:lnTo>
                      <a:lnTo>
                        <a:pt x="2133600" y="977646"/>
                      </a:lnTo>
                      <a:lnTo>
                        <a:pt x="2133600" y="1004494"/>
                      </a:lnTo>
                      <a:lnTo>
                        <a:pt x="2139696" y="1000451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2" name="object 43">
                  <a:extLst>
                    <a:ext uri="{FF2B5EF4-FFF2-40B4-BE49-F238E27FC236}">
                      <a16:creationId xmlns:a16="http://schemas.microsoft.com/office/drawing/2014/main" id="{FC56B2B4-55C0-9BE2-05CE-C02715E8F525}"/>
                    </a:ext>
                  </a:extLst>
                </p:cNvPr>
                <p:cNvSpPr/>
                <p:nvPr/>
              </p:nvSpPr>
              <p:spPr>
                <a:xfrm>
                  <a:off x="4495673" y="3729990"/>
                  <a:ext cx="2821305" cy="19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21304" h="1950085">
                      <a:moveTo>
                        <a:pt x="78228" y="1895590"/>
                      </a:moveTo>
                      <a:lnTo>
                        <a:pt x="70104" y="1868424"/>
                      </a:lnTo>
                      <a:lnTo>
                        <a:pt x="0" y="1933956"/>
                      </a:lnTo>
                      <a:lnTo>
                        <a:pt x="64769" y="1944925"/>
                      </a:lnTo>
                      <a:lnTo>
                        <a:pt x="64769" y="1899666"/>
                      </a:lnTo>
                      <a:lnTo>
                        <a:pt x="78228" y="1895590"/>
                      </a:lnTo>
                      <a:close/>
                    </a:path>
                    <a:path w="2821304" h="1950085">
                      <a:moveTo>
                        <a:pt x="86384" y="1922861"/>
                      </a:moveTo>
                      <a:lnTo>
                        <a:pt x="78228" y="1895590"/>
                      </a:lnTo>
                      <a:lnTo>
                        <a:pt x="64769" y="1899666"/>
                      </a:lnTo>
                      <a:lnTo>
                        <a:pt x="72390" y="1927098"/>
                      </a:lnTo>
                      <a:lnTo>
                        <a:pt x="86384" y="1922861"/>
                      </a:lnTo>
                      <a:close/>
                    </a:path>
                    <a:path w="2821304" h="1950085">
                      <a:moveTo>
                        <a:pt x="94487" y="1949958"/>
                      </a:moveTo>
                      <a:lnTo>
                        <a:pt x="86384" y="1922861"/>
                      </a:lnTo>
                      <a:lnTo>
                        <a:pt x="72390" y="1927098"/>
                      </a:lnTo>
                      <a:lnTo>
                        <a:pt x="64769" y="1899666"/>
                      </a:lnTo>
                      <a:lnTo>
                        <a:pt x="64769" y="1944925"/>
                      </a:lnTo>
                      <a:lnTo>
                        <a:pt x="94487" y="1949958"/>
                      </a:lnTo>
                      <a:close/>
                    </a:path>
                    <a:path w="2821304" h="1950085">
                      <a:moveTo>
                        <a:pt x="2802636" y="1070610"/>
                      </a:moveTo>
                      <a:lnTo>
                        <a:pt x="78228" y="1895590"/>
                      </a:lnTo>
                      <a:lnTo>
                        <a:pt x="86384" y="1922861"/>
                      </a:lnTo>
                      <a:lnTo>
                        <a:pt x="2792730" y="1103578"/>
                      </a:lnTo>
                      <a:lnTo>
                        <a:pt x="2792730" y="1084326"/>
                      </a:lnTo>
                      <a:lnTo>
                        <a:pt x="2802636" y="1070610"/>
                      </a:lnTo>
                      <a:close/>
                    </a:path>
                    <a:path w="2821304" h="1950085">
                      <a:moveTo>
                        <a:pt x="2820924" y="1091184"/>
                      </a:moveTo>
                      <a:lnTo>
                        <a:pt x="2820924" y="0"/>
                      </a:lnTo>
                      <a:lnTo>
                        <a:pt x="2792730" y="0"/>
                      </a:lnTo>
                      <a:lnTo>
                        <a:pt x="2792730" y="1073609"/>
                      </a:lnTo>
                      <a:lnTo>
                        <a:pt x="2802636" y="1070610"/>
                      </a:lnTo>
                      <a:lnTo>
                        <a:pt x="2802636" y="1100579"/>
                      </a:lnTo>
                      <a:lnTo>
                        <a:pt x="2811018" y="1098042"/>
                      </a:lnTo>
                      <a:lnTo>
                        <a:pt x="2817114" y="1096518"/>
                      </a:lnTo>
                      <a:lnTo>
                        <a:pt x="2820924" y="1091184"/>
                      </a:lnTo>
                      <a:close/>
                    </a:path>
                    <a:path w="2821304" h="1950085">
                      <a:moveTo>
                        <a:pt x="2802636" y="1100579"/>
                      </a:moveTo>
                      <a:lnTo>
                        <a:pt x="2802636" y="1070610"/>
                      </a:lnTo>
                      <a:lnTo>
                        <a:pt x="2792730" y="1084326"/>
                      </a:lnTo>
                      <a:lnTo>
                        <a:pt x="2792730" y="1103578"/>
                      </a:lnTo>
                      <a:lnTo>
                        <a:pt x="2802636" y="1100579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59F5132B-07CF-2B61-411F-78DF7B3EF91F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7462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89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4" name="object 45">
                <a:extLst>
                  <a:ext uri="{FF2B5EF4-FFF2-40B4-BE49-F238E27FC236}">
                    <a16:creationId xmlns:a16="http://schemas.microsoft.com/office/drawing/2014/main" id="{FF3F67AB-DB91-FF33-F3DA-0EAF061FD4F1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5" name="object 46">
                <a:extLst>
                  <a:ext uri="{FF2B5EF4-FFF2-40B4-BE49-F238E27FC236}">
                    <a16:creationId xmlns:a16="http://schemas.microsoft.com/office/drawing/2014/main" id="{396552E9-82E1-D79E-509A-874483DD961A}"/>
                  </a:ext>
                </a:extLst>
              </p:cNvPr>
              <p:cNvSpPr txBox="1"/>
              <p:nvPr/>
            </p:nvSpPr>
            <p:spPr>
              <a:xfrm>
                <a:off x="4280039" y="2919222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0325" rIns="0" bIns="0" rtlCol="0">
                <a:spAutoFit/>
              </a:bodyPr>
              <a:lstStyle/>
              <a:p>
                <a:pPr marL="99695">
                  <a:lnSpc>
                    <a:spcPct val="100000"/>
                  </a:lnSpc>
                  <a:spcBef>
                    <a:spcPts val="47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6" name="object 47">
                <a:extLst>
                  <a:ext uri="{FF2B5EF4-FFF2-40B4-BE49-F238E27FC236}">
                    <a16:creationId xmlns:a16="http://schemas.microsoft.com/office/drawing/2014/main" id="{A095CCE7-BAAF-A538-E082-6BEEDE131F46}"/>
                  </a:ext>
                </a:extLst>
              </p:cNvPr>
              <p:cNvSpPr txBox="1"/>
              <p:nvPr/>
            </p:nvSpPr>
            <p:spPr>
              <a:xfrm>
                <a:off x="7918589" y="2932176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9540" rIns="0" bIns="0" rtlCol="0">
                <a:spAutoFit/>
              </a:bodyPr>
              <a:lstStyle/>
              <a:p>
                <a:pPr marL="109220">
                  <a:lnSpc>
                    <a:spcPct val="100000"/>
                  </a:lnSpc>
                  <a:spcBef>
                    <a:spcPts val="102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7" name="object 48">
                <a:extLst>
                  <a:ext uri="{FF2B5EF4-FFF2-40B4-BE49-F238E27FC236}">
                    <a16:creationId xmlns:a16="http://schemas.microsoft.com/office/drawing/2014/main" id="{3356845C-C985-9D0F-BE84-5CAD2E2998EB}"/>
                  </a:ext>
                </a:extLst>
              </p:cNvPr>
              <p:cNvSpPr/>
              <p:nvPr/>
            </p:nvSpPr>
            <p:spPr>
              <a:xfrm>
                <a:off x="7026275" y="3707891"/>
                <a:ext cx="802005" cy="1915160"/>
              </a:xfrm>
              <a:custGeom>
                <a:avLst/>
                <a:gdLst/>
                <a:ahLst/>
                <a:cxnLst/>
                <a:rect l="l" t="t" r="r" b="b"/>
                <a:pathLst>
                  <a:path w="802004" h="1915160">
                    <a:moveTo>
                      <a:pt x="55094" y="1847345"/>
                    </a:moveTo>
                    <a:lnTo>
                      <a:pt x="35814" y="1825752"/>
                    </a:lnTo>
                    <a:lnTo>
                      <a:pt x="0" y="1914906"/>
                    </a:lnTo>
                    <a:lnTo>
                      <a:pt x="44196" y="1902951"/>
                    </a:lnTo>
                    <a:lnTo>
                      <a:pt x="44196" y="1856994"/>
                    </a:lnTo>
                    <a:lnTo>
                      <a:pt x="55094" y="1847345"/>
                    </a:lnTo>
                    <a:close/>
                  </a:path>
                  <a:path w="802004" h="1915160">
                    <a:moveTo>
                      <a:pt x="74144" y="1868681"/>
                    </a:moveTo>
                    <a:lnTo>
                      <a:pt x="55094" y="1847345"/>
                    </a:lnTo>
                    <a:lnTo>
                      <a:pt x="44196" y="1856994"/>
                    </a:lnTo>
                    <a:lnTo>
                      <a:pt x="63246" y="1878330"/>
                    </a:lnTo>
                    <a:lnTo>
                      <a:pt x="74144" y="1868681"/>
                    </a:lnTo>
                    <a:close/>
                  </a:path>
                  <a:path w="802004" h="1915160">
                    <a:moveTo>
                      <a:pt x="92964" y="1889760"/>
                    </a:moveTo>
                    <a:lnTo>
                      <a:pt x="74144" y="1868681"/>
                    </a:lnTo>
                    <a:lnTo>
                      <a:pt x="63246" y="1878330"/>
                    </a:lnTo>
                    <a:lnTo>
                      <a:pt x="44196" y="1856994"/>
                    </a:lnTo>
                    <a:lnTo>
                      <a:pt x="44196" y="1902951"/>
                    </a:lnTo>
                    <a:lnTo>
                      <a:pt x="92964" y="1889760"/>
                    </a:lnTo>
                    <a:close/>
                  </a:path>
                  <a:path w="802004" h="1915160">
                    <a:moveTo>
                      <a:pt x="730208" y="1249642"/>
                    </a:moveTo>
                    <a:lnTo>
                      <a:pt x="55094" y="1847345"/>
                    </a:lnTo>
                    <a:lnTo>
                      <a:pt x="74144" y="1868681"/>
                    </a:lnTo>
                    <a:lnTo>
                      <a:pt x="729996" y="1288032"/>
                    </a:lnTo>
                    <a:lnTo>
                      <a:pt x="729996" y="1255776"/>
                    </a:lnTo>
                    <a:lnTo>
                      <a:pt x="730208" y="1249642"/>
                    </a:lnTo>
                    <a:close/>
                  </a:path>
                  <a:path w="802004" h="1915160">
                    <a:moveTo>
                      <a:pt x="735330" y="1245108"/>
                    </a:moveTo>
                    <a:lnTo>
                      <a:pt x="730208" y="1249642"/>
                    </a:lnTo>
                    <a:lnTo>
                      <a:pt x="729996" y="1255776"/>
                    </a:lnTo>
                    <a:lnTo>
                      <a:pt x="735330" y="1245108"/>
                    </a:lnTo>
                    <a:close/>
                  </a:path>
                  <a:path w="802004" h="1915160">
                    <a:moveTo>
                      <a:pt x="735330" y="1283309"/>
                    </a:moveTo>
                    <a:lnTo>
                      <a:pt x="735330" y="1245108"/>
                    </a:lnTo>
                    <a:lnTo>
                      <a:pt x="729996" y="1255776"/>
                    </a:lnTo>
                    <a:lnTo>
                      <a:pt x="729996" y="1288032"/>
                    </a:lnTo>
                    <a:lnTo>
                      <a:pt x="735330" y="1283309"/>
                    </a:lnTo>
                    <a:close/>
                  </a:path>
                  <a:path w="802004" h="1915160">
                    <a:moveTo>
                      <a:pt x="801624" y="762"/>
                    </a:moveTo>
                    <a:lnTo>
                      <a:pt x="773430" y="0"/>
                    </a:lnTo>
                    <a:lnTo>
                      <a:pt x="730208" y="1249642"/>
                    </a:lnTo>
                    <a:lnTo>
                      <a:pt x="735330" y="1245108"/>
                    </a:lnTo>
                    <a:lnTo>
                      <a:pt x="735330" y="1283309"/>
                    </a:lnTo>
                    <a:lnTo>
                      <a:pt x="754380" y="1266444"/>
                    </a:lnTo>
                    <a:lnTo>
                      <a:pt x="756666" y="1264158"/>
                    </a:lnTo>
                    <a:lnTo>
                      <a:pt x="758952" y="1260348"/>
                    </a:lnTo>
                    <a:lnTo>
                      <a:pt x="758952" y="1256538"/>
                    </a:lnTo>
                    <a:lnTo>
                      <a:pt x="801624" y="76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AA5D7AD1-443F-8429-0665-C1BF1BEA004A}"/>
                </a:ext>
              </a:extLst>
            </p:cNvPr>
            <p:cNvSpPr txBox="1"/>
            <p:nvPr/>
          </p:nvSpPr>
          <p:spPr>
            <a:xfrm>
              <a:off x="1853191" y="452057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61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组合 81">
            <a:extLst>
              <a:ext uri="{FF2B5EF4-FFF2-40B4-BE49-F238E27FC236}">
                <a16:creationId xmlns:a16="http://schemas.microsoft.com/office/drawing/2014/main" id="{7432C71E-BF03-A1F4-CE10-3D73C1251052}"/>
              </a:ext>
            </a:extLst>
          </p:cNvPr>
          <p:cNvGrpSpPr/>
          <p:nvPr/>
        </p:nvGrpSpPr>
        <p:grpSpPr>
          <a:xfrm>
            <a:off x="1853184" y="3229847"/>
            <a:ext cx="8638359" cy="1951753"/>
            <a:chOff x="1853184" y="3229847"/>
            <a:chExt cx="8638359" cy="1951753"/>
          </a:xfrm>
        </p:grpSpPr>
        <p:sp>
          <p:nvSpPr>
            <p:cNvPr id="39" name="圆柱体 38">
              <a:extLst>
                <a:ext uri="{FF2B5EF4-FFF2-40B4-BE49-F238E27FC236}">
                  <a16:creationId xmlns:a16="http://schemas.microsoft.com/office/drawing/2014/main" id="{1099E38B-2EC0-0B28-1A43-337E187FB1D9}"/>
                </a:ext>
              </a:extLst>
            </p:cNvPr>
            <p:cNvSpPr/>
            <p:nvPr/>
          </p:nvSpPr>
          <p:spPr>
            <a:xfrm>
              <a:off x="1853184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4465B0DA-A587-1490-BDCE-94C2CA133528}"/>
                </a:ext>
              </a:extLst>
            </p:cNvPr>
            <p:cNvSpPr/>
            <p:nvPr/>
          </p:nvSpPr>
          <p:spPr>
            <a:xfrm>
              <a:off x="2072640" y="410870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R</a:t>
              </a:r>
              <a:endParaRPr kumimoji="1" lang="zh-CN" altLang="en-US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CD2ED284-E451-3FA0-4574-867C2369757A}"/>
                </a:ext>
              </a:extLst>
            </p:cNvPr>
            <p:cNvSpPr/>
            <p:nvPr/>
          </p:nvSpPr>
          <p:spPr>
            <a:xfrm>
              <a:off x="2072640" y="465734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S</a:t>
              </a:r>
              <a:endParaRPr kumimoji="1" lang="zh-CN" altLang="en-US" dirty="0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E18894B5-0CA3-FD7E-7202-88098413A9BB}"/>
                </a:ext>
              </a:extLst>
            </p:cNvPr>
            <p:cNvSpPr/>
            <p:nvPr/>
          </p:nvSpPr>
          <p:spPr>
            <a:xfrm>
              <a:off x="3201214" y="4031172"/>
              <a:ext cx="945898" cy="67931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输入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cxnSp>
          <p:nvCxnSpPr>
            <p:cNvPr id="44" name="直线箭头连接符 43">
              <a:extLst>
                <a:ext uri="{FF2B5EF4-FFF2-40B4-BE49-F238E27FC236}">
                  <a16:creationId xmlns:a16="http://schemas.microsoft.com/office/drawing/2014/main" id="{86776074-7828-A192-0990-3B556C4021EE}"/>
                </a:ext>
              </a:extLst>
            </p:cNvPr>
            <p:cNvCxnSpPr>
              <a:cxnSpLocks/>
              <a:stCxn id="39" idx="4"/>
              <a:endCxn id="42" idx="1"/>
            </p:cNvCxnSpPr>
            <p:nvPr/>
          </p:nvCxnSpPr>
          <p:spPr>
            <a:xfrm>
              <a:off x="2908379" y="4370832"/>
              <a:ext cx="2928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91822295-4201-6E74-AEFE-AD56D917AC5D}"/>
                </a:ext>
              </a:extLst>
            </p:cNvPr>
            <p:cNvSpPr/>
            <p:nvPr/>
          </p:nvSpPr>
          <p:spPr>
            <a:xfrm>
              <a:off x="4433580" y="4031171"/>
              <a:ext cx="945898" cy="679319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积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D44A65C8-FB9D-7497-4A43-53B1C8ECDAD0}"/>
                </a:ext>
              </a:extLst>
            </p:cNvPr>
            <p:cNvSpPr/>
            <p:nvPr/>
          </p:nvSpPr>
          <p:spPr>
            <a:xfrm>
              <a:off x="5606174" y="4011166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选择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0" name="圆角矩形 49">
              <a:extLst>
                <a:ext uri="{FF2B5EF4-FFF2-40B4-BE49-F238E27FC236}">
                  <a16:creationId xmlns:a16="http://schemas.microsoft.com/office/drawing/2014/main" id="{797F266A-1B1F-573B-5F95-0F2891C85AB4}"/>
                </a:ext>
              </a:extLst>
            </p:cNvPr>
            <p:cNvSpPr/>
            <p:nvPr/>
          </p:nvSpPr>
          <p:spPr>
            <a:xfrm>
              <a:off x="6844907" y="4007732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投影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CF6F62C-1A2E-45E9-5606-4DD8A01462DC}"/>
                </a:ext>
              </a:extLst>
            </p:cNvPr>
            <p:cNvSpPr/>
            <p:nvPr/>
          </p:nvSpPr>
          <p:spPr>
            <a:xfrm>
              <a:off x="8083640" y="4047742"/>
              <a:ext cx="945899" cy="67931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输出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sp>
          <p:nvSpPr>
            <p:cNvPr id="57" name="圆柱体 56">
              <a:extLst>
                <a:ext uri="{FF2B5EF4-FFF2-40B4-BE49-F238E27FC236}">
                  <a16:creationId xmlns:a16="http://schemas.microsoft.com/office/drawing/2014/main" id="{AA2A9714-0D9B-4A86-D90A-45505587E631}"/>
                </a:ext>
              </a:extLst>
            </p:cNvPr>
            <p:cNvSpPr/>
            <p:nvPr/>
          </p:nvSpPr>
          <p:spPr>
            <a:xfrm>
              <a:off x="9436348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36B28D77-3266-F9AE-BEE2-6798EFBA50B7}"/>
                </a:ext>
              </a:extLst>
            </p:cNvPr>
            <p:cNvSpPr/>
            <p:nvPr/>
          </p:nvSpPr>
          <p:spPr>
            <a:xfrm>
              <a:off x="9638405" y="4197095"/>
              <a:ext cx="651079" cy="5059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结果</a:t>
              </a:r>
            </a:p>
          </p:txBody>
        </p:sp>
        <p:cxnSp>
          <p:nvCxnSpPr>
            <p:cNvPr id="59" name="直线箭头连接符 58">
              <a:extLst>
                <a:ext uri="{FF2B5EF4-FFF2-40B4-BE49-F238E27FC236}">
                  <a16:creationId xmlns:a16="http://schemas.microsoft.com/office/drawing/2014/main" id="{BECB2E69-2588-5719-E2FF-16B61A98B1C4}"/>
                </a:ext>
              </a:extLst>
            </p:cNvPr>
            <p:cNvCxnSpPr>
              <a:cxnSpLocks/>
              <a:stCxn id="42" idx="3"/>
              <a:endCxn id="48" idx="1"/>
            </p:cNvCxnSpPr>
            <p:nvPr/>
          </p:nvCxnSpPr>
          <p:spPr>
            <a:xfrm flipV="1">
              <a:off x="4147112" y="4370831"/>
              <a:ext cx="2864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线箭头连接符 61">
              <a:extLst>
                <a:ext uri="{FF2B5EF4-FFF2-40B4-BE49-F238E27FC236}">
                  <a16:creationId xmlns:a16="http://schemas.microsoft.com/office/drawing/2014/main" id="{A0A6FFE9-46B8-8395-D23A-6A9F330C9F34}"/>
                </a:ext>
              </a:extLst>
            </p:cNvPr>
            <p:cNvCxnSpPr>
              <a:cxnSpLocks/>
              <a:stCxn id="48" idx="3"/>
              <a:endCxn id="49" idx="1"/>
            </p:cNvCxnSpPr>
            <p:nvPr/>
          </p:nvCxnSpPr>
          <p:spPr>
            <a:xfrm flipV="1">
              <a:off x="5379478" y="4370830"/>
              <a:ext cx="22669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线箭头连接符 65">
              <a:extLst>
                <a:ext uri="{FF2B5EF4-FFF2-40B4-BE49-F238E27FC236}">
                  <a16:creationId xmlns:a16="http://schemas.microsoft.com/office/drawing/2014/main" id="{3C811733-5D9B-80B2-24E0-572E6941FB3C}"/>
                </a:ext>
              </a:extLst>
            </p:cNvPr>
            <p:cNvCxnSpPr>
              <a:cxnSpLocks/>
              <a:stCxn id="49" idx="3"/>
              <a:endCxn id="50" idx="1"/>
            </p:cNvCxnSpPr>
            <p:nvPr/>
          </p:nvCxnSpPr>
          <p:spPr>
            <a:xfrm flipV="1">
              <a:off x="6552072" y="4367396"/>
              <a:ext cx="292835" cy="34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线箭头连接符 74">
              <a:extLst>
                <a:ext uri="{FF2B5EF4-FFF2-40B4-BE49-F238E27FC236}">
                  <a16:creationId xmlns:a16="http://schemas.microsoft.com/office/drawing/2014/main" id="{D2EF2C1D-D07B-ED14-C01B-65E7CB0A2110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>
            <a:xfrm>
              <a:off x="7790805" y="4367396"/>
              <a:ext cx="292835" cy="200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线箭头连接符 77">
              <a:extLst>
                <a:ext uri="{FF2B5EF4-FFF2-40B4-BE49-F238E27FC236}">
                  <a16:creationId xmlns:a16="http://schemas.microsoft.com/office/drawing/2014/main" id="{EE88D508-5D34-920C-8E8B-3E120C26B3DD}"/>
                </a:ext>
              </a:extLst>
            </p:cNvPr>
            <p:cNvCxnSpPr>
              <a:cxnSpLocks/>
              <a:stCxn id="51" idx="3"/>
              <a:endCxn id="57" idx="2"/>
            </p:cNvCxnSpPr>
            <p:nvPr/>
          </p:nvCxnSpPr>
          <p:spPr>
            <a:xfrm flipV="1">
              <a:off x="9029539" y="4370832"/>
              <a:ext cx="406809" cy="1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AA8B9FB7-B318-5067-AAED-151E585C4C2D}"/>
                </a:ext>
              </a:extLst>
            </p:cNvPr>
            <p:cNvSpPr txBox="1"/>
            <p:nvPr/>
          </p:nvSpPr>
          <p:spPr>
            <a:xfrm>
              <a:off x="4771980" y="3229847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迭代器</a:t>
              </a:r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-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流水线策略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756E-6FEE-E9A9-BBBE-7293AC754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6D85431F-BB60-3AC0-7FC1-9E2D9FF23728}"/>
              </a:ext>
            </a:extLst>
          </p:cNvPr>
          <p:cNvGrpSpPr/>
          <p:nvPr/>
        </p:nvGrpSpPr>
        <p:grpSpPr>
          <a:xfrm>
            <a:off x="1682496" y="717612"/>
            <a:ext cx="6871258" cy="4982064"/>
            <a:chOff x="1682496" y="717612"/>
            <a:chExt cx="6871258" cy="4982064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A39A2C7A-A596-B8CC-7A0B-A15B6B91489A}"/>
                </a:ext>
              </a:extLst>
            </p:cNvPr>
            <p:cNvGrpSpPr/>
            <p:nvPr/>
          </p:nvGrpSpPr>
          <p:grpSpPr>
            <a:xfrm>
              <a:off x="1682496" y="717612"/>
              <a:ext cx="6577060" cy="2354772"/>
              <a:chOff x="1853184" y="2826828"/>
              <a:chExt cx="6577060" cy="2354772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01733C27-BF5F-8ECA-90F8-6EBFD1E0C07E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6BCDB78D-9B48-F698-53B2-4B0C419A8426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0FA0D58-9BB4-3B3C-353E-B41D87C8F4A1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639A7D38-5419-39CC-8974-D2458D0889C6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0408B19C-CD6D-3784-59C2-225EDE0FA3E6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7C8CC928-2888-3AD9-69D2-5C208C6835B5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</a:t>
                </a:r>
                <a:endParaRPr kumimoji="1" lang="en-US" altLang="zh-CN" dirty="0"/>
              </a:p>
              <a:p>
                <a:pPr algn="ctr"/>
                <a:r>
                  <a:rPr kumimoji="1" lang="zh-CN" altLang="en-US" dirty="0"/>
                  <a:t>重复？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2C38209E-E4DC-B2CF-9B84-D9EB562F26D1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C996A726-FF9C-C162-C6A4-1DB5265C179D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3B7624E-E4BB-8EAF-8578-8CCD4677D33B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BE29956D-00D9-7CCC-D936-0455F8AFAC2C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5EC8C9D-DF01-4B6D-2E97-4450415A4CDE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054E2BC7-0464-1380-150B-2210BE5DBF3A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CC36B2A5-5429-256C-1572-E7B0AA0D72D5}"/>
                  </a:ext>
                </a:extLst>
              </p:cNvPr>
              <p:cNvSpPr txBox="1"/>
              <p:nvPr/>
            </p:nvSpPr>
            <p:spPr>
              <a:xfrm>
                <a:off x="4217507" y="2826828"/>
                <a:ext cx="2031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Distinct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操作</a:t>
                </a: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F12F60E3-D8CE-3E4C-264E-70343F0EC619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663C1C-BAC3-0B4E-6261-DF9E973C8DBD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1552C121-E3BC-7E55-CEE6-75B629B4841D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5C5D1703-C66E-9D0B-2E7D-AF85480B0538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30BAD115-DCC8-A3E5-18CE-F891E2AA190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974CBF19-F11C-7B39-7EE6-EEF85001F753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DD3300C-A882-AFAF-A417-CC47A139E980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38476198-76FC-674A-EA7B-72B819CCBB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C085C06-F3F8-8A62-4F36-C9FE40C19763}"/>
                </a:ext>
              </a:extLst>
            </p:cNvPr>
            <p:cNvSpPr txBox="1"/>
            <p:nvPr/>
          </p:nvSpPr>
          <p:spPr>
            <a:xfrm>
              <a:off x="4498946" y="3998976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保存已处理过的数据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CA72135-3BDB-563D-4E95-B3895F402D6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9E609082-C6D9-F0E4-4D8E-DFF0DC5EAC23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007D45D1-D518-FAE4-D0D7-2DBE2A80D28A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290450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14C4-87CC-B290-0F11-6C62A0A90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84966FFB-70AE-E659-FC6E-D82D41D8CB98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CD9195F6-B03F-A97C-C6E4-F4FBD4DF19E6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BB306497-04DF-538F-603B-8E599423D1A2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CA55D8C1-A89E-BB76-A2D6-6E77B543EE8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2DCE4323-7D85-4972-B22D-1AEB5C6EB2E9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FA919BF1-56A8-0ECC-86A1-72AEF32C1DCB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ED30739D-D68A-6B1E-C429-05FA2662A5E0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4755DA0A-5EF1-08B3-1F16-7E3894DAB08C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45C7855-1D19-4B50-AE92-513EE42DC84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E64C8ED3-1EE1-FF5C-E12E-2C78DD1087A8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FB8902A-FE59-1B86-D3F5-E540EF3035A7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08DA7EDB-A2FB-B438-6339-90EA5AC107D9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9830338-53C8-CA7D-6739-9628098A29AF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E9D88517-8A46-1547-72F4-0E8276B2665C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B6BAEFC0-4C85-89D1-048D-74E188883CDF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73B73DF4-5638-BAE6-22EC-E74998E06EBC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0A65CD68-B582-96E8-F395-4EDA403859C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6D918F0D-C04D-F471-F781-BDD8734DD9A9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21FBDE02-D24A-7438-1A7A-44DD8273152A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4EBD2793-8879-859C-ED65-8D32B27F4D77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DF478323-3578-8202-FAE7-D8AE93AD3836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9D05E8E-8331-9798-C9E6-113693AA8E41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70FFCDE7-7F50-6983-8AAE-01488EFC26A1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0AAA2C0-C5C6-E04B-3084-C4E31D4A1201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4651B0C-841A-A898-4A33-BAE89CD10950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8B333BD5-A1CC-135E-0254-2F84AF9C04DE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1B47D588-29D8-16BD-D8D0-B189EA55EE72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552288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22B3092-EBD4-ABA3-104E-841A62EF0A05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801A48A-85C3-7FC8-2566-ACCD198689EA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A141C35B-01F0-72F9-D1F3-9F70FE8B7BA0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DF98C3D5-035E-2C61-6CE9-7AB178E96161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C9BD8267-80B3-C786-F046-E43E5384C17B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294B8E45-72E2-F5A4-F5F6-7F9A19E62198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C8A4C41-88F6-B683-A304-E704E5CCE649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82AA698B-53C9-958A-C72B-659985CEF572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880D385-D91D-8513-2F70-670AC0EF6D6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A1834DA2-3D63-E07B-6903-4F1B0EE4B24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C7BBEB-A960-CDAD-49C1-033A6E4EA420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8E479244-01B0-1DE2-12AB-777FA135DCD5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6D50EC77-E749-8FBF-07DF-CF671E94937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95F8DADB-CEE5-D6FA-A5EE-0CEBC865B199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BA75F3-2C2E-D4C3-C004-A5328CC15369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D7B20DEE-CE07-59B3-1C7F-68F03C334EE0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7F3AA2A9-F7C0-176A-CCF8-B30322215AE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EB839C24-7107-A7CD-C1A1-B2A15C817705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F48ACD94-6F4E-481D-C9D0-F1D76BF002C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F3CC7781-20F4-BA0D-27C0-416A402ADC8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62859A4-E699-F413-A139-76F94839C2A2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F758303D-2FDA-A010-CEBB-5D1DB734AD99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38B6C27-8EB2-8173-0505-B5BFDB4305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3F7DBC1-AA62-5D23-BDEE-F4D8AE5AA43D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E3AFF9C-B978-4DB5-261D-B46954803FD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AE136922-459D-A440-568C-202A7140ECC6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A96EBC52-B99B-CEF8-B0F5-27CA40DF43D3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02287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66E5E-F943-0269-E803-479D5B237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A2B6D38-5EF1-D6A8-E621-385FAAB62E6C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68CF86D-2165-10DA-2BC0-0A8DEDE6D0C3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0B90FEF6-14F3-0098-2297-DF3D66844479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0ED8667-A0BA-2465-D151-50F6A6A590B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DCB87556-D222-72BE-F001-5A2AAC01F3D5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CA13870-7292-31B0-9C7A-9AB3627E12AA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299221A-E087-755F-78E3-BA4DBCE204E2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9F685C50-DEA1-1A97-6612-98E6A6B28931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A42D01-758B-7E26-995A-0B9FCD9BFD38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C935DCAA-3533-8634-EBD0-1DC44B9E02DE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EC95D6FE-7870-735F-A5CE-B6B64A1BD255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4D6D2393-F88B-77EA-8610-93EE79EE5EEA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436D17B2-D24B-07CD-86E0-EFB379356B6B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FCE67B17-0865-BC3B-DFE9-DCE2F7C7D496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F773419-DA79-2DF6-621F-43EE7D159017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C496B774-6475-6F1E-63CB-0888943D5573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0B95B729-BB9E-461D-7765-CFEE9036F6B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44FDE21A-2591-94D5-84BE-78BB5637EF6E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76A09206-EFB6-40EC-8B83-55B9AFD4976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DC6D055-E3BC-BA8F-BC92-C30137B5194B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B2D8B0E-CBD5-5CCF-96DF-F848A1FF5B5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819B41BD-8225-6784-E998-F1CE7E73FB24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73CC33A2-F433-57CA-89EF-7FDCE70D8BBD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C9FCA8D-B0F9-F105-877B-05D3AF9E15C3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7E72272D-569D-6B71-0B17-3182C3386E71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C89226A1-A82C-FAFB-365B-45CE1C25BC5F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2CBCAE6B-9490-B590-3655-DB2247E038CE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495827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A63B-F2C4-8E6E-5045-F64FA229A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E04468C-B189-FF43-CC53-11FD6C67F628}"/>
              </a:ext>
            </a:extLst>
          </p:cNvPr>
          <p:cNvGrpSpPr/>
          <p:nvPr/>
        </p:nvGrpSpPr>
        <p:grpSpPr>
          <a:xfrm>
            <a:off x="1682496" y="889798"/>
            <a:ext cx="6871258" cy="4809878"/>
            <a:chOff x="1682496" y="889798"/>
            <a:chExt cx="6871258" cy="4809878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07C3F1F-5DDB-61E7-FA71-6E9AB5DC1DE8}"/>
                </a:ext>
              </a:extLst>
            </p:cNvPr>
            <p:cNvGrpSpPr/>
            <p:nvPr/>
          </p:nvGrpSpPr>
          <p:grpSpPr>
            <a:xfrm>
              <a:off x="1682496" y="889798"/>
              <a:ext cx="6577060" cy="4809878"/>
              <a:chOff x="1853184" y="2999014"/>
              <a:chExt cx="6577060" cy="4809878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34F664D3-AD4D-A1CE-7271-790CB6B994C4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985859" cy="424882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E08F28C-E2CC-469C-3AE4-FBFE5F7C0A17}"/>
                  </a:ext>
                </a:extLst>
              </p:cNvPr>
              <p:cNvSpPr/>
              <p:nvPr/>
            </p:nvSpPr>
            <p:spPr>
              <a:xfrm>
                <a:off x="2061136" y="4217670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2912069-DC14-443A-BC91-3FE74D7EAE04}"/>
                  </a:ext>
                </a:extLst>
              </p:cNvPr>
              <p:cNvSpPr/>
              <p:nvPr/>
            </p:nvSpPr>
            <p:spPr>
              <a:xfrm>
                <a:off x="2012199" y="5742432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F5497E8B-3CFF-5733-D04F-AE611E0D96CC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9289D71-7A87-EBC9-75D6-7977898DB774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 flipV="1">
                <a:off x="2682928" y="4370832"/>
                <a:ext cx="518286" cy="1752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19F0D221-911C-83ED-F7D0-665D090E3B9A}"/>
                  </a:ext>
                </a:extLst>
              </p:cNvPr>
              <p:cNvSpPr/>
              <p:nvPr/>
            </p:nvSpPr>
            <p:spPr>
              <a:xfrm>
                <a:off x="4509283" y="4031171"/>
                <a:ext cx="1277003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是否符合</a:t>
                </a:r>
                <a:endParaRPr kumimoji="1" lang="en-US" altLang="zh-CN" dirty="0"/>
              </a:p>
              <a:p>
                <a:pPr algn="ctr"/>
                <a:r>
                  <a:rPr kumimoji="1" lang="en-US" altLang="zh-CN" dirty="0"/>
                  <a:t>JOIN</a:t>
                </a:r>
                <a:r>
                  <a:rPr kumimoji="1" lang="zh-CN" altLang="en-US" dirty="0"/>
                  <a:t>条件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7759DD1-3A98-AB8D-C9A5-F6875D5A05E2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E1ABDA78-907A-69C9-6CD0-F22B4E5B9D6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B1DA4615-BB8A-B661-A036-40437826A623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D13CD670-8143-F3A6-6D64-AE357E7F3999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362171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A846AB51-AFBA-62D0-29C2-6B3809134D2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786286" y="4370831"/>
                <a:ext cx="23605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A9B91CAE-0EF8-EF9F-201F-0BEC40D25E32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2F48DE9-81B4-D48A-B4E8-A11468E7B94E}"/>
                  </a:ext>
                </a:extLst>
              </p:cNvPr>
              <p:cNvSpPr txBox="1"/>
              <p:nvPr/>
            </p:nvSpPr>
            <p:spPr>
              <a:xfrm>
                <a:off x="4780412" y="2999014"/>
                <a:ext cx="8002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JOIN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926E4049-B86A-9942-AFA7-14B7D8B1D682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 flipH="1">
              <a:off x="4976829" y="2601274"/>
              <a:ext cx="268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33C750B-EB0A-0A95-E7FF-DE9681B1419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7934DF53-331C-67AA-E102-078CEEC9584C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9A4845C-E73F-C669-8534-06F2ED464999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4E3B622D-5CB3-5DC1-CA62-1A6AE0C8835D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48EEADB0-1B8E-5936-4D41-CC9A060F868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61F8D3AB-6BAB-DBDF-4716-E1C89171A57F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C24F638-B9E5-CCC4-57D1-26633FBA6510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100D44F-02E1-498D-9FD8-0AD60A5BF98D}"/>
                </a:ext>
              </a:extLst>
            </p:cNvPr>
            <p:cNvSpPr txBox="1"/>
            <p:nvPr/>
          </p:nvSpPr>
          <p:spPr>
            <a:xfrm>
              <a:off x="5648248" y="4125206"/>
              <a:ext cx="995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</a:t>
              </a:r>
              <a:r>
                <a:rPr kumimoji="1" lang="zh-CN" altLang="en-US" dirty="0"/>
                <a:t>数据块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63E0CA03-91B5-F60A-5E1E-060C1ED2748E}"/>
                </a:ext>
              </a:extLst>
            </p:cNvPr>
            <p:cNvSpPr txBox="1"/>
            <p:nvPr/>
          </p:nvSpPr>
          <p:spPr>
            <a:xfrm>
              <a:off x="3017520" y="4098282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19958803-DA07-9563-55B5-4543177A2357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1A57D251-B182-2339-65DC-FBC760C3C4F4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93632D77-DC27-1DB3-BB8B-9D77E3BCC978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>
            <a:off x="2463303" y="3803904"/>
            <a:ext cx="678001" cy="121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262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F95C0C7E-0E43-A6E3-174D-485DF5EFD391}"/>
              </a:ext>
            </a:extLst>
          </p:cNvPr>
          <p:cNvGrpSpPr/>
          <p:nvPr/>
        </p:nvGrpSpPr>
        <p:grpSpPr>
          <a:xfrm>
            <a:off x="1303346" y="804307"/>
            <a:ext cx="3636739" cy="3585934"/>
            <a:chOff x="1493846" y="182007"/>
            <a:chExt cx="3636739" cy="3585934"/>
          </a:xfrm>
        </p:grpSpPr>
        <p:grpSp>
          <p:nvGrpSpPr>
            <p:cNvPr id="11" name="object 11"/>
            <p:cNvGrpSpPr/>
            <p:nvPr/>
          </p:nvGrpSpPr>
          <p:grpSpPr>
            <a:xfrm>
              <a:off x="1567651" y="1388713"/>
              <a:ext cx="3562934" cy="2053139"/>
              <a:chOff x="5800991" y="4122420"/>
              <a:chExt cx="3929125" cy="2264156"/>
            </a:xfrm>
          </p:grpSpPr>
          <p:sp>
            <p:nvSpPr>
              <p:cNvPr id="12" name="object 12"/>
              <p:cNvSpPr/>
              <p:nvPr/>
            </p:nvSpPr>
            <p:spPr>
              <a:xfrm>
                <a:off x="6012065" y="4796790"/>
                <a:ext cx="3443604" cy="1035685"/>
              </a:xfrm>
              <a:custGeom>
                <a:avLst/>
                <a:gdLst/>
                <a:ahLst/>
                <a:cxnLst/>
                <a:rect l="l" t="t" r="r" b="b"/>
                <a:pathLst>
                  <a:path w="3443604" h="1035685">
                    <a:moveTo>
                      <a:pt x="454855" y="979582"/>
                    </a:moveTo>
                    <a:lnTo>
                      <a:pt x="293370" y="10668"/>
                    </a:lnTo>
                    <a:lnTo>
                      <a:pt x="291846" y="7620"/>
                    </a:lnTo>
                    <a:lnTo>
                      <a:pt x="288798" y="6858"/>
                    </a:lnTo>
                    <a:lnTo>
                      <a:pt x="4572" y="6858"/>
                    </a:lnTo>
                    <a:lnTo>
                      <a:pt x="1524" y="8382"/>
                    </a:lnTo>
                    <a:lnTo>
                      <a:pt x="0" y="11430"/>
                    </a:lnTo>
                    <a:lnTo>
                      <a:pt x="1524" y="15240"/>
                    </a:lnTo>
                    <a:lnTo>
                      <a:pt x="4572" y="16002"/>
                    </a:lnTo>
                    <a:lnTo>
                      <a:pt x="284226" y="16002"/>
                    </a:lnTo>
                    <a:lnTo>
                      <a:pt x="284226" y="12192"/>
                    </a:lnTo>
                    <a:lnTo>
                      <a:pt x="288798" y="16002"/>
                    </a:lnTo>
                    <a:lnTo>
                      <a:pt x="288798" y="39624"/>
                    </a:lnTo>
                    <a:lnTo>
                      <a:pt x="449580" y="1004316"/>
                    </a:lnTo>
                    <a:lnTo>
                      <a:pt x="449580" y="1002792"/>
                    </a:lnTo>
                    <a:lnTo>
                      <a:pt x="454855" y="979582"/>
                    </a:lnTo>
                    <a:close/>
                  </a:path>
                  <a:path w="3443604" h="1035685">
                    <a:moveTo>
                      <a:pt x="288798" y="16002"/>
                    </a:moveTo>
                    <a:lnTo>
                      <a:pt x="284226" y="12192"/>
                    </a:lnTo>
                    <a:lnTo>
                      <a:pt x="284861" y="16002"/>
                    </a:lnTo>
                    <a:lnTo>
                      <a:pt x="288798" y="16002"/>
                    </a:lnTo>
                    <a:close/>
                  </a:path>
                  <a:path w="3443604" h="1035685">
                    <a:moveTo>
                      <a:pt x="284861" y="16002"/>
                    </a:moveTo>
                    <a:lnTo>
                      <a:pt x="284226" y="12192"/>
                    </a:lnTo>
                    <a:lnTo>
                      <a:pt x="284226" y="16002"/>
                    </a:lnTo>
                    <a:lnTo>
                      <a:pt x="284861" y="16002"/>
                    </a:lnTo>
                    <a:close/>
                  </a:path>
                  <a:path w="3443604" h="1035685">
                    <a:moveTo>
                      <a:pt x="288798" y="39624"/>
                    </a:moveTo>
                    <a:lnTo>
                      <a:pt x="288798" y="16002"/>
                    </a:lnTo>
                    <a:lnTo>
                      <a:pt x="284861" y="16002"/>
                    </a:lnTo>
                    <a:lnTo>
                      <a:pt x="288798" y="39624"/>
                    </a:lnTo>
                    <a:close/>
                  </a:path>
                  <a:path w="3443604" h="1035685">
                    <a:moveTo>
                      <a:pt x="458724" y="1002792"/>
                    </a:moveTo>
                    <a:lnTo>
                      <a:pt x="454855" y="979582"/>
                    </a:lnTo>
                    <a:lnTo>
                      <a:pt x="449580" y="1002792"/>
                    </a:lnTo>
                    <a:lnTo>
                      <a:pt x="458724" y="1002792"/>
                    </a:lnTo>
                    <a:close/>
                  </a:path>
                  <a:path w="3443604" h="1035685">
                    <a:moveTo>
                      <a:pt x="458724" y="1005078"/>
                    </a:moveTo>
                    <a:lnTo>
                      <a:pt x="458724" y="1002792"/>
                    </a:lnTo>
                    <a:lnTo>
                      <a:pt x="449580" y="1002792"/>
                    </a:lnTo>
                    <a:lnTo>
                      <a:pt x="449580" y="1004316"/>
                    </a:lnTo>
                    <a:lnTo>
                      <a:pt x="451104" y="1007364"/>
                    </a:lnTo>
                    <a:lnTo>
                      <a:pt x="454152" y="1008126"/>
                    </a:lnTo>
                    <a:lnTo>
                      <a:pt x="457200" y="1007364"/>
                    </a:lnTo>
                    <a:lnTo>
                      <a:pt x="458724" y="1005078"/>
                    </a:lnTo>
                    <a:close/>
                  </a:path>
                  <a:path w="3443604" h="1035685">
                    <a:moveTo>
                      <a:pt x="960785" y="979932"/>
                    </a:moveTo>
                    <a:lnTo>
                      <a:pt x="685800" y="3810"/>
                    </a:lnTo>
                    <a:lnTo>
                      <a:pt x="683514" y="1524"/>
                    </a:lnTo>
                    <a:lnTo>
                      <a:pt x="680466" y="0"/>
                    </a:lnTo>
                    <a:lnTo>
                      <a:pt x="678180" y="1524"/>
                    </a:lnTo>
                    <a:lnTo>
                      <a:pt x="676656" y="3810"/>
                    </a:lnTo>
                    <a:lnTo>
                      <a:pt x="454855" y="979582"/>
                    </a:lnTo>
                    <a:lnTo>
                      <a:pt x="458724" y="1002792"/>
                    </a:lnTo>
                    <a:lnTo>
                      <a:pt x="458724" y="1005078"/>
                    </a:lnTo>
                    <a:lnTo>
                      <a:pt x="676656" y="46323"/>
                    </a:lnTo>
                    <a:lnTo>
                      <a:pt x="676656" y="6096"/>
                    </a:lnTo>
                    <a:lnTo>
                      <a:pt x="685800" y="6096"/>
                    </a:lnTo>
                    <a:lnTo>
                      <a:pt x="685800" y="38554"/>
                    </a:lnTo>
                    <a:lnTo>
                      <a:pt x="952500" y="985266"/>
                    </a:lnTo>
                    <a:lnTo>
                      <a:pt x="954024" y="988314"/>
                    </a:lnTo>
                    <a:lnTo>
                      <a:pt x="957072" y="989076"/>
                    </a:lnTo>
                    <a:lnTo>
                      <a:pt x="957072" y="979932"/>
                    </a:lnTo>
                    <a:lnTo>
                      <a:pt x="960785" y="979932"/>
                    </a:lnTo>
                    <a:close/>
                  </a:path>
                  <a:path w="3443604" h="1035685">
                    <a:moveTo>
                      <a:pt x="685800" y="6096"/>
                    </a:moveTo>
                    <a:lnTo>
                      <a:pt x="676656" y="6096"/>
                    </a:lnTo>
                    <a:lnTo>
                      <a:pt x="681716" y="24059"/>
                    </a:lnTo>
                    <a:lnTo>
                      <a:pt x="685800" y="6096"/>
                    </a:lnTo>
                    <a:close/>
                  </a:path>
                  <a:path w="3443604" h="1035685">
                    <a:moveTo>
                      <a:pt x="681716" y="24059"/>
                    </a:moveTo>
                    <a:lnTo>
                      <a:pt x="676656" y="6096"/>
                    </a:lnTo>
                    <a:lnTo>
                      <a:pt x="676656" y="46323"/>
                    </a:lnTo>
                    <a:lnTo>
                      <a:pt x="681716" y="24059"/>
                    </a:lnTo>
                    <a:close/>
                  </a:path>
                  <a:path w="3443604" h="1035685">
                    <a:moveTo>
                      <a:pt x="685800" y="38554"/>
                    </a:moveTo>
                    <a:lnTo>
                      <a:pt x="685800" y="6096"/>
                    </a:lnTo>
                    <a:lnTo>
                      <a:pt x="681716" y="24059"/>
                    </a:lnTo>
                    <a:lnTo>
                      <a:pt x="685800" y="38554"/>
                    </a:lnTo>
                    <a:close/>
                  </a:path>
                  <a:path w="3443604" h="1035685">
                    <a:moveTo>
                      <a:pt x="961644" y="982980"/>
                    </a:moveTo>
                    <a:lnTo>
                      <a:pt x="960785" y="979932"/>
                    </a:lnTo>
                    <a:lnTo>
                      <a:pt x="957072" y="979932"/>
                    </a:lnTo>
                    <a:lnTo>
                      <a:pt x="961644" y="982980"/>
                    </a:lnTo>
                    <a:close/>
                  </a:path>
                  <a:path w="3443604" h="1035685">
                    <a:moveTo>
                      <a:pt x="961644" y="989076"/>
                    </a:moveTo>
                    <a:lnTo>
                      <a:pt x="961644" y="982980"/>
                    </a:lnTo>
                    <a:lnTo>
                      <a:pt x="957072" y="979932"/>
                    </a:lnTo>
                    <a:lnTo>
                      <a:pt x="957072" y="989076"/>
                    </a:lnTo>
                    <a:lnTo>
                      <a:pt x="961644" y="989076"/>
                    </a:lnTo>
                    <a:close/>
                  </a:path>
                  <a:path w="3443604" h="1035685">
                    <a:moveTo>
                      <a:pt x="1481328" y="989076"/>
                    </a:moveTo>
                    <a:lnTo>
                      <a:pt x="1481328" y="979932"/>
                    </a:lnTo>
                    <a:lnTo>
                      <a:pt x="1476756" y="986028"/>
                    </a:lnTo>
                    <a:lnTo>
                      <a:pt x="1474915" y="979932"/>
                    </a:lnTo>
                    <a:lnTo>
                      <a:pt x="960785" y="979932"/>
                    </a:lnTo>
                    <a:lnTo>
                      <a:pt x="961644" y="982980"/>
                    </a:lnTo>
                    <a:lnTo>
                      <a:pt x="961644" y="989076"/>
                    </a:lnTo>
                    <a:lnTo>
                      <a:pt x="1481328" y="989076"/>
                    </a:lnTo>
                    <a:close/>
                  </a:path>
                  <a:path w="3443604" h="1035685">
                    <a:moveTo>
                      <a:pt x="2142744" y="6096"/>
                    </a:moveTo>
                    <a:lnTo>
                      <a:pt x="2141982" y="2286"/>
                    </a:lnTo>
                    <a:lnTo>
                      <a:pt x="2138172" y="0"/>
                    </a:lnTo>
                    <a:lnTo>
                      <a:pt x="1185672" y="0"/>
                    </a:lnTo>
                    <a:lnTo>
                      <a:pt x="1181862" y="2286"/>
                    </a:lnTo>
                    <a:lnTo>
                      <a:pt x="1181100" y="6858"/>
                    </a:lnTo>
                    <a:lnTo>
                      <a:pt x="1185672" y="21999"/>
                    </a:lnTo>
                    <a:lnTo>
                      <a:pt x="1185672" y="9906"/>
                    </a:lnTo>
                    <a:lnTo>
                      <a:pt x="1190244" y="3810"/>
                    </a:lnTo>
                    <a:lnTo>
                      <a:pt x="1192084" y="9906"/>
                    </a:lnTo>
                    <a:lnTo>
                      <a:pt x="2132923" y="9906"/>
                    </a:lnTo>
                    <a:lnTo>
                      <a:pt x="2133600" y="4572"/>
                    </a:lnTo>
                    <a:lnTo>
                      <a:pt x="2138172" y="9906"/>
                    </a:lnTo>
                    <a:lnTo>
                      <a:pt x="2138172" y="42361"/>
                    </a:lnTo>
                    <a:lnTo>
                      <a:pt x="2142744" y="6096"/>
                    </a:lnTo>
                    <a:close/>
                  </a:path>
                  <a:path w="3443604" h="1035685">
                    <a:moveTo>
                      <a:pt x="1192084" y="9906"/>
                    </a:moveTo>
                    <a:lnTo>
                      <a:pt x="1190244" y="3810"/>
                    </a:lnTo>
                    <a:lnTo>
                      <a:pt x="1185672" y="9906"/>
                    </a:lnTo>
                    <a:lnTo>
                      <a:pt x="1192084" y="9906"/>
                    </a:lnTo>
                    <a:close/>
                  </a:path>
                  <a:path w="3443604" h="1035685">
                    <a:moveTo>
                      <a:pt x="1485900" y="982980"/>
                    </a:moveTo>
                    <a:lnTo>
                      <a:pt x="1192084" y="9906"/>
                    </a:lnTo>
                    <a:lnTo>
                      <a:pt x="1185672" y="9906"/>
                    </a:lnTo>
                    <a:lnTo>
                      <a:pt x="1185672" y="21999"/>
                    </a:lnTo>
                    <a:lnTo>
                      <a:pt x="1474915" y="979932"/>
                    </a:lnTo>
                    <a:lnTo>
                      <a:pt x="1481328" y="979932"/>
                    </a:lnTo>
                    <a:lnTo>
                      <a:pt x="1481328" y="989076"/>
                    </a:lnTo>
                    <a:lnTo>
                      <a:pt x="1485138" y="987552"/>
                    </a:lnTo>
                    <a:lnTo>
                      <a:pt x="1485900" y="982980"/>
                    </a:lnTo>
                    <a:close/>
                  </a:path>
                  <a:path w="3443604" h="1035685">
                    <a:moveTo>
                      <a:pt x="1481328" y="979932"/>
                    </a:moveTo>
                    <a:lnTo>
                      <a:pt x="1474915" y="979932"/>
                    </a:lnTo>
                    <a:lnTo>
                      <a:pt x="1476756" y="986028"/>
                    </a:lnTo>
                    <a:lnTo>
                      <a:pt x="1481328" y="979932"/>
                    </a:lnTo>
                    <a:close/>
                  </a:path>
                  <a:path w="3443604" h="1035685">
                    <a:moveTo>
                      <a:pt x="2138172" y="42361"/>
                    </a:moveTo>
                    <a:lnTo>
                      <a:pt x="2138172" y="9906"/>
                    </a:lnTo>
                    <a:lnTo>
                      <a:pt x="2132923" y="9906"/>
                    </a:lnTo>
                    <a:lnTo>
                      <a:pt x="2009394" y="983742"/>
                    </a:lnTo>
                    <a:lnTo>
                      <a:pt x="2010918" y="987552"/>
                    </a:lnTo>
                    <a:lnTo>
                      <a:pt x="2014728" y="989076"/>
                    </a:lnTo>
                    <a:lnTo>
                      <a:pt x="2014728" y="979932"/>
                    </a:lnTo>
                    <a:lnTo>
                      <a:pt x="2019972" y="979932"/>
                    </a:lnTo>
                    <a:lnTo>
                      <a:pt x="2138172" y="42361"/>
                    </a:lnTo>
                    <a:close/>
                  </a:path>
                  <a:path w="3443604" h="1035685">
                    <a:moveTo>
                      <a:pt x="2019972" y="979932"/>
                    </a:moveTo>
                    <a:lnTo>
                      <a:pt x="2014728" y="979932"/>
                    </a:lnTo>
                    <a:lnTo>
                      <a:pt x="2019300" y="985266"/>
                    </a:lnTo>
                    <a:lnTo>
                      <a:pt x="2019972" y="979932"/>
                    </a:lnTo>
                    <a:close/>
                  </a:path>
                  <a:path w="3443604" h="1035685">
                    <a:moveTo>
                      <a:pt x="2476944" y="979932"/>
                    </a:moveTo>
                    <a:lnTo>
                      <a:pt x="2019972" y="979932"/>
                    </a:lnTo>
                    <a:lnTo>
                      <a:pt x="2019300" y="985266"/>
                    </a:lnTo>
                    <a:lnTo>
                      <a:pt x="2014728" y="979932"/>
                    </a:lnTo>
                    <a:lnTo>
                      <a:pt x="2014728" y="989076"/>
                    </a:lnTo>
                    <a:lnTo>
                      <a:pt x="2476500" y="989076"/>
                    </a:lnTo>
                    <a:lnTo>
                      <a:pt x="2476500" y="983742"/>
                    </a:lnTo>
                    <a:lnTo>
                      <a:pt x="2476944" y="979932"/>
                    </a:lnTo>
                    <a:close/>
                  </a:path>
                  <a:path w="3443604" h="1035685">
                    <a:moveTo>
                      <a:pt x="2138172" y="9906"/>
                    </a:moveTo>
                    <a:lnTo>
                      <a:pt x="2133600" y="4572"/>
                    </a:lnTo>
                    <a:lnTo>
                      <a:pt x="2132923" y="9906"/>
                    </a:lnTo>
                    <a:lnTo>
                      <a:pt x="2138172" y="9906"/>
                    </a:lnTo>
                    <a:close/>
                  </a:path>
                  <a:path w="3443604" h="1035685">
                    <a:moveTo>
                      <a:pt x="2481072" y="979932"/>
                    </a:moveTo>
                    <a:lnTo>
                      <a:pt x="2476944" y="979932"/>
                    </a:lnTo>
                    <a:lnTo>
                      <a:pt x="2476500" y="983742"/>
                    </a:lnTo>
                    <a:lnTo>
                      <a:pt x="2481072" y="979932"/>
                    </a:lnTo>
                    <a:close/>
                  </a:path>
                  <a:path w="3443604" h="1035685">
                    <a:moveTo>
                      <a:pt x="2481072" y="989076"/>
                    </a:moveTo>
                    <a:lnTo>
                      <a:pt x="2481072" y="979932"/>
                    </a:lnTo>
                    <a:lnTo>
                      <a:pt x="2476500" y="983742"/>
                    </a:lnTo>
                    <a:lnTo>
                      <a:pt x="2476500" y="989076"/>
                    </a:lnTo>
                    <a:lnTo>
                      <a:pt x="2481072" y="989076"/>
                    </a:lnTo>
                    <a:close/>
                  </a:path>
                  <a:path w="3443604" h="1035685">
                    <a:moveTo>
                      <a:pt x="3124200" y="18288"/>
                    </a:moveTo>
                    <a:lnTo>
                      <a:pt x="3122676" y="15240"/>
                    </a:lnTo>
                    <a:lnTo>
                      <a:pt x="3119628" y="12954"/>
                    </a:lnTo>
                    <a:lnTo>
                      <a:pt x="2599944" y="112"/>
                    </a:lnTo>
                    <a:lnTo>
                      <a:pt x="2595372" y="0"/>
                    </a:lnTo>
                    <a:lnTo>
                      <a:pt x="2592324" y="1524"/>
                    </a:lnTo>
                    <a:lnTo>
                      <a:pt x="2590800" y="4572"/>
                    </a:lnTo>
                    <a:lnTo>
                      <a:pt x="2476944" y="979932"/>
                    </a:lnTo>
                    <a:lnTo>
                      <a:pt x="2481072" y="979932"/>
                    </a:lnTo>
                    <a:lnTo>
                      <a:pt x="2481072" y="989076"/>
                    </a:lnTo>
                    <a:lnTo>
                      <a:pt x="2484120" y="988314"/>
                    </a:lnTo>
                    <a:lnTo>
                      <a:pt x="2485644" y="985266"/>
                    </a:lnTo>
                    <a:lnTo>
                      <a:pt x="2595372" y="44531"/>
                    </a:lnTo>
                    <a:lnTo>
                      <a:pt x="2595372" y="9906"/>
                    </a:lnTo>
                    <a:lnTo>
                      <a:pt x="2599944" y="5334"/>
                    </a:lnTo>
                    <a:lnTo>
                      <a:pt x="2599944" y="10018"/>
                    </a:lnTo>
                    <a:lnTo>
                      <a:pt x="3113688" y="22713"/>
                    </a:lnTo>
                    <a:lnTo>
                      <a:pt x="3114294" y="17526"/>
                    </a:lnTo>
                    <a:lnTo>
                      <a:pt x="3119628" y="22860"/>
                    </a:lnTo>
                    <a:lnTo>
                      <a:pt x="3119628" y="57454"/>
                    </a:lnTo>
                    <a:lnTo>
                      <a:pt x="3124200" y="18288"/>
                    </a:lnTo>
                    <a:close/>
                  </a:path>
                  <a:path w="3443604" h="1035685">
                    <a:moveTo>
                      <a:pt x="2599944" y="5334"/>
                    </a:moveTo>
                    <a:lnTo>
                      <a:pt x="2595372" y="9906"/>
                    </a:lnTo>
                    <a:lnTo>
                      <a:pt x="2599399" y="10005"/>
                    </a:lnTo>
                    <a:lnTo>
                      <a:pt x="2599944" y="5334"/>
                    </a:lnTo>
                    <a:close/>
                  </a:path>
                  <a:path w="3443604" h="1035685">
                    <a:moveTo>
                      <a:pt x="2599399" y="10005"/>
                    </a:moveTo>
                    <a:lnTo>
                      <a:pt x="2595372" y="9906"/>
                    </a:lnTo>
                    <a:lnTo>
                      <a:pt x="2595372" y="44531"/>
                    </a:lnTo>
                    <a:lnTo>
                      <a:pt x="2599399" y="10005"/>
                    </a:lnTo>
                    <a:close/>
                  </a:path>
                  <a:path w="3443604" h="1035685">
                    <a:moveTo>
                      <a:pt x="2599944" y="10018"/>
                    </a:moveTo>
                    <a:lnTo>
                      <a:pt x="2599944" y="5334"/>
                    </a:lnTo>
                    <a:lnTo>
                      <a:pt x="2599399" y="10005"/>
                    </a:lnTo>
                    <a:lnTo>
                      <a:pt x="2599944" y="10018"/>
                    </a:lnTo>
                    <a:close/>
                  </a:path>
                  <a:path w="3443604" h="1035685">
                    <a:moveTo>
                      <a:pt x="3119628" y="57454"/>
                    </a:moveTo>
                    <a:lnTo>
                      <a:pt x="3119628" y="22860"/>
                    </a:lnTo>
                    <a:lnTo>
                      <a:pt x="3114294" y="22728"/>
                    </a:lnTo>
                    <a:lnTo>
                      <a:pt x="3113688" y="22713"/>
                    </a:lnTo>
                    <a:lnTo>
                      <a:pt x="2999994" y="996696"/>
                    </a:lnTo>
                    <a:lnTo>
                      <a:pt x="3001518" y="1000506"/>
                    </a:lnTo>
                    <a:lnTo>
                      <a:pt x="3005328" y="1002030"/>
                    </a:lnTo>
                    <a:lnTo>
                      <a:pt x="3005328" y="992124"/>
                    </a:lnTo>
                    <a:lnTo>
                      <a:pt x="3010522" y="992124"/>
                    </a:lnTo>
                    <a:lnTo>
                      <a:pt x="3119628" y="57454"/>
                    </a:lnTo>
                    <a:close/>
                  </a:path>
                  <a:path w="3443604" h="1035685">
                    <a:moveTo>
                      <a:pt x="3010522" y="992124"/>
                    </a:moveTo>
                    <a:lnTo>
                      <a:pt x="3005328" y="992124"/>
                    </a:lnTo>
                    <a:lnTo>
                      <a:pt x="3009900" y="997458"/>
                    </a:lnTo>
                    <a:lnTo>
                      <a:pt x="3010522" y="992124"/>
                    </a:lnTo>
                    <a:close/>
                  </a:path>
                  <a:path w="3443604" h="1035685">
                    <a:moveTo>
                      <a:pt x="3384804" y="997458"/>
                    </a:moveTo>
                    <a:lnTo>
                      <a:pt x="3383280" y="993648"/>
                    </a:lnTo>
                    <a:lnTo>
                      <a:pt x="3379470" y="992124"/>
                    </a:lnTo>
                    <a:lnTo>
                      <a:pt x="3010522" y="992124"/>
                    </a:lnTo>
                    <a:lnTo>
                      <a:pt x="3009900" y="997458"/>
                    </a:lnTo>
                    <a:lnTo>
                      <a:pt x="3005328" y="992124"/>
                    </a:lnTo>
                    <a:lnTo>
                      <a:pt x="3005328" y="1002030"/>
                    </a:lnTo>
                    <a:lnTo>
                      <a:pt x="3379470" y="1002030"/>
                    </a:lnTo>
                    <a:lnTo>
                      <a:pt x="3383280" y="1000506"/>
                    </a:lnTo>
                    <a:lnTo>
                      <a:pt x="3384804" y="997458"/>
                    </a:lnTo>
                    <a:close/>
                  </a:path>
                  <a:path w="3443604" h="1035685">
                    <a:moveTo>
                      <a:pt x="3119628" y="22860"/>
                    </a:moveTo>
                    <a:lnTo>
                      <a:pt x="3114294" y="17526"/>
                    </a:lnTo>
                    <a:lnTo>
                      <a:pt x="3113688" y="22713"/>
                    </a:lnTo>
                    <a:lnTo>
                      <a:pt x="3119628" y="22860"/>
                    </a:lnTo>
                    <a:close/>
                  </a:path>
                  <a:path w="3443604" h="1035685">
                    <a:moveTo>
                      <a:pt x="3443478" y="997458"/>
                    </a:moveTo>
                    <a:lnTo>
                      <a:pt x="3367278" y="959358"/>
                    </a:lnTo>
                    <a:lnTo>
                      <a:pt x="3367278" y="992124"/>
                    </a:lnTo>
                    <a:lnTo>
                      <a:pt x="3379470" y="992124"/>
                    </a:lnTo>
                    <a:lnTo>
                      <a:pt x="3383280" y="993648"/>
                    </a:lnTo>
                    <a:lnTo>
                      <a:pt x="3384804" y="997458"/>
                    </a:lnTo>
                    <a:lnTo>
                      <a:pt x="3384804" y="1026794"/>
                    </a:lnTo>
                    <a:lnTo>
                      <a:pt x="3443478" y="997458"/>
                    </a:lnTo>
                    <a:close/>
                  </a:path>
                  <a:path w="3443604" h="1035685">
                    <a:moveTo>
                      <a:pt x="3384804" y="1026794"/>
                    </a:moveTo>
                    <a:lnTo>
                      <a:pt x="3384804" y="997458"/>
                    </a:lnTo>
                    <a:lnTo>
                      <a:pt x="3383280" y="1000506"/>
                    </a:lnTo>
                    <a:lnTo>
                      <a:pt x="3379470" y="1002030"/>
                    </a:lnTo>
                    <a:lnTo>
                      <a:pt x="3367278" y="1002030"/>
                    </a:lnTo>
                    <a:lnTo>
                      <a:pt x="3367278" y="1035558"/>
                    </a:lnTo>
                    <a:lnTo>
                      <a:pt x="3384804" y="102679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6989698" y="4181094"/>
                <a:ext cx="1465580" cy="2117725"/>
              </a:xfrm>
              <a:custGeom>
                <a:avLst/>
                <a:gdLst/>
                <a:ahLst/>
                <a:cxnLst/>
                <a:rect l="l" t="t" r="r" b="b"/>
                <a:pathLst>
                  <a:path w="1465579" h="2117725">
                    <a:moveTo>
                      <a:pt x="733056" y="0"/>
                    </a:moveTo>
                    <a:lnTo>
                      <a:pt x="694144" y="1467"/>
                    </a:lnTo>
                    <a:lnTo>
                      <a:pt x="655759" y="5820"/>
                    </a:lnTo>
                    <a:lnTo>
                      <a:pt x="617951" y="12987"/>
                    </a:lnTo>
                    <a:lnTo>
                      <a:pt x="580772" y="22894"/>
                    </a:lnTo>
                    <a:lnTo>
                      <a:pt x="544271" y="35468"/>
                    </a:lnTo>
                    <a:lnTo>
                      <a:pt x="508501" y="50635"/>
                    </a:lnTo>
                    <a:lnTo>
                      <a:pt x="473511" y="68324"/>
                    </a:lnTo>
                    <a:lnTo>
                      <a:pt x="439352" y="88460"/>
                    </a:lnTo>
                    <a:lnTo>
                      <a:pt x="406075" y="110971"/>
                    </a:lnTo>
                    <a:lnTo>
                      <a:pt x="373732" y="135784"/>
                    </a:lnTo>
                    <a:lnTo>
                      <a:pt x="342372" y="162825"/>
                    </a:lnTo>
                    <a:lnTo>
                      <a:pt x="312047" y="192023"/>
                    </a:lnTo>
                    <a:lnTo>
                      <a:pt x="282807" y="223302"/>
                    </a:lnTo>
                    <a:lnTo>
                      <a:pt x="254704" y="256592"/>
                    </a:lnTo>
                    <a:lnTo>
                      <a:pt x="227787" y="291817"/>
                    </a:lnTo>
                    <a:lnTo>
                      <a:pt x="202108" y="328906"/>
                    </a:lnTo>
                    <a:lnTo>
                      <a:pt x="177718" y="367786"/>
                    </a:lnTo>
                    <a:lnTo>
                      <a:pt x="154667" y="408383"/>
                    </a:lnTo>
                    <a:lnTo>
                      <a:pt x="133006" y="450624"/>
                    </a:lnTo>
                    <a:lnTo>
                      <a:pt x="112787" y="494436"/>
                    </a:lnTo>
                    <a:lnTo>
                      <a:pt x="94059" y="539747"/>
                    </a:lnTo>
                    <a:lnTo>
                      <a:pt x="76873" y="586482"/>
                    </a:lnTo>
                    <a:lnTo>
                      <a:pt x="61281" y="634570"/>
                    </a:lnTo>
                    <a:lnTo>
                      <a:pt x="47333" y="683937"/>
                    </a:lnTo>
                    <a:lnTo>
                      <a:pt x="35080" y="734509"/>
                    </a:lnTo>
                    <a:lnTo>
                      <a:pt x="24573" y="786215"/>
                    </a:lnTo>
                    <a:lnTo>
                      <a:pt x="15862" y="838980"/>
                    </a:lnTo>
                    <a:lnTo>
                      <a:pt x="8998" y="892733"/>
                    </a:lnTo>
                    <a:lnTo>
                      <a:pt x="4033" y="947398"/>
                    </a:lnTo>
                    <a:lnTo>
                      <a:pt x="1016" y="1002905"/>
                    </a:lnTo>
                    <a:lnTo>
                      <a:pt x="0" y="1059179"/>
                    </a:lnTo>
                    <a:lnTo>
                      <a:pt x="1016" y="1115382"/>
                    </a:lnTo>
                    <a:lnTo>
                      <a:pt x="4033" y="1170822"/>
                    </a:lnTo>
                    <a:lnTo>
                      <a:pt x="8998" y="1225426"/>
                    </a:lnTo>
                    <a:lnTo>
                      <a:pt x="15862" y="1279120"/>
                    </a:lnTo>
                    <a:lnTo>
                      <a:pt x="24573" y="1331832"/>
                    </a:lnTo>
                    <a:lnTo>
                      <a:pt x="35080" y="1383487"/>
                    </a:lnTo>
                    <a:lnTo>
                      <a:pt x="47333" y="1434014"/>
                    </a:lnTo>
                    <a:lnTo>
                      <a:pt x="61281" y="1483338"/>
                    </a:lnTo>
                    <a:lnTo>
                      <a:pt x="76873" y="1531387"/>
                    </a:lnTo>
                    <a:lnTo>
                      <a:pt x="94059" y="1578087"/>
                    </a:lnTo>
                    <a:lnTo>
                      <a:pt x="112787" y="1623365"/>
                    </a:lnTo>
                    <a:lnTo>
                      <a:pt x="133006" y="1667149"/>
                    </a:lnTo>
                    <a:lnTo>
                      <a:pt x="154667" y="1709363"/>
                    </a:lnTo>
                    <a:lnTo>
                      <a:pt x="177718" y="1749937"/>
                    </a:lnTo>
                    <a:lnTo>
                      <a:pt x="202108" y="1788795"/>
                    </a:lnTo>
                    <a:lnTo>
                      <a:pt x="227787" y="1825866"/>
                    </a:lnTo>
                    <a:lnTo>
                      <a:pt x="254704" y="1861076"/>
                    </a:lnTo>
                    <a:lnTo>
                      <a:pt x="282807" y="1894351"/>
                    </a:lnTo>
                    <a:lnTo>
                      <a:pt x="312047" y="1925619"/>
                    </a:lnTo>
                    <a:lnTo>
                      <a:pt x="342372" y="1954806"/>
                    </a:lnTo>
                    <a:lnTo>
                      <a:pt x="373732" y="1981839"/>
                    </a:lnTo>
                    <a:lnTo>
                      <a:pt x="406075" y="2006645"/>
                    </a:lnTo>
                    <a:lnTo>
                      <a:pt x="439352" y="2029150"/>
                    </a:lnTo>
                    <a:lnTo>
                      <a:pt x="473511" y="2049282"/>
                    </a:lnTo>
                    <a:lnTo>
                      <a:pt x="508501" y="2066967"/>
                    </a:lnTo>
                    <a:lnTo>
                      <a:pt x="544271" y="2082133"/>
                    </a:lnTo>
                    <a:lnTo>
                      <a:pt x="580772" y="2094705"/>
                    </a:lnTo>
                    <a:lnTo>
                      <a:pt x="617951" y="2104611"/>
                    </a:lnTo>
                    <a:lnTo>
                      <a:pt x="655759" y="2111777"/>
                    </a:lnTo>
                    <a:lnTo>
                      <a:pt x="694144" y="2116130"/>
                    </a:lnTo>
                    <a:lnTo>
                      <a:pt x="733056" y="2117597"/>
                    </a:lnTo>
                    <a:lnTo>
                      <a:pt x="771964" y="2116130"/>
                    </a:lnTo>
                    <a:lnTo>
                      <a:pt x="810342" y="2111777"/>
                    </a:lnTo>
                    <a:lnTo>
                      <a:pt x="848137" y="2104611"/>
                    </a:lnTo>
                    <a:lnTo>
                      <a:pt x="885301" y="2094705"/>
                    </a:lnTo>
                    <a:lnTo>
                      <a:pt x="921782" y="2082133"/>
                    </a:lnTo>
                    <a:lnTo>
                      <a:pt x="957530" y="2066967"/>
                    </a:lnTo>
                    <a:lnTo>
                      <a:pt x="992494" y="2049282"/>
                    </a:lnTo>
                    <a:lnTo>
                      <a:pt x="1026625" y="2029150"/>
                    </a:lnTo>
                    <a:lnTo>
                      <a:pt x="1059871" y="2006645"/>
                    </a:lnTo>
                    <a:lnTo>
                      <a:pt x="1092182" y="1981839"/>
                    </a:lnTo>
                    <a:lnTo>
                      <a:pt x="1123508" y="1954806"/>
                    </a:lnTo>
                    <a:lnTo>
                      <a:pt x="1153797" y="1925619"/>
                    </a:lnTo>
                    <a:lnTo>
                      <a:pt x="1183000" y="1894351"/>
                    </a:lnTo>
                    <a:lnTo>
                      <a:pt x="1211067" y="1861076"/>
                    </a:lnTo>
                    <a:lnTo>
                      <a:pt x="1237946" y="1825866"/>
                    </a:lnTo>
                    <a:lnTo>
                      <a:pt x="1263587" y="1788795"/>
                    </a:lnTo>
                    <a:lnTo>
                      <a:pt x="1287939" y="1749937"/>
                    </a:lnTo>
                    <a:lnTo>
                      <a:pt x="1310953" y="1709363"/>
                    </a:lnTo>
                    <a:lnTo>
                      <a:pt x="1332578" y="1667149"/>
                    </a:lnTo>
                    <a:lnTo>
                      <a:pt x="1352762" y="1623365"/>
                    </a:lnTo>
                    <a:lnTo>
                      <a:pt x="1371457" y="1578087"/>
                    </a:lnTo>
                    <a:lnTo>
                      <a:pt x="1388610" y="1531387"/>
                    </a:lnTo>
                    <a:lnTo>
                      <a:pt x="1404172" y="1483338"/>
                    </a:lnTo>
                    <a:lnTo>
                      <a:pt x="1418093" y="1434014"/>
                    </a:lnTo>
                    <a:lnTo>
                      <a:pt x="1430321" y="1383487"/>
                    </a:lnTo>
                    <a:lnTo>
                      <a:pt x="1440806" y="1331832"/>
                    </a:lnTo>
                    <a:lnTo>
                      <a:pt x="1449499" y="1279120"/>
                    </a:lnTo>
                    <a:lnTo>
                      <a:pt x="1456347" y="1225426"/>
                    </a:lnTo>
                    <a:lnTo>
                      <a:pt x="1461301" y="1170822"/>
                    </a:lnTo>
                    <a:lnTo>
                      <a:pt x="1464311" y="1115382"/>
                    </a:lnTo>
                    <a:lnTo>
                      <a:pt x="1465326" y="1059179"/>
                    </a:lnTo>
                    <a:lnTo>
                      <a:pt x="1464311" y="1002905"/>
                    </a:lnTo>
                    <a:lnTo>
                      <a:pt x="1461301" y="947398"/>
                    </a:lnTo>
                    <a:lnTo>
                      <a:pt x="1456347" y="892733"/>
                    </a:lnTo>
                    <a:lnTo>
                      <a:pt x="1449499" y="838980"/>
                    </a:lnTo>
                    <a:lnTo>
                      <a:pt x="1440806" y="786215"/>
                    </a:lnTo>
                    <a:lnTo>
                      <a:pt x="1430321" y="734509"/>
                    </a:lnTo>
                    <a:lnTo>
                      <a:pt x="1418093" y="683937"/>
                    </a:lnTo>
                    <a:lnTo>
                      <a:pt x="1404172" y="634570"/>
                    </a:lnTo>
                    <a:lnTo>
                      <a:pt x="1388610" y="586482"/>
                    </a:lnTo>
                    <a:lnTo>
                      <a:pt x="1371457" y="539747"/>
                    </a:lnTo>
                    <a:lnTo>
                      <a:pt x="1352762" y="494436"/>
                    </a:lnTo>
                    <a:lnTo>
                      <a:pt x="1332578" y="450624"/>
                    </a:lnTo>
                    <a:lnTo>
                      <a:pt x="1310953" y="408383"/>
                    </a:lnTo>
                    <a:lnTo>
                      <a:pt x="1287939" y="367786"/>
                    </a:lnTo>
                    <a:lnTo>
                      <a:pt x="1263587" y="328906"/>
                    </a:lnTo>
                    <a:lnTo>
                      <a:pt x="1237946" y="291817"/>
                    </a:lnTo>
                    <a:lnTo>
                      <a:pt x="1211067" y="256592"/>
                    </a:lnTo>
                    <a:lnTo>
                      <a:pt x="1183000" y="223302"/>
                    </a:lnTo>
                    <a:lnTo>
                      <a:pt x="1153797" y="192023"/>
                    </a:lnTo>
                    <a:lnTo>
                      <a:pt x="1123508" y="162825"/>
                    </a:lnTo>
                    <a:lnTo>
                      <a:pt x="1092182" y="135784"/>
                    </a:lnTo>
                    <a:lnTo>
                      <a:pt x="1059871" y="110971"/>
                    </a:lnTo>
                    <a:lnTo>
                      <a:pt x="1026625" y="88460"/>
                    </a:lnTo>
                    <a:lnTo>
                      <a:pt x="992494" y="68324"/>
                    </a:lnTo>
                    <a:lnTo>
                      <a:pt x="957530" y="50635"/>
                    </a:lnTo>
                    <a:lnTo>
                      <a:pt x="921782" y="35468"/>
                    </a:lnTo>
                    <a:lnTo>
                      <a:pt x="885301" y="22894"/>
                    </a:lnTo>
                    <a:lnTo>
                      <a:pt x="848137" y="12987"/>
                    </a:lnTo>
                    <a:lnTo>
                      <a:pt x="810342" y="5820"/>
                    </a:lnTo>
                    <a:lnTo>
                      <a:pt x="771964" y="1467"/>
                    </a:lnTo>
                    <a:lnTo>
                      <a:pt x="733056" y="0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8383276" y="4256384"/>
                <a:ext cx="991869" cy="2032635"/>
              </a:xfrm>
              <a:custGeom>
                <a:avLst/>
                <a:gdLst/>
                <a:ahLst/>
                <a:cxnLst/>
                <a:rect l="l" t="t" r="r" b="b"/>
                <a:pathLst>
                  <a:path w="991870" h="2032635">
                    <a:moveTo>
                      <a:pt x="905389" y="6243"/>
                    </a:moveTo>
                    <a:lnTo>
                      <a:pt x="886191" y="953"/>
                    </a:lnTo>
                    <a:lnTo>
                      <a:pt x="865599" y="0"/>
                    </a:lnTo>
                    <a:lnTo>
                      <a:pt x="843704" y="3264"/>
                    </a:lnTo>
                    <a:lnTo>
                      <a:pt x="796368" y="21977"/>
                    </a:lnTo>
                    <a:lnTo>
                      <a:pt x="744913" y="56145"/>
                    </a:lnTo>
                    <a:lnTo>
                      <a:pt x="690066" y="104823"/>
                    </a:lnTo>
                    <a:lnTo>
                      <a:pt x="661598" y="134308"/>
                    </a:lnTo>
                    <a:lnTo>
                      <a:pt x="632555" y="167066"/>
                    </a:lnTo>
                    <a:lnTo>
                      <a:pt x="603028" y="202978"/>
                    </a:lnTo>
                    <a:lnTo>
                      <a:pt x="573108" y="241926"/>
                    </a:lnTo>
                    <a:lnTo>
                      <a:pt x="542886" y="283793"/>
                    </a:lnTo>
                    <a:lnTo>
                      <a:pt x="512453" y="328460"/>
                    </a:lnTo>
                    <a:lnTo>
                      <a:pt x="481900" y="375808"/>
                    </a:lnTo>
                    <a:lnTo>
                      <a:pt x="451318" y="425720"/>
                    </a:lnTo>
                    <a:lnTo>
                      <a:pt x="420799" y="478077"/>
                    </a:lnTo>
                    <a:lnTo>
                      <a:pt x="390432" y="532762"/>
                    </a:lnTo>
                    <a:lnTo>
                      <a:pt x="360309" y="589655"/>
                    </a:lnTo>
                    <a:lnTo>
                      <a:pt x="330521" y="648639"/>
                    </a:lnTo>
                    <a:lnTo>
                      <a:pt x="301160" y="709595"/>
                    </a:lnTo>
                    <a:lnTo>
                      <a:pt x="272315" y="772406"/>
                    </a:lnTo>
                    <a:lnTo>
                      <a:pt x="244079" y="836953"/>
                    </a:lnTo>
                    <a:lnTo>
                      <a:pt x="216541" y="903117"/>
                    </a:lnTo>
                    <a:lnTo>
                      <a:pt x="190191" y="969760"/>
                    </a:lnTo>
                    <a:lnTo>
                      <a:pt x="165468" y="1035721"/>
                    </a:lnTo>
                    <a:lnTo>
                      <a:pt x="142389" y="1100854"/>
                    </a:lnTo>
                    <a:lnTo>
                      <a:pt x="120972" y="1165012"/>
                    </a:lnTo>
                    <a:lnTo>
                      <a:pt x="101235" y="1228046"/>
                    </a:lnTo>
                    <a:lnTo>
                      <a:pt x="83195" y="1289811"/>
                    </a:lnTo>
                    <a:lnTo>
                      <a:pt x="66870" y="1350159"/>
                    </a:lnTo>
                    <a:lnTo>
                      <a:pt x="52277" y="1408942"/>
                    </a:lnTo>
                    <a:lnTo>
                      <a:pt x="39434" y="1466014"/>
                    </a:lnTo>
                    <a:lnTo>
                      <a:pt x="28358" y="1521227"/>
                    </a:lnTo>
                    <a:lnTo>
                      <a:pt x="19067" y="1574435"/>
                    </a:lnTo>
                    <a:lnTo>
                      <a:pt x="11578" y="1625489"/>
                    </a:lnTo>
                    <a:lnTo>
                      <a:pt x="5909" y="1674244"/>
                    </a:lnTo>
                    <a:lnTo>
                      <a:pt x="2078" y="1720550"/>
                    </a:lnTo>
                    <a:lnTo>
                      <a:pt x="103" y="1764263"/>
                    </a:lnTo>
                    <a:lnTo>
                      <a:pt x="0" y="1805233"/>
                    </a:lnTo>
                    <a:lnTo>
                      <a:pt x="1787" y="1843315"/>
                    </a:lnTo>
                    <a:lnTo>
                      <a:pt x="11102" y="1910223"/>
                    </a:lnTo>
                    <a:lnTo>
                      <a:pt x="28189" y="1963809"/>
                    </a:lnTo>
                    <a:lnTo>
                      <a:pt x="53188" y="2002895"/>
                    </a:lnTo>
                    <a:lnTo>
                      <a:pt x="86239" y="2026305"/>
                    </a:lnTo>
                    <a:lnTo>
                      <a:pt x="126027" y="2032549"/>
                    </a:lnTo>
                    <a:lnTo>
                      <a:pt x="147921" y="2029284"/>
                    </a:lnTo>
                    <a:lnTo>
                      <a:pt x="195255" y="2010572"/>
                    </a:lnTo>
                    <a:lnTo>
                      <a:pt x="246709" y="1976403"/>
                    </a:lnTo>
                    <a:lnTo>
                      <a:pt x="301556" y="1927725"/>
                    </a:lnTo>
                    <a:lnTo>
                      <a:pt x="330024" y="1898241"/>
                    </a:lnTo>
                    <a:lnTo>
                      <a:pt x="359067" y="1865483"/>
                    </a:lnTo>
                    <a:lnTo>
                      <a:pt x="388594" y="1829571"/>
                    </a:lnTo>
                    <a:lnTo>
                      <a:pt x="418514" y="1790622"/>
                    </a:lnTo>
                    <a:lnTo>
                      <a:pt x="448736" y="1748756"/>
                    </a:lnTo>
                    <a:lnTo>
                      <a:pt x="479169" y="1704089"/>
                    </a:lnTo>
                    <a:lnTo>
                      <a:pt x="509721" y="1656741"/>
                    </a:lnTo>
                    <a:lnTo>
                      <a:pt x="540303" y="1606829"/>
                    </a:lnTo>
                    <a:lnTo>
                      <a:pt x="570823" y="1554471"/>
                    </a:lnTo>
                    <a:lnTo>
                      <a:pt x="601189" y="1499787"/>
                    </a:lnTo>
                    <a:lnTo>
                      <a:pt x="631311" y="1442894"/>
                    </a:lnTo>
                    <a:lnTo>
                      <a:pt x="661098" y="1383910"/>
                    </a:lnTo>
                    <a:lnTo>
                      <a:pt x="690459" y="1322953"/>
                    </a:lnTo>
                    <a:lnTo>
                      <a:pt x="719303" y="1260143"/>
                    </a:lnTo>
                    <a:lnTo>
                      <a:pt x="747538" y="1195596"/>
                    </a:lnTo>
                    <a:lnTo>
                      <a:pt x="775074" y="1129431"/>
                    </a:lnTo>
                    <a:lnTo>
                      <a:pt x="801426" y="1062785"/>
                    </a:lnTo>
                    <a:lnTo>
                      <a:pt x="826150" y="996814"/>
                    </a:lnTo>
                    <a:lnTo>
                      <a:pt x="849230" y="931666"/>
                    </a:lnTo>
                    <a:lnTo>
                      <a:pt x="870647" y="867488"/>
                    </a:lnTo>
                    <a:lnTo>
                      <a:pt x="890385" y="804429"/>
                    </a:lnTo>
                    <a:lnTo>
                      <a:pt x="908426" y="742638"/>
                    </a:lnTo>
                    <a:lnTo>
                      <a:pt x="924751" y="682261"/>
                    </a:lnTo>
                    <a:lnTo>
                      <a:pt x="939345" y="623447"/>
                    </a:lnTo>
                    <a:lnTo>
                      <a:pt x="952188" y="566345"/>
                    </a:lnTo>
                    <a:lnTo>
                      <a:pt x="963264" y="511102"/>
                    </a:lnTo>
                    <a:lnTo>
                      <a:pt x="972555" y="457866"/>
                    </a:lnTo>
                    <a:lnTo>
                      <a:pt x="980044" y="406786"/>
                    </a:lnTo>
                    <a:lnTo>
                      <a:pt x="985712" y="358009"/>
                    </a:lnTo>
                    <a:lnTo>
                      <a:pt x="989543" y="311683"/>
                    </a:lnTo>
                    <a:lnTo>
                      <a:pt x="991519" y="267957"/>
                    </a:lnTo>
                    <a:lnTo>
                      <a:pt x="991623" y="226978"/>
                    </a:lnTo>
                    <a:lnTo>
                      <a:pt x="989836" y="188896"/>
                    </a:lnTo>
                    <a:lnTo>
                      <a:pt x="980521" y="122009"/>
                    </a:lnTo>
                    <a:lnTo>
                      <a:pt x="963435" y="68482"/>
                    </a:lnTo>
                    <a:lnTo>
                      <a:pt x="938438" y="29498"/>
                    </a:lnTo>
                    <a:lnTo>
                      <a:pt x="905389" y="6243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5800991" y="4122420"/>
                <a:ext cx="3903979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609600">
                    <a:moveTo>
                      <a:pt x="1951481" y="0"/>
                    </a:moveTo>
                    <a:lnTo>
                      <a:pt x="0" y="609600"/>
                    </a:lnTo>
                    <a:lnTo>
                      <a:pt x="3903726" y="609599"/>
                    </a:lnTo>
                    <a:lnTo>
                      <a:pt x="1951481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5826137" y="5862066"/>
                <a:ext cx="3903979" cy="52451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524510">
                    <a:moveTo>
                      <a:pt x="1952244" y="524256"/>
                    </a:moveTo>
                    <a:lnTo>
                      <a:pt x="0" y="0"/>
                    </a:lnTo>
                    <a:lnTo>
                      <a:pt x="3903726" y="0"/>
                    </a:lnTo>
                    <a:lnTo>
                      <a:pt x="1952244" y="524256"/>
                    </a:lnTo>
                    <a:close/>
                  </a:path>
                </a:pathLst>
              </a:custGeom>
              <a:ln w="952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1518817" y="1167139"/>
              <a:ext cx="3183701" cy="1078520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89829">
                <a:lnSpc>
                  <a:spcPts val="3355"/>
                </a:lnSpc>
                <a:spcBef>
                  <a:spcPts val="86"/>
                </a:spcBef>
              </a:pPr>
              <a:r>
                <a:rPr sz="4353" b="1" baseline="-3472" dirty="0">
                  <a:solidFill>
                    <a:srgbClr val="3333CC"/>
                  </a:solidFill>
                  <a:latin typeface="Arial"/>
                  <a:cs typeface="Arial"/>
                </a:rPr>
                <a:t>R</a:t>
              </a:r>
              <a:r>
                <a:rPr sz="4353" b="1" spc="435" baseline="-3472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2176" b="1" spc="-45" dirty="0">
                  <a:solidFill>
                    <a:srgbClr val="CC0000"/>
                  </a:solidFill>
                  <a:latin typeface="Arial"/>
                  <a:cs typeface="Arial"/>
                </a:rPr>
                <a:t>a</a:t>
              </a:r>
              <a:endParaRPr sz="2176" dirty="0">
                <a:latin typeface="Arial"/>
                <a:cs typeface="Arial"/>
              </a:endParaRPr>
            </a:p>
            <a:p>
              <a:pPr marL="305184">
                <a:lnSpc>
                  <a:spcPts val="2920"/>
                </a:lnSpc>
                <a:tabLst>
                  <a:tab pos="752593" algn="l"/>
                  <a:tab pos="1200581" algn="l"/>
                  <a:tab pos="1648567" algn="l"/>
                  <a:tab pos="2096553" algn="l"/>
                  <a:tab pos="2544540" algn="l"/>
                  <a:tab pos="2992526" algn="l"/>
                </a:tabLst>
              </a:pPr>
              <a:r>
                <a:rPr sz="2539" b="1" spc="-45" dirty="0">
                  <a:latin typeface="Arial"/>
                  <a:cs typeface="Arial"/>
                </a:rPr>
                <a:t>1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3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5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endParaRPr sz="2539" dirty="0">
                <a:latin typeface="Arial"/>
                <a:cs typeface="Arial"/>
              </a:endParaRPr>
            </a:p>
            <a:p>
              <a:pPr marL="11516">
                <a:spcBef>
                  <a:spcPts val="549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1493846" y="2662515"/>
              <a:ext cx="3367386" cy="1105426"/>
            </a:xfrm>
            <a:prstGeom prst="rect">
              <a:avLst/>
            </a:prstGeom>
          </p:spPr>
          <p:txBody>
            <a:bodyPr vert="horz" wrap="square" lIns="0" tIns="24760" rIns="0" bIns="0" rtlCol="0">
              <a:spAutoFit/>
            </a:bodyPr>
            <a:lstStyle/>
            <a:p>
              <a:pPr marL="46065">
                <a:spcBef>
                  <a:spcPts val="195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  <a:p>
              <a:pPr marL="612670">
                <a:spcBef>
                  <a:spcPts val="222"/>
                </a:spcBef>
                <a:tabLst>
                  <a:tab pos="1060081" algn="l"/>
                  <a:tab pos="1508066" algn="l"/>
                  <a:tab pos="1956054" algn="l"/>
                  <a:tab pos="2403464" algn="l"/>
                  <a:tab pos="2851451" algn="l"/>
                </a:tabLst>
              </a:pP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7</a:t>
              </a:r>
              <a:endParaRPr sz="2539" dirty="0">
                <a:latin typeface="Arial"/>
                <a:cs typeface="Arial"/>
              </a:endParaRPr>
            </a:p>
            <a:p>
              <a:pPr marL="409982">
                <a:lnSpc>
                  <a:spcPts val="3342"/>
                </a:lnSpc>
                <a:spcBef>
                  <a:spcPts val="236"/>
                </a:spcBef>
                <a:tabLst>
                  <a:tab pos="812479" algn="l"/>
                  <a:tab pos="1304804" algn="l"/>
                </a:tabLst>
              </a:pPr>
              <a:r>
                <a:rPr sz="4353" b="1" spc="-68" baseline="20833" dirty="0">
                  <a:solidFill>
                    <a:srgbClr val="3333CC"/>
                  </a:solidFill>
                  <a:latin typeface="Arial"/>
                  <a:cs typeface="Arial"/>
                </a:rPr>
                <a:t>S</a:t>
              </a:r>
              <a:r>
                <a:rPr sz="4353" b="1" baseline="20833" dirty="0">
                  <a:solidFill>
                    <a:srgbClr val="3333CC"/>
                  </a:solidFill>
                  <a:latin typeface="Arial"/>
                  <a:cs typeface="Arial"/>
                </a:rPr>
                <a:t>	</a:t>
              </a:r>
              <a:r>
                <a:rPr sz="3264" b="1" spc="-68" baseline="21990" dirty="0">
                  <a:solidFill>
                    <a:srgbClr val="CC0000"/>
                  </a:solidFill>
                  <a:latin typeface="Arial"/>
                  <a:cs typeface="Arial"/>
                </a:rPr>
                <a:t>b</a:t>
              </a:r>
              <a:r>
                <a:rPr sz="3264" b="1" baseline="21990" dirty="0">
                  <a:solidFill>
                    <a:srgbClr val="CC0000"/>
                  </a:solidFill>
                  <a:latin typeface="Arial"/>
                  <a:cs typeface="Arial"/>
                </a:rPr>
                <a:t>	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BEE9692-D52F-68BF-A76D-2B38F567289F}"/>
                </a:ext>
              </a:extLst>
            </p:cNvPr>
            <p:cNvSpPr txBox="1"/>
            <p:nvPr/>
          </p:nvSpPr>
          <p:spPr>
            <a:xfrm>
              <a:off x="2371347" y="182007"/>
              <a:ext cx="187743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JOIN</a:t>
              </a:r>
            </a:p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Zig-Zag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算法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组合 167">
            <a:extLst>
              <a:ext uri="{FF2B5EF4-FFF2-40B4-BE49-F238E27FC236}">
                <a16:creationId xmlns:a16="http://schemas.microsoft.com/office/drawing/2014/main" id="{6C07BB1B-17E7-81EA-C9A1-8EC83A95F4E4}"/>
              </a:ext>
            </a:extLst>
          </p:cNvPr>
          <p:cNvGrpSpPr/>
          <p:nvPr/>
        </p:nvGrpSpPr>
        <p:grpSpPr>
          <a:xfrm>
            <a:off x="2354680" y="1117549"/>
            <a:ext cx="7615439" cy="5242697"/>
            <a:chOff x="2354680" y="1117549"/>
            <a:chExt cx="7615439" cy="5242697"/>
          </a:xfrm>
        </p:grpSpPr>
        <p:sp>
          <p:nvSpPr>
            <p:cNvPr id="4" name="object 4"/>
            <p:cNvSpPr/>
            <p:nvPr/>
          </p:nvSpPr>
          <p:spPr>
            <a:xfrm>
              <a:off x="3932661" y="3726467"/>
              <a:ext cx="6037458" cy="16123"/>
            </a:xfrm>
            <a:custGeom>
              <a:avLst/>
              <a:gdLst/>
              <a:ahLst/>
              <a:cxnLst/>
              <a:rect l="l" t="t" r="r" b="b"/>
              <a:pathLst>
                <a:path w="6657975" h="17779">
                  <a:moveTo>
                    <a:pt x="0" y="17526"/>
                  </a:moveTo>
                  <a:lnTo>
                    <a:pt x="6657594" y="0"/>
                  </a:lnTo>
                </a:path>
              </a:pathLst>
            </a:custGeom>
            <a:ln w="762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51676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42733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849267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4601756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332965" y="1259199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7292442" y="1659969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5429328" y="1627954"/>
              <a:ext cx="2421893" cy="1743579"/>
            </a:xfrm>
            <a:custGeom>
              <a:avLst/>
              <a:gdLst/>
              <a:ahLst/>
              <a:cxnLst/>
              <a:rect l="l" t="t" r="r" b="b"/>
              <a:pathLst>
                <a:path w="2670809" h="1922779">
                  <a:moveTo>
                    <a:pt x="0" y="1922526"/>
                  </a:moveTo>
                  <a:lnTo>
                    <a:pt x="0" y="0"/>
                  </a:lnTo>
                  <a:lnTo>
                    <a:pt x="2670810" y="0"/>
                  </a:lnTo>
                  <a:lnTo>
                    <a:pt x="2670810" y="1922525"/>
                  </a:lnTo>
                  <a:lnTo>
                    <a:pt x="0" y="1922526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8181736" y="1117549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9425510" y="1746336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9397174" y="2985275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5" name="object 15"/>
            <p:cNvGrpSpPr/>
            <p:nvPr/>
          </p:nvGrpSpPr>
          <p:grpSpPr>
            <a:xfrm>
              <a:off x="4174274" y="1656746"/>
              <a:ext cx="4088312" cy="1740700"/>
              <a:chOff x="3227463" y="1827022"/>
              <a:chExt cx="4508500" cy="1919605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4521593" y="2185428"/>
                <a:ext cx="3214370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14370" h="1340485">
                    <a:moveTo>
                      <a:pt x="379476" y="635508"/>
                    </a:moveTo>
                    <a:lnTo>
                      <a:pt x="252222" y="597408"/>
                    </a:lnTo>
                    <a:lnTo>
                      <a:pt x="294081" y="628650"/>
                    </a:lnTo>
                    <a:lnTo>
                      <a:pt x="0" y="628650"/>
                    </a:lnTo>
                    <a:lnTo>
                      <a:pt x="0" y="641604"/>
                    </a:lnTo>
                    <a:lnTo>
                      <a:pt x="295097" y="641604"/>
                    </a:lnTo>
                    <a:lnTo>
                      <a:pt x="252222" y="673608"/>
                    </a:lnTo>
                    <a:lnTo>
                      <a:pt x="303276" y="658317"/>
                    </a:lnTo>
                    <a:lnTo>
                      <a:pt x="379476" y="635508"/>
                    </a:lnTo>
                    <a:close/>
                  </a:path>
                  <a:path w="3214370" h="1340485">
                    <a:moveTo>
                      <a:pt x="3214103" y="1302258"/>
                    </a:moveTo>
                    <a:lnTo>
                      <a:pt x="3087624" y="1264158"/>
                    </a:lnTo>
                    <a:lnTo>
                      <a:pt x="3128848" y="1295400"/>
                    </a:lnTo>
                    <a:lnTo>
                      <a:pt x="2606027" y="1295400"/>
                    </a:lnTo>
                    <a:lnTo>
                      <a:pt x="2606027" y="1308354"/>
                    </a:lnTo>
                    <a:lnTo>
                      <a:pt x="3129851" y="1308354"/>
                    </a:lnTo>
                    <a:lnTo>
                      <a:pt x="3087624" y="1340358"/>
                    </a:lnTo>
                    <a:lnTo>
                      <a:pt x="3137903" y="1325206"/>
                    </a:lnTo>
                    <a:lnTo>
                      <a:pt x="3214103" y="1302258"/>
                    </a:lnTo>
                    <a:close/>
                  </a:path>
                  <a:path w="3214370" h="1340485">
                    <a:moveTo>
                      <a:pt x="3214103" y="464058"/>
                    </a:moveTo>
                    <a:lnTo>
                      <a:pt x="3087624" y="425958"/>
                    </a:lnTo>
                    <a:lnTo>
                      <a:pt x="3128848" y="457200"/>
                    </a:lnTo>
                    <a:lnTo>
                      <a:pt x="2606027" y="457200"/>
                    </a:lnTo>
                    <a:lnTo>
                      <a:pt x="2606027" y="470154"/>
                    </a:lnTo>
                    <a:lnTo>
                      <a:pt x="3129851" y="470154"/>
                    </a:lnTo>
                    <a:lnTo>
                      <a:pt x="3087624" y="502158"/>
                    </a:lnTo>
                    <a:lnTo>
                      <a:pt x="3137903" y="487006"/>
                    </a:lnTo>
                    <a:lnTo>
                      <a:pt x="3214103" y="464058"/>
                    </a:lnTo>
                    <a:close/>
                  </a:path>
                  <a:path w="3214370" h="1340485">
                    <a:moveTo>
                      <a:pt x="3214103" y="38100"/>
                    </a:moveTo>
                    <a:lnTo>
                      <a:pt x="3087624" y="0"/>
                    </a:lnTo>
                    <a:lnTo>
                      <a:pt x="3129851" y="32004"/>
                    </a:lnTo>
                    <a:lnTo>
                      <a:pt x="2606027" y="32004"/>
                    </a:lnTo>
                    <a:lnTo>
                      <a:pt x="2606027" y="44958"/>
                    </a:lnTo>
                    <a:lnTo>
                      <a:pt x="3128848" y="44958"/>
                    </a:lnTo>
                    <a:lnTo>
                      <a:pt x="3087624" y="76200"/>
                    </a:lnTo>
                    <a:lnTo>
                      <a:pt x="3137903" y="61048"/>
                    </a:lnTo>
                    <a:lnTo>
                      <a:pt x="321410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32513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2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2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6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32437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353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32338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1390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3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4" name="object 24"/>
              <p:cNvSpPr/>
              <p:nvPr/>
            </p:nvSpPr>
            <p:spPr>
              <a:xfrm>
                <a:off x="41390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5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26" name="object 26"/>
              <p:cNvSpPr/>
              <p:nvPr/>
            </p:nvSpPr>
            <p:spPr>
              <a:xfrm>
                <a:off x="41390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7" name="object 27"/>
            <p:cNvSpPr txBox="1"/>
            <p:nvPr/>
          </p:nvSpPr>
          <p:spPr>
            <a:xfrm>
              <a:off x="4536804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277921" y="1877169"/>
              <a:ext cx="3320170" cy="1381965"/>
              <a:chOff x="3341763" y="2070100"/>
              <a:chExt cx="3661410" cy="1524000"/>
            </a:xfrm>
          </p:grpSpPr>
          <p:pic>
            <p:nvPicPr>
              <p:cNvPr id="29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0764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0" name="object 30"/>
              <p:cNvSpPr/>
              <p:nvPr/>
            </p:nvSpPr>
            <p:spPr>
              <a:xfrm>
                <a:off x="3735209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1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5336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2" name="object 32"/>
              <p:cNvSpPr/>
              <p:nvPr/>
            </p:nvSpPr>
            <p:spPr>
              <a:xfrm>
                <a:off x="3735209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3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3295650"/>
                <a:ext cx="292608" cy="291846"/>
              </a:xfrm>
              <a:prstGeom prst="rect">
                <a:avLst/>
              </a:prstGeom>
            </p:spPr>
          </p:pic>
          <p:sp>
            <p:nvSpPr>
              <p:cNvPr id="34" name="object 34"/>
              <p:cNvSpPr/>
              <p:nvPr/>
            </p:nvSpPr>
            <p:spPr>
              <a:xfrm>
                <a:off x="3735209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5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6" name="object 36"/>
              <p:cNvSpPr/>
              <p:nvPr/>
            </p:nvSpPr>
            <p:spPr>
              <a:xfrm>
                <a:off x="3348113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7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8" name="object 38"/>
              <p:cNvSpPr/>
              <p:nvPr/>
            </p:nvSpPr>
            <p:spPr>
              <a:xfrm>
                <a:off x="3348113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9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0" name="object 40"/>
              <p:cNvSpPr/>
              <p:nvPr/>
            </p:nvSpPr>
            <p:spPr>
              <a:xfrm>
                <a:off x="3348113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1" name="object 41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959743" y="3052572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2" name="object 42"/>
              <p:cNvSpPr/>
              <p:nvPr/>
            </p:nvSpPr>
            <p:spPr>
              <a:xfrm>
                <a:off x="4959743" y="3052572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3" name="object 43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958219" y="2665476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4" name="object 44"/>
              <p:cNvSpPr/>
              <p:nvPr/>
            </p:nvSpPr>
            <p:spPr>
              <a:xfrm>
                <a:off x="4958219" y="2665476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5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958219" y="224790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46" name="object 46"/>
              <p:cNvSpPr/>
              <p:nvPr/>
            </p:nvSpPr>
            <p:spPr>
              <a:xfrm>
                <a:off x="4958219" y="224790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504068" y="2387358"/>
                <a:ext cx="44577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62000">
                    <a:moveTo>
                      <a:pt x="445770" y="762000"/>
                    </a:moveTo>
                    <a:lnTo>
                      <a:pt x="406908" y="686562"/>
                    </a:lnTo>
                    <a:lnTo>
                      <a:pt x="387146" y="713676"/>
                    </a:lnTo>
                    <a:lnTo>
                      <a:pt x="7620" y="437388"/>
                    </a:lnTo>
                    <a:lnTo>
                      <a:pt x="3810" y="436626"/>
                    </a:lnTo>
                    <a:lnTo>
                      <a:pt x="762" y="438150"/>
                    </a:lnTo>
                    <a:lnTo>
                      <a:pt x="0" y="441960"/>
                    </a:lnTo>
                    <a:lnTo>
                      <a:pt x="1524" y="445008"/>
                    </a:lnTo>
                    <a:lnTo>
                      <a:pt x="381660" y="721207"/>
                    </a:lnTo>
                    <a:lnTo>
                      <a:pt x="361950" y="748284"/>
                    </a:lnTo>
                    <a:lnTo>
                      <a:pt x="398526" y="754265"/>
                    </a:lnTo>
                    <a:lnTo>
                      <a:pt x="399288" y="754392"/>
                    </a:lnTo>
                    <a:lnTo>
                      <a:pt x="445770" y="762000"/>
                    </a:lnTo>
                    <a:close/>
                  </a:path>
                  <a:path w="445770" h="762000">
                    <a:moveTo>
                      <a:pt x="445770" y="0"/>
                    </a:moveTo>
                    <a:lnTo>
                      <a:pt x="364998" y="26670"/>
                    </a:lnTo>
                    <a:lnTo>
                      <a:pt x="388620" y="50292"/>
                    </a:lnTo>
                    <a:lnTo>
                      <a:pt x="31242" y="407670"/>
                    </a:lnTo>
                    <a:lnTo>
                      <a:pt x="29718" y="411480"/>
                    </a:lnTo>
                    <a:lnTo>
                      <a:pt x="31242" y="414528"/>
                    </a:lnTo>
                    <a:lnTo>
                      <a:pt x="35052" y="416052"/>
                    </a:lnTo>
                    <a:lnTo>
                      <a:pt x="38100" y="414528"/>
                    </a:lnTo>
                    <a:lnTo>
                      <a:pt x="395478" y="57150"/>
                    </a:lnTo>
                    <a:lnTo>
                      <a:pt x="406146" y="67818"/>
                    </a:lnTo>
                    <a:lnTo>
                      <a:pt x="419100" y="80772"/>
                    </a:lnTo>
                    <a:lnTo>
                      <a:pt x="44577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6702425" y="2668523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6702425" y="266852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6702425" y="2250947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6702425" y="225094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6465802" y="1920240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90403" marR="81766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55" name="object 55"/>
            <p:cNvGrpSpPr/>
            <p:nvPr/>
          </p:nvGrpSpPr>
          <p:grpSpPr>
            <a:xfrm>
              <a:off x="5995243" y="1656746"/>
              <a:ext cx="3378903" cy="1740700"/>
              <a:chOff x="5235587" y="1827022"/>
              <a:chExt cx="3726179" cy="1919605"/>
            </a:xfrm>
          </p:grpSpPr>
          <p:sp>
            <p:nvSpPr>
              <p:cNvPr id="56" name="object 56"/>
              <p:cNvSpPr/>
              <p:nvPr/>
            </p:nvSpPr>
            <p:spPr>
              <a:xfrm>
                <a:off x="5235588" y="2352306"/>
                <a:ext cx="1481455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81454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81454" h="889635">
                    <a:moveTo>
                      <a:pt x="487680" y="444246"/>
                    </a:moveTo>
                    <a:lnTo>
                      <a:pt x="411480" y="406146"/>
                    </a:lnTo>
                    <a:lnTo>
                      <a:pt x="411480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906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1480" y="449580"/>
                    </a:lnTo>
                    <a:lnTo>
                      <a:pt x="411480" y="482346"/>
                    </a:lnTo>
                    <a:lnTo>
                      <a:pt x="429006" y="473583"/>
                    </a:lnTo>
                    <a:lnTo>
                      <a:pt x="487680" y="444246"/>
                    </a:lnTo>
                    <a:close/>
                  </a:path>
                  <a:path w="1481454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81454" h="889635">
                    <a:moveTo>
                      <a:pt x="1399032" y="508254"/>
                    </a:moveTo>
                    <a:lnTo>
                      <a:pt x="1322832" y="470154"/>
                    </a:lnTo>
                    <a:lnTo>
                      <a:pt x="1322832" y="503682"/>
                    </a:lnTo>
                    <a:lnTo>
                      <a:pt x="925830" y="503682"/>
                    </a:lnTo>
                    <a:lnTo>
                      <a:pt x="922020" y="504444"/>
                    </a:lnTo>
                    <a:lnTo>
                      <a:pt x="920496" y="508254"/>
                    </a:lnTo>
                    <a:lnTo>
                      <a:pt x="922020" y="511302"/>
                    </a:lnTo>
                    <a:lnTo>
                      <a:pt x="925830" y="512826"/>
                    </a:lnTo>
                    <a:lnTo>
                      <a:pt x="1322832" y="512826"/>
                    </a:lnTo>
                    <a:lnTo>
                      <a:pt x="1322832" y="546354"/>
                    </a:lnTo>
                    <a:lnTo>
                      <a:pt x="1339596" y="537972"/>
                    </a:lnTo>
                    <a:lnTo>
                      <a:pt x="1399032" y="508254"/>
                    </a:lnTo>
                    <a:close/>
                  </a:path>
                  <a:path w="1481454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924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81454" h="889635">
                    <a:moveTo>
                      <a:pt x="1481328" y="854202"/>
                    </a:moveTo>
                    <a:lnTo>
                      <a:pt x="1434846" y="782574"/>
                    </a:lnTo>
                    <a:lnTo>
                      <a:pt x="1417891" y="811161"/>
                    </a:lnTo>
                    <a:lnTo>
                      <a:pt x="920496" y="515112"/>
                    </a:lnTo>
                    <a:lnTo>
                      <a:pt x="916686" y="514350"/>
                    </a:lnTo>
                    <a:lnTo>
                      <a:pt x="913638" y="516636"/>
                    </a:lnTo>
                    <a:lnTo>
                      <a:pt x="912876" y="520446"/>
                    </a:lnTo>
                    <a:lnTo>
                      <a:pt x="915162" y="523494"/>
                    </a:lnTo>
                    <a:lnTo>
                      <a:pt x="1413014" y="819365"/>
                    </a:lnTo>
                    <a:lnTo>
                      <a:pt x="1395984" y="848106"/>
                    </a:lnTo>
                    <a:lnTo>
                      <a:pt x="1431036" y="850607"/>
                    </a:lnTo>
                    <a:lnTo>
                      <a:pt x="1481328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76709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1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1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5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6633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89549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76534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7" name="object 67"/>
            <p:cNvSpPr txBox="1"/>
            <p:nvPr/>
          </p:nvSpPr>
          <p:spPr>
            <a:xfrm>
              <a:off x="643700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8" name="object 68"/>
            <p:cNvSpPr txBox="1"/>
            <p:nvPr/>
          </p:nvSpPr>
          <p:spPr>
            <a:xfrm>
              <a:off x="8549338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9" name="object 69"/>
            <p:cNvSpPr txBox="1"/>
            <p:nvPr/>
          </p:nvSpPr>
          <p:spPr>
            <a:xfrm>
              <a:off x="7305570" y="4337526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442457" y="4305510"/>
              <a:ext cx="2421317" cy="1743579"/>
            </a:xfrm>
            <a:custGeom>
              <a:avLst/>
              <a:gdLst/>
              <a:ahLst/>
              <a:cxnLst/>
              <a:rect l="l" t="t" r="r" b="b"/>
              <a:pathLst>
                <a:path w="2670175" h="1922779">
                  <a:moveTo>
                    <a:pt x="0" y="1922526"/>
                  </a:moveTo>
                  <a:lnTo>
                    <a:pt x="0" y="0"/>
                  </a:lnTo>
                  <a:lnTo>
                    <a:pt x="2670048" y="0"/>
                  </a:lnTo>
                  <a:lnTo>
                    <a:pt x="2670048" y="1922526"/>
                  </a:lnTo>
                  <a:lnTo>
                    <a:pt x="0" y="192252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 txBox="1"/>
            <p:nvPr/>
          </p:nvSpPr>
          <p:spPr>
            <a:xfrm>
              <a:off x="8310259" y="3976834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结果关系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72" name="object 72"/>
            <p:cNvSpPr txBox="1"/>
            <p:nvPr/>
          </p:nvSpPr>
          <p:spPr>
            <a:xfrm>
              <a:off x="9438639" y="4423893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3" name="object 73"/>
            <p:cNvSpPr txBox="1"/>
            <p:nvPr/>
          </p:nvSpPr>
          <p:spPr>
            <a:xfrm>
              <a:off x="9410303" y="5662831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74" name="object 74"/>
            <p:cNvGrpSpPr/>
            <p:nvPr/>
          </p:nvGrpSpPr>
          <p:grpSpPr>
            <a:xfrm>
              <a:off x="5345028" y="4659294"/>
              <a:ext cx="2930917" cy="1215553"/>
              <a:chOff x="4518545" y="5138165"/>
              <a:chExt cx="3232150" cy="1340485"/>
            </a:xfrm>
          </p:grpSpPr>
          <p:sp>
            <p:nvSpPr>
              <p:cNvPr id="75" name="object 75"/>
              <p:cNvSpPr/>
              <p:nvPr/>
            </p:nvSpPr>
            <p:spPr>
              <a:xfrm>
                <a:off x="4521593" y="5138178"/>
                <a:ext cx="3228975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28975" h="1340485">
                    <a:moveTo>
                      <a:pt x="379476" y="651510"/>
                    </a:moveTo>
                    <a:lnTo>
                      <a:pt x="252222" y="613410"/>
                    </a:lnTo>
                    <a:lnTo>
                      <a:pt x="294081" y="644652"/>
                    </a:lnTo>
                    <a:lnTo>
                      <a:pt x="0" y="644652"/>
                    </a:lnTo>
                    <a:lnTo>
                      <a:pt x="0" y="657606"/>
                    </a:lnTo>
                    <a:lnTo>
                      <a:pt x="295097" y="657606"/>
                    </a:lnTo>
                    <a:lnTo>
                      <a:pt x="252222" y="689610"/>
                    </a:lnTo>
                    <a:lnTo>
                      <a:pt x="303276" y="674319"/>
                    </a:lnTo>
                    <a:lnTo>
                      <a:pt x="379476" y="651510"/>
                    </a:lnTo>
                    <a:close/>
                  </a:path>
                  <a:path w="3228975" h="1340485">
                    <a:moveTo>
                      <a:pt x="3228581" y="1302258"/>
                    </a:moveTo>
                    <a:lnTo>
                      <a:pt x="3101327" y="1264158"/>
                    </a:lnTo>
                    <a:lnTo>
                      <a:pt x="3143186" y="1295400"/>
                    </a:lnTo>
                    <a:lnTo>
                      <a:pt x="2620505" y="1295400"/>
                    </a:lnTo>
                    <a:lnTo>
                      <a:pt x="2620505" y="1308354"/>
                    </a:lnTo>
                    <a:lnTo>
                      <a:pt x="3144202" y="1308354"/>
                    </a:lnTo>
                    <a:lnTo>
                      <a:pt x="3101327" y="1340358"/>
                    </a:lnTo>
                    <a:lnTo>
                      <a:pt x="3152381" y="1325067"/>
                    </a:lnTo>
                    <a:lnTo>
                      <a:pt x="3228581" y="1302258"/>
                    </a:lnTo>
                    <a:close/>
                  </a:path>
                  <a:path w="3228975" h="1340485">
                    <a:moveTo>
                      <a:pt x="3228581" y="464058"/>
                    </a:moveTo>
                    <a:lnTo>
                      <a:pt x="3101327" y="425958"/>
                    </a:lnTo>
                    <a:lnTo>
                      <a:pt x="3143186" y="457200"/>
                    </a:lnTo>
                    <a:lnTo>
                      <a:pt x="2620505" y="457200"/>
                    </a:lnTo>
                    <a:lnTo>
                      <a:pt x="2620505" y="470154"/>
                    </a:lnTo>
                    <a:lnTo>
                      <a:pt x="3144202" y="470154"/>
                    </a:lnTo>
                    <a:lnTo>
                      <a:pt x="3101327" y="502158"/>
                    </a:lnTo>
                    <a:lnTo>
                      <a:pt x="3152381" y="486867"/>
                    </a:lnTo>
                    <a:lnTo>
                      <a:pt x="3228581" y="464058"/>
                    </a:lnTo>
                    <a:close/>
                  </a:path>
                  <a:path w="3228975" h="1340485">
                    <a:moveTo>
                      <a:pt x="3228581" y="38100"/>
                    </a:moveTo>
                    <a:lnTo>
                      <a:pt x="3101327" y="0"/>
                    </a:lnTo>
                    <a:lnTo>
                      <a:pt x="3144202" y="32004"/>
                    </a:lnTo>
                    <a:lnTo>
                      <a:pt x="2620505" y="32004"/>
                    </a:lnTo>
                    <a:lnTo>
                      <a:pt x="2620505" y="44958"/>
                    </a:lnTo>
                    <a:lnTo>
                      <a:pt x="3143186" y="44958"/>
                    </a:lnTo>
                    <a:lnTo>
                      <a:pt x="3101327" y="76200"/>
                    </a:lnTo>
                    <a:lnTo>
                      <a:pt x="3152381" y="60909"/>
                    </a:lnTo>
                    <a:lnTo>
                      <a:pt x="3228581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4518545" y="5368302"/>
                <a:ext cx="445770" cy="73406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34060">
                    <a:moveTo>
                      <a:pt x="445770" y="733806"/>
                    </a:moveTo>
                    <a:lnTo>
                      <a:pt x="406146" y="658368"/>
                    </a:lnTo>
                    <a:lnTo>
                      <a:pt x="386854" y="685292"/>
                    </a:lnTo>
                    <a:lnTo>
                      <a:pt x="15913" y="415785"/>
                    </a:lnTo>
                    <a:lnTo>
                      <a:pt x="19050" y="414528"/>
                    </a:lnTo>
                    <a:lnTo>
                      <a:pt x="376047" y="57531"/>
                    </a:lnTo>
                    <a:lnTo>
                      <a:pt x="386334" y="67818"/>
                    </a:lnTo>
                    <a:lnTo>
                      <a:pt x="400050" y="81534"/>
                    </a:lnTo>
                    <a:lnTo>
                      <a:pt x="426720" y="0"/>
                    </a:lnTo>
                    <a:lnTo>
                      <a:pt x="345948" y="27432"/>
                    </a:lnTo>
                    <a:lnTo>
                      <a:pt x="369570" y="51054"/>
                    </a:lnTo>
                    <a:lnTo>
                      <a:pt x="12192" y="408432"/>
                    </a:lnTo>
                    <a:lnTo>
                      <a:pt x="10668" y="411480"/>
                    </a:lnTo>
                    <a:lnTo>
                      <a:pt x="11036" y="412242"/>
                    </a:lnTo>
                    <a:lnTo>
                      <a:pt x="6858" y="409194"/>
                    </a:lnTo>
                    <a:lnTo>
                      <a:pt x="3810" y="408432"/>
                    </a:lnTo>
                    <a:lnTo>
                      <a:pt x="762" y="409956"/>
                    </a:lnTo>
                    <a:lnTo>
                      <a:pt x="0" y="413766"/>
                    </a:lnTo>
                    <a:lnTo>
                      <a:pt x="1524" y="416814"/>
                    </a:lnTo>
                    <a:lnTo>
                      <a:pt x="381444" y="692848"/>
                    </a:lnTo>
                    <a:lnTo>
                      <a:pt x="361950" y="720090"/>
                    </a:lnTo>
                    <a:lnTo>
                      <a:pt x="398526" y="726071"/>
                    </a:lnTo>
                    <a:lnTo>
                      <a:pt x="399288" y="726198"/>
                    </a:lnTo>
                    <a:lnTo>
                      <a:pt x="445770" y="73380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9" name="object 89"/>
            <p:cNvSpPr txBox="1"/>
            <p:nvPr/>
          </p:nvSpPr>
          <p:spPr>
            <a:xfrm>
              <a:off x="6478931" y="4597796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89252" marR="82918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90" name="object 90"/>
            <p:cNvGrpSpPr/>
            <p:nvPr/>
          </p:nvGrpSpPr>
          <p:grpSpPr>
            <a:xfrm>
              <a:off x="4171510" y="4328775"/>
              <a:ext cx="3171608" cy="1740700"/>
              <a:chOff x="3224415" y="4773676"/>
              <a:chExt cx="3497579" cy="1919605"/>
            </a:xfrm>
          </p:grpSpPr>
          <p:sp>
            <p:nvSpPr>
              <p:cNvPr id="91" name="object 91"/>
              <p:cNvSpPr/>
              <p:nvPr/>
            </p:nvSpPr>
            <p:spPr>
              <a:xfrm>
                <a:off x="5250065" y="5305056"/>
                <a:ext cx="1471930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71929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71929" h="889635">
                    <a:moveTo>
                      <a:pt x="486918" y="444246"/>
                    </a:moveTo>
                    <a:lnTo>
                      <a:pt x="410718" y="406146"/>
                    </a:lnTo>
                    <a:lnTo>
                      <a:pt x="410718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144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0718" y="449580"/>
                    </a:lnTo>
                    <a:lnTo>
                      <a:pt x="410718" y="482346"/>
                    </a:lnTo>
                    <a:lnTo>
                      <a:pt x="428244" y="473583"/>
                    </a:lnTo>
                    <a:lnTo>
                      <a:pt x="486918" y="444246"/>
                    </a:lnTo>
                    <a:close/>
                  </a:path>
                  <a:path w="1471929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71929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162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71929" h="889635">
                    <a:moveTo>
                      <a:pt x="1471422" y="854202"/>
                    </a:moveTo>
                    <a:lnTo>
                      <a:pt x="1425702" y="782574"/>
                    </a:lnTo>
                    <a:lnTo>
                      <a:pt x="1408734" y="811161"/>
                    </a:lnTo>
                    <a:lnTo>
                      <a:pt x="923404" y="522732"/>
                    </a:lnTo>
                    <a:lnTo>
                      <a:pt x="1312926" y="522732"/>
                    </a:lnTo>
                    <a:lnTo>
                      <a:pt x="1312926" y="555498"/>
                    </a:lnTo>
                    <a:lnTo>
                      <a:pt x="1330452" y="546735"/>
                    </a:lnTo>
                    <a:lnTo>
                      <a:pt x="1389126" y="517398"/>
                    </a:lnTo>
                    <a:lnTo>
                      <a:pt x="1312926" y="479298"/>
                    </a:lnTo>
                    <a:lnTo>
                      <a:pt x="1312926" y="512826"/>
                    </a:lnTo>
                    <a:lnTo>
                      <a:pt x="915924" y="512826"/>
                    </a:lnTo>
                    <a:lnTo>
                      <a:pt x="912876" y="514350"/>
                    </a:lnTo>
                    <a:lnTo>
                      <a:pt x="912050" y="515988"/>
                    </a:lnTo>
                    <a:lnTo>
                      <a:pt x="910590" y="515112"/>
                    </a:lnTo>
                    <a:lnTo>
                      <a:pt x="906780" y="514350"/>
                    </a:lnTo>
                    <a:lnTo>
                      <a:pt x="903732" y="516636"/>
                    </a:lnTo>
                    <a:lnTo>
                      <a:pt x="902970" y="520446"/>
                    </a:lnTo>
                    <a:lnTo>
                      <a:pt x="905256" y="523494"/>
                    </a:lnTo>
                    <a:lnTo>
                      <a:pt x="1403667" y="819708"/>
                    </a:lnTo>
                    <a:lnTo>
                      <a:pt x="1386840" y="848106"/>
                    </a:lnTo>
                    <a:lnTo>
                      <a:pt x="1418082" y="850353"/>
                    </a:lnTo>
                    <a:lnTo>
                      <a:pt x="1419606" y="850455"/>
                    </a:lnTo>
                    <a:lnTo>
                      <a:pt x="1421130" y="850569"/>
                    </a:lnTo>
                    <a:lnTo>
                      <a:pt x="1421892" y="850620"/>
                    </a:lnTo>
                    <a:lnTo>
                      <a:pt x="1471422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3248291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2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2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6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3239909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4532261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3230765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8109">
                    <a:moveTo>
                      <a:pt x="1291589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5" y="118110"/>
                    </a:lnTo>
                    <a:lnTo>
                      <a:pt x="570724" y="117331"/>
                    </a:lnTo>
                    <a:lnTo>
                      <a:pt x="497854" y="115057"/>
                    </a:lnTo>
                    <a:lnTo>
                      <a:pt x="428047" y="111376"/>
                    </a:lnTo>
                    <a:lnTo>
                      <a:pt x="361783" y="106380"/>
                    </a:lnTo>
                    <a:lnTo>
                      <a:pt x="299545" y="100156"/>
                    </a:lnTo>
                    <a:lnTo>
                      <a:pt x="241813" y="92797"/>
                    </a:lnTo>
                    <a:lnTo>
                      <a:pt x="189071" y="84391"/>
                    </a:lnTo>
                    <a:lnTo>
                      <a:pt x="141798" y="75029"/>
                    </a:lnTo>
                    <a:lnTo>
                      <a:pt x="100477" y="64800"/>
                    </a:lnTo>
                    <a:lnTo>
                      <a:pt x="37616" y="42103"/>
                    </a:lnTo>
                    <a:lnTo>
                      <a:pt x="434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2" name="object 102"/>
            <p:cNvSpPr txBox="1"/>
            <p:nvPr/>
          </p:nvSpPr>
          <p:spPr>
            <a:xfrm>
              <a:off x="4237608" y="3819982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3" name="object 103"/>
            <p:cNvSpPr txBox="1"/>
            <p:nvPr/>
          </p:nvSpPr>
          <p:spPr>
            <a:xfrm>
              <a:off x="2380934" y="4352684"/>
              <a:ext cx="1497704" cy="112796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处理全局性内容的操作，形成结果关系。如多子集间的归并排序，相同散列值子集的操作等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4" name="object 104"/>
            <p:cNvSpPr txBox="1"/>
            <p:nvPr/>
          </p:nvSpPr>
          <p:spPr>
            <a:xfrm>
              <a:off x="8544502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05" name="object 105"/>
            <p:cNvGrpSpPr/>
            <p:nvPr/>
          </p:nvGrpSpPr>
          <p:grpSpPr>
            <a:xfrm>
              <a:off x="8285608" y="1877169"/>
              <a:ext cx="628218" cy="1381965"/>
              <a:chOff x="7761351" y="2070100"/>
              <a:chExt cx="692785" cy="1524000"/>
            </a:xfrm>
          </p:grpSpPr>
          <p:sp>
            <p:nvSpPr>
              <p:cNvPr id="106" name="object 106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6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7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7" y="291846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8" name="object 118"/>
            <p:cNvSpPr txBox="1"/>
            <p:nvPr/>
          </p:nvSpPr>
          <p:spPr>
            <a:xfrm>
              <a:off x="4534040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19" name="object 119"/>
            <p:cNvGrpSpPr/>
            <p:nvPr/>
          </p:nvGrpSpPr>
          <p:grpSpPr>
            <a:xfrm>
              <a:off x="4275157" y="4328775"/>
              <a:ext cx="5114421" cy="1740700"/>
              <a:chOff x="3338715" y="4773676"/>
              <a:chExt cx="5640070" cy="1919605"/>
            </a:xfrm>
          </p:grpSpPr>
          <p:sp>
            <p:nvSpPr>
              <p:cNvPr id="120" name="object 120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7688465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1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1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5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7680070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72422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7670939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8109">
                    <a:moveTo>
                      <a:pt x="1291590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6" y="118110"/>
                    </a:lnTo>
                    <a:lnTo>
                      <a:pt x="570865" y="117331"/>
                    </a:lnTo>
                    <a:lnTo>
                      <a:pt x="498094" y="115057"/>
                    </a:lnTo>
                    <a:lnTo>
                      <a:pt x="428349" y="111376"/>
                    </a:lnTo>
                    <a:lnTo>
                      <a:pt x="362116" y="106380"/>
                    </a:lnTo>
                    <a:lnTo>
                      <a:pt x="299882" y="100156"/>
                    </a:lnTo>
                    <a:lnTo>
                      <a:pt x="242133" y="92797"/>
                    </a:lnTo>
                    <a:lnTo>
                      <a:pt x="189357" y="84391"/>
                    </a:lnTo>
                    <a:lnTo>
                      <a:pt x="142038" y="75029"/>
                    </a:lnTo>
                    <a:lnTo>
                      <a:pt x="100665" y="64800"/>
                    </a:lnTo>
                    <a:lnTo>
                      <a:pt x="37699" y="42103"/>
                    </a:lnTo>
                    <a:lnTo>
                      <a:pt x="435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57619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8575433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57619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8575433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857619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8575433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2" name="object 142"/>
            <p:cNvSpPr txBox="1"/>
            <p:nvPr/>
          </p:nvSpPr>
          <p:spPr>
            <a:xfrm>
              <a:off x="8560394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43" name="object 143"/>
            <p:cNvGrpSpPr/>
            <p:nvPr/>
          </p:nvGrpSpPr>
          <p:grpSpPr>
            <a:xfrm>
              <a:off x="8301501" y="4548506"/>
              <a:ext cx="628218" cy="1382541"/>
              <a:chOff x="7778877" y="5015991"/>
              <a:chExt cx="692785" cy="1524635"/>
            </a:xfrm>
          </p:grpSpPr>
          <p:sp>
            <p:nvSpPr>
              <p:cNvPr id="144" name="object 144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56" name="object 156"/>
            <p:cNvGrpSpPr/>
            <p:nvPr/>
          </p:nvGrpSpPr>
          <p:grpSpPr>
            <a:xfrm>
              <a:off x="2513382" y="1469720"/>
              <a:ext cx="1292137" cy="607489"/>
              <a:chOff x="1395869" y="1620774"/>
              <a:chExt cx="1424940" cy="669925"/>
            </a:xfrm>
          </p:grpSpPr>
          <p:sp>
            <p:nvSpPr>
              <p:cNvPr id="157" name="object 157"/>
              <p:cNvSpPr/>
              <p:nvPr/>
            </p:nvSpPr>
            <p:spPr>
              <a:xfrm>
                <a:off x="1395869" y="1620774"/>
                <a:ext cx="1424940" cy="669925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69925">
                    <a:moveTo>
                      <a:pt x="1424940" y="334518"/>
                    </a:moveTo>
                    <a:lnTo>
                      <a:pt x="1413476" y="274478"/>
                    </a:lnTo>
                    <a:lnTo>
                      <a:pt x="1380419" y="217933"/>
                    </a:lnTo>
                    <a:lnTo>
                      <a:pt x="1327770" y="165833"/>
                    </a:lnTo>
                    <a:lnTo>
                      <a:pt x="1294724" y="141749"/>
                    </a:lnTo>
                    <a:lnTo>
                      <a:pt x="1257529" y="119134"/>
                    </a:lnTo>
                    <a:lnTo>
                      <a:pt x="1216437" y="98107"/>
                    </a:lnTo>
                    <a:lnTo>
                      <a:pt x="1171697" y="78788"/>
                    </a:lnTo>
                    <a:lnTo>
                      <a:pt x="1123560" y="61295"/>
                    </a:lnTo>
                    <a:lnTo>
                      <a:pt x="1072275" y="45748"/>
                    </a:lnTo>
                    <a:lnTo>
                      <a:pt x="1018092" y="32266"/>
                    </a:lnTo>
                    <a:lnTo>
                      <a:pt x="961262" y="20968"/>
                    </a:lnTo>
                    <a:lnTo>
                      <a:pt x="902035" y="11973"/>
                    </a:lnTo>
                    <a:lnTo>
                      <a:pt x="840660" y="5400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0"/>
                    </a:lnTo>
                    <a:lnTo>
                      <a:pt x="522904" y="11973"/>
                    </a:lnTo>
                    <a:lnTo>
                      <a:pt x="463677" y="20968"/>
                    </a:lnTo>
                    <a:lnTo>
                      <a:pt x="406847" y="32266"/>
                    </a:lnTo>
                    <a:lnTo>
                      <a:pt x="352664" y="45748"/>
                    </a:lnTo>
                    <a:lnTo>
                      <a:pt x="301379" y="61295"/>
                    </a:lnTo>
                    <a:lnTo>
                      <a:pt x="253242" y="78788"/>
                    </a:lnTo>
                    <a:lnTo>
                      <a:pt x="208502" y="98107"/>
                    </a:lnTo>
                    <a:lnTo>
                      <a:pt x="167410" y="119134"/>
                    </a:lnTo>
                    <a:lnTo>
                      <a:pt x="130215" y="141749"/>
                    </a:lnTo>
                    <a:lnTo>
                      <a:pt x="97169" y="165833"/>
                    </a:lnTo>
                    <a:lnTo>
                      <a:pt x="68520" y="191268"/>
                    </a:lnTo>
                    <a:lnTo>
                      <a:pt x="25417" y="245709"/>
                    </a:lnTo>
                    <a:lnTo>
                      <a:pt x="2907" y="304121"/>
                    </a:lnTo>
                    <a:lnTo>
                      <a:pt x="0" y="334518"/>
                    </a:lnTo>
                    <a:lnTo>
                      <a:pt x="2907" y="365034"/>
                    </a:lnTo>
                    <a:lnTo>
                      <a:pt x="25417" y="423647"/>
                    </a:lnTo>
                    <a:lnTo>
                      <a:pt x="68520" y="478242"/>
                    </a:lnTo>
                    <a:lnTo>
                      <a:pt x="97169" y="503738"/>
                    </a:lnTo>
                    <a:lnTo>
                      <a:pt x="125730" y="524598"/>
                    </a:lnTo>
                    <a:lnTo>
                      <a:pt x="125730" y="334518"/>
                    </a:lnTo>
                    <a:lnTo>
                      <a:pt x="129175" y="304594"/>
                    </a:lnTo>
                    <a:lnTo>
                      <a:pt x="155661" y="247680"/>
                    </a:lnTo>
                    <a:lnTo>
                      <a:pt x="205881" y="195805"/>
                    </a:lnTo>
                    <a:lnTo>
                      <a:pt x="238993" y="172181"/>
                    </a:lnTo>
                    <a:lnTo>
                      <a:pt x="276962" y="150325"/>
                    </a:lnTo>
                    <a:lnTo>
                      <a:pt x="319429" y="130405"/>
                    </a:lnTo>
                    <a:lnTo>
                      <a:pt x="366034" y="112593"/>
                    </a:lnTo>
                    <a:lnTo>
                      <a:pt x="416418" y="97056"/>
                    </a:lnTo>
                    <a:lnTo>
                      <a:pt x="470223" y="83964"/>
                    </a:lnTo>
                    <a:lnTo>
                      <a:pt x="527090" y="73487"/>
                    </a:lnTo>
                    <a:lnTo>
                      <a:pt x="586659" y="65793"/>
                    </a:lnTo>
                    <a:lnTo>
                      <a:pt x="647551" y="61131"/>
                    </a:lnTo>
                    <a:lnTo>
                      <a:pt x="648572" y="61053"/>
                    </a:lnTo>
                    <a:lnTo>
                      <a:pt x="712470" y="59436"/>
                    </a:lnTo>
                    <a:lnTo>
                      <a:pt x="776367" y="61053"/>
                    </a:lnTo>
                    <a:lnTo>
                      <a:pt x="838280" y="65793"/>
                    </a:lnTo>
                    <a:lnTo>
                      <a:pt x="897849" y="73487"/>
                    </a:lnTo>
                    <a:lnTo>
                      <a:pt x="954716" y="83964"/>
                    </a:lnTo>
                    <a:lnTo>
                      <a:pt x="1008521" y="97056"/>
                    </a:lnTo>
                    <a:lnTo>
                      <a:pt x="1058905" y="112593"/>
                    </a:lnTo>
                    <a:lnTo>
                      <a:pt x="1105510" y="130405"/>
                    </a:lnTo>
                    <a:lnTo>
                      <a:pt x="1147977" y="150325"/>
                    </a:lnTo>
                    <a:lnTo>
                      <a:pt x="1185946" y="172181"/>
                    </a:lnTo>
                    <a:lnTo>
                      <a:pt x="1219058" y="195805"/>
                    </a:lnTo>
                    <a:lnTo>
                      <a:pt x="1269278" y="247680"/>
                    </a:lnTo>
                    <a:lnTo>
                      <a:pt x="1295764" y="304594"/>
                    </a:lnTo>
                    <a:lnTo>
                      <a:pt x="1299210" y="334518"/>
                    </a:lnTo>
                    <a:lnTo>
                      <a:pt x="1299210" y="524598"/>
                    </a:lnTo>
                    <a:lnTo>
                      <a:pt x="1327770" y="503738"/>
                    </a:lnTo>
                    <a:lnTo>
                      <a:pt x="1356419" y="478242"/>
                    </a:lnTo>
                    <a:lnTo>
                      <a:pt x="1399522" y="423647"/>
                    </a:lnTo>
                    <a:lnTo>
                      <a:pt x="1422032" y="365034"/>
                    </a:lnTo>
                    <a:lnTo>
                      <a:pt x="1424940" y="334518"/>
                    </a:lnTo>
                    <a:close/>
                  </a:path>
                  <a:path w="1424939" h="669925">
                    <a:moveTo>
                      <a:pt x="1299210" y="524598"/>
                    </a:moveTo>
                    <a:lnTo>
                      <a:pt x="1299210" y="334518"/>
                    </a:lnTo>
                    <a:lnTo>
                      <a:pt x="1295764" y="364583"/>
                    </a:lnTo>
                    <a:lnTo>
                      <a:pt x="1285667" y="393709"/>
                    </a:lnTo>
                    <a:lnTo>
                      <a:pt x="1246955" y="448468"/>
                    </a:lnTo>
                    <a:lnTo>
                      <a:pt x="1185946" y="497451"/>
                    </a:lnTo>
                    <a:lnTo>
                      <a:pt x="1147977" y="519357"/>
                    </a:lnTo>
                    <a:lnTo>
                      <a:pt x="1105510" y="539314"/>
                    </a:lnTo>
                    <a:lnTo>
                      <a:pt x="1058905" y="557156"/>
                    </a:lnTo>
                    <a:lnTo>
                      <a:pt x="1008521" y="572713"/>
                    </a:lnTo>
                    <a:lnTo>
                      <a:pt x="954716" y="585819"/>
                    </a:lnTo>
                    <a:lnTo>
                      <a:pt x="897849" y="596304"/>
                    </a:lnTo>
                    <a:lnTo>
                      <a:pt x="838280" y="604002"/>
                    </a:lnTo>
                    <a:lnTo>
                      <a:pt x="777388" y="608665"/>
                    </a:lnTo>
                    <a:lnTo>
                      <a:pt x="712470" y="610362"/>
                    </a:lnTo>
                    <a:lnTo>
                      <a:pt x="648572" y="608744"/>
                    </a:lnTo>
                    <a:lnTo>
                      <a:pt x="586659" y="604002"/>
                    </a:lnTo>
                    <a:lnTo>
                      <a:pt x="527090" y="596304"/>
                    </a:lnTo>
                    <a:lnTo>
                      <a:pt x="470223" y="585819"/>
                    </a:lnTo>
                    <a:lnTo>
                      <a:pt x="416418" y="572713"/>
                    </a:lnTo>
                    <a:lnTo>
                      <a:pt x="366034" y="557156"/>
                    </a:lnTo>
                    <a:lnTo>
                      <a:pt x="319429" y="539314"/>
                    </a:lnTo>
                    <a:lnTo>
                      <a:pt x="276962" y="519357"/>
                    </a:lnTo>
                    <a:lnTo>
                      <a:pt x="238993" y="497451"/>
                    </a:lnTo>
                    <a:lnTo>
                      <a:pt x="205881" y="473766"/>
                    </a:lnTo>
                    <a:lnTo>
                      <a:pt x="155661" y="421727"/>
                    </a:lnTo>
                    <a:lnTo>
                      <a:pt x="129175" y="364583"/>
                    </a:lnTo>
                    <a:lnTo>
                      <a:pt x="125730" y="334518"/>
                    </a:lnTo>
                    <a:lnTo>
                      <a:pt x="125730" y="524598"/>
                    </a:lnTo>
                    <a:lnTo>
                      <a:pt x="167410" y="550532"/>
                    </a:lnTo>
                    <a:lnTo>
                      <a:pt x="208502" y="571595"/>
                    </a:lnTo>
                    <a:lnTo>
                      <a:pt x="253242" y="590943"/>
                    </a:lnTo>
                    <a:lnTo>
                      <a:pt x="301379" y="608457"/>
                    </a:lnTo>
                    <a:lnTo>
                      <a:pt x="352664" y="624021"/>
                    </a:lnTo>
                    <a:lnTo>
                      <a:pt x="406847" y="637515"/>
                    </a:lnTo>
                    <a:lnTo>
                      <a:pt x="463677" y="648821"/>
                    </a:lnTo>
                    <a:lnTo>
                      <a:pt x="522904" y="657821"/>
                    </a:lnTo>
                    <a:lnTo>
                      <a:pt x="584279" y="664396"/>
                    </a:lnTo>
                    <a:lnTo>
                      <a:pt x="647551" y="668427"/>
                    </a:lnTo>
                    <a:lnTo>
                      <a:pt x="712470" y="669798"/>
                    </a:lnTo>
                    <a:lnTo>
                      <a:pt x="776367" y="668449"/>
                    </a:lnTo>
                    <a:lnTo>
                      <a:pt x="840660" y="664396"/>
                    </a:lnTo>
                    <a:lnTo>
                      <a:pt x="902035" y="657821"/>
                    </a:lnTo>
                    <a:lnTo>
                      <a:pt x="961262" y="648821"/>
                    </a:lnTo>
                    <a:lnTo>
                      <a:pt x="1018092" y="637515"/>
                    </a:lnTo>
                    <a:lnTo>
                      <a:pt x="1072275" y="624021"/>
                    </a:lnTo>
                    <a:lnTo>
                      <a:pt x="1123560" y="608457"/>
                    </a:lnTo>
                    <a:lnTo>
                      <a:pt x="1171697" y="590943"/>
                    </a:lnTo>
                    <a:lnTo>
                      <a:pt x="1216437" y="571595"/>
                    </a:lnTo>
                    <a:lnTo>
                      <a:pt x="1257529" y="550532"/>
                    </a:lnTo>
                    <a:lnTo>
                      <a:pt x="1294724" y="527874"/>
                    </a:lnTo>
                    <a:lnTo>
                      <a:pt x="1299210" y="524598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1190244" y="279653"/>
                    </a:moveTo>
                    <a:lnTo>
                      <a:pt x="1176505" y="219590"/>
                    </a:lnTo>
                    <a:lnTo>
                      <a:pt x="1137234" y="164051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595122" y="0"/>
                    </a:move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lnTo>
                      <a:pt x="1186748" y="249141"/>
                    </a:lnTo>
                    <a:lnTo>
                      <a:pt x="1159879" y="191170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0" name="object 160"/>
            <p:cNvSpPr txBox="1"/>
            <p:nvPr/>
          </p:nvSpPr>
          <p:spPr>
            <a:xfrm>
              <a:off x="2354680" y="1615065"/>
              <a:ext cx="1497704" cy="138847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458350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</a:t>
              </a:r>
              <a:endParaRPr sz="1814">
                <a:latin typeface="Lantinghei SC Heavy"/>
                <a:cs typeface="Lantinghei SC Heavy"/>
              </a:endParaRPr>
            </a:p>
            <a:p>
              <a:pPr marL="11516" marR="4607" algn="just">
                <a:spcBef>
                  <a:spcPts val="1632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划分子集，并使子集具有某种特性，如有序或相同散列</a:t>
              </a:r>
              <a:r>
                <a:rPr sz="1451" b="1" spc="-23" dirty="0">
                  <a:latin typeface="Lantinghei SC Heavy"/>
                  <a:cs typeface="Lantinghei SC Heavy"/>
                </a:rPr>
                <a:t>值等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61" name="object 161"/>
            <p:cNvGrpSpPr/>
            <p:nvPr/>
          </p:nvGrpSpPr>
          <p:grpSpPr>
            <a:xfrm>
              <a:off x="2513382" y="5576228"/>
              <a:ext cx="1292137" cy="608064"/>
              <a:chOff x="1395869" y="6149340"/>
              <a:chExt cx="1424940" cy="670560"/>
            </a:xfrm>
          </p:grpSpPr>
          <p:sp>
            <p:nvSpPr>
              <p:cNvPr id="162" name="object 162"/>
              <p:cNvSpPr/>
              <p:nvPr/>
            </p:nvSpPr>
            <p:spPr>
              <a:xfrm>
                <a:off x="1395869" y="6149340"/>
                <a:ext cx="1424940" cy="670560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70559">
                    <a:moveTo>
                      <a:pt x="1424940" y="335279"/>
                    </a:moveTo>
                    <a:lnTo>
                      <a:pt x="1413476" y="275014"/>
                    </a:lnTo>
                    <a:lnTo>
                      <a:pt x="1380419" y="218291"/>
                    </a:lnTo>
                    <a:lnTo>
                      <a:pt x="1327770" y="166059"/>
                    </a:lnTo>
                    <a:lnTo>
                      <a:pt x="1294724" y="141923"/>
                    </a:lnTo>
                    <a:lnTo>
                      <a:pt x="1257529" y="119265"/>
                    </a:lnTo>
                    <a:lnTo>
                      <a:pt x="1216437" y="98202"/>
                    </a:lnTo>
                    <a:lnTo>
                      <a:pt x="1171697" y="78854"/>
                    </a:lnTo>
                    <a:lnTo>
                      <a:pt x="1123560" y="61340"/>
                    </a:lnTo>
                    <a:lnTo>
                      <a:pt x="1072275" y="45776"/>
                    </a:lnTo>
                    <a:lnTo>
                      <a:pt x="1018092" y="32282"/>
                    </a:lnTo>
                    <a:lnTo>
                      <a:pt x="961262" y="20976"/>
                    </a:lnTo>
                    <a:lnTo>
                      <a:pt x="902035" y="11976"/>
                    </a:lnTo>
                    <a:lnTo>
                      <a:pt x="840660" y="5401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1"/>
                    </a:lnTo>
                    <a:lnTo>
                      <a:pt x="522904" y="11976"/>
                    </a:lnTo>
                    <a:lnTo>
                      <a:pt x="463677" y="20976"/>
                    </a:lnTo>
                    <a:lnTo>
                      <a:pt x="406847" y="32282"/>
                    </a:lnTo>
                    <a:lnTo>
                      <a:pt x="352664" y="45776"/>
                    </a:lnTo>
                    <a:lnTo>
                      <a:pt x="301379" y="61340"/>
                    </a:lnTo>
                    <a:lnTo>
                      <a:pt x="253242" y="78854"/>
                    </a:lnTo>
                    <a:lnTo>
                      <a:pt x="208502" y="98202"/>
                    </a:lnTo>
                    <a:lnTo>
                      <a:pt x="167410" y="119265"/>
                    </a:lnTo>
                    <a:lnTo>
                      <a:pt x="130215" y="141923"/>
                    </a:lnTo>
                    <a:lnTo>
                      <a:pt x="97169" y="166059"/>
                    </a:lnTo>
                    <a:lnTo>
                      <a:pt x="68520" y="191555"/>
                    </a:lnTo>
                    <a:lnTo>
                      <a:pt x="25417" y="246150"/>
                    </a:lnTo>
                    <a:lnTo>
                      <a:pt x="2907" y="304763"/>
                    </a:lnTo>
                    <a:lnTo>
                      <a:pt x="0" y="335279"/>
                    </a:lnTo>
                    <a:lnTo>
                      <a:pt x="2907" y="365796"/>
                    </a:lnTo>
                    <a:lnTo>
                      <a:pt x="25417" y="424409"/>
                    </a:lnTo>
                    <a:lnTo>
                      <a:pt x="68520" y="479004"/>
                    </a:lnTo>
                    <a:lnTo>
                      <a:pt x="97169" y="504500"/>
                    </a:lnTo>
                    <a:lnTo>
                      <a:pt x="125730" y="525360"/>
                    </a:lnTo>
                    <a:lnTo>
                      <a:pt x="125730" y="335279"/>
                    </a:lnTo>
                    <a:lnTo>
                      <a:pt x="129175" y="305214"/>
                    </a:lnTo>
                    <a:lnTo>
                      <a:pt x="155661" y="248070"/>
                    </a:lnTo>
                    <a:lnTo>
                      <a:pt x="205881" y="196031"/>
                    </a:lnTo>
                    <a:lnTo>
                      <a:pt x="238993" y="172346"/>
                    </a:lnTo>
                    <a:lnTo>
                      <a:pt x="276962" y="150440"/>
                    </a:lnTo>
                    <a:lnTo>
                      <a:pt x="319429" y="130483"/>
                    </a:lnTo>
                    <a:lnTo>
                      <a:pt x="366034" y="112641"/>
                    </a:lnTo>
                    <a:lnTo>
                      <a:pt x="416418" y="97084"/>
                    </a:lnTo>
                    <a:lnTo>
                      <a:pt x="470223" y="83978"/>
                    </a:lnTo>
                    <a:lnTo>
                      <a:pt x="527090" y="73493"/>
                    </a:lnTo>
                    <a:lnTo>
                      <a:pt x="586659" y="65795"/>
                    </a:lnTo>
                    <a:lnTo>
                      <a:pt x="647551" y="61132"/>
                    </a:lnTo>
                    <a:lnTo>
                      <a:pt x="712470" y="59435"/>
                    </a:lnTo>
                    <a:lnTo>
                      <a:pt x="776367" y="61053"/>
                    </a:lnTo>
                    <a:lnTo>
                      <a:pt x="838280" y="65795"/>
                    </a:lnTo>
                    <a:lnTo>
                      <a:pt x="897849" y="73493"/>
                    </a:lnTo>
                    <a:lnTo>
                      <a:pt x="954716" y="83978"/>
                    </a:lnTo>
                    <a:lnTo>
                      <a:pt x="1008521" y="97084"/>
                    </a:lnTo>
                    <a:lnTo>
                      <a:pt x="1058905" y="112641"/>
                    </a:lnTo>
                    <a:lnTo>
                      <a:pt x="1105510" y="130483"/>
                    </a:lnTo>
                    <a:lnTo>
                      <a:pt x="1147977" y="150440"/>
                    </a:lnTo>
                    <a:lnTo>
                      <a:pt x="1185946" y="172346"/>
                    </a:lnTo>
                    <a:lnTo>
                      <a:pt x="1219058" y="196031"/>
                    </a:lnTo>
                    <a:lnTo>
                      <a:pt x="1269278" y="248070"/>
                    </a:lnTo>
                    <a:lnTo>
                      <a:pt x="1295764" y="305214"/>
                    </a:lnTo>
                    <a:lnTo>
                      <a:pt x="1299210" y="335279"/>
                    </a:lnTo>
                    <a:lnTo>
                      <a:pt x="1299210" y="525360"/>
                    </a:lnTo>
                    <a:lnTo>
                      <a:pt x="1327770" y="504500"/>
                    </a:lnTo>
                    <a:lnTo>
                      <a:pt x="1356419" y="479004"/>
                    </a:lnTo>
                    <a:lnTo>
                      <a:pt x="1399522" y="424409"/>
                    </a:lnTo>
                    <a:lnTo>
                      <a:pt x="1422032" y="365796"/>
                    </a:lnTo>
                    <a:lnTo>
                      <a:pt x="1424940" y="335279"/>
                    </a:lnTo>
                    <a:close/>
                  </a:path>
                  <a:path w="1424939" h="670559">
                    <a:moveTo>
                      <a:pt x="1299210" y="525360"/>
                    </a:moveTo>
                    <a:lnTo>
                      <a:pt x="1299210" y="335279"/>
                    </a:lnTo>
                    <a:lnTo>
                      <a:pt x="1295764" y="365345"/>
                    </a:lnTo>
                    <a:lnTo>
                      <a:pt x="1285667" y="394471"/>
                    </a:lnTo>
                    <a:lnTo>
                      <a:pt x="1246955" y="449230"/>
                    </a:lnTo>
                    <a:lnTo>
                      <a:pt x="1185946" y="498213"/>
                    </a:lnTo>
                    <a:lnTo>
                      <a:pt x="1147977" y="520119"/>
                    </a:lnTo>
                    <a:lnTo>
                      <a:pt x="1105510" y="540076"/>
                    </a:lnTo>
                    <a:lnTo>
                      <a:pt x="1058905" y="557918"/>
                    </a:lnTo>
                    <a:lnTo>
                      <a:pt x="1008521" y="573475"/>
                    </a:lnTo>
                    <a:lnTo>
                      <a:pt x="954716" y="586581"/>
                    </a:lnTo>
                    <a:lnTo>
                      <a:pt x="897849" y="597066"/>
                    </a:lnTo>
                    <a:lnTo>
                      <a:pt x="838280" y="604764"/>
                    </a:lnTo>
                    <a:lnTo>
                      <a:pt x="777388" y="609427"/>
                    </a:lnTo>
                    <a:lnTo>
                      <a:pt x="712470" y="611123"/>
                    </a:lnTo>
                    <a:lnTo>
                      <a:pt x="648572" y="609506"/>
                    </a:lnTo>
                    <a:lnTo>
                      <a:pt x="586659" y="604764"/>
                    </a:lnTo>
                    <a:lnTo>
                      <a:pt x="527090" y="597066"/>
                    </a:lnTo>
                    <a:lnTo>
                      <a:pt x="470223" y="586581"/>
                    </a:lnTo>
                    <a:lnTo>
                      <a:pt x="416418" y="573475"/>
                    </a:lnTo>
                    <a:lnTo>
                      <a:pt x="366034" y="557918"/>
                    </a:lnTo>
                    <a:lnTo>
                      <a:pt x="319429" y="540076"/>
                    </a:lnTo>
                    <a:lnTo>
                      <a:pt x="276962" y="520119"/>
                    </a:lnTo>
                    <a:lnTo>
                      <a:pt x="238993" y="498213"/>
                    </a:lnTo>
                    <a:lnTo>
                      <a:pt x="205881" y="474528"/>
                    </a:lnTo>
                    <a:lnTo>
                      <a:pt x="155661" y="422489"/>
                    </a:lnTo>
                    <a:lnTo>
                      <a:pt x="129175" y="365345"/>
                    </a:lnTo>
                    <a:lnTo>
                      <a:pt x="125730" y="335279"/>
                    </a:lnTo>
                    <a:lnTo>
                      <a:pt x="125730" y="525360"/>
                    </a:lnTo>
                    <a:lnTo>
                      <a:pt x="167410" y="551294"/>
                    </a:lnTo>
                    <a:lnTo>
                      <a:pt x="208502" y="572357"/>
                    </a:lnTo>
                    <a:lnTo>
                      <a:pt x="253242" y="591705"/>
                    </a:lnTo>
                    <a:lnTo>
                      <a:pt x="301379" y="609219"/>
                    </a:lnTo>
                    <a:lnTo>
                      <a:pt x="352664" y="624783"/>
                    </a:lnTo>
                    <a:lnTo>
                      <a:pt x="406847" y="638277"/>
                    </a:lnTo>
                    <a:lnTo>
                      <a:pt x="463677" y="649583"/>
                    </a:lnTo>
                    <a:lnTo>
                      <a:pt x="522904" y="658583"/>
                    </a:lnTo>
                    <a:lnTo>
                      <a:pt x="584279" y="665158"/>
                    </a:lnTo>
                    <a:lnTo>
                      <a:pt x="647551" y="669189"/>
                    </a:lnTo>
                    <a:lnTo>
                      <a:pt x="712470" y="670559"/>
                    </a:lnTo>
                    <a:lnTo>
                      <a:pt x="776367" y="669211"/>
                    </a:lnTo>
                    <a:lnTo>
                      <a:pt x="840660" y="665158"/>
                    </a:lnTo>
                    <a:lnTo>
                      <a:pt x="902035" y="658583"/>
                    </a:lnTo>
                    <a:lnTo>
                      <a:pt x="961262" y="649583"/>
                    </a:lnTo>
                    <a:lnTo>
                      <a:pt x="1018092" y="638277"/>
                    </a:lnTo>
                    <a:lnTo>
                      <a:pt x="1072275" y="624783"/>
                    </a:lnTo>
                    <a:lnTo>
                      <a:pt x="1123560" y="609219"/>
                    </a:lnTo>
                    <a:lnTo>
                      <a:pt x="1171697" y="591705"/>
                    </a:lnTo>
                    <a:lnTo>
                      <a:pt x="1216437" y="572357"/>
                    </a:lnTo>
                    <a:lnTo>
                      <a:pt x="1257529" y="551294"/>
                    </a:lnTo>
                    <a:lnTo>
                      <a:pt x="1294724" y="528636"/>
                    </a:lnTo>
                    <a:lnTo>
                      <a:pt x="1299210" y="525360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1190244" y="280415"/>
                    </a:moveTo>
                    <a:lnTo>
                      <a:pt x="1176505" y="220315"/>
                    </a:lnTo>
                    <a:lnTo>
                      <a:pt x="1137234" y="164679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595122" y="0"/>
                    </a:move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lnTo>
                      <a:pt x="1186748" y="249893"/>
                    </a:lnTo>
                    <a:lnTo>
                      <a:pt x="1159879" y="191853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5" name="object 165"/>
            <p:cNvSpPr txBox="1"/>
            <p:nvPr/>
          </p:nvSpPr>
          <p:spPr>
            <a:xfrm>
              <a:off x="2801757" y="5722264"/>
              <a:ext cx="713439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</a:t>
              </a:r>
              <a:endParaRPr sz="1814">
                <a:latin typeface="Lantinghei SC Heavy"/>
                <a:cs typeface="Lantinghei SC Heavy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216209D3-80BF-14F4-8579-D3E06BA4B99D}"/>
              </a:ext>
            </a:extLst>
          </p:cNvPr>
          <p:cNvGrpSpPr/>
          <p:nvPr/>
        </p:nvGrpSpPr>
        <p:grpSpPr>
          <a:xfrm>
            <a:off x="7089057" y="1371427"/>
            <a:ext cx="245299" cy="2762778"/>
            <a:chOff x="7089057" y="1371427"/>
            <a:chExt cx="245299" cy="2762778"/>
          </a:xfrm>
        </p:grpSpPr>
        <p:sp>
          <p:nvSpPr>
            <p:cNvPr id="6" name="object 6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1007" y="1371427"/>
              <a:ext cx="0" cy="2762778"/>
            </a:xfrm>
            <a:custGeom>
              <a:avLst/>
              <a:gdLst/>
              <a:ahLst/>
              <a:cxnLst/>
              <a:rect l="l" t="t" r="r" b="b"/>
              <a:pathLst>
                <a:path h="3046729">
                  <a:moveTo>
                    <a:pt x="0" y="0"/>
                  </a:moveTo>
                  <a:lnTo>
                    <a:pt x="0" y="3046666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410DCA32-C658-85C1-7C6D-25E8C520F054}"/>
              </a:ext>
            </a:extLst>
          </p:cNvPr>
          <p:cNvGrpSpPr/>
          <p:nvPr/>
        </p:nvGrpSpPr>
        <p:grpSpPr>
          <a:xfrm>
            <a:off x="7034480" y="4494149"/>
            <a:ext cx="279272" cy="1131484"/>
            <a:chOff x="7034480" y="4494149"/>
            <a:chExt cx="279272" cy="1131484"/>
          </a:xfrm>
        </p:grpSpPr>
        <p:sp>
          <p:nvSpPr>
            <p:cNvPr id="19" name="object 19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307848" y="200405"/>
                  </a:moveTo>
                  <a:lnTo>
                    <a:pt x="307848" y="67055"/>
                  </a:lnTo>
                  <a:lnTo>
                    <a:pt x="76962" y="67056"/>
                  </a:lnTo>
                  <a:lnTo>
                    <a:pt x="76962" y="0"/>
                  </a:lnTo>
                  <a:lnTo>
                    <a:pt x="0" y="133350"/>
                  </a:lnTo>
                  <a:lnTo>
                    <a:pt x="76962" y="266700"/>
                  </a:lnTo>
                  <a:lnTo>
                    <a:pt x="76962" y="200406"/>
                  </a:lnTo>
                  <a:lnTo>
                    <a:pt x="307848" y="200405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76962" y="0"/>
                  </a:moveTo>
                  <a:lnTo>
                    <a:pt x="76962" y="67056"/>
                  </a:lnTo>
                  <a:lnTo>
                    <a:pt x="307848" y="67055"/>
                  </a:lnTo>
                  <a:lnTo>
                    <a:pt x="307848" y="200405"/>
                  </a:lnTo>
                  <a:lnTo>
                    <a:pt x="76962" y="200406"/>
                  </a:lnTo>
                  <a:lnTo>
                    <a:pt x="76962" y="266700"/>
                  </a:lnTo>
                  <a:lnTo>
                    <a:pt x="0" y="133350"/>
                  </a:lnTo>
                  <a:lnTo>
                    <a:pt x="76962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7201007" y="4494149"/>
              <a:ext cx="0" cy="1131484"/>
            </a:xfrm>
            <a:custGeom>
              <a:avLst/>
              <a:gdLst/>
              <a:ahLst/>
              <a:cxnLst/>
              <a:rect l="l" t="t" r="r" b="b"/>
              <a:pathLst>
                <a:path h="1247775">
                  <a:moveTo>
                    <a:pt x="0" y="0"/>
                  </a:moveTo>
                  <a:lnTo>
                    <a:pt x="0" y="1247393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2" name="object 22"/>
          <p:cNvSpPr/>
          <p:nvPr/>
        </p:nvSpPr>
        <p:spPr>
          <a:xfrm>
            <a:off x="7201007" y="5985288"/>
            <a:ext cx="0" cy="187717"/>
          </a:xfrm>
          <a:custGeom>
            <a:avLst/>
            <a:gdLst/>
            <a:ahLst/>
            <a:cxnLst/>
            <a:rect l="l" t="t" r="r" b="b"/>
            <a:pathLst>
              <a:path h="207009">
                <a:moveTo>
                  <a:pt x="0" y="0"/>
                </a:moveTo>
                <a:lnTo>
                  <a:pt x="0" y="206692"/>
                </a:lnTo>
              </a:path>
            </a:pathLst>
          </a:custGeom>
          <a:ln w="11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6" name="object 26"/>
          <p:cNvSpPr txBox="1"/>
          <p:nvPr/>
        </p:nvSpPr>
        <p:spPr>
          <a:xfrm>
            <a:off x="6533754" y="1469949"/>
            <a:ext cx="1392329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  <a:tabLst>
                <a:tab pos="919580" algn="l"/>
              </a:tabLst>
            </a:pPr>
            <a:r>
              <a:rPr sz="1814" b="1" spc="-18" dirty="0">
                <a:latin typeface="Lantinghei SC Heavy"/>
                <a:cs typeface="Lantinghei SC Heavy"/>
              </a:rPr>
              <a:t>磁</a:t>
            </a:r>
            <a:r>
              <a:rPr sz="1814" b="1" spc="-45" dirty="0">
                <a:latin typeface="Lantinghei SC Heavy"/>
                <a:cs typeface="Lantinghei SC Heavy"/>
              </a:rPr>
              <a:t>盘</a:t>
            </a:r>
            <a:r>
              <a:rPr sz="1814" b="1" dirty="0">
                <a:latin typeface="Lantinghei SC Heavy"/>
                <a:cs typeface="Lantinghei SC Heavy"/>
              </a:rPr>
              <a:t>	</a:t>
            </a:r>
            <a:r>
              <a:rPr sz="1814" b="1" spc="-18" dirty="0">
                <a:latin typeface="Lantinghei SC Heavy"/>
                <a:cs typeface="Lantinghei SC Heavy"/>
              </a:rPr>
              <a:t>内</a:t>
            </a:r>
            <a:r>
              <a:rPr sz="1814" b="1" spc="-45" dirty="0">
                <a:latin typeface="Lantinghei SC Heavy"/>
                <a:cs typeface="Lantinghei SC Heavy"/>
              </a:rPr>
              <a:t>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98589"/>
              </p:ext>
            </p:extLst>
          </p:nvPr>
        </p:nvGraphicFramePr>
        <p:xfrm>
          <a:off x="2236990" y="2010586"/>
          <a:ext cx="476950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32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5009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90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58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43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32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0922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dirty="0"/>
                        <a:t>28 </a:t>
                      </a:r>
                      <a:r>
                        <a:rPr sz="1500" spc="-25" dirty="0"/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11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object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420371"/>
              </p:ext>
            </p:extLst>
          </p:nvPr>
        </p:nvGraphicFramePr>
        <p:xfrm>
          <a:off x="2234916" y="3127905"/>
          <a:ext cx="4771805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80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34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object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549426"/>
              </p:ext>
            </p:extLst>
          </p:nvPr>
        </p:nvGraphicFramePr>
        <p:xfrm>
          <a:off x="2236990" y="3686218"/>
          <a:ext cx="4769503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09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 txBox="1"/>
          <p:nvPr/>
        </p:nvSpPr>
        <p:spPr>
          <a:xfrm>
            <a:off x="6718702" y="5625287"/>
            <a:ext cx="897701" cy="31290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3397" rIns="0" bIns="0" rtlCol="0">
            <a:spAutoFit/>
          </a:bodyPr>
          <a:lstStyle/>
          <a:p>
            <a:pPr marL="67947">
              <a:spcBef>
                <a:spcPts val="263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写磁盘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718702" y="4134148"/>
            <a:ext cx="882730" cy="31232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2822" rIns="0" bIns="0" rtlCol="0">
            <a:spAutoFit/>
          </a:bodyPr>
          <a:lstStyle/>
          <a:p>
            <a:pPr marL="98465">
              <a:spcBef>
                <a:spcPts val="258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读磁盘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569567"/>
              </p:ext>
            </p:extLst>
          </p:nvPr>
        </p:nvGraphicFramePr>
        <p:xfrm>
          <a:off x="2234917" y="2558016"/>
          <a:ext cx="477065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9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55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27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object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998677"/>
              </p:ext>
            </p:extLst>
          </p:nvPr>
        </p:nvGraphicFramePr>
        <p:xfrm>
          <a:off x="7406359" y="2014905"/>
          <a:ext cx="1594441" cy="20689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91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1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8890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3815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65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8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6" name="object 46"/>
          <p:cNvSpPr txBox="1"/>
          <p:nvPr/>
        </p:nvSpPr>
        <p:spPr>
          <a:xfrm>
            <a:off x="2234916" y="1363225"/>
            <a:ext cx="3719517" cy="380960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400" spc="-18" dirty="0">
                <a:latin typeface="SimHei" panose="02010609060101010101" pitchFamily="49" charset="-122"/>
                <a:ea typeface="SimHei" panose="02010609060101010101" pitchFamily="49" charset="-122"/>
              </a:rPr>
              <a:t>两阶段多路归并排序</a:t>
            </a:r>
            <a:r>
              <a:rPr lang="en" altLang="zh-CN" sz="2400" spc="-9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rPr>
              <a:t>TPMMS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8F37DE-CB23-9306-222B-0CB221B9F1B3}"/>
              </a:ext>
            </a:extLst>
          </p:cNvPr>
          <p:cNvSpPr/>
          <p:nvPr/>
        </p:nvSpPr>
        <p:spPr>
          <a:xfrm>
            <a:off x="9186203" y="2010586"/>
            <a:ext cx="430517" cy="207121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05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03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10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08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5E5334-4CFF-E5BC-5F98-A8C33F2ED9AD}"/>
              </a:ext>
            </a:extLst>
          </p:cNvPr>
          <p:cNvSpPr/>
          <p:nvPr/>
        </p:nvSpPr>
        <p:spPr>
          <a:xfrm>
            <a:off x="7591770" y="5230046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dirty="0"/>
              <a:t>03</a:t>
            </a:r>
            <a:endParaRPr kumimoji="1" lang="zh-CN" altLang="en-US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6E88FE-E6E0-E8A6-E387-F09E26127E9A}"/>
              </a:ext>
            </a:extLst>
          </p:cNvPr>
          <p:cNvSpPr/>
          <p:nvPr/>
        </p:nvSpPr>
        <p:spPr>
          <a:xfrm>
            <a:off x="4952268" y="5227052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sz="1600" dirty="0"/>
              <a:t>03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04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05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06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08</a:t>
            </a:r>
            <a:endParaRPr kumimoji="1" lang="zh-CN" alt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FDB2EC19-3DEF-F1ED-4053-A4A61C15762B}"/>
              </a:ext>
            </a:extLst>
          </p:cNvPr>
          <p:cNvGrpSpPr/>
          <p:nvPr/>
        </p:nvGrpSpPr>
        <p:grpSpPr>
          <a:xfrm>
            <a:off x="2266702" y="1307288"/>
            <a:ext cx="7845293" cy="5166969"/>
            <a:chOff x="2266702" y="1307288"/>
            <a:chExt cx="7845293" cy="5166969"/>
          </a:xfrm>
        </p:grpSpPr>
        <p:sp>
          <p:nvSpPr>
            <p:cNvPr id="4" name="object 4"/>
            <p:cNvSpPr/>
            <p:nvPr/>
          </p:nvSpPr>
          <p:spPr>
            <a:xfrm>
              <a:off x="5090056" y="3840481"/>
              <a:ext cx="4628430" cy="1727"/>
            </a:xfrm>
            <a:custGeom>
              <a:avLst/>
              <a:gdLst/>
              <a:ahLst/>
              <a:cxnLst/>
              <a:rect l="l" t="t" r="r" b="b"/>
              <a:pathLst>
                <a:path w="5104130" h="1904">
                  <a:moveTo>
                    <a:pt x="0" y="0"/>
                  </a:moveTo>
                  <a:lnTo>
                    <a:pt x="5103875" y="1523"/>
                  </a:lnTo>
                </a:path>
              </a:pathLst>
            </a:custGeom>
            <a:ln w="25399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041222" y="403556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823040" y="4202791"/>
              <a:ext cx="164050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58159" marR="27639" indent="-324186">
                <a:spcBef>
                  <a:spcPts val="91"/>
                </a:spcBef>
              </a:pPr>
              <a:r>
                <a:rPr sz="1451" b="1" spc="-68" dirty="0">
                  <a:latin typeface="Lantinghei SC Heavy"/>
                  <a:cs typeface="Lantinghei SC Heavy"/>
                </a:rPr>
                <a:t>子集合</a:t>
              </a:r>
              <a:r>
                <a:rPr sz="1451" b="1" dirty="0">
                  <a:latin typeface="Lantinghei SC Heavy"/>
                  <a:cs typeface="Lantinghei SC Heavy"/>
                </a:rPr>
                <a:t>R</a:t>
              </a:r>
              <a:r>
                <a:rPr sz="1496" b="1" baseline="-20202" dirty="0">
                  <a:latin typeface="Lantinghei SC Heavy"/>
                  <a:cs typeface="Lantinghei SC Heavy"/>
                </a:rPr>
                <a:t>i</a:t>
              </a:r>
              <a:r>
                <a:rPr sz="1496" b="1" spc="197" baseline="-20202" dirty="0">
                  <a:latin typeface="Lantinghei SC Heavy"/>
                  <a:cs typeface="Lantinghei SC Heavy"/>
                </a:rPr>
                <a:t> </a:t>
              </a:r>
              <a:r>
                <a:rPr sz="1451" b="1" dirty="0">
                  <a:latin typeface="Lantinghei SC Heavy"/>
                  <a:cs typeface="Lantinghei SC Heavy"/>
                </a:rPr>
                <a:t>(&lt;=M</a:t>
              </a:r>
              <a:r>
                <a:rPr sz="1451" b="1" spc="-23" dirty="0">
                  <a:latin typeface="Lantinghei SC Heavy"/>
                  <a:cs typeface="Lantinghei SC Heavy"/>
                </a:rPr>
                <a:t>块)</a:t>
              </a:r>
              <a:r>
                <a:rPr sz="1451" b="1" spc="-18" dirty="0">
                  <a:latin typeface="Lantinghei SC Heavy"/>
                  <a:cs typeface="Lantinghei SC Heavy"/>
                </a:rPr>
                <a:t>的散列结构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72" name="组合 171">
              <a:extLst>
                <a:ext uri="{FF2B5EF4-FFF2-40B4-BE49-F238E27FC236}">
                  <a16:creationId xmlns:a16="http://schemas.microsoft.com/office/drawing/2014/main" id="{3D8E5012-421E-7F70-2AA8-5B0F34294ADD}"/>
                </a:ext>
              </a:extLst>
            </p:cNvPr>
            <p:cNvGrpSpPr/>
            <p:nvPr/>
          </p:nvGrpSpPr>
          <p:grpSpPr>
            <a:xfrm>
              <a:off x="6534888" y="4138292"/>
              <a:ext cx="2195597" cy="2003849"/>
              <a:chOff x="6534888" y="4138292"/>
              <a:chExt cx="2195597" cy="2003849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795389" y="4760176"/>
                <a:ext cx="1585229" cy="1307684"/>
              </a:xfrm>
              <a:custGeom>
                <a:avLst/>
                <a:gdLst/>
                <a:ahLst/>
                <a:cxnLst/>
                <a:rect l="l" t="t" r="r" b="b"/>
                <a:pathLst>
                  <a:path w="1748154" h="1442084">
                    <a:moveTo>
                      <a:pt x="0" y="1441704"/>
                    </a:moveTo>
                    <a:lnTo>
                      <a:pt x="0" y="0"/>
                    </a:lnTo>
                    <a:lnTo>
                      <a:pt x="1748027" y="0"/>
                    </a:lnTo>
                    <a:lnTo>
                      <a:pt x="1748027" y="1441704"/>
                    </a:lnTo>
                    <a:lnTo>
                      <a:pt x="0" y="144170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34888" y="4138292"/>
                <a:ext cx="2195597" cy="2003849"/>
              </a:xfrm>
              <a:custGeom>
                <a:avLst/>
                <a:gdLst/>
                <a:ahLst/>
                <a:cxnLst/>
                <a:rect l="l" t="t" r="r" b="b"/>
                <a:pathLst>
                  <a:path w="2421254" h="2209800">
                    <a:moveTo>
                      <a:pt x="0" y="2209800"/>
                    </a:moveTo>
                    <a:lnTo>
                      <a:pt x="0" y="0"/>
                    </a:lnTo>
                    <a:lnTo>
                      <a:pt x="2420874" y="0"/>
                    </a:lnTo>
                    <a:lnTo>
                      <a:pt x="2420874" y="2209800"/>
                    </a:lnTo>
                    <a:lnTo>
                      <a:pt x="0" y="220980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433402" y="6159647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5304485" y="6211470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8982577" y="4380374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结果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021495" y="4584207"/>
              <a:ext cx="438197" cy="79908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4549" marR="27639">
                <a:spcBef>
                  <a:spcPts val="91"/>
                </a:spcBef>
              </a:pPr>
              <a:r>
                <a:rPr sz="1451" b="1" spc="-23" dirty="0">
                  <a:latin typeface="Lantinghei SC Heavy"/>
                  <a:cs typeface="Lantinghei SC Heavy"/>
                </a:rPr>
                <a:t>散列计算</a:t>
              </a:r>
              <a:endParaRPr sz="1451">
                <a:latin typeface="Lantinghei SC Heavy"/>
                <a:cs typeface="Lantinghei SC Heavy"/>
              </a:endParaRPr>
            </a:p>
            <a:p>
              <a:pPr marL="83494">
                <a:spcBef>
                  <a:spcPts val="725"/>
                </a:spcBef>
              </a:pPr>
              <a:r>
                <a:rPr sz="1632" b="1" spc="-23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h</a:t>
              </a:r>
              <a:r>
                <a:rPr sz="1632" b="1" spc="-34" baseline="-23148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r</a:t>
              </a:r>
              <a:endParaRPr sz="1632" baseline="-23148">
                <a:latin typeface="Lantinghei SC Heavy"/>
                <a:cs typeface="Lantinghei SC Heavy"/>
              </a:endParaRPr>
            </a:p>
          </p:txBody>
        </p:sp>
        <p:grpSp>
          <p:nvGrpSpPr>
            <p:cNvPr id="171" name="组合 170">
              <a:extLst>
                <a:ext uri="{FF2B5EF4-FFF2-40B4-BE49-F238E27FC236}">
                  <a16:creationId xmlns:a16="http://schemas.microsoft.com/office/drawing/2014/main" id="{AAE45510-F07B-6861-0384-CC3CC4127A0E}"/>
                </a:ext>
              </a:extLst>
            </p:cNvPr>
            <p:cNvGrpSpPr/>
            <p:nvPr/>
          </p:nvGrpSpPr>
          <p:grpSpPr>
            <a:xfrm>
              <a:off x="4981571" y="4351807"/>
              <a:ext cx="3971882" cy="1838243"/>
              <a:chOff x="4981571" y="4351807"/>
              <a:chExt cx="3971882" cy="1838243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4993318" y="4351807"/>
                <a:ext cx="954707" cy="126680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9700">
                    <a:moveTo>
                      <a:pt x="526541" y="0"/>
                    </a:moveTo>
                    <a:lnTo>
                      <a:pt x="448669" y="756"/>
                    </a:lnTo>
                    <a:lnTo>
                      <a:pt x="374366" y="2951"/>
                    </a:lnTo>
                    <a:lnTo>
                      <a:pt x="304442" y="6476"/>
                    </a:lnTo>
                    <a:lnTo>
                      <a:pt x="239709" y="11221"/>
                    </a:lnTo>
                    <a:lnTo>
                      <a:pt x="180977" y="17074"/>
                    </a:lnTo>
                    <a:lnTo>
                      <a:pt x="129056" y="23928"/>
                    </a:lnTo>
                    <a:lnTo>
                      <a:pt x="84757" y="31671"/>
                    </a:lnTo>
                    <a:lnTo>
                      <a:pt x="22270" y="49386"/>
                    </a:lnTo>
                    <a:lnTo>
                      <a:pt x="0" y="69342"/>
                    </a:lnTo>
                    <a:lnTo>
                      <a:pt x="5702" y="79734"/>
                    </a:lnTo>
                    <a:lnTo>
                      <a:pt x="48892" y="98958"/>
                    </a:lnTo>
                    <a:lnTo>
                      <a:pt x="129056" y="115394"/>
                    </a:lnTo>
                    <a:lnTo>
                      <a:pt x="180977" y="122299"/>
                    </a:lnTo>
                    <a:lnTo>
                      <a:pt x="239709" y="128188"/>
                    </a:lnTo>
                    <a:lnTo>
                      <a:pt x="304442" y="132953"/>
                    </a:lnTo>
                    <a:lnTo>
                      <a:pt x="374366" y="136489"/>
                    </a:lnTo>
                    <a:lnTo>
                      <a:pt x="448669" y="138689"/>
                    </a:lnTo>
                    <a:lnTo>
                      <a:pt x="526541" y="139446"/>
                    </a:lnTo>
                    <a:lnTo>
                      <a:pt x="604224" y="138689"/>
                    </a:lnTo>
                    <a:lnTo>
                      <a:pt x="678372" y="136489"/>
                    </a:lnTo>
                    <a:lnTo>
                      <a:pt x="748172" y="132953"/>
                    </a:lnTo>
                    <a:lnTo>
                      <a:pt x="812808" y="128188"/>
                    </a:lnTo>
                    <a:lnTo>
                      <a:pt x="871468" y="122299"/>
                    </a:lnTo>
                    <a:lnTo>
                      <a:pt x="923337" y="115394"/>
                    </a:lnTo>
                    <a:lnTo>
                      <a:pt x="967600" y="107578"/>
                    </a:lnTo>
                    <a:lnTo>
                      <a:pt x="1030056" y="89641"/>
                    </a:lnTo>
                    <a:lnTo>
                      <a:pt x="1052321" y="69341"/>
                    </a:lnTo>
                    <a:lnTo>
                      <a:pt x="1046619" y="59139"/>
                    </a:lnTo>
                    <a:lnTo>
                      <a:pt x="1003445" y="40194"/>
                    </a:lnTo>
                    <a:lnTo>
                      <a:pt x="923337" y="23928"/>
                    </a:lnTo>
                    <a:lnTo>
                      <a:pt x="871468" y="17074"/>
                    </a:lnTo>
                    <a:lnTo>
                      <a:pt x="812808" y="11221"/>
                    </a:lnTo>
                    <a:lnTo>
                      <a:pt x="748172" y="6476"/>
                    </a:lnTo>
                    <a:lnTo>
                      <a:pt x="678372" y="2951"/>
                    </a:lnTo>
                    <a:lnTo>
                      <a:pt x="604224" y="756"/>
                    </a:lnTo>
                    <a:lnTo>
                      <a:pt x="52654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4987790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/>
              <p:cNvSpPr/>
              <p:nvPr/>
            </p:nvSpPr>
            <p:spPr>
              <a:xfrm>
                <a:off x="5953783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981571" y="6077190"/>
                <a:ext cx="966224" cy="112860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4459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810"/>
                    </a:lnTo>
                    <a:lnTo>
                      <a:pt x="1060412" y="20105"/>
                    </a:lnTo>
                    <a:lnTo>
                      <a:pt x="1023413" y="50589"/>
                    </a:lnTo>
                    <a:lnTo>
                      <a:pt x="954283" y="77295"/>
                    </a:lnTo>
                    <a:lnTo>
                      <a:pt x="909256" y="88868"/>
                    </a:lnTo>
                    <a:lnTo>
                      <a:pt x="858101" y="99059"/>
                    </a:lnTo>
                    <a:lnTo>
                      <a:pt x="801454" y="107724"/>
                    </a:lnTo>
                    <a:lnTo>
                      <a:pt x="739949" y="114716"/>
                    </a:lnTo>
                    <a:lnTo>
                      <a:pt x="674221" y="119891"/>
                    </a:lnTo>
                    <a:lnTo>
                      <a:pt x="604906" y="123103"/>
                    </a:lnTo>
                    <a:lnTo>
                      <a:pt x="532638" y="124206"/>
                    </a:lnTo>
                    <a:lnTo>
                      <a:pt x="460369" y="123103"/>
                    </a:lnTo>
                    <a:lnTo>
                      <a:pt x="391054" y="119891"/>
                    </a:lnTo>
                    <a:lnTo>
                      <a:pt x="325326" y="114716"/>
                    </a:lnTo>
                    <a:lnTo>
                      <a:pt x="263821" y="107724"/>
                    </a:lnTo>
                    <a:lnTo>
                      <a:pt x="207174" y="99059"/>
                    </a:lnTo>
                    <a:lnTo>
                      <a:pt x="156019" y="88868"/>
                    </a:lnTo>
                    <a:lnTo>
                      <a:pt x="110992" y="77295"/>
                    </a:lnTo>
                    <a:lnTo>
                      <a:pt x="72728" y="64487"/>
                    </a:lnTo>
                    <a:lnTo>
                      <a:pt x="19028" y="35746"/>
                    </a:lnTo>
                    <a:lnTo>
                      <a:pt x="4863" y="20105"/>
                    </a:lnTo>
                    <a:lnTo>
                      <a:pt x="0" y="38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5968294" y="5071120"/>
                <a:ext cx="827450" cy="69098"/>
              </a:xfrm>
              <a:custGeom>
                <a:avLst/>
                <a:gdLst/>
                <a:ahLst/>
                <a:cxnLst/>
                <a:rect l="l" t="t" r="r" b="b"/>
                <a:pathLst>
                  <a:path w="912495" h="76200">
                    <a:moveTo>
                      <a:pt x="835913" y="38100"/>
                    </a:moveTo>
                    <a:lnTo>
                      <a:pt x="827867" y="32004"/>
                    </a:lnTo>
                    <a:lnTo>
                      <a:pt x="0" y="32004"/>
                    </a:lnTo>
                    <a:lnTo>
                      <a:pt x="0" y="44958"/>
                    </a:lnTo>
                    <a:lnTo>
                      <a:pt x="826861" y="44958"/>
                    </a:lnTo>
                    <a:lnTo>
                      <a:pt x="835913" y="38100"/>
                    </a:lnTo>
                    <a:close/>
                  </a:path>
                  <a:path w="912495" h="76200">
                    <a:moveTo>
                      <a:pt x="912113" y="38100"/>
                    </a:moveTo>
                    <a:lnTo>
                      <a:pt x="785622" y="0"/>
                    </a:lnTo>
                    <a:lnTo>
                      <a:pt x="827867" y="32004"/>
                    </a:lnTo>
                    <a:lnTo>
                      <a:pt x="835913" y="32004"/>
                    </a:lnTo>
                    <a:lnTo>
                      <a:pt x="835913" y="61051"/>
                    </a:lnTo>
                    <a:lnTo>
                      <a:pt x="912113" y="38100"/>
                    </a:lnTo>
                    <a:close/>
                  </a:path>
                  <a:path w="912495" h="76200">
                    <a:moveTo>
                      <a:pt x="835913" y="61051"/>
                    </a:moveTo>
                    <a:lnTo>
                      <a:pt x="835913" y="44958"/>
                    </a:lnTo>
                    <a:lnTo>
                      <a:pt x="826861" y="44958"/>
                    </a:lnTo>
                    <a:lnTo>
                      <a:pt x="785622" y="76200"/>
                    </a:lnTo>
                    <a:lnTo>
                      <a:pt x="835913" y="61051"/>
                    </a:lnTo>
                    <a:close/>
                  </a:path>
                  <a:path w="912495" h="76200">
                    <a:moveTo>
                      <a:pt x="835913" y="44958"/>
                    </a:moveTo>
                    <a:lnTo>
                      <a:pt x="835913" y="38100"/>
                    </a:lnTo>
                    <a:lnTo>
                      <a:pt x="826861" y="44958"/>
                    </a:lnTo>
                    <a:lnTo>
                      <a:pt x="835913" y="44958"/>
                    </a:lnTo>
                    <a:close/>
                  </a:path>
                  <a:path w="912495" h="76200">
                    <a:moveTo>
                      <a:pt x="835913" y="38100"/>
                    </a:moveTo>
                    <a:lnTo>
                      <a:pt x="835913" y="32004"/>
                    </a:lnTo>
                    <a:lnTo>
                      <a:pt x="827867" y="32004"/>
                    </a:lnTo>
                    <a:lnTo>
                      <a:pt x="83591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6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6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6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6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6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8599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/>
              <p:cNvSpPr/>
              <p:nvPr/>
            </p:nvSpPr>
            <p:spPr>
              <a:xfrm>
                <a:off x="543277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557373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5302878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0574" y="0"/>
                    </a:lnTo>
                    <a:lnTo>
                      <a:pt x="0" y="31241"/>
                    </a:lnTo>
                    <a:lnTo>
                      <a:pt x="20574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5621421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5620730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8383968" y="4572921"/>
                <a:ext cx="569485" cy="545876"/>
              </a:xfrm>
              <a:custGeom>
                <a:avLst/>
                <a:gdLst/>
                <a:ahLst/>
                <a:cxnLst/>
                <a:rect l="l" t="t" r="r" b="b"/>
                <a:pathLst>
                  <a:path w="628015" h="601979">
                    <a:moveTo>
                      <a:pt x="552982" y="44750"/>
                    </a:moveTo>
                    <a:lnTo>
                      <a:pt x="552195" y="34918"/>
                    </a:lnTo>
                    <a:lnTo>
                      <a:pt x="516598" y="43798"/>
                    </a:lnTo>
                    <a:lnTo>
                      <a:pt x="469354" y="66814"/>
                    </a:lnTo>
                    <a:lnTo>
                      <a:pt x="423578" y="96582"/>
                    </a:lnTo>
                    <a:lnTo>
                      <a:pt x="380696" y="128632"/>
                    </a:lnTo>
                    <a:lnTo>
                      <a:pt x="342138" y="158496"/>
                    </a:lnTo>
                    <a:lnTo>
                      <a:pt x="306323" y="189738"/>
                    </a:lnTo>
                    <a:lnTo>
                      <a:pt x="266105" y="224379"/>
                    </a:lnTo>
                    <a:lnTo>
                      <a:pt x="228034" y="261204"/>
                    </a:lnTo>
                    <a:lnTo>
                      <a:pt x="192075" y="300038"/>
                    </a:lnTo>
                    <a:lnTo>
                      <a:pt x="158191" y="340704"/>
                    </a:lnTo>
                    <a:lnTo>
                      <a:pt x="126345" y="383025"/>
                    </a:lnTo>
                    <a:lnTo>
                      <a:pt x="96501" y="426826"/>
                    </a:lnTo>
                    <a:lnTo>
                      <a:pt x="68622" y="471930"/>
                    </a:lnTo>
                    <a:lnTo>
                      <a:pt x="21336" y="556260"/>
                    </a:lnTo>
                    <a:lnTo>
                      <a:pt x="0" y="595122"/>
                    </a:lnTo>
                    <a:lnTo>
                      <a:pt x="0" y="598932"/>
                    </a:lnTo>
                    <a:lnTo>
                      <a:pt x="2286" y="601218"/>
                    </a:lnTo>
                    <a:lnTo>
                      <a:pt x="5334" y="601980"/>
                    </a:lnTo>
                    <a:lnTo>
                      <a:pt x="8382" y="599694"/>
                    </a:lnTo>
                    <a:lnTo>
                      <a:pt x="29718" y="560832"/>
                    </a:lnTo>
                    <a:lnTo>
                      <a:pt x="72389" y="484632"/>
                    </a:lnTo>
                    <a:lnTo>
                      <a:pt x="118110" y="411480"/>
                    </a:lnTo>
                    <a:lnTo>
                      <a:pt x="142494" y="376428"/>
                    </a:lnTo>
                    <a:lnTo>
                      <a:pt x="179277" y="329096"/>
                    </a:lnTo>
                    <a:lnTo>
                      <a:pt x="204806" y="299956"/>
                    </a:lnTo>
                    <a:lnTo>
                      <a:pt x="231564" y="271904"/>
                    </a:lnTo>
                    <a:lnTo>
                      <a:pt x="259079" y="244602"/>
                    </a:lnTo>
                    <a:lnTo>
                      <a:pt x="294131" y="212598"/>
                    </a:lnTo>
                    <a:lnTo>
                      <a:pt x="345903" y="168835"/>
                    </a:lnTo>
                    <a:lnTo>
                      <a:pt x="386190" y="136234"/>
                    </a:lnTo>
                    <a:lnTo>
                      <a:pt x="430782" y="103017"/>
                    </a:lnTo>
                    <a:lnTo>
                      <a:pt x="477181" y="73408"/>
                    </a:lnTo>
                    <a:lnTo>
                      <a:pt x="522888" y="51631"/>
                    </a:lnTo>
                    <a:lnTo>
                      <a:pt x="552982" y="44750"/>
                    </a:lnTo>
                    <a:close/>
                  </a:path>
                  <a:path w="628015" h="601979">
                    <a:moveTo>
                      <a:pt x="627888" y="32004"/>
                    </a:moveTo>
                    <a:lnTo>
                      <a:pt x="549402" y="0"/>
                    </a:lnTo>
                    <a:lnTo>
                      <a:pt x="552195" y="34918"/>
                    </a:lnTo>
                    <a:lnTo>
                      <a:pt x="563880" y="32004"/>
                    </a:lnTo>
                    <a:lnTo>
                      <a:pt x="567690" y="33528"/>
                    </a:lnTo>
                    <a:lnTo>
                      <a:pt x="569976" y="36576"/>
                    </a:lnTo>
                    <a:lnTo>
                      <a:pt x="569976" y="67360"/>
                    </a:lnTo>
                    <a:lnTo>
                      <a:pt x="627888" y="32004"/>
                    </a:lnTo>
                    <a:close/>
                  </a:path>
                  <a:path w="628015" h="601979">
                    <a:moveTo>
                      <a:pt x="569976" y="36576"/>
                    </a:moveTo>
                    <a:lnTo>
                      <a:pt x="567690" y="33528"/>
                    </a:lnTo>
                    <a:lnTo>
                      <a:pt x="563880" y="32004"/>
                    </a:lnTo>
                    <a:lnTo>
                      <a:pt x="552195" y="34918"/>
                    </a:lnTo>
                    <a:lnTo>
                      <a:pt x="552982" y="44750"/>
                    </a:lnTo>
                    <a:lnTo>
                      <a:pt x="565404" y="41910"/>
                    </a:lnTo>
                    <a:lnTo>
                      <a:pt x="568452" y="39624"/>
                    </a:lnTo>
                    <a:lnTo>
                      <a:pt x="569976" y="36576"/>
                    </a:lnTo>
                    <a:close/>
                  </a:path>
                  <a:path w="628015" h="601979">
                    <a:moveTo>
                      <a:pt x="569976" y="67360"/>
                    </a:moveTo>
                    <a:lnTo>
                      <a:pt x="569976" y="36576"/>
                    </a:lnTo>
                    <a:lnTo>
                      <a:pt x="568452" y="39624"/>
                    </a:lnTo>
                    <a:lnTo>
                      <a:pt x="565404" y="41910"/>
                    </a:lnTo>
                    <a:lnTo>
                      <a:pt x="552982" y="44750"/>
                    </a:lnTo>
                    <a:lnTo>
                      <a:pt x="555498" y="76200"/>
                    </a:lnTo>
                    <a:lnTo>
                      <a:pt x="569976" y="673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4" name="object 84"/>
            <p:cNvSpPr txBox="1"/>
            <p:nvPr/>
          </p:nvSpPr>
          <p:spPr>
            <a:xfrm>
              <a:off x="6903418" y="34171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5" name="object 85"/>
            <p:cNvSpPr txBox="1"/>
            <p:nvPr/>
          </p:nvSpPr>
          <p:spPr>
            <a:xfrm>
              <a:off x="8954951" y="343718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6"/>
            <p:cNvSpPr txBox="1"/>
            <p:nvPr/>
          </p:nvSpPr>
          <p:spPr>
            <a:xfrm>
              <a:off x="5222258" y="343857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7" name="object 87"/>
            <p:cNvSpPr txBox="1"/>
            <p:nvPr/>
          </p:nvSpPr>
          <p:spPr>
            <a:xfrm>
              <a:off x="5001836" y="1349718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9070104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9" name="object 89"/>
            <p:cNvSpPr/>
            <p:nvPr/>
          </p:nvSpPr>
          <p:spPr>
            <a:xfrm>
              <a:off x="9211063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0" name="object 90"/>
            <p:cNvSpPr/>
            <p:nvPr/>
          </p:nvSpPr>
          <p:spPr>
            <a:xfrm>
              <a:off x="8940890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0574" y="0"/>
                  </a:lnTo>
                  <a:lnTo>
                    <a:pt x="0" y="32003"/>
                  </a:lnTo>
                  <a:lnTo>
                    <a:pt x="20574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70" name="组合 169">
              <a:extLst>
                <a:ext uri="{FF2B5EF4-FFF2-40B4-BE49-F238E27FC236}">
                  <a16:creationId xmlns:a16="http://schemas.microsoft.com/office/drawing/2014/main" id="{1AC6579F-8520-32D4-3602-7E32366546B5}"/>
                </a:ext>
              </a:extLst>
            </p:cNvPr>
            <p:cNvGrpSpPr/>
            <p:nvPr/>
          </p:nvGrpSpPr>
          <p:grpSpPr>
            <a:xfrm>
              <a:off x="5891585" y="1309410"/>
              <a:ext cx="3591726" cy="2075251"/>
              <a:chOff x="5891585" y="1309410"/>
              <a:chExt cx="3591726" cy="2075251"/>
            </a:xfrm>
          </p:grpSpPr>
          <p:sp>
            <p:nvSpPr>
              <p:cNvPr id="92" name="object 92"/>
              <p:cNvSpPr/>
              <p:nvPr/>
            </p:nvSpPr>
            <p:spPr>
              <a:xfrm>
                <a:off x="5891585" y="1309410"/>
                <a:ext cx="2421317" cy="2075251"/>
              </a:xfrm>
              <a:custGeom>
                <a:avLst/>
                <a:gdLst/>
                <a:ahLst/>
                <a:cxnLst/>
                <a:rect l="l" t="t" r="r" b="b"/>
                <a:pathLst>
                  <a:path w="2670175" h="2288540">
                    <a:moveTo>
                      <a:pt x="0" y="2288286"/>
                    </a:moveTo>
                    <a:lnTo>
                      <a:pt x="0" y="0"/>
                    </a:lnTo>
                    <a:lnTo>
                      <a:pt x="2670048" y="0"/>
                    </a:lnTo>
                    <a:lnTo>
                      <a:pt x="2670048" y="2288286"/>
                    </a:lnTo>
                    <a:lnTo>
                      <a:pt x="0" y="228828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332993" y="268223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332993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332994" y="0"/>
                    </a:lnTo>
                    <a:lnTo>
                      <a:pt x="33299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7800780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7931376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8072336" y="2680319"/>
                <a:ext cx="30518" cy="80615"/>
              </a:xfrm>
              <a:custGeom>
                <a:avLst/>
                <a:gdLst/>
                <a:ahLst/>
                <a:cxnLst/>
                <a:rect l="l" t="t" r="r" b="b"/>
                <a:pathLst>
                  <a:path w="33654" h="88900">
                    <a:moveTo>
                      <a:pt x="33527" y="42672"/>
                    </a:moveTo>
                    <a:lnTo>
                      <a:pt x="17525" y="0"/>
                    </a:lnTo>
                    <a:lnTo>
                      <a:pt x="0" y="42672"/>
                    </a:lnTo>
                    <a:lnTo>
                      <a:pt x="17525" y="88392"/>
                    </a:lnTo>
                    <a:lnTo>
                      <a:pt x="33527" y="4267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8714950" y="1895363"/>
                <a:ext cx="226296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9239">
                    <a:moveTo>
                      <a:pt x="249174" y="268986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9174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8714950" y="1895363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8978214" y="1895363"/>
                <a:ext cx="224569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9239">
                    <a:moveTo>
                      <a:pt x="247650" y="268986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7650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8978214" y="1895363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249174" y="268223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9174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3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7650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8" name="object 108"/>
            <p:cNvSpPr txBox="1"/>
            <p:nvPr/>
          </p:nvSpPr>
          <p:spPr>
            <a:xfrm>
              <a:off x="7861121" y="2091833"/>
              <a:ext cx="122649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73" dirty="0">
                  <a:latin typeface="Lantinghei SC Heavy"/>
                  <a:cs typeface="Lantinghei SC Heavy"/>
                </a:rPr>
                <a:t>2</a:t>
              </a:r>
              <a:endParaRPr sz="1270">
                <a:latin typeface="Lantinghei SC Heavy"/>
                <a:cs typeface="Lantinghei SC Heavy"/>
              </a:endParaRPr>
            </a:p>
          </p:txBody>
        </p: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88B6C608-36BF-1311-DC5A-029B3C211AFE}"/>
                </a:ext>
              </a:extLst>
            </p:cNvPr>
            <p:cNvGrpSpPr/>
            <p:nvPr/>
          </p:nvGrpSpPr>
          <p:grpSpPr>
            <a:xfrm>
              <a:off x="7757237" y="3036868"/>
              <a:ext cx="1184008" cy="282957"/>
              <a:chOff x="7757237" y="3036868"/>
              <a:chExt cx="1184008" cy="282957"/>
            </a:xfrm>
          </p:grpSpPr>
          <p:sp>
            <p:nvSpPr>
              <p:cNvPr id="110" name="object 110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57237" y="3037559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50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50"/>
                    </a:lnTo>
                    <a:lnTo>
                      <a:pt x="420624" y="285750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57237" y="303686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4" name="object 114"/>
            <p:cNvSpPr txBox="1"/>
            <p:nvPr/>
          </p:nvSpPr>
          <p:spPr>
            <a:xfrm>
              <a:off x="7770601" y="1307288"/>
              <a:ext cx="345491" cy="4846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1920" marR="4607" indent="-90979">
                <a:lnSpc>
                  <a:spcPct val="124300"/>
                </a:lnSpc>
                <a:spcBef>
                  <a:spcPts val="91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r>
                <a:rPr sz="1270" b="1" spc="-45" dirty="0">
                  <a:latin typeface="Lantinghei SC Heavy"/>
                  <a:cs typeface="Lantinghei SC Heavy"/>
                </a:rPr>
                <a:t> </a:t>
              </a:r>
              <a:r>
                <a:rPr sz="1270" b="1" spc="-54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5" name="object 115"/>
            <p:cNvSpPr txBox="1"/>
            <p:nvPr/>
          </p:nvSpPr>
          <p:spPr>
            <a:xfrm>
              <a:off x="6162686" y="2194100"/>
              <a:ext cx="1064689" cy="39653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lnSpc>
                  <a:spcPts val="1486"/>
                </a:lnSpc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输入</a:t>
              </a:r>
              <a:endParaRPr sz="1270">
                <a:latin typeface="Lantinghei SC Heavy"/>
                <a:cs typeface="Lantinghei SC Heavy"/>
              </a:endParaRPr>
            </a:p>
            <a:p>
              <a:pPr marL="408831">
                <a:lnSpc>
                  <a:spcPts val="1486"/>
                </a:lnSpc>
              </a:pPr>
              <a:r>
                <a:rPr sz="1270" b="1" spc="-27" dirty="0">
                  <a:latin typeface="Lantinghei SC Heavy"/>
                  <a:cs typeface="Lantinghei SC Heavy"/>
                </a:rPr>
                <a:t>散列计算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6" name="object 116"/>
            <p:cNvSpPr txBox="1"/>
            <p:nvPr/>
          </p:nvSpPr>
          <p:spPr>
            <a:xfrm>
              <a:off x="6735280" y="2568611"/>
              <a:ext cx="317276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4549">
                <a:spcBef>
                  <a:spcPts val="86"/>
                </a:spcBef>
              </a:pPr>
              <a:r>
                <a:rPr sz="1814" b="1" spc="-2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sz="1768" b="1" spc="-34" baseline="-2136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p</a:t>
              </a:r>
              <a:endParaRPr sz="1768" baseline="-21367">
                <a:latin typeface="Lantinghei SC Heavy"/>
                <a:cs typeface="Lantinghei SC Heavy"/>
              </a:endParaRPr>
            </a:p>
          </p:txBody>
        </p:sp>
        <p:sp>
          <p:nvSpPr>
            <p:cNvPr id="117" name="object 117"/>
            <p:cNvSpPr txBox="1"/>
            <p:nvPr/>
          </p:nvSpPr>
          <p:spPr>
            <a:xfrm>
              <a:off x="7774747" y="2804237"/>
              <a:ext cx="35931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82" dirty="0">
                  <a:latin typeface="Lantinghei SC Heavy"/>
                  <a:cs typeface="Lantinghei SC Heavy"/>
                </a:rPr>
                <a:t>M-</a:t>
              </a:r>
              <a:r>
                <a:rPr sz="1270" b="1" spc="-45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8" name="object 118"/>
            <p:cNvSpPr txBox="1"/>
            <p:nvPr/>
          </p:nvSpPr>
          <p:spPr>
            <a:xfrm>
              <a:off x="8648149" y="134211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19" name="object 119"/>
            <p:cNvSpPr txBox="1"/>
            <p:nvPr/>
          </p:nvSpPr>
          <p:spPr>
            <a:xfrm>
              <a:off x="9686696" y="1760169"/>
              <a:ext cx="159502" cy="791649"/>
            </a:xfrm>
            <a:prstGeom prst="rect">
              <a:avLst/>
            </a:prstGeom>
          </p:spPr>
          <p:txBody>
            <a:bodyPr vert="horz" wrap="square" lIns="0" tIns="146834" rIns="0" bIns="0" rtlCol="0">
              <a:spAutoFit/>
            </a:bodyPr>
            <a:lstStyle/>
            <a:p>
              <a:pPr marL="19578">
                <a:spcBef>
                  <a:spcPts val="1156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6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20" name="object 120"/>
            <p:cNvSpPr txBox="1"/>
            <p:nvPr/>
          </p:nvSpPr>
          <p:spPr>
            <a:xfrm>
              <a:off x="9657674" y="2998402"/>
              <a:ext cx="45432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103" dirty="0">
                  <a:latin typeface="Lantinghei SC Heavy"/>
                  <a:cs typeface="Lantinghei SC Heavy"/>
                </a:rPr>
                <a:t>M-</a:t>
              </a:r>
              <a:r>
                <a:rPr sz="1632" b="1" spc="-45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68" name="组合 167">
              <a:extLst>
                <a:ext uri="{FF2B5EF4-FFF2-40B4-BE49-F238E27FC236}">
                  <a16:creationId xmlns:a16="http://schemas.microsoft.com/office/drawing/2014/main" id="{43D828E3-81EC-F650-AE9B-3E39348C86E0}"/>
                </a:ext>
              </a:extLst>
            </p:cNvPr>
            <p:cNvGrpSpPr/>
            <p:nvPr/>
          </p:nvGrpSpPr>
          <p:grpSpPr>
            <a:xfrm>
              <a:off x="5275239" y="1868416"/>
              <a:ext cx="265568" cy="264877"/>
              <a:chOff x="5275239" y="1868416"/>
              <a:chExt cx="265568" cy="264877"/>
            </a:xfrm>
          </p:grpSpPr>
          <p:sp>
            <p:nvSpPr>
              <p:cNvPr id="122" name="object 122"/>
              <p:cNvSpPr/>
              <p:nvPr/>
            </p:nvSpPr>
            <p:spPr>
              <a:xfrm>
                <a:off x="5275930" y="186841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5275239" y="186841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7" name="组合 166">
              <a:extLst>
                <a:ext uri="{FF2B5EF4-FFF2-40B4-BE49-F238E27FC236}">
                  <a16:creationId xmlns:a16="http://schemas.microsoft.com/office/drawing/2014/main" id="{2CD02B90-E9C6-9E47-DF50-F4199735C457}"/>
                </a:ext>
              </a:extLst>
            </p:cNvPr>
            <p:cNvGrpSpPr/>
            <p:nvPr/>
          </p:nvGrpSpPr>
          <p:grpSpPr>
            <a:xfrm>
              <a:off x="5275239" y="2283006"/>
              <a:ext cx="265568" cy="264877"/>
              <a:chOff x="5275239" y="2283006"/>
              <a:chExt cx="265568" cy="264877"/>
            </a:xfrm>
          </p:grpSpPr>
          <p:sp>
            <p:nvSpPr>
              <p:cNvPr id="125" name="object 125"/>
              <p:cNvSpPr/>
              <p:nvPr/>
            </p:nvSpPr>
            <p:spPr>
              <a:xfrm>
                <a:off x="5275930" y="228300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5275239" y="228300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A13FA25A-C491-E6C8-9186-56697FB9CE92}"/>
                </a:ext>
              </a:extLst>
            </p:cNvPr>
            <p:cNvGrpSpPr/>
            <p:nvPr/>
          </p:nvGrpSpPr>
          <p:grpSpPr>
            <a:xfrm>
              <a:off x="5275239" y="2973987"/>
              <a:ext cx="265568" cy="264877"/>
              <a:chOff x="5275239" y="2973987"/>
              <a:chExt cx="265568" cy="264877"/>
            </a:xfrm>
          </p:grpSpPr>
          <p:sp>
            <p:nvSpPr>
              <p:cNvPr id="128" name="object 128"/>
              <p:cNvSpPr/>
              <p:nvPr/>
            </p:nvSpPr>
            <p:spPr>
              <a:xfrm>
                <a:off x="5275930" y="2973987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5275239" y="2973987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69D1F1E7-6E97-A7CA-328A-C99EE61C0A4E}"/>
                </a:ext>
              </a:extLst>
            </p:cNvPr>
            <p:cNvGrpSpPr/>
            <p:nvPr/>
          </p:nvGrpSpPr>
          <p:grpSpPr>
            <a:xfrm>
              <a:off x="4989172" y="1661122"/>
              <a:ext cx="4633717" cy="1790566"/>
              <a:chOff x="4989172" y="1661122"/>
              <a:chExt cx="4633717" cy="1790566"/>
            </a:xfrm>
          </p:grpSpPr>
          <p:sp>
            <p:nvSpPr>
              <p:cNvPr id="131" name="object 131"/>
              <p:cNvSpPr/>
              <p:nvPr/>
            </p:nvSpPr>
            <p:spPr>
              <a:xfrm>
                <a:off x="5000919" y="1661122"/>
                <a:ext cx="816511" cy="122649"/>
              </a:xfrm>
              <a:custGeom>
                <a:avLst/>
                <a:gdLst/>
                <a:ahLst/>
                <a:cxnLst/>
                <a:rect l="l" t="t" r="r" b="b"/>
                <a:pathLst>
                  <a:path w="900429" h="135255">
                    <a:moveTo>
                      <a:pt x="449579" y="0"/>
                    </a:moveTo>
                    <a:lnTo>
                      <a:pt x="376627" y="869"/>
                    </a:lnTo>
                    <a:lnTo>
                      <a:pt x="307433" y="3389"/>
                    </a:lnTo>
                    <a:lnTo>
                      <a:pt x="242921" y="7427"/>
                    </a:lnTo>
                    <a:lnTo>
                      <a:pt x="184013" y="12850"/>
                    </a:lnTo>
                    <a:lnTo>
                      <a:pt x="131635" y="19526"/>
                    </a:lnTo>
                    <a:lnTo>
                      <a:pt x="86709" y="27322"/>
                    </a:lnTo>
                    <a:lnTo>
                      <a:pt x="22908" y="45744"/>
                    </a:lnTo>
                    <a:lnTo>
                      <a:pt x="0" y="67056"/>
                    </a:lnTo>
                    <a:lnTo>
                      <a:pt x="5881" y="78028"/>
                    </a:lnTo>
                    <a:lnTo>
                      <a:pt x="50159" y="98170"/>
                    </a:lnTo>
                    <a:lnTo>
                      <a:pt x="131635" y="114966"/>
                    </a:lnTo>
                    <a:lnTo>
                      <a:pt x="184013" y="121755"/>
                    </a:lnTo>
                    <a:lnTo>
                      <a:pt x="242921" y="127282"/>
                    </a:lnTo>
                    <a:lnTo>
                      <a:pt x="307433" y="131405"/>
                    </a:lnTo>
                    <a:lnTo>
                      <a:pt x="376627" y="133983"/>
                    </a:lnTo>
                    <a:lnTo>
                      <a:pt x="449579" y="134874"/>
                    </a:lnTo>
                    <a:lnTo>
                      <a:pt x="522553" y="133983"/>
                    </a:lnTo>
                    <a:lnTo>
                      <a:pt x="591805" y="131405"/>
                    </a:lnTo>
                    <a:lnTo>
                      <a:pt x="656403" y="127282"/>
                    </a:lnTo>
                    <a:lnTo>
                      <a:pt x="715414" y="121755"/>
                    </a:lnTo>
                    <a:lnTo>
                      <a:pt x="767905" y="114966"/>
                    </a:lnTo>
                    <a:lnTo>
                      <a:pt x="812944" y="107057"/>
                    </a:lnTo>
                    <a:lnTo>
                      <a:pt x="876933" y="88446"/>
                    </a:lnTo>
                    <a:lnTo>
                      <a:pt x="899921" y="67055"/>
                    </a:lnTo>
                    <a:lnTo>
                      <a:pt x="894019" y="56105"/>
                    </a:lnTo>
                    <a:lnTo>
                      <a:pt x="849597" y="36105"/>
                    </a:lnTo>
                    <a:lnTo>
                      <a:pt x="767905" y="19526"/>
                    </a:lnTo>
                    <a:lnTo>
                      <a:pt x="715414" y="12850"/>
                    </a:lnTo>
                    <a:lnTo>
                      <a:pt x="656403" y="7427"/>
                    </a:lnTo>
                    <a:lnTo>
                      <a:pt x="591805" y="3389"/>
                    </a:lnTo>
                    <a:lnTo>
                      <a:pt x="522553" y="869"/>
                    </a:lnTo>
                    <a:lnTo>
                      <a:pt x="4495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4994700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5822497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4989172" y="3322243"/>
                <a:ext cx="828027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913129" h="120650">
                    <a:moveTo>
                      <a:pt x="912876" y="0"/>
                    </a:moveTo>
                    <a:lnTo>
                      <a:pt x="912876" y="762"/>
                    </a:lnTo>
                    <a:lnTo>
                      <a:pt x="912876" y="2286"/>
                    </a:lnTo>
                    <a:lnTo>
                      <a:pt x="912876" y="3048"/>
                    </a:lnTo>
                    <a:lnTo>
                      <a:pt x="906905" y="22072"/>
                    </a:lnTo>
                    <a:lnTo>
                      <a:pt x="861955" y="56958"/>
                    </a:lnTo>
                    <a:lnTo>
                      <a:pt x="824849" y="72335"/>
                    </a:lnTo>
                    <a:lnTo>
                      <a:pt x="779240" y="86010"/>
                    </a:lnTo>
                    <a:lnTo>
                      <a:pt x="726064" y="97743"/>
                    </a:lnTo>
                    <a:lnTo>
                      <a:pt x="666258" y="107290"/>
                    </a:lnTo>
                    <a:lnTo>
                      <a:pt x="600760" y="114409"/>
                    </a:lnTo>
                    <a:lnTo>
                      <a:pt x="530508" y="118859"/>
                    </a:lnTo>
                    <a:lnTo>
                      <a:pt x="456438" y="120396"/>
                    </a:lnTo>
                    <a:lnTo>
                      <a:pt x="382367" y="118859"/>
                    </a:lnTo>
                    <a:lnTo>
                      <a:pt x="312115" y="114409"/>
                    </a:lnTo>
                    <a:lnTo>
                      <a:pt x="246617" y="107290"/>
                    </a:lnTo>
                    <a:lnTo>
                      <a:pt x="186811" y="97743"/>
                    </a:lnTo>
                    <a:lnTo>
                      <a:pt x="133635" y="86010"/>
                    </a:lnTo>
                    <a:lnTo>
                      <a:pt x="88026" y="72335"/>
                    </a:lnTo>
                    <a:lnTo>
                      <a:pt x="50920" y="56958"/>
                    </a:lnTo>
                    <a:lnTo>
                      <a:pt x="5970" y="22072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663126" y="1661122"/>
                <a:ext cx="954707" cy="123801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6525">
                    <a:moveTo>
                      <a:pt x="525779" y="0"/>
                    </a:moveTo>
                    <a:lnTo>
                      <a:pt x="448097" y="737"/>
                    </a:lnTo>
                    <a:lnTo>
                      <a:pt x="373949" y="2880"/>
                    </a:lnTo>
                    <a:lnTo>
                      <a:pt x="304149" y="6322"/>
                    </a:lnTo>
                    <a:lnTo>
                      <a:pt x="239513" y="10955"/>
                    </a:lnTo>
                    <a:lnTo>
                      <a:pt x="180853" y="16674"/>
                    </a:lnTo>
                    <a:lnTo>
                      <a:pt x="128984" y="23371"/>
                    </a:lnTo>
                    <a:lnTo>
                      <a:pt x="84721" y="30942"/>
                    </a:lnTo>
                    <a:lnTo>
                      <a:pt x="22265" y="48273"/>
                    </a:lnTo>
                    <a:lnTo>
                      <a:pt x="0" y="67818"/>
                    </a:lnTo>
                    <a:lnTo>
                      <a:pt x="5702" y="78002"/>
                    </a:lnTo>
                    <a:lnTo>
                      <a:pt x="48876" y="96826"/>
                    </a:lnTo>
                    <a:lnTo>
                      <a:pt x="128984" y="112902"/>
                    </a:lnTo>
                    <a:lnTo>
                      <a:pt x="180853" y="119652"/>
                    </a:lnTo>
                    <a:lnTo>
                      <a:pt x="239513" y="125405"/>
                    </a:lnTo>
                    <a:lnTo>
                      <a:pt x="304149" y="130060"/>
                    </a:lnTo>
                    <a:lnTo>
                      <a:pt x="373949" y="133512"/>
                    </a:lnTo>
                    <a:lnTo>
                      <a:pt x="448097" y="135659"/>
                    </a:lnTo>
                    <a:lnTo>
                      <a:pt x="525779" y="136398"/>
                    </a:lnTo>
                    <a:lnTo>
                      <a:pt x="603652" y="135659"/>
                    </a:lnTo>
                    <a:lnTo>
                      <a:pt x="677955" y="133512"/>
                    </a:lnTo>
                    <a:lnTo>
                      <a:pt x="747879" y="130060"/>
                    </a:lnTo>
                    <a:lnTo>
                      <a:pt x="812612" y="125405"/>
                    </a:lnTo>
                    <a:lnTo>
                      <a:pt x="871344" y="119652"/>
                    </a:lnTo>
                    <a:lnTo>
                      <a:pt x="923265" y="112902"/>
                    </a:lnTo>
                    <a:lnTo>
                      <a:pt x="967564" y="105259"/>
                    </a:lnTo>
                    <a:lnTo>
                      <a:pt x="1030051" y="87706"/>
                    </a:lnTo>
                    <a:lnTo>
                      <a:pt x="1052321" y="67817"/>
                    </a:lnTo>
                    <a:lnTo>
                      <a:pt x="1046619" y="57822"/>
                    </a:lnTo>
                    <a:lnTo>
                      <a:pt x="1003429" y="39278"/>
                    </a:lnTo>
                    <a:lnTo>
                      <a:pt x="923265" y="23371"/>
                    </a:lnTo>
                    <a:lnTo>
                      <a:pt x="871344" y="16674"/>
                    </a:lnTo>
                    <a:lnTo>
                      <a:pt x="812612" y="10955"/>
                    </a:lnTo>
                    <a:lnTo>
                      <a:pt x="747879" y="6322"/>
                    </a:lnTo>
                    <a:lnTo>
                      <a:pt x="677955" y="2880"/>
                    </a:lnTo>
                    <a:lnTo>
                      <a:pt x="603652" y="737"/>
                    </a:lnTo>
                    <a:lnTo>
                      <a:pt x="5257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656895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9622889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651379" y="3342282"/>
                <a:ext cx="966224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0650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048"/>
                    </a:lnTo>
                    <a:lnTo>
                      <a:pt x="1060412" y="18963"/>
                    </a:lnTo>
                    <a:lnTo>
                      <a:pt x="1023413" y="48708"/>
                    </a:lnTo>
                    <a:lnTo>
                      <a:pt x="954283" y="74739"/>
                    </a:lnTo>
                    <a:lnTo>
                      <a:pt x="909256" y="86010"/>
                    </a:lnTo>
                    <a:lnTo>
                      <a:pt x="858101" y="95933"/>
                    </a:lnTo>
                    <a:lnTo>
                      <a:pt x="801454" y="104365"/>
                    </a:lnTo>
                    <a:lnTo>
                      <a:pt x="739949" y="111168"/>
                    </a:lnTo>
                    <a:lnTo>
                      <a:pt x="674221" y="116201"/>
                    </a:lnTo>
                    <a:lnTo>
                      <a:pt x="604906" y="119323"/>
                    </a:lnTo>
                    <a:lnTo>
                      <a:pt x="532638" y="120396"/>
                    </a:lnTo>
                    <a:lnTo>
                      <a:pt x="460369" y="119323"/>
                    </a:lnTo>
                    <a:lnTo>
                      <a:pt x="391054" y="116201"/>
                    </a:lnTo>
                    <a:lnTo>
                      <a:pt x="325326" y="111168"/>
                    </a:lnTo>
                    <a:lnTo>
                      <a:pt x="263821" y="104365"/>
                    </a:lnTo>
                    <a:lnTo>
                      <a:pt x="207174" y="95933"/>
                    </a:lnTo>
                    <a:lnTo>
                      <a:pt x="156019" y="86010"/>
                    </a:lnTo>
                    <a:lnTo>
                      <a:pt x="110992" y="74739"/>
                    </a:lnTo>
                    <a:lnTo>
                      <a:pt x="72728" y="62258"/>
                    </a:lnTo>
                    <a:lnTo>
                      <a:pt x="19028" y="34230"/>
                    </a:lnTo>
                    <a:lnTo>
                      <a:pt x="4863" y="18963"/>
                    </a:lnTo>
                    <a:lnTo>
                      <a:pt x="0" y="30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5823879" y="1965856"/>
                <a:ext cx="2900974" cy="1243768"/>
              </a:xfrm>
              <a:custGeom>
                <a:avLst/>
                <a:gdLst/>
                <a:ahLst/>
                <a:cxnLst/>
                <a:rect l="l" t="t" r="r" b="b"/>
                <a:pathLst>
                  <a:path w="3199129" h="1371600">
                    <a:moveTo>
                      <a:pt x="379476" y="723900"/>
                    </a:moveTo>
                    <a:lnTo>
                      <a:pt x="252222" y="685800"/>
                    </a:lnTo>
                    <a:lnTo>
                      <a:pt x="295097" y="717804"/>
                    </a:lnTo>
                    <a:lnTo>
                      <a:pt x="0" y="717804"/>
                    </a:lnTo>
                    <a:lnTo>
                      <a:pt x="0" y="730758"/>
                    </a:lnTo>
                    <a:lnTo>
                      <a:pt x="294081" y="730758"/>
                    </a:lnTo>
                    <a:lnTo>
                      <a:pt x="252222" y="762000"/>
                    </a:lnTo>
                    <a:lnTo>
                      <a:pt x="303276" y="746709"/>
                    </a:lnTo>
                    <a:lnTo>
                      <a:pt x="379476" y="723900"/>
                    </a:lnTo>
                    <a:close/>
                  </a:path>
                  <a:path w="3199129" h="1371600">
                    <a:moveTo>
                      <a:pt x="2132063" y="116586"/>
                    </a:moveTo>
                    <a:lnTo>
                      <a:pt x="2020049" y="186690"/>
                    </a:lnTo>
                    <a:lnTo>
                      <a:pt x="2071268" y="175933"/>
                    </a:lnTo>
                    <a:lnTo>
                      <a:pt x="1595615" y="720090"/>
                    </a:lnTo>
                    <a:lnTo>
                      <a:pt x="1600301" y="724395"/>
                    </a:lnTo>
                    <a:lnTo>
                      <a:pt x="1600568" y="725462"/>
                    </a:lnTo>
                    <a:lnTo>
                      <a:pt x="1595615" y="729996"/>
                    </a:lnTo>
                    <a:lnTo>
                      <a:pt x="2071268" y="1274140"/>
                    </a:lnTo>
                    <a:lnTo>
                      <a:pt x="2020049" y="1263396"/>
                    </a:lnTo>
                    <a:lnTo>
                      <a:pt x="2087105" y="1305356"/>
                    </a:lnTo>
                    <a:lnTo>
                      <a:pt x="2132063" y="1333500"/>
                    </a:lnTo>
                    <a:lnTo>
                      <a:pt x="2077199" y="1213104"/>
                    </a:lnTo>
                    <a:lnTo>
                      <a:pt x="2080983" y="1265555"/>
                    </a:lnTo>
                    <a:lnTo>
                      <a:pt x="1610029" y="727646"/>
                    </a:lnTo>
                    <a:lnTo>
                      <a:pt x="2052459" y="602703"/>
                    </a:lnTo>
                    <a:lnTo>
                      <a:pt x="2020049" y="644652"/>
                    </a:lnTo>
                    <a:lnTo>
                      <a:pt x="2060435" y="619099"/>
                    </a:lnTo>
                    <a:lnTo>
                      <a:pt x="2132063" y="573786"/>
                    </a:lnTo>
                    <a:lnTo>
                      <a:pt x="1999475" y="571500"/>
                    </a:lnTo>
                    <a:lnTo>
                      <a:pt x="2049119" y="590588"/>
                    </a:lnTo>
                    <a:lnTo>
                      <a:pt x="1619161" y="712025"/>
                    </a:lnTo>
                    <a:lnTo>
                      <a:pt x="2080983" y="184518"/>
                    </a:lnTo>
                    <a:lnTo>
                      <a:pt x="2077199" y="236982"/>
                    </a:lnTo>
                    <a:lnTo>
                      <a:pt x="2087105" y="215239"/>
                    </a:lnTo>
                    <a:lnTo>
                      <a:pt x="2132063" y="116586"/>
                    </a:lnTo>
                    <a:close/>
                  </a:path>
                  <a:path w="3199129" h="1371600">
                    <a:moveTo>
                      <a:pt x="3198863" y="1333500"/>
                    </a:moveTo>
                    <a:lnTo>
                      <a:pt x="3071609" y="1295400"/>
                    </a:lnTo>
                    <a:lnTo>
                      <a:pt x="3114484" y="1327404"/>
                    </a:lnTo>
                    <a:lnTo>
                      <a:pt x="2590787" y="1327404"/>
                    </a:lnTo>
                    <a:lnTo>
                      <a:pt x="2590787" y="1340358"/>
                    </a:lnTo>
                    <a:lnTo>
                      <a:pt x="3113468" y="1340358"/>
                    </a:lnTo>
                    <a:lnTo>
                      <a:pt x="3071609" y="1371600"/>
                    </a:lnTo>
                    <a:lnTo>
                      <a:pt x="3122663" y="1356309"/>
                    </a:lnTo>
                    <a:lnTo>
                      <a:pt x="3198863" y="1333500"/>
                    </a:lnTo>
                    <a:close/>
                  </a:path>
                  <a:path w="3199129" h="1371600">
                    <a:moveTo>
                      <a:pt x="3198863" y="495300"/>
                    </a:moveTo>
                    <a:lnTo>
                      <a:pt x="3071609" y="457200"/>
                    </a:lnTo>
                    <a:lnTo>
                      <a:pt x="3114484" y="489204"/>
                    </a:lnTo>
                    <a:lnTo>
                      <a:pt x="2590787" y="489204"/>
                    </a:lnTo>
                    <a:lnTo>
                      <a:pt x="2590787" y="502158"/>
                    </a:lnTo>
                    <a:lnTo>
                      <a:pt x="3113468" y="502158"/>
                    </a:lnTo>
                    <a:lnTo>
                      <a:pt x="3071609" y="533400"/>
                    </a:lnTo>
                    <a:lnTo>
                      <a:pt x="3122663" y="518109"/>
                    </a:lnTo>
                    <a:lnTo>
                      <a:pt x="3198863" y="495300"/>
                    </a:lnTo>
                    <a:close/>
                  </a:path>
                  <a:path w="3199129" h="1371600">
                    <a:moveTo>
                      <a:pt x="3198863" y="38100"/>
                    </a:moveTo>
                    <a:lnTo>
                      <a:pt x="3071609" y="0"/>
                    </a:lnTo>
                    <a:lnTo>
                      <a:pt x="3114484" y="32004"/>
                    </a:lnTo>
                    <a:lnTo>
                      <a:pt x="2590787" y="32004"/>
                    </a:lnTo>
                    <a:lnTo>
                      <a:pt x="2590787" y="44958"/>
                    </a:lnTo>
                    <a:lnTo>
                      <a:pt x="3113468" y="44958"/>
                    </a:lnTo>
                    <a:lnTo>
                      <a:pt x="3071609" y="76200"/>
                    </a:lnTo>
                    <a:lnTo>
                      <a:pt x="3122663" y="60909"/>
                    </a:lnTo>
                    <a:lnTo>
                      <a:pt x="319886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7757236" y="227747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7757236" y="2276787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7757236" y="1793791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7757236" y="1793100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4" name="object 144"/>
            <p:cNvSpPr txBox="1"/>
            <p:nvPr/>
          </p:nvSpPr>
          <p:spPr>
            <a:xfrm>
              <a:off x="5186327" y="2474637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DD33A0BB-6B01-78DB-3835-6D26F45861B2}"/>
                </a:ext>
              </a:extLst>
            </p:cNvPr>
            <p:cNvGrpSpPr/>
            <p:nvPr/>
          </p:nvGrpSpPr>
          <p:grpSpPr>
            <a:xfrm>
              <a:off x="2266702" y="2330684"/>
              <a:ext cx="2455866" cy="1111330"/>
              <a:chOff x="2266702" y="2330684"/>
              <a:chExt cx="2455866" cy="1111330"/>
            </a:xfrm>
          </p:grpSpPr>
          <p:sp>
            <p:nvSpPr>
              <p:cNvPr id="146" name="object 146"/>
              <p:cNvSpPr/>
              <p:nvPr/>
            </p:nvSpPr>
            <p:spPr>
              <a:xfrm>
                <a:off x="2266702" y="2330684"/>
                <a:ext cx="2455866" cy="1111330"/>
              </a:xfrm>
              <a:custGeom>
                <a:avLst/>
                <a:gdLst/>
                <a:ahLst/>
                <a:cxnLst/>
                <a:rect l="l" t="t" r="r" b="b"/>
                <a:pathLst>
                  <a:path w="2708275" h="1225550">
                    <a:moveTo>
                      <a:pt x="2708148" y="1021079"/>
                    </a:moveTo>
                    <a:lnTo>
                      <a:pt x="2708148" y="204215"/>
                    </a:lnTo>
                    <a:lnTo>
                      <a:pt x="2702754" y="157394"/>
                    </a:lnTo>
                    <a:lnTo>
                      <a:pt x="2687389" y="114411"/>
                    </a:lnTo>
                    <a:lnTo>
                      <a:pt x="2663281" y="76493"/>
                    </a:lnTo>
                    <a:lnTo>
                      <a:pt x="2631654" y="44866"/>
                    </a:lnTo>
                    <a:lnTo>
                      <a:pt x="2593736" y="20758"/>
                    </a:lnTo>
                    <a:lnTo>
                      <a:pt x="2550753" y="5393"/>
                    </a:lnTo>
                    <a:lnTo>
                      <a:pt x="2503932" y="0"/>
                    </a:lnTo>
                    <a:lnTo>
                      <a:pt x="204215" y="0"/>
                    </a:lnTo>
                    <a:lnTo>
                      <a:pt x="157394" y="5393"/>
                    </a:lnTo>
                    <a:lnTo>
                      <a:pt x="114411" y="20758"/>
                    </a:lnTo>
                    <a:lnTo>
                      <a:pt x="76493" y="44866"/>
                    </a:lnTo>
                    <a:lnTo>
                      <a:pt x="44866" y="76493"/>
                    </a:lnTo>
                    <a:lnTo>
                      <a:pt x="20758" y="114411"/>
                    </a:lnTo>
                    <a:lnTo>
                      <a:pt x="5393" y="157394"/>
                    </a:lnTo>
                    <a:lnTo>
                      <a:pt x="0" y="204215"/>
                    </a:lnTo>
                    <a:lnTo>
                      <a:pt x="0" y="1021080"/>
                    </a:lnTo>
                    <a:lnTo>
                      <a:pt x="5393" y="1067901"/>
                    </a:lnTo>
                    <a:lnTo>
                      <a:pt x="20758" y="1110884"/>
                    </a:lnTo>
                    <a:lnTo>
                      <a:pt x="44866" y="1148802"/>
                    </a:lnTo>
                    <a:lnTo>
                      <a:pt x="76493" y="1180429"/>
                    </a:lnTo>
                    <a:lnTo>
                      <a:pt x="114411" y="1204537"/>
                    </a:lnTo>
                    <a:lnTo>
                      <a:pt x="157394" y="1219902"/>
                    </a:lnTo>
                    <a:lnTo>
                      <a:pt x="204216" y="1225296"/>
                    </a:lnTo>
                    <a:lnTo>
                      <a:pt x="2503932" y="1225295"/>
                    </a:lnTo>
                    <a:lnTo>
                      <a:pt x="2550753" y="1219902"/>
                    </a:lnTo>
                    <a:lnTo>
                      <a:pt x="2593736" y="1204537"/>
                    </a:lnTo>
                    <a:lnTo>
                      <a:pt x="2631654" y="1180429"/>
                    </a:lnTo>
                    <a:lnTo>
                      <a:pt x="2663281" y="1148802"/>
                    </a:lnTo>
                    <a:lnTo>
                      <a:pt x="2687389" y="1110884"/>
                    </a:lnTo>
                    <a:lnTo>
                      <a:pt x="2702754" y="1067901"/>
                    </a:lnTo>
                    <a:lnTo>
                      <a:pt x="2708148" y="1021079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2435352" y="854201"/>
                    </a:move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171450" y="0"/>
                    </a:move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9" name="object 149"/>
            <p:cNvSpPr txBox="1"/>
            <p:nvPr/>
          </p:nvSpPr>
          <p:spPr>
            <a:xfrm>
              <a:off x="2355826" y="2387844"/>
              <a:ext cx="2301547" cy="837448"/>
            </a:xfrm>
            <a:prstGeom prst="rect">
              <a:avLst/>
            </a:prstGeom>
          </p:spPr>
          <p:txBody>
            <a:bodyPr vert="horz" wrap="square" lIns="0" tIns="89828" rIns="0" bIns="0" rtlCol="0">
              <a:spAutoFit/>
            </a:bodyPr>
            <a:lstStyle/>
            <a:p>
              <a:pPr algn="ctr">
                <a:spcBef>
                  <a:spcPts val="707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第一趟：散列子表。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ctr">
                <a:spcBef>
                  <a:spcPts val="621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用散列函数</a:t>
              </a:r>
              <a:r>
                <a:rPr sz="1451" b="1" spc="-5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81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将原始关系划</a:t>
              </a: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分成</a:t>
              </a:r>
              <a:r>
                <a:rPr sz="1451" b="1" spc="-36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M-</a:t>
              </a:r>
              <a:r>
                <a:rPr sz="1451" b="1" spc="-2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4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个子表，并存储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5D34111B-E017-4EC5-B23F-C336A125AC33}"/>
                </a:ext>
              </a:extLst>
            </p:cNvPr>
            <p:cNvGrpSpPr/>
            <p:nvPr/>
          </p:nvGrpSpPr>
          <p:grpSpPr>
            <a:xfrm>
              <a:off x="2268084" y="4280636"/>
              <a:ext cx="2456442" cy="1217281"/>
              <a:chOff x="2268084" y="4280636"/>
              <a:chExt cx="2456442" cy="1217281"/>
            </a:xfrm>
          </p:grpSpPr>
          <p:sp>
            <p:nvSpPr>
              <p:cNvPr id="151" name="object 151"/>
              <p:cNvSpPr/>
              <p:nvPr/>
            </p:nvSpPr>
            <p:spPr>
              <a:xfrm>
                <a:off x="2268084" y="4280636"/>
                <a:ext cx="2456442" cy="1217281"/>
              </a:xfrm>
              <a:custGeom>
                <a:avLst/>
                <a:gdLst/>
                <a:ahLst/>
                <a:cxnLst/>
                <a:rect l="l" t="t" r="r" b="b"/>
                <a:pathLst>
                  <a:path w="2708910" h="1342389">
                    <a:moveTo>
                      <a:pt x="2708910" y="1117853"/>
                    </a:moveTo>
                    <a:lnTo>
                      <a:pt x="2708910" y="224027"/>
                    </a:lnTo>
                    <a:lnTo>
                      <a:pt x="2704346" y="178959"/>
                    </a:lnTo>
                    <a:lnTo>
                      <a:pt x="2691264" y="136945"/>
                    </a:lnTo>
                    <a:lnTo>
                      <a:pt x="2670574" y="98896"/>
                    </a:lnTo>
                    <a:lnTo>
                      <a:pt x="2643187" y="65722"/>
                    </a:lnTo>
                    <a:lnTo>
                      <a:pt x="2610013" y="38335"/>
                    </a:lnTo>
                    <a:lnTo>
                      <a:pt x="2571964" y="17645"/>
                    </a:lnTo>
                    <a:lnTo>
                      <a:pt x="2529950" y="4563"/>
                    </a:lnTo>
                    <a:lnTo>
                      <a:pt x="2484882" y="0"/>
                    </a:lnTo>
                    <a:lnTo>
                      <a:pt x="224028" y="0"/>
                    </a:lnTo>
                    <a:lnTo>
                      <a:pt x="178959" y="4563"/>
                    </a:lnTo>
                    <a:lnTo>
                      <a:pt x="136945" y="17645"/>
                    </a:lnTo>
                    <a:lnTo>
                      <a:pt x="98896" y="38335"/>
                    </a:lnTo>
                    <a:lnTo>
                      <a:pt x="65722" y="65722"/>
                    </a:lnTo>
                    <a:lnTo>
                      <a:pt x="38335" y="98896"/>
                    </a:lnTo>
                    <a:lnTo>
                      <a:pt x="17645" y="136945"/>
                    </a:lnTo>
                    <a:lnTo>
                      <a:pt x="4563" y="178959"/>
                    </a:lnTo>
                    <a:lnTo>
                      <a:pt x="0" y="224028"/>
                    </a:lnTo>
                    <a:lnTo>
                      <a:pt x="0" y="1117854"/>
                    </a:lnTo>
                    <a:lnTo>
                      <a:pt x="4563" y="1163140"/>
                    </a:lnTo>
                    <a:lnTo>
                      <a:pt x="17645" y="1205257"/>
                    </a:lnTo>
                    <a:lnTo>
                      <a:pt x="38335" y="1243320"/>
                    </a:lnTo>
                    <a:lnTo>
                      <a:pt x="65722" y="1276445"/>
                    </a:lnTo>
                    <a:lnTo>
                      <a:pt x="98896" y="1303747"/>
                    </a:lnTo>
                    <a:lnTo>
                      <a:pt x="136945" y="1324344"/>
                    </a:lnTo>
                    <a:lnTo>
                      <a:pt x="178959" y="1337350"/>
                    </a:lnTo>
                    <a:lnTo>
                      <a:pt x="224028" y="1341882"/>
                    </a:lnTo>
                    <a:lnTo>
                      <a:pt x="2484882" y="1341881"/>
                    </a:lnTo>
                    <a:lnTo>
                      <a:pt x="2529950" y="1337350"/>
                    </a:lnTo>
                    <a:lnTo>
                      <a:pt x="2571964" y="1324344"/>
                    </a:lnTo>
                    <a:lnTo>
                      <a:pt x="2610013" y="1303747"/>
                    </a:lnTo>
                    <a:lnTo>
                      <a:pt x="2643187" y="1276445"/>
                    </a:lnTo>
                    <a:lnTo>
                      <a:pt x="2670574" y="1243320"/>
                    </a:lnTo>
                    <a:lnTo>
                      <a:pt x="2691264" y="1205257"/>
                    </a:lnTo>
                    <a:lnTo>
                      <a:pt x="2704346" y="1163140"/>
                    </a:lnTo>
                    <a:lnTo>
                      <a:pt x="2708910" y="1117853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2435352" y="935735"/>
                    </a:move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187452" y="0"/>
                    </a:move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54" name="object 154"/>
            <p:cNvSpPr txBox="1"/>
            <p:nvPr/>
          </p:nvSpPr>
          <p:spPr>
            <a:xfrm>
              <a:off x="2330270" y="4312241"/>
              <a:ext cx="2281393" cy="1060133"/>
            </a:xfrm>
            <a:prstGeom prst="rect">
              <a:avLst/>
            </a:prstGeom>
          </p:spPr>
          <p:txBody>
            <a:bodyPr vert="horz" wrap="square" lIns="0" tIns="89252" rIns="0" bIns="0" rtlCol="0">
              <a:spAutoFit/>
            </a:bodyPr>
            <a:lstStyle/>
            <a:p>
              <a:pPr marL="223416">
                <a:spcBef>
                  <a:spcPts val="703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第二趟：处理每个子表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just">
                <a:spcBef>
                  <a:spcPts val="617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用另一散列函数</a:t>
              </a:r>
              <a:r>
                <a:rPr sz="1451" b="1" spc="-7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109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2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将子表读</a:t>
              </a: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入内存并建立内存结构，进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行不同操作的处理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17297FBA-7C82-BC3C-E1F2-D471FDADEF92}"/>
                </a:ext>
              </a:extLst>
            </p:cNvPr>
            <p:cNvGrpSpPr/>
            <p:nvPr/>
          </p:nvGrpSpPr>
          <p:grpSpPr>
            <a:xfrm>
              <a:off x="3320450" y="3490842"/>
              <a:ext cx="414590" cy="788872"/>
              <a:chOff x="3320450" y="3490842"/>
              <a:chExt cx="414590" cy="788872"/>
            </a:xfrm>
          </p:grpSpPr>
          <p:sp>
            <p:nvSpPr>
              <p:cNvPr id="156" name="object 156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457200" y="652272"/>
                    </a:moveTo>
                    <a:lnTo>
                      <a:pt x="342900" y="652272"/>
                    </a:lnTo>
                    <a:lnTo>
                      <a:pt x="342899" y="0"/>
                    </a:lnTo>
                    <a:lnTo>
                      <a:pt x="114299" y="0"/>
                    </a:lnTo>
                    <a:lnTo>
                      <a:pt x="114300" y="652272"/>
                    </a:lnTo>
                    <a:lnTo>
                      <a:pt x="0" y="652272"/>
                    </a:lnTo>
                    <a:lnTo>
                      <a:pt x="228600" y="869442"/>
                    </a:lnTo>
                    <a:lnTo>
                      <a:pt x="457200" y="65227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0" y="652272"/>
                    </a:moveTo>
                    <a:lnTo>
                      <a:pt x="114300" y="652272"/>
                    </a:lnTo>
                    <a:lnTo>
                      <a:pt x="114299" y="0"/>
                    </a:lnTo>
                    <a:lnTo>
                      <a:pt x="342899" y="0"/>
                    </a:lnTo>
                    <a:lnTo>
                      <a:pt x="342900" y="652272"/>
                    </a:lnTo>
                    <a:lnTo>
                      <a:pt x="457200" y="652272"/>
                    </a:lnTo>
                    <a:lnTo>
                      <a:pt x="228600" y="869442"/>
                    </a:lnTo>
                    <a:lnTo>
                      <a:pt x="0" y="652272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B5CE6212-FF27-7EED-2CE0-FAB338B7A0A8}"/>
              </a:ext>
            </a:extLst>
          </p:cNvPr>
          <p:cNvGrpSpPr/>
          <p:nvPr/>
        </p:nvGrpSpPr>
        <p:grpSpPr>
          <a:xfrm>
            <a:off x="1193176" y="307103"/>
            <a:ext cx="9805647" cy="6243794"/>
            <a:chOff x="961481" y="368879"/>
            <a:chExt cx="9805647" cy="6243794"/>
          </a:xfrm>
        </p:grpSpPr>
        <p:graphicFrame>
          <p:nvGraphicFramePr>
            <p:cNvPr id="52" name="图示 51">
              <a:extLst>
                <a:ext uri="{FF2B5EF4-FFF2-40B4-BE49-F238E27FC236}">
                  <a16:creationId xmlns:a16="http://schemas.microsoft.com/office/drawing/2014/main" id="{2E13C5F0-539A-E269-B91C-72D00E80F7F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72545547"/>
                </p:ext>
              </p:extLst>
            </p:nvPr>
          </p:nvGraphicFramePr>
          <p:xfrm>
            <a:off x="961481" y="892099"/>
            <a:ext cx="4257289" cy="572057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61F06A5-B941-B928-8060-768BEC6D2A13}"/>
                </a:ext>
              </a:extLst>
            </p:cNvPr>
            <p:cNvSpPr txBox="1"/>
            <p:nvPr/>
          </p:nvSpPr>
          <p:spPr>
            <a:xfrm>
              <a:off x="1882102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逻辑查询优化</a:t>
              </a:r>
            </a:p>
          </p:txBody>
        </p:sp>
        <p:graphicFrame>
          <p:nvGraphicFramePr>
            <p:cNvPr id="54" name="图示 53">
              <a:extLst>
                <a:ext uri="{FF2B5EF4-FFF2-40B4-BE49-F238E27FC236}">
                  <a16:creationId xmlns:a16="http://schemas.microsoft.com/office/drawing/2014/main" id="{ACB9DF0C-D902-578B-ED55-4C13037F229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970497945"/>
                </p:ext>
              </p:extLst>
            </p:nvPr>
          </p:nvGraphicFramePr>
          <p:xfrm>
            <a:off x="5920990" y="981307"/>
            <a:ext cx="3324304" cy="563136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7" r:lo="rId8" r:qs="rId9" r:cs="rId10"/>
            </a:graphicData>
          </a:graphic>
        </p:graphicFrame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D27F17B-6B86-E3E2-C6FB-04AA88BFAAFE}"/>
                </a:ext>
              </a:extLst>
            </p:cNvPr>
            <p:cNvSpPr txBox="1"/>
            <p:nvPr/>
          </p:nvSpPr>
          <p:spPr>
            <a:xfrm>
              <a:off x="6375119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物理查询优化</a:t>
              </a:r>
            </a:p>
          </p:txBody>
        </p:sp>
        <p:sp>
          <p:nvSpPr>
            <p:cNvPr id="56" name="左箭头标注 55">
              <a:extLst>
                <a:ext uri="{FF2B5EF4-FFF2-40B4-BE49-F238E27FC236}">
                  <a16:creationId xmlns:a16="http://schemas.microsoft.com/office/drawing/2014/main" id="{B8604A4A-A4CB-E988-726A-119799BB7EA8}"/>
                </a:ext>
              </a:extLst>
            </p:cNvPr>
            <p:cNvSpPr/>
            <p:nvPr/>
          </p:nvSpPr>
          <p:spPr>
            <a:xfrm>
              <a:off x="8949479" y="1773044"/>
              <a:ext cx="1817649" cy="2509025"/>
            </a:xfrm>
            <a:prstGeom prst="leftArrowCallou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同一个关系操作，对应多个执行程序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F439-13E5-6E7C-415C-80C18AB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171D4FE3-71BE-5F39-F54E-56C3D4AE1022}"/>
              </a:ext>
            </a:extLst>
          </p:cNvPr>
          <p:cNvGrpSpPr/>
          <p:nvPr/>
        </p:nvGrpSpPr>
        <p:grpSpPr>
          <a:xfrm>
            <a:off x="-2922254" y="347872"/>
            <a:ext cx="21868022" cy="6162256"/>
            <a:chOff x="-417593" y="44234"/>
            <a:chExt cx="21868022" cy="6162256"/>
          </a:xfrm>
        </p:grpSpPr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FE0232E8-F35F-F814-CF29-61DCD4183D6D}"/>
                </a:ext>
              </a:extLst>
            </p:cNvPr>
            <p:cNvSpPr txBox="1"/>
            <p:nvPr/>
          </p:nvSpPr>
          <p:spPr>
            <a:xfrm>
              <a:off x="9810132" y="44234"/>
              <a:ext cx="203132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3600" dirty="0">
                  <a:latin typeface="SimHei" panose="02010609060101010101" pitchFamily="49" charset="-122"/>
                  <a:ea typeface="SimHei" panose="02010609060101010101" pitchFamily="49" charset="-122"/>
                </a:rPr>
                <a:t>语法优化</a:t>
              </a:r>
            </a:p>
          </p:txBody>
        </p:sp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14FD4A05-64E1-ABD3-1223-75EB95BFEB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09573" y="1617101"/>
              <a:ext cx="2121407" cy="3172967"/>
            </a:xfrm>
            <a:prstGeom prst="rect">
              <a:avLst/>
            </a:prstGeom>
          </p:spPr>
        </p:pic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30B76116-DC6A-47AC-701F-6C0CF35D339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417593" y="1496275"/>
              <a:ext cx="2313432" cy="3506723"/>
            </a:xfrm>
            <a:prstGeom prst="rect">
              <a:avLst/>
            </a:prstGeom>
          </p:spPr>
        </p:pic>
        <p:sp>
          <p:nvSpPr>
            <p:cNvPr id="6" name="右箭头 5">
              <a:extLst>
                <a:ext uri="{FF2B5EF4-FFF2-40B4-BE49-F238E27FC236}">
                  <a16:creationId xmlns:a16="http://schemas.microsoft.com/office/drawing/2014/main" id="{5E3683BC-5059-3B95-7C2B-435B7A88A333}"/>
                </a:ext>
              </a:extLst>
            </p:cNvPr>
            <p:cNvSpPr/>
            <p:nvPr/>
          </p:nvSpPr>
          <p:spPr>
            <a:xfrm>
              <a:off x="1704201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第二步</a:t>
              </a:r>
            </a:p>
          </p:txBody>
        </p:sp>
        <p:pic>
          <p:nvPicPr>
            <p:cNvPr id="7" name="object 4">
              <a:extLst>
                <a:ext uri="{FF2B5EF4-FFF2-40B4-BE49-F238E27FC236}">
                  <a16:creationId xmlns:a16="http://schemas.microsoft.com/office/drawing/2014/main" id="{48C8FB6D-9E63-4087-23E1-4F10A71DED2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96000" y="1237624"/>
              <a:ext cx="3092957" cy="3552444"/>
            </a:xfrm>
            <a:prstGeom prst="rect">
              <a:avLst/>
            </a:prstGeom>
          </p:spPr>
        </p:pic>
        <p:sp>
          <p:nvSpPr>
            <p:cNvPr id="8" name="右箭头 7">
              <a:extLst>
                <a:ext uri="{FF2B5EF4-FFF2-40B4-BE49-F238E27FC236}">
                  <a16:creationId xmlns:a16="http://schemas.microsoft.com/office/drawing/2014/main" id="{38545094-DF73-E169-B225-EE7DB7C5CF6B}"/>
                </a:ext>
              </a:extLst>
            </p:cNvPr>
            <p:cNvSpPr/>
            <p:nvPr/>
          </p:nvSpPr>
          <p:spPr>
            <a:xfrm>
              <a:off x="5111837" y="2894095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第三步</a:t>
              </a:r>
            </a:p>
          </p:txBody>
        </p:sp>
        <p:grpSp>
          <p:nvGrpSpPr>
            <p:cNvPr id="9" name="object 3">
              <a:extLst>
                <a:ext uri="{FF2B5EF4-FFF2-40B4-BE49-F238E27FC236}">
                  <a16:creationId xmlns:a16="http://schemas.microsoft.com/office/drawing/2014/main" id="{0E235924-E112-5A7E-F0C8-D4351033EA30}"/>
                </a:ext>
              </a:extLst>
            </p:cNvPr>
            <p:cNvGrpSpPr/>
            <p:nvPr/>
          </p:nvGrpSpPr>
          <p:grpSpPr>
            <a:xfrm>
              <a:off x="10231181" y="1200364"/>
              <a:ext cx="4101465" cy="3834129"/>
              <a:chOff x="5439803" y="2684526"/>
              <a:chExt cx="4101465" cy="3834129"/>
            </a:xfrm>
          </p:grpSpPr>
          <p:pic>
            <p:nvPicPr>
              <p:cNvPr id="10" name="object 4">
                <a:extLst>
                  <a:ext uri="{FF2B5EF4-FFF2-40B4-BE49-F238E27FC236}">
                    <a16:creationId xmlns:a16="http://schemas.microsoft.com/office/drawing/2014/main" id="{482BD32E-F415-0376-51BB-85B2B2A7DBD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39803" y="2684526"/>
                <a:ext cx="4101084" cy="3833621"/>
              </a:xfrm>
              <a:prstGeom prst="rect">
                <a:avLst/>
              </a:prstGeom>
            </p:spPr>
          </p:pic>
          <p:sp>
            <p:nvSpPr>
              <p:cNvPr id="11" name="object 5">
                <a:extLst>
                  <a:ext uri="{FF2B5EF4-FFF2-40B4-BE49-F238E27FC236}">
                    <a16:creationId xmlns:a16="http://schemas.microsoft.com/office/drawing/2014/main" id="{7294C06F-35DD-FC25-7F76-1987AC84C4B9}"/>
                  </a:ext>
                </a:extLst>
              </p:cNvPr>
              <p:cNvSpPr/>
              <p:nvPr/>
            </p:nvSpPr>
            <p:spPr>
              <a:xfrm>
                <a:off x="6024257" y="6483477"/>
                <a:ext cx="10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0160">
                    <a:moveTo>
                      <a:pt x="0" y="0"/>
                    </a:moveTo>
                    <a:lnTo>
                      <a:pt x="9905" y="0"/>
                    </a:lnTo>
                  </a:path>
                </a:pathLst>
              </a:custGeom>
              <a:ln w="9905">
                <a:solidFill>
                  <a:srgbClr val="FDE1E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2" name="右箭头 11">
              <a:extLst>
                <a:ext uri="{FF2B5EF4-FFF2-40B4-BE49-F238E27FC236}">
                  <a16:creationId xmlns:a16="http://schemas.microsoft.com/office/drawing/2014/main" id="{110F69D0-E4EA-BEDC-EA66-63DF16D313D6}"/>
                </a:ext>
              </a:extLst>
            </p:cNvPr>
            <p:cNvSpPr/>
            <p:nvPr/>
          </p:nvSpPr>
          <p:spPr>
            <a:xfrm>
              <a:off x="9188957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第四步</a:t>
              </a:r>
            </a:p>
          </p:txBody>
        </p:sp>
        <p:sp>
          <p:nvSpPr>
            <p:cNvPr id="13" name="右箭头 12">
              <a:extLst>
                <a:ext uri="{FF2B5EF4-FFF2-40B4-BE49-F238E27FC236}">
                  <a16:creationId xmlns:a16="http://schemas.microsoft.com/office/drawing/2014/main" id="{B80FB67F-5B3A-9B8D-05DB-12BF8CFEB304}"/>
                </a:ext>
              </a:extLst>
            </p:cNvPr>
            <p:cNvSpPr/>
            <p:nvPr/>
          </p:nvSpPr>
          <p:spPr>
            <a:xfrm>
              <a:off x="14544190" y="2720110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第五步</a:t>
              </a:r>
            </a:p>
          </p:txBody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4B6C9C7C-A56B-263C-269C-2835DC0F8B3F}"/>
                </a:ext>
              </a:extLst>
            </p:cNvPr>
            <p:cNvGrpSpPr/>
            <p:nvPr/>
          </p:nvGrpSpPr>
          <p:grpSpPr>
            <a:xfrm>
              <a:off x="15641201" y="651510"/>
              <a:ext cx="5809228" cy="5554980"/>
              <a:chOff x="3823601" y="1458467"/>
              <a:chExt cx="5809228" cy="5554980"/>
            </a:xfrm>
          </p:grpSpPr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2F7AA5B1-963A-D4D3-57FE-9CA932D97725}"/>
                  </a:ext>
                </a:extLst>
              </p:cNvPr>
              <p:cNvSpPr/>
              <p:nvPr/>
            </p:nvSpPr>
            <p:spPr>
              <a:xfrm>
                <a:off x="6034163" y="1458467"/>
                <a:ext cx="3402329" cy="2773680"/>
              </a:xfrm>
              <a:custGeom>
                <a:avLst/>
                <a:gdLst/>
                <a:ahLst/>
                <a:cxnLst/>
                <a:rect l="l" t="t" r="r" b="b"/>
                <a:pathLst>
                  <a:path w="3402329" h="2773679">
                    <a:moveTo>
                      <a:pt x="1700784" y="0"/>
                    </a:moveTo>
                    <a:lnTo>
                      <a:pt x="1647795" y="660"/>
                    </a:lnTo>
                    <a:lnTo>
                      <a:pt x="1595212" y="2627"/>
                    </a:lnTo>
                    <a:lnTo>
                      <a:pt x="1543056" y="5882"/>
                    </a:lnTo>
                    <a:lnTo>
                      <a:pt x="1491351" y="10407"/>
                    </a:lnTo>
                    <a:lnTo>
                      <a:pt x="1440122" y="16181"/>
                    </a:lnTo>
                    <a:lnTo>
                      <a:pt x="1389390" y="23186"/>
                    </a:lnTo>
                    <a:lnTo>
                      <a:pt x="1339181" y="31402"/>
                    </a:lnTo>
                    <a:lnTo>
                      <a:pt x="1289517" y="40810"/>
                    </a:lnTo>
                    <a:lnTo>
                      <a:pt x="1240422" y="51391"/>
                    </a:lnTo>
                    <a:lnTo>
                      <a:pt x="1191919" y="63126"/>
                    </a:lnTo>
                    <a:lnTo>
                      <a:pt x="1144032" y="75996"/>
                    </a:lnTo>
                    <a:lnTo>
                      <a:pt x="1096784" y="89981"/>
                    </a:lnTo>
                    <a:lnTo>
                      <a:pt x="1050200" y="105062"/>
                    </a:lnTo>
                    <a:lnTo>
                      <a:pt x="1004301" y="121220"/>
                    </a:lnTo>
                    <a:lnTo>
                      <a:pt x="959112" y="138436"/>
                    </a:lnTo>
                    <a:lnTo>
                      <a:pt x="914657" y="156690"/>
                    </a:lnTo>
                    <a:lnTo>
                      <a:pt x="870958" y="175964"/>
                    </a:lnTo>
                    <a:lnTo>
                      <a:pt x="828040" y="196239"/>
                    </a:lnTo>
                    <a:lnTo>
                      <a:pt x="785925" y="217494"/>
                    </a:lnTo>
                    <a:lnTo>
                      <a:pt x="744638" y="239711"/>
                    </a:lnTo>
                    <a:lnTo>
                      <a:pt x="704201" y="262871"/>
                    </a:lnTo>
                    <a:lnTo>
                      <a:pt x="664639" y="286954"/>
                    </a:lnTo>
                    <a:lnTo>
                      <a:pt x="625974" y="311941"/>
                    </a:lnTo>
                    <a:lnTo>
                      <a:pt x="588231" y="337813"/>
                    </a:lnTo>
                    <a:lnTo>
                      <a:pt x="551432" y="364552"/>
                    </a:lnTo>
                    <a:lnTo>
                      <a:pt x="515602" y="392137"/>
                    </a:lnTo>
                    <a:lnTo>
                      <a:pt x="480763" y="420549"/>
                    </a:lnTo>
                    <a:lnTo>
                      <a:pt x="446939" y="449770"/>
                    </a:lnTo>
                    <a:lnTo>
                      <a:pt x="414155" y="479780"/>
                    </a:lnTo>
                    <a:lnTo>
                      <a:pt x="382432" y="510560"/>
                    </a:lnTo>
                    <a:lnTo>
                      <a:pt x="351795" y="542090"/>
                    </a:lnTo>
                    <a:lnTo>
                      <a:pt x="322267" y="574352"/>
                    </a:lnTo>
                    <a:lnTo>
                      <a:pt x="293872" y="607326"/>
                    </a:lnTo>
                    <a:lnTo>
                      <a:pt x="266632" y="640994"/>
                    </a:lnTo>
                    <a:lnTo>
                      <a:pt x="240573" y="675335"/>
                    </a:lnTo>
                    <a:lnTo>
                      <a:pt x="215717" y="710331"/>
                    </a:lnTo>
                    <a:lnTo>
                      <a:pt x="192087" y="745962"/>
                    </a:lnTo>
                    <a:lnTo>
                      <a:pt x="169707" y="782210"/>
                    </a:lnTo>
                    <a:lnTo>
                      <a:pt x="148601" y="819056"/>
                    </a:lnTo>
                    <a:lnTo>
                      <a:pt x="128792" y="856479"/>
                    </a:lnTo>
                    <a:lnTo>
                      <a:pt x="110304" y="894460"/>
                    </a:lnTo>
                    <a:lnTo>
                      <a:pt x="93160" y="932982"/>
                    </a:lnTo>
                    <a:lnTo>
                      <a:pt x="77383" y="972024"/>
                    </a:lnTo>
                    <a:lnTo>
                      <a:pt x="62997" y="1011566"/>
                    </a:lnTo>
                    <a:lnTo>
                      <a:pt x="50026" y="1051591"/>
                    </a:lnTo>
                    <a:lnTo>
                      <a:pt x="38493" y="1092079"/>
                    </a:lnTo>
                    <a:lnTo>
                      <a:pt x="28421" y="1133011"/>
                    </a:lnTo>
                    <a:lnTo>
                      <a:pt x="19835" y="1174366"/>
                    </a:lnTo>
                    <a:lnTo>
                      <a:pt x="12757" y="1216127"/>
                    </a:lnTo>
                    <a:lnTo>
                      <a:pt x="7211" y="1258274"/>
                    </a:lnTo>
                    <a:lnTo>
                      <a:pt x="3220" y="1300788"/>
                    </a:lnTo>
                    <a:lnTo>
                      <a:pt x="809" y="1343650"/>
                    </a:lnTo>
                    <a:lnTo>
                      <a:pt x="0" y="1386839"/>
                    </a:lnTo>
                    <a:lnTo>
                      <a:pt x="809" y="1430029"/>
                    </a:lnTo>
                    <a:lnTo>
                      <a:pt x="3220" y="1472891"/>
                    </a:lnTo>
                    <a:lnTo>
                      <a:pt x="7211" y="1515405"/>
                    </a:lnTo>
                    <a:lnTo>
                      <a:pt x="12757" y="1557552"/>
                    </a:lnTo>
                    <a:lnTo>
                      <a:pt x="19835" y="1599313"/>
                    </a:lnTo>
                    <a:lnTo>
                      <a:pt x="28421" y="1640668"/>
                    </a:lnTo>
                    <a:lnTo>
                      <a:pt x="38493" y="1681600"/>
                    </a:lnTo>
                    <a:lnTo>
                      <a:pt x="50026" y="1722088"/>
                    </a:lnTo>
                    <a:lnTo>
                      <a:pt x="62997" y="1762113"/>
                    </a:lnTo>
                    <a:lnTo>
                      <a:pt x="77383" y="1801655"/>
                    </a:lnTo>
                    <a:lnTo>
                      <a:pt x="93160" y="1840697"/>
                    </a:lnTo>
                    <a:lnTo>
                      <a:pt x="110304" y="1879219"/>
                    </a:lnTo>
                    <a:lnTo>
                      <a:pt x="128792" y="1917200"/>
                    </a:lnTo>
                    <a:lnTo>
                      <a:pt x="148601" y="1954623"/>
                    </a:lnTo>
                    <a:lnTo>
                      <a:pt x="169707" y="1991469"/>
                    </a:lnTo>
                    <a:lnTo>
                      <a:pt x="192087" y="2027717"/>
                    </a:lnTo>
                    <a:lnTo>
                      <a:pt x="215717" y="2063348"/>
                    </a:lnTo>
                    <a:lnTo>
                      <a:pt x="240573" y="2098344"/>
                    </a:lnTo>
                    <a:lnTo>
                      <a:pt x="266632" y="2132685"/>
                    </a:lnTo>
                    <a:lnTo>
                      <a:pt x="293872" y="2166353"/>
                    </a:lnTo>
                    <a:lnTo>
                      <a:pt x="322267" y="2199327"/>
                    </a:lnTo>
                    <a:lnTo>
                      <a:pt x="351795" y="2231589"/>
                    </a:lnTo>
                    <a:lnTo>
                      <a:pt x="382432" y="2263119"/>
                    </a:lnTo>
                    <a:lnTo>
                      <a:pt x="414155" y="2293899"/>
                    </a:lnTo>
                    <a:lnTo>
                      <a:pt x="446939" y="2323909"/>
                    </a:lnTo>
                    <a:lnTo>
                      <a:pt x="480763" y="2353130"/>
                    </a:lnTo>
                    <a:lnTo>
                      <a:pt x="515602" y="2381542"/>
                    </a:lnTo>
                    <a:lnTo>
                      <a:pt x="551432" y="2409127"/>
                    </a:lnTo>
                    <a:lnTo>
                      <a:pt x="588231" y="2435866"/>
                    </a:lnTo>
                    <a:lnTo>
                      <a:pt x="625974" y="2461738"/>
                    </a:lnTo>
                    <a:lnTo>
                      <a:pt x="664639" y="2486725"/>
                    </a:lnTo>
                    <a:lnTo>
                      <a:pt x="704201" y="2510808"/>
                    </a:lnTo>
                    <a:lnTo>
                      <a:pt x="744638" y="2533968"/>
                    </a:lnTo>
                    <a:lnTo>
                      <a:pt x="785925" y="2556185"/>
                    </a:lnTo>
                    <a:lnTo>
                      <a:pt x="828040" y="2577440"/>
                    </a:lnTo>
                    <a:lnTo>
                      <a:pt x="870958" y="2597715"/>
                    </a:lnTo>
                    <a:lnTo>
                      <a:pt x="914657" y="2616989"/>
                    </a:lnTo>
                    <a:lnTo>
                      <a:pt x="959112" y="2635243"/>
                    </a:lnTo>
                    <a:lnTo>
                      <a:pt x="1004301" y="2652459"/>
                    </a:lnTo>
                    <a:lnTo>
                      <a:pt x="1050200" y="2668617"/>
                    </a:lnTo>
                    <a:lnTo>
                      <a:pt x="1096784" y="2683698"/>
                    </a:lnTo>
                    <a:lnTo>
                      <a:pt x="1144032" y="2697683"/>
                    </a:lnTo>
                    <a:lnTo>
                      <a:pt x="1191919" y="2710553"/>
                    </a:lnTo>
                    <a:lnTo>
                      <a:pt x="1240422" y="2722288"/>
                    </a:lnTo>
                    <a:lnTo>
                      <a:pt x="1289517" y="2732869"/>
                    </a:lnTo>
                    <a:lnTo>
                      <a:pt x="1339181" y="2742277"/>
                    </a:lnTo>
                    <a:lnTo>
                      <a:pt x="1389390" y="2750493"/>
                    </a:lnTo>
                    <a:lnTo>
                      <a:pt x="1440122" y="2757498"/>
                    </a:lnTo>
                    <a:lnTo>
                      <a:pt x="1491351" y="2763272"/>
                    </a:lnTo>
                    <a:lnTo>
                      <a:pt x="1543056" y="2767797"/>
                    </a:lnTo>
                    <a:lnTo>
                      <a:pt x="1595212" y="2771052"/>
                    </a:lnTo>
                    <a:lnTo>
                      <a:pt x="1647795" y="2773019"/>
                    </a:lnTo>
                    <a:lnTo>
                      <a:pt x="1700784" y="2773679"/>
                    </a:lnTo>
                    <a:lnTo>
                      <a:pt x="1753772" y="2773019"/>
                    </a:lnTo>
                    <a:lnTo>
                      <a:pt x="1806357" y="2771052"/>
                    </a:lnTo>
                    <a:lnTo>
                      <a:pt x="1858516" y="2767797"/>
                    </a:lnTo>
                    <a:lnTo>
                      <a:pt x="1910226" y="2763272"/>
                    </a:lnTo>
                    <a:lnTo>
                      <a:pt x="1961462" y="2757498"/>
                    </a:lnTo>
                    <a:lnTo>
                      <a:pt x="2012200" y="2750493"/>
                    </a:lnTo>
                    <a:lnTo>
                      <a:pt x="2062419" y="2742277"/>
                    </a:lnTo>
                    <a:lnTo>
                      <a:pt x="2112093" y="2732869"/>
                    </a:lnTo>
                    <a:lnTo>
                      <a:pt x="2161199" y="2722288"/>
                    </a:lnTo>
                    <a:lnTo>
                      <a:pt x="2209714" y="2710553"/>
                    </a:lnTo>
                    <a:lnTo>
                      <a:pt x="2257615" y="2697683"/>
                    </a:lnTo>
                    <a:lnTo>
                      <a:pt x="2304877" y="2683698"/>
                    </a:lnTo>
                    <a:lnTo>
                      <a:pt x="2351477" y="2668617"/>
                    </a:lnTo>
                    <a:lnTo>
                      <a:pt x="2397392" y="2652459"/>
                    </a:lnTo>
                    <a:lnTo>
                      <a:pt x="2442598" y="2635243"/>
                    </a:lnTo>
                    <a:lnTo>
                      <a:pt x="2487071" y="2616989"/>
                    </a:lnTo>
                    <a:lnTo>
                      <a:pt x="2530788" y="2597715"/>
                    </a:lnTo>
                    <a:lnTo>
                      <a:pt x="2573725" y="2577440"/>
                    </a:lnTo>
                    <a:lnTo>
                      <a:pt x="2615860" y="2556185"/>
                    </a:lnTo>
                    <a:lnTo>
                      <a:pt x="2657167" y="2533968"/>
                    </a:lnTo>
                    <a:lnTo>
                      <a:pt x="2697624" y="2510808"/>
                    </a:lnTo>
                    <a:lnTo>
                      <a:pt x="2737207" y="2486725"/>
                    </a:lnTo>
                    <a:lnTo>
                      <a:pt x="2775893" y="2461738"/>
                    </a:lnTo>
                    <a:lnTo>
                      <a:pt x="2813658" y="2435866"/>
                    </a:lnTo>
                    <a:lnTo>
                      <a:pt x="2850478" y="2409127"/>
                    </a:lnTo>
                    <a:lnTo>
                      <a:pt x="2886331" y="2381542"/>
                    </a:lnTo>
                    <a:lnTo>
                      <a:pt x="2921191" y="2353130"/>
                    </a:lnTo>
                    <a:lnTo>
                      <a:pt x="2955036" y="2323909"/>
                    </a:lnTo>
                    <a:lnTo>
                      <a:pt x="2987843" y="2293899"/>
                    </a:lnTo>
                    <a:lnTo>
                      <a:pt x="3019587" y="2263119"/>
                    </a:lnTo>
                    <a:lnTo>
                      <a:pt x="3050246" y="2231589"/>
                    </a:lnTo>
                    <a:lnTo>
                      <a:pt x="3079794" y="2199327"/>
                    </a:lnTo>
                    <a:lnTo>
                      <a:pt x="3108210" y="2166353"/>
                    </a:lnTo>
                    <a:lnTo>
                      <a:pt x="3135470" y="2132685"/>
                    </a:lnTo>
                    <a:lnTo>
                      <a:pt x="3161549" y="2098344"/>
                    </a:lnTo>
                    <a:lnTo>
                      <a:pt x="3186425" y="2063348"/>
                    </a:lnTo>
                    <a:lnTo>
                      <a:pt x="3210073" y="2027717"/>
                    </a:lnTo>
                    <a:lnTo>
                      <a:pt x="3232471" y="1991469"/>
                    </a:lnTo>
                    <a:lnTo>
                      <a:pt x="3253594" y="1954623"/>
                    </a:lnTo>
                    <a:lnTo>
                      <a:pt x="3273420" y="1917200"/>
                    </a:lnTo>
                    <a:lnTo>
                      <a:pt x="3291924" y="1879219"/>
                    </a:lnTo>
                    <a:lnTo>
                      <a:pt x="3309083" y="1840697"/>
                    </a:lnTo>
                    <a:lnTo>
                      <a:pt x="3324874" y="1801655"/>
                    </a:lnTo>
                    <a:lnTo>
                      <a:pt x="3339273" y="1762113"/>
                    </a:lnTo>
                    <a:lnTo>
                      <a:pt x="3352255" y="1722088"/>
                    </a:lnTo>
                    <a:lnTo>
                      <a:pt x="3363799" y="1681600"/>
                    </a:lnTo>
                    <a:lnTo>
                      <a:pt x="3373880" y="1640668"/>
                    </a:lnTo>
                    <a:lnTo>
                      <a:pt x="3382475" y="1599313"/>
                    </a:lnTo>
                    <a:lnTo>
                      <a:pt x="3389560" y="1557552"/>
                    </a:lnTo>
                    <a:lnTo>
                      <a:pt x="3395111" y="1515405"/>
                    </a:lnTo>
                    <a:lnTo>
                      <a:pt x="3399106" y="1472891"/>
                    </a:lnTo>
                    <a:lnTo>
                      <a:pt x="3401520" y="1430029"/>
                    </a:lnTo>
                    <a:lnTo>
                      <a:pt x="3402329" y="1386839"/>
                    </a:lnTo>
                    <a:lnTo>
                      <a:pt x="3401520" y="1343650"/>
                    </a:lnTo>
                    <a:lnTo>
                      <a:pt x="3399106" y="1300788"/>
                    </a:lnTo>
                    <a:lnTo>
                      <a:pt x="3395111" y="1258274"/>
                    </a:lnTo>
                    <a:lnTo>
                      <a:pt x="3389560" y="1216127"/>
                    </a:lnTo>
                    <a:lnTo>
                      <a:pt x="3382475" y="1174366"/>
                    </a:lnTo>
                    <a:lnTo>
                      <a:pt x="3373880" y="1133011"/>
                    </a:lnTo>
                    <a:lnTo>
                      <a:pt x="3363799" y="1092079"/>
                    </a:lnTo>
                    <a:lnTo>
                      <a:pt x="3352255" y="1051591"/>
                    </a:lnTo>
                    <a:lnTo>
                      <a:pt x="3339273" y="1011566"/>
                    </a:lnTo>
                    <a:lnTo>
                      <a:pt x="3324874" y="972024"/>
                    </a:lnTo>
                    <a:lnTo>
                      <a:pt x="3309083" y="932982"/>
                    </a:lnTo>
                    <a:lnTo>
                      <a:pt x="3291924" y="894460"/>
                    </a:lnTo>
                    <a:lnTo>
                      <a:pt x="3273420" y="856479"/>
                    </a:lnTo>
                    <a:lnTo>
                      <a:pt x="3253594" y="819056"/>
                    </a:lnTo>
                    <a:lnTo>
                      <a:pt x="3232471" y="782210"/>
                    </a:lnTo>
                    <a:lnTo>
                      <a:pt x="3210073" y="745962"/>
                    </a:lnTo>
                    <a:lnTo>
                      <a:pt x="3186425" y="710331"/>
                    </a:lnTo>
                    <a:lnTo>
                      <a:pt x="3161549" y="675335"/>
                    </a:lnTo>
                    <a:lnTo>
                      <a:pt x="3135470" y="640994"/>
                    </a:lnTo>
                    <a:lnTo>
                      <a:pt x="3108210" y="607326"/>
                    </a:lnTo>
                    <a:lnTo>
                      <a:pt x="3079794" y="574352"/>
                    </a:lnTo>
                    <a:lnTo>
                      <a:pt x="3050246" y="542090"/>
                    </a:lnTo>
                    <a:lnTo>
                      <a:pt x="3019587" y="510560"/>
                    </a:lnTo>
                    <a:lnTo>
                      <a:pt x="2987843" y="479780"/>
                    </a:lnTo>
                    <a:lnTo>
                      <a:pt x="2955036" y="449770"/>
                    </a:lnTo>
                    <a:lnTo>
                      <a:pt x="2921191" y="420549"/>
                    </a:lnTo>
                    <a:lnTo>
                      <a:pt x="2886331" y="392137"/>
                    </a:lnTo>
                    <a:lnTo>
                      <a:pt x="2850478" y="364552"/>
                    </a:lnTo>
                    <a:lnTo>
                      <a:pt x="2813658" y="337813"/>
                    </a:lnTo>
                    <a:lnTo>
                      <a:pt x="2775893" y="311941"/>
                    </a:lnTo>
                    <a:lnTo>
                      <a:pt x="2737207" y="286954"/>
                    </a:lnTo>
                    <a:lnTo>
                      <a:pt x="2697624" y="262871"/>
                    </a:lnTo>
                    <a:lnTo>
                      <a:pt x="2657167" y="239711"/>
                    </a:lnTo>
                    <a:lnTo>
                      <a:pt x="2615860" y="217494"/>
                    </a:lnTo>
                    <a:lnTo>
                      <a:pt x="2573725" y="196239"/>
                    </a:lnTo>
                    <a:lnTo>
                      <a:pt x="2530788" y="175964"/>
                    </a:lnTo>
                    <a:lnTo>
                      <a:pt x="2487071" y="156690"/>
                    </a:lnTo>
                    <a:lnTo>
                      <a:pt x="2442598" y="138436"/>
                    </a:lnTo>
                    <a:lnTo>
                      <a:pt x="2397392" y="121220"/>
                    </a:lnTo>
                    <a:lnTo>
                      <a:pt x="2351477" y="105062"/>
                    </a:lnTo>
                    <a:lnTo>
                      <a:pt x="2304877" y="89981"/>
                    </a:lnTo>
                    <a:lnTo>
                      <a:pt x="2257615" y="75996"/>
                    </a:lnTo>
                    <a:lnTo>
                      <a:pt x="2209714" y="63126"/>
                    </a:lnTo>
                    <a:lnTo>
                      <a:pt x="2161199" y="51391"/>
                    </a:lnTo>
                    <a:lnTo>
                      <a:pt x="2112093" y="40810"/>
                    </a:lnTo>
                    <a:lnTo>
                      <a:pt x="2062419" y="31402"/>
                    </a:lnTo>
                    <a:lnTo>
                      <a:pt x="2012200" y="23186"/>
                    </a:lnTo>
                    <a:lnTo>
                      <a:pt x="1961462" y="16181"/>
                    </a:lnTo>
                    <a:lnTo>
                      <a:pt x="1910226" y="10407"/>
                    </a:lnTo>
                    <a:lnTo>
                      <a:pt x="1858516" y="5882"/>
                    </a:lnTo>
                    <a:lnTo>
                      <a:pt x="1806357" y="2627"/>
                    </a:lnTo>
                    <a:lnTo>
                      <a:pt x="1753772" y="660"/>
                    </a:lnTo>
                    <a:lnTo>
                      <a:pt x="1700784" y="0"/>
                    </a:lnTo>
                    <a:close/>
                  </a:path>
                </a:pathLst>
              </a:custGeom>
              <a:ln w="76200">
                <a:solidFill>
                  <a:srgbClr val="666633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06E8C29C-B436-CBE0-D460-87432E1D39BA}"/>
                  </a:ext>
                </a:extLst>
              </p:cNvPr>
              <p:cNvGrpSpPr/>
              <p:nvPr/>
            </p:nvGrpSpPr>
            <p:grpSpPr>
              <a:xfrm>
                <a:off x="3823601" y="1461770"/>
                <a:ext cx="5809228" cy="5551677"/>
                <a:chOff x="3823601" y="1461770"/>
                <a:chExt cx="5809228" cy="5551677"/>
              </a:xfrm>
            </p:grpSpPr>
            <p:grpSp>
              <p:nvGrpSpPr>
                <p:cNvPr id="17" name="object 3">
                  <a:extLst>
                    <a:ext uri="{FF2B5EF4-FFF2-40B4-BE49-F238E27FC236}">
                      <a16:creationId xmlns:a16="http://schemas.microsoft.com/office/drawing/2014/main" id="{320490B3-F3CE-D2A4-66D6-A61BA401BFDD}"/>
                    </a:ext>
                  </a:extLst>
                </p:cNvPr>
                <p:cNvGrpSpPr/>
                <p:nvPr/>
              </p:nvGrpSpPr>
              <p:grpSpPr>
                <a:xfrm>
                  <a:off x="3823601" y="1709927"/>
                  <a:ext cx="5495925" cy="5303520"/>
                  <a:chOff x="3823601" y="1709927"/>
                  <a:chExt cx="5495925" cy="5303520"/>
                </a:xfrm>
              </p:grpSpPr>
              <p:pic>
                <p:nvPicPr>
                  <p:cNvPr id="20" name="object 4">
                    <a:extLst>
                      <a:ext uri="{FF2B5EF4-FFF2-40B4-BE49-F238E27FC236}">
                        <a16:creationId xmlns:a16="http://schemas.microsoft.com/office/drawing/2014/main" id="{E5778B63-EBE0-8D99-E2A1-520C6629A9BD}"/>
                      </a:ext>
                    </a:extLst>
                  </p:cNvPr>
                  <p:cNvPicPr/>
                  <p:nvPr/>
                </p:nvPicPr>
                <p:blipFill>
                  <a:blip r:embed="rId6" cstate="print"/>
                  <a:stretch>
                    <a:fillRect/>
                  </a:stretch>
                </p:blipFill>
                <p:spPr>
                  <a:xfrm>
                    <a:off x="3823601" y="1709927"/>
                    <a:ext cx="5495544" cy="5125211"/>
                  </a:xfrm>
                  <a:prstGeom prst="rect">
                    <a:avLst/>
                  </a:prstGeom>
                </p:spPr>
              </p:pic>
              <p:sp>
                <p:nvSpPr>
                  <p:cNvPr id="21" name="object 5">
                    <a:extLst>
                      <a:ext uri="{FF2B5EF4-FFF2-40B4-BE49-F238E27FC236}">
                        <a16:creationId xmlns:a16="http://schemas.microsoft.com/office/drawing/2014/main" id="{F9BC51F9-4F12-0CF7-E612-7DA981EED8AD}"/>
                      </a:ext>
                    </a:extLst>
                  </p:cNvPr>
                  <p:cNvSpPr/>
                  <p:nvPr/>
                </p:nvSpPr>
                <p:spPr>
                  <a:xfrm>
                    <a:off x="3875417" y="3108197"/>
                    <a:ext cx="3357879" cy="3867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7879" h="3867150">
                        <a:moveTo>
                          <a:pt x="1678686" y="0"/>
                        </a:moveTo>
                        <a:lnTo>
                          <a:pt x="1633953" y="672"/>
                        </a:lnTo>
                        <a:lnTo>
                          <a:pt x="1589510" y="2680"/>
                        </a:lnTo>
                        <a:lnTo>
                          <a:pt x="1545371" y="6004"/>
                        </a:lnTo>
                        <a:lnTo>
                          <a:pt x="1501550" y="10630"/>
                        </a:lnTo>
                        <a:lnTo>
                          <a:pt x="1458062" y="16541"/>
                        </a:lnTo>
                        <a:lnTo>
                          <a:pt x="1414921" y="23719"/>
                        </a:lnTo>
                        <a:lnTo>
                          <a:pt x="1372141" y="32147"/>
                        </a:lnTo>
                        <a:lnTo>
                          <a:pt x="1329738" y="41810"/>
                        </a:lnTo>
                        <a:lnTo>
                          <a:pt x="1287725" y="52691"/>
                        </a:lnTo>
                        <a:lnTo>
                          <a:pt x="1246117" y="64772"/>
                        </a:lnTo>
                        <a:lnTo>
                          <a:pt x="1204929" y="78037"/>
                        </a:lnTo>
                        <a:lnTo>
                          <a:pt x="1164175" y="92470"/>
                        </a:lnTo>
                        <a:lnTo>
                          <a:pt x="1123870" y="108053"/>
                        </a:lnTo>
                        <a:lnTo>
                          <a:pt x="1084027" y="124770"/>
                        </a:lnTo>
                        <a:lnTo>
                          <a:pt x="1044662" y="142604"/>
                        </a:lnTo>
                        <a:lnTo>
                          <a:pt x="1005789" y="161539"/>
                        </a:lnTo>
                        <a:lnTo>
                          <a:pt x="967423" y="181558"/>
                        </a:lnTo>
                        <a:lnTo>
                          <a:pt x="929577" y="202643"/>
                        </a:lnTo>
                        <a:lnTo>
                          <a:pt x="892267" y="224780"/>
                        </a:lnTo>
                        <a:lnTo>
                          <a:pt x="855507" y="247949"/>
                        </a:lnTo>
                        <a:lnTo>
                          <a:pt x="819312" y="272136"/>
                        </a:lnTo>
                        <a:lnTo>
                          <a:pt x="783695" y="297323"/>
                        </a:lnTo>
                        <a:lnTo>
                          <a:pt x="748672" y="323494"/>
                        </a:lnTo>
                        <a:lnTo>
                          <a:pt x="714256" y="350631"/>
                        </a:lnTo>
                        <a:lnTo>
                          <a:pt x="680463" y="378719"/>
                        </a:lnTo>
                        <a:lnTo>
                          <a:pt x="647307" y="407740"/>
                        </a:lnTo>
                        <a:lnTo>
                          <a:pt x="614802" y="437677"/>
                        </a:lnTo>
                        <a:lnTo>
                          <a:pt x="582963" y="468515"/>
                        </a:lnTo>
                        <a:lnTo>
                          <a:pt x="551804" y="500236"/>
                        </a:lnTo>
                        <a:lnTo>
                          <a:pt x="521340" y="532823"/>
                        </a:lnTo>
                        <a:lnTo>
                          <a:pt x="491585" y="566261"/>
                        </a:lnTo>
                        <a:lnTo>
                          <a:pt x="462554" y="600531"/>
                        </a:lnTo>
                        <a:lnTo>
                          <a:pt x="434261" y="635618"/>
                        </a:lnTo>
                        <a:lnTo>
                          <a:pt x="406721" y="671505"/>
                        </a:lnTo>
                        <a:lnTo>
                          <a:pt x="379948" y="708175"/>
                        </a:lnTo>
                        <a:lnTo>
                          <a:pt x="353956" y="745611"/>
                        </a:lnTo>
                        <a:lnTo>
                          <a:pt x="328761" y="783797"/>
                        </a:lnTo>
                        <a:lnTo>
                          <a:pt x="304377" y="822715"/>
                        </a:lnTo>
                        <a:lnTo>
                          <a:pt x="280817" y="862350"/>
                        </a:lnTo>
                        <a:lnTo>
                          <a:pt x="258098" y="902685"/>
                        </a:lnTo>
                        <a:lnTo>
                          <a:pt x="236232" y="943702"/>
                        </a:lnTo>
                        <a:lnTo>
                          <a:pt x="215235" y="985385"/>
                        </a:lnTo>
                        <a:lnTo>
                          <a:pt x="195121" y="1027718"/>
                        </a:lnTo>
                        <a:lnTo>
                          <a:pt x="175904" y="1070683"/>
                        </a:lnTo>
                        <a:lnTo>
                          <a:pt x="157600" y="1114264"/>
                        </a:lnTo>
                        <a:lnTo>
                          <a:pt x="140222" y="1158445"/>
                        </a:lnTo>
                        <a:lnTo>
                          <a:pt x="123785" y="1203207"/>
                        </a:lnTo>
                        <a:lnTo>
                          <a:pt x="108304" y="1248536"/>
                        </a:lnTo>
                        <a:lnTo>
                          <a:pt x="93792" y="1294414"/>
                        </a:lnTo>
                        <a:lnTo>
                          <a:pt x="80265" y="1340824"/>
                        </a:lnTo>
                        <a:lnTo>
                          <a:pt x="67737" y="1387750"/>
                        </a:lnTo>
                        <a:lnTo>
                          <a:pt x="56222" y="1435175"/>
                        </a:lnTo>
                        <a:lnTo>
                          <a:pt x="45735" y="1483083"/>
                        </a:lnTo>
                        <a:lnTo>
                          <a:pt x="36291" y="1531456"/>
                        </a:lnTo>
                        <a:lnTo>
                          <a:pt x="27904" y="1580277"/>
                        </a:lnTo>
                        <a:lnTo>
                          <a:pt x="20587" y="1629531"/>
                        </a:lnTo>
                        <a:lnTo>
                          <a:pt x="14357" y="1679200"/>
                        </a:lnTo>
                        <a:lnTo>
                          <a:pt x="9227" y="1729268"/>
                        </a:lnTo>
                        <a:lnTo>
                          <a:pt x="5212" y="1779718"/>
                        </a:lnTo>
                        <a:lnTo>
                          <a:pt x="2326" y="1830534"/>
                        </a:lnTo>
                        <a:lnTo>
                          <a:pt x="583" y="1881698"/>
                        </a:lnTo>
                        <a:lnTo>
                          <a:pt x="0" y="1933193"/>
                        </a:lnTo>
                        <a:lnTo>
                          <a:pt x="583" y="1984726"/>
                        </a:lnTo>
                        <a:lnTo>
                          <a:pt x="2326" y="2035925"/>
                        </a:lnTo>
                        <a:lnTo>
                          <a:pt x="5212" y="2086774"/>
                        </a:lnTo>
                        <a:lnTo>
                          <a:pt x="9227" y="2137257"/>
                        </a:lnTo>
                        <a:lnTo>
                          <a:pt x="14357" y="2187357"/>
                        </a:lnTo>
                        <a:lnTo>
                          <a:pt x="20587" y="2237056"/>
                        </a:lnTo>
                        <a:lnTo>
                          <a:pt x="27904" y="2286340"/>
                        </a:lnTo>
                        <a:lnTo>
                          <a:pt x="36291" y="2335190"/>
                        </a:lnTo>
                        <a:lnTo>
                          <a:pt x="45735" y="2383590"/>
                        </a:lnTo>
                        <a:lnTo>
                          <a:pt x="56222" y="2431524"/>
                        </a:lnTo>
                        <a:lnTo>
                          <a:pt x="67737" y="2478974"/>
                        </a:lnTo>
                        <a:lnTo>
                          <a:pt x="80265" y="2525925"/>
                        </a:lnTo>
                        <a:lnTo>
                          <a:pt x="93792" y="2572359"/>
                        </a:lnTo>
                        <a:lnTo>
                          <a:pt x="108304" y="2618259"/>
                        </a:lnTo>
                        <a:lnTo>
                          <a:pt x="123785" y="2663610"/>
                        </a:lnTo>
                        <a:lnTo>
                          <a:pt x="140222" y="2708393"/>
                        </a:lnTo>
                        <a:lnTo>
                          <a:pt x="157600" y="2752594"/>
                        </a:lnTo>
                        <a:lnTo>
                          <a:pt x="175904" y="2796194"/>
                        </a:lnTo>
                        <a:lnTo>
                          <a:pt x="195121" y="2839177"/>
                        </a:lnTo>
                        <a:lnTo>
                          <a:pt x="215235" y="2881527"/>
                        </a:lnTo>
                        <a:lnTo>
                          <a:pt x="236232" y="2923227"/>
                        </a:lnTo>
                        <a:lnTo>
                          <a:pt x="258098" y="2964260"/>
                        </a:lnTo>
                        <a:lnTo>
                          <a:pt x="280817" y="3004609"/>
                        </a:lnTo>
                        <a:lnTo>
                          <a:pt x="304377" y="3044258"/>
                        </a:lnTo>
                        <a:lnTo>
                          <a:pt x="328761" y="3083190"/>
                        </a:lnTo>
                        <a:lnTo>
                          <a:pt x="353956" y="3121389"/>
                        </a:lnTo>
                        <a:lnTo>
                          <a:pt x="379948" y="3158837"/>
                        </a:lnTo>
                        <a:lnTo>
                          <a:pt x="406721" y="3195518"/>
                        </a:lnTo>
                        <a:lnTo>
                          <a:pt x="434261" y="3231416"/>
                        </a:lnTo>
                        <a:lnTo>
                          <a:pt x="462554" y="3266513"/>
                        </a:lnTo>
                        <a:lnTo>
                          <a:pt x="491585" y="3300793"/>
                        </a:lnTo>
                        <a:lnTo>
                          <a:pt x="521340" y="3334239"/>
                        </a:lnTo>
                        <a:lnTo>
                          <a:pt x="551804" y="3366835"/>
                        </a:lnTo>
                        <a:lnTo>
                          <a:pt x="582963" y="3398564"/>
                        </a:lnTo>
                        <a:lnTo>
                          <a:pt x="614802" y="3429409"/>
                        </a:lnTo>
                        <a:lnTo>
                          <a:pt x="647307" y="3459353"/>
                        </a:lnTo>
                        <a:lnTo>
                          <a:pt x="680463" y="3488380"/>
                        </a:lnTo>
                        <a:lnTo>
                          <a:pt x="714256" y="3516474"/>
                        </a:lnTo>
                        <a:lnTo>
                          <a:pt x="748672" y="3543616"/>
                        </a:lnTo>
                        <a:lnTo>
                          <a:pt x="783695" y="3569792"/>
                        </a:lnTo>
                        <a:lnTo>
                          <a:pt x="819312" y="3594983"/>
                        </a:lnTo>
                        <a:lnTo>
                          <a:pt x="855507" y="3619174"/>
                        </a:lnTo>
                        <a:lnTo>
                          <a:pt x="892267" y="3642347"/>
                        </a:lnTo>
                        <a:lnTo>
                          <a:pt x="929577" y="3664487"/>
                        </a:lnTo>
                        <a:lnTo>
                          <a:pt x="967423" y="3685576"/>
                        </a:lnTo>
                        <a:lnTo>
                          <a:pt x="1005789" y="3705597"/>
                        </a:lnTo>
                        <a:lnTo>
                          <a:pt x="1044662" y="3724534"/>
                        </a:lnTo>
                        <a:lnTo>
                          <a:pt x="1084027" y="3742370"/>
                        </a:lnTo>
                        <a:lnTo>
                          <a:pt x="1123870" y="3759089"/>
                        </a:lnTo>
                        <a:lnTo>
                          <a:pt x="1164175" y="3774674"/>
                        </a:lnTo>
                        <a:lnTo>
                          <a:pt x="1204929" y="3789108"/>
                        </a:lnTo>
                        <a:lnTo>
                          <a:pt x="1246117" y="3802374"/>
                        </a:lnTo>
                        <a:lnTo>
                          <a:pt x="1287725" y="3814456"/>
                        </a:lnTo>
                        <a:lnTo>
                          <a:pt x="1329738" y="3825337"/>
                        </a:lnTo>
                        <a:lnTo>
                          <a:pt x="1372141" y="3835001"/>
                        </a:lnTo>
                        <a:lnTo>
                          <a:pt x="1414921" y="3843430"/>
                        </a:lnTo>
                        <a:lnTo>
                          <a:pt x="1458062" y="3850608"/>
                        </a:lnTo>
                        <a:lnTo>
                          <a:pt x="1501550" y="3856518"/>
                        </a:lnTo>
                        <a:lnTo>
                          <a:pt x="1545371" y="3861144"/>
                        </a:lnTo>
                        <a:lnTo>
                          <a:pt x="1589510" y="3864469"/>
                        </a:lnTo>
                        <a:lnTo>
                          <a:pt x="1633953" y="3866477"/>
                        </a:lnTo>
                        <a:lnTo>
                          <a:pt x="1678686" y="3867150"/>
                        </a:lnTo>
                        <a:lnTo>
                          <a:pt x="1723417" y="3866477"/>
                        </a:lnTo>
                        <a:lnTo>
                          <a:pt x="1767859" y="3864469"/>
                        </a:lnTo>
                        <a:lnTo>
                          <a:pt x="1811998" y="3861144"/>
                        </a:lnTo>
                        <a:lnTo>
                          <a:pt x="1855819" y="3856518"/>
                        </a:lnTo>
                        <a:lnTo>
                          <a:pt x="1899306" y="3850608"/>
                        </a:lnTo>
                        <a:lnTo>
                          <a:pt x="1942447" y="3843430"/>
                        </a:lnTo>
                        <a:lnTo>
                          <a:pt x="1985226" y="3835001"/>
                        </a:lnTo>
                        <a:lnTo>
                          <a:pt x="2027629" y="3825337"/>
                        </a:lnTo>
                        <a:lnTo>
                          <a:pt x="2069641" y="3814456"/>
                        </a:lnTo>
                        <a:lnTo>
                          <a:pt x="2111249" y="3802374"/>
                        </a:lnTo>
                        <a:lnTo>
                          <a:pt x="2152436" y="3789108"/>
                        </a:lnTo>
                        <a:lnTo>
                          <a:pt x="2193190" y="3774674"/>
                        </a:lnTo>
                        <a:lnTo>
                          <a:pt x="2233495" y="3759089"/>
                        </a:lnTo>
                        <a:lnTo>
                          <a:pt x="2273337" y="3742370"/>
                        </a:lnTo>
                        <a:lnTo>
                          <a:pt x="2312702" y="3724534"/>
                        </a:lnTo>
                        <a:lnTo>
                          <a:pt x="2351574" y="3705597"/>
                        </a:lnTo>
                        <a:lnTo>
                          <a:pt x="2389940" y="3685576"/>
                        </a:lnTo>
                        <a:lnTo>
                          <a:pt x="2427785" y="3664487"/>
                        </a:lnTo>
                        <a:lnTo>
                          <a:pt x="2465095" y="3642347"/>
                        </a:lnTo>
                        <a:lnTo>
                          <a:pt x="2501855" y="3619174"/>
                        </a:lnTo>
                        <a:lnTo>
                          <a:pt x="2538050" y="3594983"/>
                        </a:lnTo>
                        <a:lnTo>
                          <a:pt x="2573667" y="3569792"/>
                        </a:lnTo>
                        <a:lnTo>
                          <a:pt x="2608690" y="3543616"/>
                        </a:lnTo>
                        <a:lnTo>
                          <a:pt x="2643105" y="3516474"/>
                        </a:lnTo>
                        <a:lnTo>
                          <a:pt x="2676898" y="3488380"/>
                        </a:lnTo>
                        <a:lnTo>
                          <a:pt x="2710054" y="3459353"/>
                        </a:lnTo>
                        <a:lnTo>
                          <a:pt x="2742559" y="3429409"/>
                        </a:lnTo>
                        <a:lnTo>
                          <a:pt x="2774398" y="3398564"/>
                        </a:lnTo>
                        <a:lnTo>
                          <a:pt x="2805557" y="3366835"/>
                        </a:lnTo>
                        <a:lnTo>
                          <a:pt x="2836020" y="3334239"/>
                        </a:lnTo>
                        <a:lnTo>
                          <a:pt x="2865775" y="3300793"/>
                        </a:lnTo>
                        <a:lnTo>
                          <a:pt x="2894806" y="3266513"/>
                        </a:lnTo>
                        <a:lnTo>
                          <a:pt x="2923099" y="3231416"/>
                        </a:lnTo>
                        <a:lnTo>
                          <a:pt x="2950639" y="3195518"/>
                        </a:lnTo>
                        <a:lnTo>
                          <a:pt x="2977412" y="3158837"/>
                        </a:lnTo>
                        <a:lnTo>
                          <a:pt x="3003403" y="3121389"/>
                        </a:lnTo>
                        <a:lnTo>
                          <a:pt x="3028598" y="3083190"/>
                        </a:lnTo>
                        <a:lnTo>
                          <a:pt x="3052982" y="3044258"/>
                        </a:lnTo>
                        <a:lnTo>
                          <a:pt x="3076542" y="3004609"/>
                        </a:lnTo>
                        <a:lnTo>
                          <a:pt x="3099261" y="2964260"/>
                        </a:lnTo>
                        <a:lnTo>
                          <a:pt x="3121127" y="2923227"/>
                        </a:lnTo>
                        <a:lnTo>
                          <a:pt x="3142124" y="2881527"/>
                        </a:lnTo>
                        <a:lnTo>
                          <a:pt x="3162238" y="2839177"/>
                        </a:lnTo>
                        <a:lnTo>
                          <a:pt x="3181454" y="2796194"/>
                        </a:lnTo>
                        <a:lnTo>
                          <a:pt x="3199759" y="2752594"/>
                        </a:lnTo>
                        <a:lnTo>
                          <a:pt x="3217136" y="2708393"/>
                        </a:lnTo>
                        <a:lnTo>
                          <a:pt x="3233573" y="2663610"/>
                        </a:lnTo>
                        <a:lnTo>
                          <a:pt x="3249055" y="2618259"/>
                        </a:lnTo>
                        <a:lnTo>
                          <a:pt x="3263566" y="2572359"/>
                        </a:lnTo>
                        <a:lnTo>
                          <a:pt x="3277093" y="2525925"/>
                        </a:lnTo>
                        <a:lnTo>
                          <a:pt x="3289621" y="2478974"/>
                        </a:lnTo>
                        <a:lnTo>
                          <a:pt x="3301136" y="2431524"/>
                        </a:lnTo>
                        <a:lnTo>
                          <a:pt x="3311623" y="2383590"/>
                        </a:lnTo>
                        <a:lnTo>
                          <a:pt x="3321067" y="2335190"/>
                        </a:lnTo>
                        <a:lnTo>
                          <a:pt x="3329455" y="2286340"/>
                        </a:lnTo>
                        <a:lnTo>
                          <a:pt x="3336771" y="2237056"/>
                        </a:lnTo>
                        <a:lnTo>
                          <a:pt x="3343001" y="2187357"/>
                        </a:lnTo>
                        <a:lnTo>
                          <a:pt x="3348131" y="2137257"/>
                        </a:lnTo>
                        <a:lnTo>
                          <a:pt x="3352147" y="2086774"/>
                        </a:lnTo>
                        <a:lnTo>
                          <a:pt x="3355033" y="2035925"/>
                        </a:lnTo>
                        <a:lnTo>
                          <a:pt x="3356775" y="1984726"/>
                        </a:lnTo>
                        <a:lnTo>
                          <a:pt x="3357359" y="1933193"/>
                        </a:lnTo>
                        <a:lnTo>
                          <a:pt x="3356775" y="1881698"/>
                        </a:lnTo>
                        <a:lnTo>
                          <a:pt x="3355033" y="1830534"/>
                        </a:lnTo>
                        <a:lnTo>
                          <a:pt x="3352147" y="1779718"/>
                        </a:lnTo>
                        <a:lnTo>
                          <a:pt x="3348131" y="1729268"/>
                        </a:lnTo>
                        <a:lnTo>
                          <a:pt x="3343001" y="1679200"/>
                        </a:lnTo>
                        <a:lnTo>
                          <a:pt x="3336771" y="1629531"/>
                        </a:lnTo>
                        <a:lnTo>
                          <a:pt x="3329455" y="1580277"/>
                        </a:lnTo>
                        <a:lnTo>
                          <a:pt x="3321067" y="1531456"/>
                        </a:lnTo>
                        <a:lnTo>
                          <a:pt x="3311623" y="1483083"/>
                        </a:lnTo>
                        <a:lnTo>
                          <a:pt x="3301136" y="1435175"/>
                        </a:lnTo>
                        <a:lnTo>
                          <a:pt x="3289621" y="1387750"/>
                        </a:lnTo>
                        <a:lnTo>
                          <a:pt x="3277093" y="1340824"/>
                        </a:lnTo>
                        <a:lnTo>
                          <a:pt x="3263566" y="1294414"/>
                        </a:lnTo>
                        <a:lnTo>
                          <a:pt x="3249055" y="1248536"/>
                        </a:lnTo>
                        <a:lnTo>
                          <a:pt x="3233573" y="1203207"/>
                        </a:lnTo>
                        <a:lnTo>
                          <a:pt x="3217136" y="1158445"/>
                        </a:lnTo>
                        <a:lnTo>
                          <a:pt x="3199759" y="1114264"/>
                        </a:lnTo>
                        <a:lnTo>
                          <a:pt x="3181454" y="1070683"/>
                        </a:lnTo>
                        <a:lnTo>
                          <a:pt x="3162238" y="1027718"/>
                        </a:lnTo>
                        <a:lnTo>
                          <a:pt x="3142124" y="985385"/>
                        </a:lnTo>
                        <a:lnTo>
                          <a:pt x="3121127" y="943702"/>
                        </a:lnTo>
                        <a:lnTo>
                          <a:pt x="3099261" y="902685"/>
                        </a:lnTo>
                        <a:lnTo>
                          <a:pt x="3076542" y="862350"/>
                        </a:lnTo>
                        <a:lnTo>
                          <a:pt x="3052982" y="822715"/>
                        </a:lnTo>
                        <a:lnTo>
                          <a:pt x="3028598" y="783797"/>
                        </a:lnTo>
                        <a:lnTo>
                          <a:pt x="3003403" y="745611"/>
                        </a:lnTo>
                        <a:lnTo>
                          <a:pt x="2977412" y="708175"/>
                        </a:lnTo>
                        <a:lnTo>
                          <a:pt x="2950639" y="671505"/>
                        </a:lnTo>
                        <a:lnTo>
                          <a:pt x="2923099" y="635618"/>
                        </a:lnTo>
                        <a:lnTo>
                          <a:pt x="2894806" y="600531"/>
                        </a:lnTo>
                        <a:lnTo>
                          <a:pt x="2865775" y="566261"/>
                        </a:lnTo>
                        <a:lnTo>
                          <a:pt x="2836020" y="532823"/>
                        </a:lnTo>
                        <a:lnTo>
                          <a:pt x="2805557" y="500236"/>
                        </a:lnTo>
                        <a:lnTo>
                          <a:pt x="2774398" y="468515"/>
                        </a:lnTo>
                        <a:lnTo>
                          <a:pt x="2742559" y="437677"/>
                        </a:lnTo>
                        <a:lnTo>
                          <a:pt x="2710054" y="407740"/>
                        </a:lnTo>
                        <a:lnTo>
                          <a:pt x="2676898" y="378719"/>
                        </a:lnTo>
                        <a:lnTo>
                          <a:pt x="2643105" y="350631"/>
                        </a:lnTo>
                        <a:lnTo>
                          <a:pt x="2608690" y="323494"/>
                        </a:lnTo>
                        <a:lnTo>
                          <a:pt x="2573667" y="297323"/>
                        </a:lnTo>
                        <a:lnTo>
                          <a:pt x="2538050" y="272136"/>
                        </a:lnTo>
                        <a:lnTo>
                          <a:pt x="2501855" y="247949"/>
                        </a:lnTo>
                        <a:lnTo>
                          <a:pt x="2465095" y="224780"/>
                        </a:lnTo>
                        <a:lnTo>
                          <a:pt x="2427785" y="202643"/>
                        </a:lnTo>
                        <a:lnTo>
                          <a:pt x="2389940" y="181558"/>
                        </a:lnTo>
                        <a:lnTo>
                          <a:pt x="2351574" y="161539"/>
                        </a:lnTo>
                        <a:lnTo>
                          <a:pt x="2312702" y="142604"/>
                        </a:lnTo>
                        <a:lnTo>
                          <a:pt x="2273337" y="124770"/>
                        </a:lnTo>
                        <a:lnTo>
                          <a:pt x="2233495" y="108053"/>
                        </a:lnTo>
                        <a:lnTo>
                          <a:pt x="2193190" y="92470"/>
                        </a:lnTo>
                        <a:lnTo>
                          <a:pt x="2152436" y="78037"/>
                        </a:lnTo>
                        <a:lnTo>
                          <a:pt x="2111249" y="64772"/>
                        </a:lnTo>
                        <a:lnTo>
                          <a:pt x="2069641" y="52691"/>
                        </a:lnTo>
                        <a:lnTo>
                          <a:pt x="2027629" y="41810"/>
                        </a:lnTo>
                        <a:lnTo>
                          <a:pt x="1985226" y="32147"/>
                        </a:lnTo>
                        <a:lnTo>
                          <a:pt x="1942447" y="23719"/>
                        </a:lnTo>
                        <a:lnTo>
                          <a:pt x="1899306" y="16541"/>
                        </a:lnTo>
                        <a:lnTo>
                          <a:pt x="1855819" y="10630"/>
                        </a:lnTo>
                        <a:lnTo>
                          <a:pt x="1811998" y="6004"/>
                        </a:lnTo>
                        <a:lnTo>
                          <a:pt x="1767859" y="2680"/>
                        </a:lnTo>
                        <a:lnTo>
                          <a:pt x="1723417" y="672"/>
                        </a:lnTo>
                        <a:lnTo>
                          <a:pt x="1678686" y="0"/>
                        </a:lnTo>
                        <a:close/>
                      </a:path>
                    </a:pathLst>
                  </a:custGeom>
                  <a:ln w="76200">
                    <a:solidFill>
                      <a:srgbClr val="3333CC"/>
                    </a:solidFill>
                    <a:prstDash val="sysDot"/>
                  </a:ln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</p:grpSp>
            <p:sp>
              <p:nvSpPr>
                <p:cNvPr id="18" name="object 6">
                  <a:extLst>
                    <a:ext uri="{FF2B5EF4-FFF2-40B4-BE49-F238E27FC236}">
                      <a16:creationId xmlns:a16="http://schemas.microsoft.com/office/drawing/2014/main" id="{A9DCAA24-FEEB-EB62-D3FE-D760AA0C90B4}"/>
                    </a:ext>
                  </a:extLst>
                </p:cNvPr>
                <p:cNvSpPr txBox="1"/>
                <p:nvPr/>
              </p:nvSpPr>
              <p:spPr>
                <a:xfrm>
                  <a:off x="4186561" y="2820415"/>
                  <a:ext cx="855344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50" dirty="0">
                      <a:latin typeface="Arial"/>
                      <a:cs typeface="Arial"/>
                    </a:rPr>
                    <a:t>I</a:t>
                  </a:r>
                  <a:endParaRPr sz="2400">
                    <a:latin typeface="Arial"/>
                    <a:cs typeface="Arial"/>
                  </a:endParaRPr>
                </a:p>
              </p:txBody>
            </p:sp>
            <p:sp>
              <p:nvSpPr>
                <p:cNvPr id="19" name="object 8">
                  <a:extLst>
                    <a:ext uri="{FF2B5EF4-FFF2-40B4-BE49-F238E27FC236}">
                      <a16:creationId xmlns:a16="http://schemas.microsoft.com/office/drawing/2014/main" id="{052FEA57-0175-06E7-BA90-FC6FDF1C9176}"/>
                    </a:ext>
                  </a:extLst>
                </p:cNvPr>
                <p:cNvSpPr txBox="1"/>
                <p:nvPr/>
              </p:nvSpPr>
              <p:spPr>
                <a:xfrm>
                  <a:off x="8693029" y="1461770"/>
                  <a:ext cx="939800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25" dirty="0">
                      <a:latin typeface="Arial"/>
                      <a:cs typeface="Arial"/>
                    </a:rPr>
                    <a:t>II</a:t>
                  </a:r>
                  <a:endParaRPr sz="2400" dirty="0">
                    <a:latin typeface="Arial"/>
                    <a:cs typeface="Arial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796304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DA4E-DAC7-963C-979C-B8BE0556B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B7499DBC-A68A-3B8C-8D6F-B7404E04E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902083"/>
              </p:ext>
            </p:extLst>
          </p:nvPr>
        </p:nvGraphicFramePr>
        <p:xfrm>
          <a:off x="854363" y="1260764"/>
          <a:ext cx="2512292" cy="51538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736271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AC9E4E2-75AC-E781-2ACA-A371D9750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992560"/>
              </p:ext>
            </p:extLst>
          </p:nvPr>
        </p:nvGraphicFramePr>
        <p:xfrm>
          <a:off x="4248727" y="1260763"/>
          <a:ext cx="2512292" cy="51538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736271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9C531C-FFA7-2617-2A30-29C282D21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643739"/>
              </p:ext>
            </p:extLst>
          </p:nvPr>
        </p:nvGraphicFramePr>
        <p:xfrm>
          <a:off x="7643091" y="1260763"/>
          <a:ext cx="2512292" cy="51538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14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25614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736271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Update A</a:t>
                      </a:r>
                    </a:p>
                    <a:p>
                      <a:r>
                        <a:rPr lang="en-US" altLang="zh-CN" dirty="0"/>
                        <a:t>A = A - 1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Write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49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Roll Back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574914"/>
                  </a:ext>
                </a:extLst>
              </a:tr>
              <a:tr h="736271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 A</a:t>
                      </a:r>
                    </a:p>
                    <a:p>
                      <a:r>
                        <a:rPr lang="en-US" altLang="zh-CN" dirty="0"/>
                        <a:t>A = 50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413208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1B8D124-5D43-DFE3-72E7-0755F8CC3C32}"/>
              </a:ext>
            </a:extLst>
          </p:cNvPr>
          <p:cNvSpPr txBox="1"/>
          <p:nvPr/>
        </p:nvSpPr>
        <p:spPr>
          <a:xfrm>
            <a:off x="1300030" y="60960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丢失修改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E7F808-811C-B2C5-23A6-6329377A7D6B}"/>
              </a:ext>
            </a:extLst>
          </p:cNvPr>
          <p:cNvSpPr txBox="1"/>
          <p:nvPr/>
        </p:nvSpPr>
        <p:spPr>
          <a:xfrm>
            <a:off x="4514858" y="609600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不可重复读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086A0-8E99-9B80-CC1A-49DCDA4037FF}"/>
              </a:ext>
            </a:extLst>
          </p:cNvPr>
          <p:cNvSpPr txBox="1"/>
          <p:nvPr/>
        </p:nvSpPr>
        <p:spPr>
          <a:xfrm>
            <a:off x="8447831" y="6096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脏读</a:t>
            </a:r>
          </a:p>
        </p:txBody>
      </p:sp>
    </p:spTree>
    <p:extLst>
      <p:ext uri="{BB962C8B-B14F-4D97-AF65-F5344CB8AC3E}">
        <p14:creationId xmlns:p14="http://schemas.microsoft.com/office/powerpoint/2010/main" val="2486438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5D3-EBF5-14A1-D21A-CF239CEF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91DEEAD-20B0-8575-5211-A90A9826C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497530"/>
              </p:ext>
            </p:extLst>
          </p:nvPr>
        </p:nvGraphicFramePr>
        <p:xfrm>
          <a:off x="333663" y="523221"/>
          <a:ext cx="3775392" cy="478427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8769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88769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46668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166299"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t = Read(A)</a:t>
                      </a:r>
                    </a:p>
                    <a:p>
                      <a:r>
                        <a:rPr lang="en-US" altLang="zh-CN" dirty="0"/>
                        <a:t>t = t + 1;</a:t>
                      </a:r>
                    </a:p>
                    <a:p>
                      <a:r>
                        <a:rPr lang="en-US" altLang="zh-CN" dirty="0"/>
                        <a:t>Write(A, t); U(A);</a:t>
                      </a:r>
                    </a:p>
                    <a:p>
                      <a:r>
                        <a:rPr lang="en-US" altLang="zh-CN" dirty="0"/>
                        <a:t>L(B);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11266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s = READ(A);</a:t>
                      </a:r>
                    </a:p>
                    <a:p>
                      <a:r>
                        <a:rPr lang="en-US" altLang="zh-CN" dirty="0"/>
                        <a:t>s = s * 2</a:t>
                      </a:r>
                    </a:p>
                    <a:p>
                      <a:r>
                        <a:rPr lang="en-US" altLang="zh-CN" dirty="0"/>
                        <a:t>Write(A, s); U(A);</a:t>
                      </a:r>
                    </a:p>
                    <a:p>
                      <a:r>
                        <a:rPr lang="en-US" altLang="zh-CN" dirty="0"/>
                        <a:t>L(B);  </a:t>
                      </a:r>
                      <a:r>
                        <a:rPr lang="zh-CN" altLang="en-US" b="1" dirty="0">
                          <a:solidFill>
                            <a:srgbClr val="FF0000"/>
                          </a:solidFill>
                        </a:rPr>
                        <a:t>拒绝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866670">
                <a:tc>
                  <a:txBody>
                    <a:bodyPr/>
                    <a:lstStyle/>
                    <a:p>
                      <a:r>
                        <a:rPr lang="en-US" altLang="zh-CN" dirty="0"/>
                        <a:t>Read(B, t);</a:t>
                      </a:r>
                    </a:p>
                    <a:p>
                      <a:r>
                        <a:rPr lang="en-US" altLang="zh-CN" dirty="0"/>
                        <a:t>t = t +5;</a:t>
                      </a:r>
                    </a:p>
                    <a:p>
                      <a:r>
                        <a:rPr lang="en-US" altLang="zh-CN" dirty="0"/>
                        <a:t>Write(B, t); U(B);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  <a:tr h="11266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L(B); s = Read(B);</a:t>
                      </a:r>
                    </a:p>
                    <a:p>
                      <a:r>
                        <a:rPr lang="en-US" altLang="zh-CN" dirty="0"/>
                        <a:t>s = s </a:t>
                      </a:r>
                      <a:r>
                        <a:rPr lang="zh-CN" altLang="en-US" dirty="0"/>
                        <a:t>*</a:t>
                      </a:r>
                      <a:r>
                        <a:rPr lang="en-US" altLang="zh-CN" dirty="0"/>
                        <a:t> 2;</a:t>
                      </a:r>
                    </a:p>
                    <a:p>
                      <a:r>
                        <a:rPr lang="en-US" altLang="zh-CN" dirty="0"/>
                        <a:t>Write(B); U(B);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25852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C10179F7-A1EA-6889-18BA-327828E26682}"/>
              </a:ext>
            </a:extLst>
          </p:cNvPr>
          <p:cNvSpPr txBox="1"/>
          <p:nvPr/>
        </p:nvSpPr>
        <p:spPr>
          <a:xfrm>
            <a:off x="333663" y="0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用锁保证冲突可串行性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30D89B0-6D23-30C5-A753-EC87C3365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0846706"/>
              </p:ext>
            </p:extLst>
          </p:nvPr>
        </p:nvGraphicFramePr>
        <p:xfrm>
          <a:off x="5616863" y="523220"/>
          <a:ext cx="3775392" cy="500677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87696">
                  <a:extLst>
                    <a:ext uri="{9D8B030D-6E8A-4147-A177-3AD203B41FA5}">
                      <a16:colId xmlns:a16="http://schemas.microsoft.com/office/drawing/2014/main" val="3695714848"/>
                    </a:ext>
                  </a:extLst>
                </a:gridCol>
                <a:gridCol w="1887696">
                  <a:extLst>
                    <a:ext uri="{9D8B030D-6E8A-4147-A177-3AD203B41FA5}">
                      <a16:colId xmlns:a16="http://schemas.microsoft.com/office/drawing/2014/main" val="2083357595"/>
                    </a:ext>
                  </a:extLst>
                </a:gridCol>
              </a:tblGrid>
              <a:tr h="346668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T2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5708"/>
                  </a:ext>
                </a:extLst>
              </a:tr>
              <a:tr h="1166299"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t = Read(A)</a:t>
                      </a:r>
                    </a:p>
                    <a:p>
                      <a:r>
                        <a:rPr lang="en-US" altLang="zh-CN" dirty="0"/>
                        <a:t>t = t + 1;</a:t>
                      </a:r>
                    </a:p>
                    <a:p>
                      <a:r>
                        <a:rPr lang="en-US" altLang="zh-CN" dirty="0"/>
                        <a:t>Write(A, t); U(A);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467050"/>
                  </a:ext>
                </a:extLst>
              </a:tr>
              <a:tr h="112667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L(A); s = READ(A);</a:t>
                      </a:r>
                    </a:p>
                    <a:p>
                      <a:r>
                        <a:rPr lang="en-US" altLang="zh-CN" dirty="0"/>
                        <a:t>s = s * 2</a:t>
                      </a:r>
                    </a:p>
                    <a:p>
                      <a:r>
                        <a:rPr lang="en-US" altLang="zh-CN" dirty="0"/>
                        <a:t>Write(A, s); U(A);</a:t>
                      </a:r>
                    </a:p>
                    <a:p>
                      <a:r>
                        <a:rPr lang="en-US" altLang="zh-CN" dirty="0"/>
                        <a:t>L(B); </a:t>
                      </a:r>
                    </a:p>
                    <a:p>
                      <a:endParaRPr lang="en-US" altLang="zh-CN" b="1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US" altLang="zh-CN" dirty="0"/>
                        <a:t>L(B); s = Read(B);</a:t>
                      </a:r>
                    </a:p>
                    <a:p>
                      <a:r>
                        <a:rPr lang="en-US" altLang="zh-CN" dirty="0"/>
                        <a:t>s = s </a:t>
                      </a:r>
                      <a:r>
                        <a:rPr lang="zh-CN" altLang="en-US" dirty="0"/>
                        <a:t>*</a:t>
                      </a:r>
                      <a:r>
                        <a:rPr lang="en-US" altLang="zh-CN" dirty="0"/>
                        <a:t> 2;</a:t>
                      </a:r>
                    </a:p>
                    <a:p>
                      <a:r>
                        <a:rPr lang="en-US" altLang="zh-CN" dirty="0"/>
                        <a:t>Write(B); U(B);</a:t>
                      </a:r>
                    </a:p>
                    <a:p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87408"/>
                  </a:ext>
                </a:extLst>
              </a:tr>
              <a:tr h="8666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L(B);</a:t>
                      </a:r>
                      <a:r>
                        <a:rPr lang="zh-CN" altLang="en-US" dirty="0"/>
                        <a:t> </a:t>
                      </a:r>
                      <a:r>
                        <a:rPr lang="en-US" altLang="zh-CN" dirty="0"/>
                        <a:t>Read(B, t);</a:t>
                      </a:r>
                    </a:p>
                    <a:p>
                      <a:r>
                        <a:rPr lang="en-US" altLang="zh-CN" dirty="0"/>
                        <a:t>t = t +5;</a:t>
                      </a:r>
                    </a:p>
                    <a:p>
                      <a:r>
                        <a:rPr lang="en-US" altLang="zh-CN" dirty="0"/>
                        <a:t>Write(B, t); U(B);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47206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BA3331A-C2B5-A9D2-C69E-72FE42FA7292}"/>
              </a:ext>
            </a:extLst>
          </p:cNvPr>
          <p:cNvSpPr txBox="1"/>
          <p:nvPr/>
        </p:nvSpPr>
        <p:spPr>
          <a:xfrm>
            <a:off x="5078254" y="0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用锁无法保证的冲突可串行性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62884256-E64D-B36F-4030-ED67F2A76B89}"/>
              </a:ext>
            </a:extLst>
          </p:cNvPr>
          <p:cNvSpPr/>
          <p:nvPr/>
        </p:nvSpPr>
        <p:spPr>
          <a:xfrm>
            <a:off x="1346200" y="563245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T1</a:t>
            </a:r>
            <a:endParaRPr kumimoji="1" lang="zh-CN" altLang="en-US" dirty="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C0877F0C-88FB-8706-F787-E8C0CD7A81F0}"/>
              </a:ext>
            </a:extLst>
          </p:cNvPr>
          <p:cNvSpPr/>
          <p:nvPr/>
        </p:nvSpPr>
        <p:spPr>
          <a:xfrm>
            <a:off x="2443609" y="563245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T2</a:t>
            </a:r>
            <a:endParaRPr kumimoji="1" lang="zh-CN" altLang="en-US" dirty="0"/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D31F7752-C425-854E-1EC6-2FE1AA4DAD27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1968500" y="5943600"/>
            <a:ext cx="4751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6CFD9577-FE8D-4458-7722-BABFB95DEAE8}"/>
              </a:ext>
            </a:extLst>
          </p:cNvPr>
          <p:cNvSpPr/>
          <p:nvPr/>
        </p:nvSpPr>
        <p:spPr>
          <a:xfrm>
            <a:off x="6698645" y="575693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T1</a:t>
            </a:r>
            <a:endParaRPr kumimoji="1" lang="zh-CN" altLang="en-US" dirty="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61511D2-DE0F-EBE7-DEC7-0DFF31C29A2A}"/>
              </a:ext>
            </a:extLst>
          </p:cNvPr>
          <p:cNvSpPr/>
          <p:nvPr/>
        </p:nvSpPr>
        <p:spPr>
          <a:xfrm>
            <a:off x="7796054" y="5756930"/>
            <a:ext cx="622300" cy="6223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T2</a:t>
            </a:r>
            <a:endParaRPr kumimoji="1" lang="zh-CN" altLang="en-US" dirty="0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F7608C45-F224-ACC3-507F-E74D13883C5C}"/>
              </a:ext>
            </a:extLst>
          </p:cNvPr>
          <p:cNvCxnSpPr>
            <a:cxnSpLocks/>
            <a:stCxn id="13" idx="6"/>
            <a:endCxn id="14" idx="2"/>
          </p:cNvCxnSpPr>
          <p:nvPr/>
        </p:nvCxnSpPr>
        <p:spPr>
          <a:xfrm>
            <a:off x="7320945" y="6068080"/>
            <a:ext cx="475109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曲线连接符 16">
            <a:extLst>
              <a:ext uri="{FF2B5EF4-FFF2-40B4-BE49-F238E27FC236}">
                <a16:creationId xmlns:a16="http://schemas.microsoft.com/office/drawing/2014/main" id="{E3AF4456-97DF-3BAF-B993-FAA107F1CF72}"/>
              </a:ext>
            </a:extLst>
          </p:cNvPr>
          <p:cNvCxnSpPr>
            <a:stCxn id="14" idx="3"/>
            <a:endCxn id="13" idx="5"/>
          </p:cNvCxnSpPr>
          <p:nvPr/>
        </p:nvCxnSpPr>
        <p:spPr>
          <a:xfrm rot="5400000">
            <a:off x="7558500" y="5959408"/>
            <a:ext cx="12700" cy="657377"/>
          </a:xfrm>
          <a:prstGeom prst="curvedConnector3">
            <a:avLst>
              <a:gd name="adj1" fmla="val 2517591"/>
            </a:avLst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25195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BC86-682E-3614-1B67-BEAFF0CE2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0503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B1FEF-93C7-C390-5A15-AB138DE1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51677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F7872-3EFC-C2E0-4B1E-E55B64054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3809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3320-CF3E-4B28-4580-4C26846A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535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20647</TotalTime>
  <Words>1410</Words>
  <Application>Microsoft Macintosh PowerPoint</Application>
  <PresentationFormat>宽屏</PresentationFormat>
  <Paragraphs>582</Paragraphs>
  <Slides>32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2" baseType="lpstr">
      <vt:lpstr>等线</vt:lpstr>
      <vt:lpstr>等线 Light</vt:lpstr>
      <vt:lpstr>SimHei</vt:lpstr>
      <vt:lpstr>Microsoft YaHei</vt:lpstr>
      <vt:lpstr>Hiragino Sans GB W3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202</cp:revision>
  <dcterms:created xsi:type="dcterms:W3CDTF">2025-11-27T12:59:36Z</dcterms:created>
  <dcterms:modified xsi:type="dcterms:W3CDTF">2026-07-22T14:01:20Z</dcterms:modified>
</cp:coreProperties>
</file>