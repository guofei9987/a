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359" r:id="rId3"/>
    <p:sldId id="256" r:id="rId4"/>
    <p:sldId id="360" r:id="rId5"/>
    <p:sldId id="361" r:id="rId6"/>
    <p:sldId id="362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4" d="100"/>
          <a:sy n="114" d="100"/>
        </p:scale>
        <p:origin x="184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55F9A6-05F9-974D-914C-8F598A38DBDD}" type="doc">
      <dgm:prSet loTypeId="urn:microsoft.com/office/officeart/2005/8/layout/orgChart1" loCatId="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zh-CN" altLang="en-US"/>
        </a:p>
      </dgm:t>
    </dgm:pt>
    <dgm:pt modelId="{BD9220EA-BE56-B14A-9E92-FD251F36295C}">
      <dgm:prSet phldrT="[文本]"/>
      <dgm:spPr/>
      <dgm:t>
        <a:bodyPr/>
        <a:lstStyle/>
        <a:p>
          <a:r>
            <a:rPr lang="en-US" altLang="zh-CN"/>
            <a:t>60</a:t>
          </a:r>
          <a:endParaRPr lang="zh-CN" altLang="en-US" dirty="0"/>
        </a:p>
      </dgm:t>
    </dgm:pt>
    <dgm:pt modelId="{CD78C6DE-5120-B447-83A0-3A3273297900}" type="parTrans" cxnId="{1D120330-960D-644B-B25E-C934DDC5BE3D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37252FD1-BCC4-CF4F-B174-298DF5630674}" type="sibTrans" cxnId="{1D120330-960D-644B-B25E-C934DDC5BE3D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4082D24E-39D1-BE4C-931B-C1108C9CD5BA}">
      <dgm:prSet phldrT="[文本]"/>
      <dgm:spPr/>
      <dgm:t>
        <a:bodyPr/>
        <a:lstStyle/>
        <a:p>
          <a:r>
            <a:rPr lang="en-US" altLang="zh-CN"/>
            <a:t>20</a:t>
          </a:r>
          <a:r>
            <a:rPr lang="zh-CN" altLang="en-US"/>
            <a:t>｜</a:t>
          </a:r>
          <a:r>
            <a:rPr lang="en-US" altLang="zh-CN"/>
            <a:t>40</a:t>
          </a:r>
          <a:endParaRPr lang="zh-CN" altLang="en-US" dirty="0"/>
        </a:p>
      </dgm:t>
    </dgm:pt>
    <dgm:pt modelId="{6C2E8B59-B03E-C549-8A5C-CE626366CAED}" type="parTrans" cxnId="{BDF3D3BB-9063-554F-959A-D0AB398799CB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75F8F866-6CA7-3243-9069-45F48652E1AE}" type="sibTrans" cxnId="{BDF3D3BB-9063-554F-959A-D0AB398799CB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522AEA42-EB5C-114F-B019-A80DFAB1C285}">
      <dgm:prSet phldrT="[文本]"/>
      <dgm:spPr/>
      <dgm:t>
        <a:bodyPr/>
        <a:lstStyle/>
        <a:p>
          <a:r>
            <a:rPr lang="en-US" altLang="zh-CN"/>
            <a:t>70</a:t>
          </a:r>
          <a:endParaRPr lang="zh-CN" altLang="en-US" dirty="0"/>
        </a:p>
      </dgm:t>
    </dgm:pt>
    <dgm:pt modelId="{26510C72-9586-5545-9A6A-4F6500505ACC}" type="parTrans" cxnId="{16F2756F-2484-274A-88B0-F9AA63E0374E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C84A3ADD-EE1F-D042-B161-E17D954EC1C2}" type="sibTrans" cxnId="{16F2756F-2484-274A-88B0-F9AA63E0374E}">
      <dgm:prSet/>
      <dgm:spPr/>
      <dgm:t>
        <a:bodyPr/>
        <a:lstStyle/>
        <a:p>
          <a:endParaRPr lang="zh-CN" altLang="en-US">
            <a:solidFill>
              <a:schemeClr val="tx1"/>
            </a:solidFill>
          </a:endParaRPr>
        </a:p>
      </dgm:t>
    </dgm:pt>
    <dgm:pt modelId="{0C3EA1C7-5CAC-9C43-B635-C8441946BAFE}" type="pres">
      <dgm:prSet presAssocID="{B455F9A6-05F9-974D-914C-8F598A38DBD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6D8171B-51D5-A447-BBD0-0EE71BDDAEA0}" type="pres">
      <dgm:prSet presAssocID="{BD9220EA-BE56-B14A-9E92-FD251F36295C}" presName="hierRoot1" presStyleCnt="0">
        <dgm:presLayoutVars>
          <dgm:hierBranch val="init"/>
        </dgm:presLayoutVars>
      </dgm:prSet>
      <dgm:spPr/>
    </dgm:pt>
    <dgm:pt modelId="{B5CCA79E-D418-494C-A6DA-1BEFE1DFD738}" type="pres">
      <dgm:prSet presAssocID="{BD9220EA-BE56-B14A-9E92-FD251F36295C}" presName="rootComposite1" presStyleCnt="0"/>
      <dgm:spPr/>
    </dgm:pt>
    <dgm:pt modelId="{05970340-9230-C647-82C1-F3AB663935E3}" type="pres">
      <dgm:prSet presAssocID="{BD9220EA-BE56-B14A-9E92-FD251F36295C}" presName="rootText1" presStyleLbl="node0" presStyleIdx="0" presStyleCnt="1">
        <dgm:presLayoutVars>
          <dgm:chPref val="3"/>
        </dgm:presLayoutVars>
      </dgm:prSet>
      <dgm:spPr/>
    </dgm:pt>
    <dgm:pt modelId="{70FB5399-8980-344D-B861-15B7275F3C04}" type="pres">
      <dgm:prSet presAssocID="{BD9220EA-BE56-B14A-9E92-FD251F36295C}" presName="rootConnector1" presStyleLbl="node1" presStyleIdx="0" presStyleCnt="0"/>
      <dgm:spPr/>
    </dgm:pt>
    <dgm:pt modelId="{F249FB2E-4205-EF4E-810A-F3AC73B716E1}" type="pres">
      <dgm:prSet presAssocID="{BD9220EA-BE56-B14A-9E92-FD251F36295C}" presName="hierChild2" presStyleCnt="0"/>
      <dgm:spPr/>
    </dgm:pt>
    <dgm:pt modelId="{592DC586-FEAB-BB46-8DDB-566958B319E4}" type="pres">
      <dgm:prSet presAssocID="{6C2E8B59-B03E-C549-8A5C-CE626366CAED}" presName="Name37" presStyleLbl="parChTrans1D2" presStyleIdx="0" presStyleCnt="2"/>
      <dgm:spPr/>
    </dgm:pt>
    <dgm:pt modelId="{E05D6C34-9A97-0F47-863C-31F6B2C0C676}" type="pres">
      <dgm:prSet presAssocID="{4082D24E-39D1-BE4C-931B-C1108C9CD5BA}" presName="hierRoot2" presStyleCnt="0">
        <dgm:presLayoutVars>
          <dgm:hierBranch val="init"/>
        </dgm:presLayoutVars>
      </dgm:prSet>
      <dgm:spPr/>
    </dgm:pt>
    <dgm:pt modelId="{36E114F5-2159-7B47-85CF-94FA3B857390}" type="pres">
      <dgm:prSet presAssocID="{4082D24E-39D1-BE4C-931B-C1108C9CD5BA}" presName="rootComposite" presStyleCnt="0"/>
      <dgm:spPr/>
    </dgm:pt>
    <dgm:pt modelId="{180E88A6-ECDF-1542-A9CB-23582CD629A2}" type="pres">
      <dgm:prSet presAssocID="{4082D24E-39D1-BE4C-931B-C1108C9CD5BA}" presName="rootText" presStyleLbl="node2" presStyleIdx="0" presStyleCnt="2">
        <dgm:presLayoutVars>
          <dgm:chPref val="3"/>
        </dgm:presLayoutVars>
      </dgm:prSet>
      <dgm:spPr/>
    </dgm:pt>
    <dgm:pt modelId="{C11831CD-4F7B-AC4D-BF41-12326DE63039}" type="pres">
      <dgm:prSet presAssocID="{4082D24E-39D1-BE4C-931B-C1108C9CD5BA}" presName="rootConnector" presStyleLbl="node2" presStyleIdx="0" presStyleCnt="2"/>
      <dgm:spPr/>
    </dgm:pt>
    <dgm:pt modelId="{B0F307A4-4EA9-774B-9A10-0EC09BF9CAED}" type="pres">
      <dgm:prSet presAssocID="{4082D24E-39D1-BE4C-931B-C1108C9CD5BA}" presName="hierChild4" presStyleCnt="0"/>
      <dgm:spPr/>
    </dgm:pt>
    <dgm:pt modelId="{C1F1A194-7211-C34E-A14E-A15096DC5269}" type="pres">
      <dgm:prSet presAssocID="{4082D24E-39D1-BE4C-931B-C1108C9CD5BA}" presName="hierChild5" presStyleCnt="0"/>
      <dgm:spPr/>
    </dgm:pt>
    <dgm:pt modelId="{C89A2474-C1AD-074F-A227-BBA314A8A61F}" type="pres">
      <dgm:prSet presAssocID="{26510C72-9586-5545-9A6A-4F6500505ACC}" presName="Name37" presStyleLbl="parChTrans1D2" presStyleIdx="1" presStyleCnt="2"/>
      <dgm:spPr/>
    </dgm:pt>
    <dgm:pt modelId="{23C09DF2-1515-E948-BC60-52EB4F68970F}" type="pres">
      <dgm:prSet presAssocID="{522AEA42-EB5C-114F-B019-A80DFAB1C285}" presName="hierRoot2" presStyleCnt="0">
        <dgm:presLayoutVars>
          <dgm:hierBranch val="init"/>
        </dgm:presLayoutVars>
      </dgm:prSet>
      <dgm:spPr/>
    </dgm:pt>
    <dgm:pt modelId="{7E5C98B7-04F4-4A40-809D-757CB388C454}" type="pres">
      <dgm:prSet presAssocID="{522AEA42-EB5C-114F-B019-A80DFAB1C285}" presName="rootComposite" presStyleCnt="0"/>
      <dgm:spPr/>
    </dgm:pt>
    <dgm:pt modelId="{E20A0B94-3AB8-9543-9D2B-4E918C3C5D94}" type="pres">
      <dgm:prSet presAssocID="{522AEA42-EB5C-114F-B019-A80DFAB1C285}" presName="rootText" presStyleLbl="node2" presStyleIdx="1" presStyleCnt="2">
        <dgm:presLayoutVars>
          <dgm:chPref val="3"/>
        </dgm:presLayoutVars>
      </dgm:prSet>
      <dgm:spPr/>
    </dgm:pt>
    <dgm:pt modelId="{053BB042-8A13-8744-856D-57E63162701B}" type="pres">
      <dgm:prSet presAssocID="{522AEA42-EB5C-114F-B019-A80DFAB1C285}" presName="rootConnector" presStyleLbl="node2" presStyleIdx="1" presStyleCnt="2"/>
      <dgm:spPr/>
    </dgm:pt>
    <dgm:pt modelId="{BF90D8BC-3A23-6D4D-95AD-2F76CD7A6FAE}" type="pres">
      <dgm:prSet presAssocID="{522AEA42-EB5C-114F-B019-A80DFAB1C285}" presName="hierChild4" presStyleCnt="0"/>
      <dgm:spPr/>
    </dgm:pt>
    <dgm:pt modelId="{DBDA1348-1F43-9F40-B7FB-0ADA7F93ED0E}" type="pres">
      <dgm:prSet presAssocID="{522AEA42-EB5C-114F-B019-A80DFAB1C285}" presName="hierChild5" presStyleCnt="0"/>
      <dgm:spPr/>
    </dgm:pt>
    <dgm:pt modelId="{3843A894-837D-D84D-BED0-9BA57A5C8E58}" type="pres">
      <dgm:prSet presAssocID="{BD9220EA-BE56-B14A-9E92-FD251F36295C}" presName="hierChild3" presStyleCnt="0"/>
      <dgm:spPr/>
    </dgm:pt>
  </dgm:ptLst>
  <dgm:cxnLst>
    <dgm:cxn modelId="{1D120330-960D-644B-B25E-C934DDC5BE3D}" srcId="{B455F9A6-05F9-974D-914C-8F598A38DBDD}" destId="{BD9220EA-BE56-B14A-9E92-FD251F36295C}" srcOrd="0" destOrd="0" parTransId="{CD78C6DE-5120-B447-83A0-3A3273297900}" sibTransId="{37252FD1-BCC4-CF4F-B174-298DF5630674}"/>
    <dgm:cxn modelId="{82A3FE62-26F0-8948-8765-07A20F365E8E}" type="presOf" srcId="{4082D24E-39D1-BE4C-931B-C1108C9CD5BA}" destId="{180E88A6-ECDF-1542-A9CB-23582CD629A2}" srcOrd="0" destOrd="0" presId="urn:microsoft.com/office/officeart/2005/8/layout/orgChart1"/>
    <dgm:cxn modelId="{16F2756F-2484-274A-88B0-F9AA63E0374E}" srcId="{BD9220EA-BE56-B14A-9E92-FD251F36295C}" destId="{522AEA42-EB5C-114F-B019-A80DFAB1C285}" srcOrd="1" destOrd="0" parTransId="{26510C72-9586-5545-9A6A-4F6500505ACC}" sibTransId="{C84A3ADD-EE1F-D042-B161-E17D954EC1C2}"/>
    <dgm:cxn modelId="{7AB18F76-5DD3-7146-8568-0FFF03E8106A}" type="presOf" srcId="{BD9220EA-BE56-B14A-9E92-FD251F36295C}" destId="{70FB5399-8980-344D-B861-15B7275F3C04}" srcOrd="1" destOrd="0" presId="urn:microsoft.com/office/officeart/2005/8/layout/orgChart1"/>
    <dgm:cxn modelId="{26D60277-EA02-364D-BDAE-727D536D6E3A}" type="presOf" srcId="{522AEA42-EB5C-114F-B019-A80DFAB1C285}" destId="{E20A0B94-3AB8-9543-9D2B-4E918C3C5D94}" srcOrd="0" destOrd="0" presId="urn:microsoft.com/office/officeart/2005/8/layout/orgChart1"/>
    <dgm:cxn modelId="{F8694B77-6D76-5447-B818-C4A741E14A7B}" type="presOf" srcId="{B455F9A6-05F9-974D-914C-8F598A38DBDD}" destId="{0C3EA1C7-5CAC-9C43-B635-C8441946BAFE}" srcOrd="0" destOrd="0" presId="urn:microsoft.com/office/officeart/2005/8/layout/orgChart1"/>
    <dgm:cxn modelId="{994A6F81-0254-C448-84B8-740B25F2C70F}" type="presOf" srcId="{4082D24E-39D1-BE4C-931B-C1108C9CD5BA}" destId="{C11831CD-4F7B-AC4D-BF41-12326DE63039}" srcOrd="1" destOrd="0" presId="urn:microsoft.com/office/officeart/2005/8/layout/orgChart1"/>
    <dgm:cxn modelId="{FC92FDB2-3D9E-A745-B6C3-DDBF9B700930}" type="presOf" srcId="{6C2E8B59-B03E-C549-8A5C-CE626366CAED}" destId="{592DC586-FEAB-BB46-8DDB-566958B319E4}" srcOrd="0" destOrd="0" presId="urn:microsoft.com/office/officeart/2005/8/layout/orgChart1"/>
    <dgm:cxn modelId="{89D862B6-3F02-8E48-930E-AC3C6C09DAEE}" type="presOf" srcId="{BD9220EA-BE56-B14A-9E92-FD251F36295C}" destId="{05970340-9230-C647-82C1-F3AB663935E3}" srcOrd="0" destOrd="0" presId="urn:microsoft.com/office/officeart/2005/8/layout/orgChart1"/>
    <dgm:cxn modelId="{BDF3D3BB-9063-554F-959A-D0AB398799CB}" srcId="{BD9220EA-BE56-B14A-9E92-FD251F36295C}" destId="{4082D24E-39D1-BE4C-931B-C1108C9CD5BA}" srcOrd="0" destOrd="0" parTransId="{6C2E8B59-B03E-C549-8A5C-CE626366CAED}" sibTransId="{75F8F866-6CA7-3243-9069-45F48652E1AE}"/>
    <dgm:cxn modelId="{38A53FD5-CF47-AA47-BA17-7AA0E9F309C4}" type="presOf" srcId="{522AEA42-EB5C-114F-B019-A80DFAB1C285}" destId="{053BB042-8A13-8744-856D-57E63162701B}" srcOrd="1" destOrd="0" presId="urn:microsoft.com/office/officeart/2005/8/layout/orgChart1"/>
    <dgm:cxn modelId="{9846CFE0-160F-AB4E-B0B5-CEA70B9CF433}" type="presOf" srcId="{26510C72-9586-5545-9A6A-4F6500505ACC}" destId="{C89A2474-C1AD-074F-A227-BBA314A8A61F}" srcOrd="0" destOrd="0" presId="urn:microsoft.com/office/officeart/2005/8/layout/orgChart1"/>
    <dgm:cxn modelId="{CFEE6CA9-4840-EB4D-AF93-A358FC7AF377}" type="presParOf" srcId="{0C3EA1C7-5CAC-9C43-B635-C8441946BAFE}" destId="{26D8171B-51D5-A447-BBD0-0EE71BDDAEA0}" srcOrd="0" destOrd="0" presId="urn:microsoft.com/office/officeart/2005/8/layout/orgChart1"/>
    <dgm:cxn modelId="{4BD89487-4C8E-F847-9DF0-C5C122BA2FB1}" type="presParOf" srcId="{26D8171B-51D5-A447-BBD0-0EE71BDDAEA0}" destId="{B5CCA79E-D418-494C-A6DA-1BEFE1DFD738}" srcOrd="0" destOrd="0" presId="urn:microsoft.com/office/officeart/2005/8/layout/orgChart1"/>
    <dgm:cxn modelId="{53675503-415D-6048-9D37-E73F917A97D7}" type="presParOf" srcId="{B5CCA79E-D418-494C-A6DA-1BEFE1DFD738}" destId="{05970340-9230-C647-82C1-F3AB663935E3}" srcOrd="0" destOrd="0" presId="urn:microsoft.com/office/officeart/2005/8/layout/orgChart1"/>
    <dgm:cxn modelId="{A4245519-11CE-914D-9C94-65FFF3271754}" type="presParOf" srcId="{B5CCA79E-D418-494C-A6DA-1BEFE1DFD738}" destId="{70FB5399-8980-344D-B861-15B7275F3C04}" srcOrd="1" destOrd="0" presId="urn:microsoft.com/office/officeart/2005/8/layout/orgChart1"/>
    <dgm:cxn modelId="{1BA25B13-BD02-7345-AE8E-96C416B7593B}" type="presParOf" srcId="{26D8171B-51D5-A447-BBD0-0EE71BDDAEA0}" destId="{F249FB2E-4205-EF4E-810A-F3AC73B716E1}" srcOrd="1" destOrd="0" presId="urn:microsoft.com/office/officeart/2005/8/layout/orgChart1"/>
    <dgm:cxn modelId="{0C99C398-30AC-5C43-BE54-7B4929088635}" type="presParOf" srcId="{F249FB2E-4205-EF4E-810A-F3AC73B716E1}" destId="{592DC586-FEAB-BB46-8DDB-566958B319E4}" srcOrd="0" destOrd="0" presId="urn:microsoft.com/office/officeart/2005/8/layout/orgChart1"/>
    <dgm:cxn modelId="{625638D0-2AD1-5B46-90BB-C8427B6C52E8}" type="presParOf" srcId="{F249FB2E-4205-EF4E-810A-F3AC73B716E1}" destId="{E05D6C34-9A97-0F47-863C-31F6B2C0C676}" srcOrd="1" destOrd="0" presId="urn:microsoft.com/office/officeart/2005/8/layout/orgChart1"/>
    <dgm:cxn modelId="{A9749D68-551C-3149-9605-D3F410317221}" type="presParOf" srcId="{E05D6C34-9A97-0F47-863C-31F6B2C0C676}" destId="{36E114F5-2159-7B47-85CF-94FA3B857390}" srcOrd="0" destOrd="0" presId="urn:microsoft.com/office/officeart/2005/8/layout/orgChart1"/>
    <dgm:cxn modelId="{94540B09-B117-3246-9C7F-EDFA0A59AE7B}" type="presParOf" srcId="{36E114F5-2159-7B47-85CF-94FA3B857390}" destId="{180E88A6-ECDF-1542-A9CB-23582CD629A2}" srcOrd="0" destOrd="0" presId="urn:microsoft.com/office/officeart/2005/8/layout/orgChart1"/>
    <dgm:cxn modelId="{BE1BE685-3778-9847-A28B-356A631E61C2}" type="presParOf" srcId="{36E114F5-2159-7B47-85CF-94FA3B857390}" destId="{C11831CD-4F7B-AC4D-BF41-12326DE63039}" srcOrd="1" destOrd="0" presId="urn:microsoft.com/office/officeart/2005/8/layout/orgChart1"/>
    <dgm:cxn modelId="{B002AB92-F308-DD4F-9A37-6082A0BEB2E1}" type="presParOf" srcId="{E05D6C34-9A97-0F47-863C-31F6B2C0C676}" destId="{B0F307A4-4EA9-774B-9A10-0EC09BF9CAED}" srcOrd="1" destOrd="0" presId="urn:microsoft.com/office/officeart/2005/8/layout/orgChart1"/>
    <dgm:cxn modelId="{22C165B8-3239-9B44-8193-F45F275AA4AD}" type="presParOf" srcId="{E05D6C34-9A97-0F47-863C-31F6B2C0C676}" destId="{C1F1A194-7211-C34E-A14E-A15096DC5269}" srcOrd="2" destOrd="0" presId="urn:microsoft.com/office/officeart/2005/8/layout/orgChart1"/>
    <dgm:cxn modelId="{01B89180-FED0-BF41-A622-0DB3F38200CB}" type="presParOf" srcId="{F249FB2E-4205-EF4E-810A-F3AC73B716E1}" destId="{C89A2474-C1AD-074F-A227-BBA314A8A61F}" srcOrd="2" destOrd="0" presId="urn:microsoft.com/office/officeart/2005/8/layout/orgChart1"/>
    <dgm:cxn modelId="{5FB9DF49-22E5-8B48-B5EE-044983D5FB3E}" type="presParOf" srcId="{F249FB2E-4205-EF4E-810A-F3AC73B716E1}" destId="{23C09DF2-1515-E948-BC60-52EB4F68970F}" srcOrd="3" destOrd="0" presId="urn:microsoft.com/office/officeart/2005/8/layout/orgChart1"/>
    <dgm:cxn modelId="{FDF4F75F-C832-614F-8A20-A5A1A9779C0D}" type="presParOf" srcId="{23C09DF2-1515-E948-BC60-52EB4F68970F}" destId="{7E5C98B7-04F4-4A40-809D-757CB388C454}" srcOrd="0" destOrd="0" presId="urn:microsoft.com/office/officeart/2005/8/layout/orgChart1"/>
    <dgm:cxn modelId="{ED0403C0-304C-704D-BEBC-9BDE1280289C}" type="presParOf" srcId="{7E5C98B7-04F4-4A40-809D-757CB388C454}" destId="{E20A0B94-3AB8-9543-9D2B-4E918C3C5D94}" srcOrd="0" destOrd="0" presId="urn:microsoft.com/office/officeart/2005/8/layout/orgChart1"/>
    <dgm:cxn modelId="{F995E780-713C-5E41-B0F6-7B6259143F4D}" type="presParOf" srcId="{7E5C98B7-04F4-4A40-809D-757CB388C454}" destId="{053BB042-8A13-8744-856D-57E63162701B}" srcOrd="1" destOrd="0" presId="urn:microsoft.com/office/officeart/2005/8/layout/orgChart1"/>
    <dgm:cxn modelId="{AFE3E70D-33CD-9D48-A9AE-3F1237A309B3}" type="presParOf" srcId="{23C09DF2-1515-E948-BC60-52EB4F68970F}" destId="{BF90D8BC-3A23-6D4D-95AD-2F76CD7A6FAE}" srcOrd="1" destOrd="0" presId="urn:microsoft.com/office/officeart/2005/8/layout/orgChart1"/>
    <dgm:cxn modelId="{21833EDC-9B2E-B24C-8E34-9D80D871FCA2}" type="presParOf" srcId="{23C09DF2-1515-E948-BC60-52EB4F68970F}" destId="{DBDA1348-1F43-9F40-B7FB-0ADA7F93ED0E}" srcOrd="2" destOrd="0" presId="urn:microsoft.com/office/officeart/2005/8/layout/orgChart1"/>
    <dgm:cxn modelId="{A55D0A70-79AD-0941-A256-29999CA32DB8}" type="presParOf" srcId="{26D8171B-51D5-A447-BBD0-0EE71BDDAEA0}" destId="{3843A894-837D-D84D-BED0-9BA57A5C8E58}" srcOrd="2" destOrd="0" presId="urn:microsoft.com/office/officeart/2005/8/layout/orgChart1"/>
  </dgm:cxnLst>
  <dgm:bg>
    <a:solidFill>
      <a:schemeClr val="bg1"/>
    </a:solidFill>
  </dgm:bg>
  <dgm:whole>
    <a:ln>
      <a:solidFill>
        <a:schemeClr val="bg1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9A2474-C1AD-074F-A227-BBA314A8A61F}">
      <dsp:nvSpPr>
        <dsp:cNvPr id="0" name=""/>
        <dsp:cNvSpPr/>
      </dsp:nvSpPr>
      <dsp:spPr>
        <a:xfrm>
          <a:off x="1660293" y="776581"/>
          <a:ext cx="908590" cy="3153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7689"/>
              </a:lnTo>
              <a:lnTo>
                <a:pt x="908590" y="157689"/>
              </a:lnTo>
              <a:lnTo>
                <a:pt x="908590" y="315378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2DC586-FEAB-BB46-8DDB-566958B319E4}">
      <dsp:nvSpPr>
        <dsp:cNvPr id="0" name=""/>
        <dsp:cNvSpPr/>
      </dsp:nvSpPr>
      <dsp:spPr>
        <a:xfrm>
          <a:off x="751702" y="776581"/>
          <a:ext cx="908590" cy="315378"/>
        </a:xfrm>
        <a:custGeom>
          <a:avLst/>
          <a:gdLst/>
          <a:ahLst/>
          <a:cxnLst/>
          <a:rect l="0" t="0" r="0" b="0"/>
          <a:pathLst>
            <a:path>
              <a:moveTo>
                <a:pt x="908590" y="0"/>
              </a:moveTo>
              <a:lnTo>
                <a:pt x="908590" y="157689"/>
              </a:lnTo>
              <a:lnTo>
                <a:pt x="0" y="157689"/>
              </a:lnTo>
              <a:lnTo>
                <a:pt x="0" y="315378"/>
              </a:lnTo>
            </a:path>
          </a:pathLst>
        </a:custGeom>
        <a:noFill/>
        <a:ln w="1905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970340-9230-C647-82C1-F3AB663935E3}">
      <dsp:nvSpPr>
        <dsp:cNvPr id="0" name=""/>
        <dsp:cNvSpPr/>
      </dsp:nvSpPr>
      <dsp:spPr>
        <a:xfrm>
          <a:off x="909391" y="25679"/>
          <a:ext cx="1501803" cy="7509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600" kern="1200"/>
            <a:t>60</a:t>
          </a:r>
          <a:endParaRPr lang="zh-CN" altLang="en-US" sz="3600" kern="1200" dirty="0"/>
        </a:p>
      </dsp:txBody>
      <dsp:txXfrm>
        <a:off x="909391" y="25679"/>
        <a:ext cx="1501803" cy="750901"/>
      </dsp:txXfrm>
    </dsp:sp>
    <dsp:sp modelId="{180E88A6-ECDF-1542-A9CB-23582CD629A2}">
      <dsp:nvSpPr>
        <dsp:cNvPr id="0" name=""/>
        <dsp:cNvSpPr/>
      </dsp:nvSpPr>
      <dsp:spPr>
        <a:xfrm>
          <a:off x="800" y="1091959"/>
          <a:ext cx="1501803" cy="7509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600" kern="1200"/>
            <a:t>20</a:t>
          </a:r>
          <a:r>
            <a:rPr lang="zh-CN" altLang="en-US" sz="3600" kern="1200"/>
            <a:t>｜</a:t>
          </a:r>
          <a:r>
            <a:rPr lang="en-US" altLang="zh-CN" sz="3600" kern="1200"/>
            <a:t>40</a:t>
          </a:r>
          <a:endParaRPr lang="zh-CN" altLang="en-US" sz="3600" kern="1200" dirty="0"/>
        </a:p>
      </dsp:txBody>
      <dsp:txXfrm>
        <a:off x="800" y="1091959"/>
        <a:ext cx="1501803" cy="750901"/>
      </dsp:txXfrm>
    </dsp:sp>
    <dsp:sp modelId="{E20A0B94-3AB8-9543-9D2B-4E918C3C5D94}">
      <dsp:nvSpPr>
        <dsp:cNvPr id="0" name=""/>
        <dsp:cNvSpPr/>
      </dsp:nvSpPr>
      <dsp:spPr>
        <a:xfrm>
          <a:off x="1817982" y="1091959"/>
          <a:ext cx="1501803" cy="750901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600" kern="1200"/>
            <a:t>70</a:t>
          </a:r>
          <a:endParaRPr lang="zh-CN" altLang="en-US" sz="3600" kern="1200" dirty="0"/>
        </a:p>
      </dsp:txBody>
      <dsp:txXfrm>
        <a:off x="1817982" y="1091959"/>
        <a:ext cx="1501803" cy="7509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5B0A3-8351-ABE3-EBBC-8ABFF81CF2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4EDED18-F5FA-01D9-0C32-765C1B4F76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6B04E-8E9A-5818-D667-BD1D1695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F5D48-1397-0C8B-02FC-E7131C874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D34A3A-7153-8B16-85B3-13E2D6D74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88728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84BF74-D108-BC49-5128-279EF377C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1368F18-C581-AE91-AF06-7F737DDD9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EC338A-0ECF-8422-6B94-9EE2B3D94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4FC24C-187A-9852-6855-EDE0048DA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3F13CF-C2E3-A4BC-36B5-E1E476329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7686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9779E3-230B-3723-BAA4-99ECCD1F1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B6E442-6CD9-5E9A-179D-7994BA75C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61691-663E-52EA-E0B4-B1D5F73BC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70752-29E6-289C-6FD8-2E46C7B9F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3143DD-5523-46CF-5875-606FFC70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4089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8F754-0BB5-6020-EA06-E63B509C5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1E6464-14B6-B531-7BAD-896145B52B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89A21-B9B7-4BC5-B079-D86A7CFAF5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19C9F2-4933-E569-7C54-040B682E3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1CAC0D-4E15-08FA-11B8-89CE33602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2364C0-67BC-1847-5FF4-9F9E69674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4477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5D4F53-DB46-DC97-B2D0-03590A295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0706BFA-7FBA-EFFE-BE97-B68DEAAEF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4ACA62-9171-2828-C792-A7053B3E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A6C6676-54A5-25F2-E113-A115C332B2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9231229-FC89-86D8-EFFF-2FCE95F12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4B2F407-AC1C-CEB1-1FCC-D4FE4C32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F23F169-146D-BF35-9C8B-A57929069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323EDFF-07C7-D566-06BE-3B36EF9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163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9B97E6-0858-1470-4EDC-A3DE2F77A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C164B36-6FB7-2362-5EF6-FE2AA20FA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81DE46A-45AF-1746-D888-F3E1373C4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7D42D53-B8FE-A548-6C0B-33DE69C24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99134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90B4A13-4267-E33C-F32C-5B4EC9917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51FC51B-BD0D-7551-09E6-08543647A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039CD8-D9B7-44C3-8CDE-C6A57FA31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19911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0194A1-5E5A-A5D3-3057-5EC60CF75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F8ED1B-07AD-03F0-E818-0F8FF0BF6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CABA2A1-E25C-F81D-DE1F-25DE5F1D04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AF8273F-EF73-D12B-D388-C03BD4B7E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EDC4222-57C8-3742-F3D0-8706058BE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39757C2-E158-F0BD-D2BF-77F70D48F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716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256FAC-0DE3-C96E-B332-91FA515C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A5B9854-9C92-2BA5-B29F-409E448560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9DE573-D8C3-F799-D396-6E63389BD6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050163-C0BF-98AC-C44D-C848375B4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A31D043-37C6-6C34-F71C-6E6F91740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6985B3-75B0-5A19-233E-BBA15078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52801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1A5581-5761-C339-22B6-6362F9915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89CEE2-3496-9520-9310-D22190ACA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7F6AAD-D85E-868E-B1EC-F248BDEBC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1DF7C4-8977-6942-B3D8-C774E07F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98536-7EE8-753F-2A1D-5CF870AB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2643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B82CD3E-24BE-DB8E-050E-4CC0743913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BC53763-4B3E-3371-1FE5-65D4508A08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9C5871-1D00-C17D-ADCE-0D6495BF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8A7255-A735-98A4-463E-2C9166FAB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C38F87-CBAF-2648-3483-F0CC26139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55070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837775C-6EC3-EFEF-CAD3-6D4D7E521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6F4CCA-1EF5-571F-67D4-981A3D30F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863BE8-089D-B4E3-E1E7-713A39066B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F5761-7121-204C-9219-663A9139AC13}" type="datetimeFigureOut">
              <a:rPr kumimoji="1" lang="zh-CN" altLang="en-US" smtClean="0"/>
              <a:t>2026/7/8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2D6D2E-450C-921A-1659-F2700F7D39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3696E2-C066-A8AF-6163-BFBB8C19F6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908F53-FF7D-B84B-AE72-7E863E13D8E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971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9A0F413-0BE4-9325-2951-FDDAAAF5CB73}"/>
              </a:ext>
            </a:extLst>
          </p:cNvPr>
          <p:cNvGraphicFramePr>
            <a:graphicFrameLocks noGrp="1"/>
          </p:cNvGraphicFramePr>
          <p:nvPr/>
        </p:nvGraphicFramePr>
        <p:xfrm>
          <a:off x="572850" y="583477"/>
          <a:ext cx="3320586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862">
                  <a:extLst>
                    <a:ext uri="{9D8B030D-6E8A-4147-A177-3AD203B41FA5}">
                      <a16:colId xmlns:a16="http://schemas.microsoft.com/office/drawing/2014/main" val="3310727325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3202150151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4133838138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87052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81304C-2DE5-3ACD-2B0D-076602FEE30A}"/>
              </a:ext>
            </a:extLst>
          </p:cNvPr>
          <p:cNvGraphicFramePr>
            <a:graphicFrameLocks noGrp="1"/>
          </p:cNvGraphicFramePr>
          <p:nvPr/>
        </p:nvGraphicFramePr>
        <p:xfrm>
          <a:off x="572850" y="1023538"/>
          <a:ext cx="3320588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0147">
                  <a:extLst>
                    <a:ext uri="{9D8B030D-6E8A-4147-A177-3AD203B41FA5}">
                      <a16:colId xmlns:a16="http://schemas.microsoft.com/office/drawing/2014/main" val="2448914510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1397754376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212331664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703263685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&lt;20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[20,40)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[40,60)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&gt;=60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8415714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F85D2E-AA73-BE3C-5A63-812ABC4C635B}"/>
              </a:ext>
            </a:extLst>
          </p:cNvPr>
          <p:cNvGraphicFramePr>
            <a:graphicFrameLocks noGrp="1"/>
          </p:cNvGraphicFramePr>
          <p:nvPr/>
        </p:nvGraphicFramePr>
        <p:xfrm>
          <a:off x="6638271" y="482958"/>
          <a:ext cx="3320586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862">
                  <a:extLst>
                    <a:ext uri="{9D8B030D-6E8A-4147-A177-3AD203B41FA5}">
                      <a16:colId xmlns:a16="http://schemas.microsoft.com/office/drawing/2014/main" val="3310727325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3202150151"/>
                    </a:ext>
                  </a:extLst>
                </a:gridCol>
                <a:gridCol w="1106862">
                  <a:extLst>
                    <a:ext uri="{9D8B030D-6E8A-4147-A177-3AD203B41FA5}">
                      <a16:colId xmlns:a16="http://schemas.microsoft.com/office/drawing/2014/main" val="4133838138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87052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D36475F-0BF1-8605-A07A-1E31B7BB82DE}"/>
              </a:ext>
            </a:extLst>
          </p:cNvPr>
          <p:cNvGraphicFramePr>
            <a:graphicFrameLocks noGrp="1"/>
          </p:cNvGraphicFramePr>
          <p:nvPr/>
        </p:nvGraphicFramePr>
        <p:xfrm>
          <a:off x="6638269" y="2298092"/>
          <a:ext cx="3320588" cy="440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0147">
                  <a:extLst>
                    <a:ext uri="{9D8B030D-6E8A-4147-A177-3AD203B41FA5}">
                      <a16:colId xmlns:a16="http://schemas.microsoft.com/office/drawing/2014/main" val="3310727325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202150151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3512173268"/>
                    </a:ext>
                  </a:extLst>
                </a:gridCol>
                <a:gridCol w="830147">
                  <a:extLst>
                    <a:ext uri="{9D8B030D-6E8A-4147-A177-3AD203B41FA5}">
                      <a16:colId xmlns:a16="http://schemas.microsoft.com/office/drawing/2014/main" val="4133838138"/>
                    </a:ext>
                  </a:extLst>
                </a:gridCol>
              </a:tblGrid>
              <a:tr h="44006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zh-CN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887052"/>
                  </a:ext>
                </a:extLst>
              </a:tr>
            </a:tbl>
          </a:graphicData>
        </a:graphic>
      </p:graphicFrame>
      <p:graphicFrame>
        <p:nvGraphicFramePr>
          <p:cNvPr id="6" name="图示 5">
            <a:extLst>
              <a:ext uri="{FF2B5EF4-FFF2-40B4-BE49-F238E27FC236}">
                <a16:creationId xmlns:a16="http://schemas.microsoft.com/office/drawing/2014/main" id="{67DEE55E-1756-D792-4C17-C1218FC99B19}"/>
              </a:ext>
            </a:extLst>
          </p:cNvPr>
          <p:cNvGraphicFramePr/>
          <p:nvPr/>
        </p:nvGraphicFramePr>
        <p:xfrm>
          <a:off x="6638271" y="4357991"/>
          <a:ext cx="3320586" cy="18685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C14B8B43-8A5E-F208-E11D-DC0C928AE51C}"/>
              </a:ext>
            </a:extLst>
          </p:cNvPr>
          <p:cNvSpPr txBox="1"/>
          <p:nvPr/>
        </p:nvSpPr>
        <p:spPr>
          <a:xfrm>
            <a:off x="4653485" y="2333456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插入一个新节点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782DDB-2B6D-E6BE-35A8-6897216CACBD}"/>
              </a:ext>
            </a:extLst>
          </p:cNvPr>
          <p:cNvSpPr txBox="1"/>
          <p:nvPr/>
        </p:nvSpPr>
        <p:spPr>
          <a:xfrm>
            <a:off x="4422651" y="553061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超出容量，提高一阶</a:t>
            </a:r>
          </a:p>
        </p:txBody>
      </p:sp>
      <p:sp>
        <p:nvSpPr>
          <p:cNvPr id="9" name="下箭头 8">
            <a:extLst>
              <a:ext uri="{FF2B5EF4-FFF2-40B4-BE49-F238E27FC236}">
                <a16:creationId xmlns:a16="http://schemas.microsoft.com/office/drawing/2014/main" id="{40DC18E3-FA4A-F570-EE3A-3D6DAF920909}"/>
              </a:ext>
            </a:extLst>
          </p:cNvPr>
          <p:cNvSpPr/>
          <p:nvPr/>
        </p:nvSpPr>
        <p:spPr>
          <a:xfrm>
            <a:off x="8044774" y="1243568"/>
            <a:ext cx="379379" cy="82842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下箭头 9">
            <a:extLst>
              <a:ext uri="{FF2B5EF4-FFF2-40B4-BE49-F238E27FC236}">
                <a16:creationId xmlns:a16="http://schemas.microsoft.com/office/drawing/2014/main" id="{37A0B4F3-3B2F-B25B-4C06-069326B52B4A}"/>
              </a:ext>
            </a:extLst>
          </p:cNvPr>
          <p:cNvSpPr/>
          <p:nvPr/>
        </p:nvSpPr>
        <p:spPr>
          <a:xfrm>
            <a:off x="8044773" y="3133860"/>
            <a:ext cx="379379" cy="828423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897645-6A64-4036-3794-907F28CA701E}"/>
              </a:ext>
            </a:extLst>
          </p:cNvPr>
          <p:cNvSpPr txBox="1"/>
          <p:nvPr/>
        </p:nvSpPr>
        <p:spPr>
          <a:xfrm>
            <a:off x="1683834" y="3389971"/>
            <a:ext cx="10102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b="1" dirty="0">
                <a:latin typeface="SimHei" panose="02010609060101010101" pitchFamily="49" charset="-122"/>
                <a:ea typeface="SimHei" panose="02010609060101010101" pitchFamily="49" charset="-122"/>
              </a:rPr>
              <a:t>B </a:t>
            </a:r>
            <a:r>
              <a:rPr kumimoji="1" lang="zh-CN" altLang="en-US" sz="3200" b="1" dirty="0">
                <a:latin typeface="SimHei" panose="02010609060101010101" pitchFamily="49" charset="-122"/>
                <a:ea typeface="SimHei" panose="02010609060101010101" pitchFamily="49" charset="-122"/>
              </a:rPr>
              <a:t>树</a:t>
            </a:r>
          </a:p>
        </p:txBody>
      </p:sp>
    </p:spTree>
    <p:extLst>
      <p:ext uri="{BB962C8B-B14F-4D97-AF65-F5344CB8AC3E}">
        <p14:creationId xmlns:p14="http://schemas.microsoft.com/office/powerpoint/2010/main" val="4179245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0EA61-5BEC-14E5-722C-7A9F8E809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777CDCAC-83F3-D829-0307-66998CE02538}"/>
              </a:ext>
            </a:extLst>
          </p:cNvPr>
          <p:cNvGrpSpPr/>
          <p:nvPr/>
        </p:nvGrpSpPr>
        <p:grpSpPr>
          <a:xfrm>
            <a:off x="2043515" y="1768915"/>
            <a:ext cx="8108102" cy="3499825"/>
            <a:chOff x="2043515" y="1768915"/>
            <a:chExt cx="8108102" cy="3499825"/>
          </a:xfrm>
        </p:grpSpPr>
        <p:grpSp>
          <p:nvGrpSpPr>
            <p:cNvPr id="6" name="object 6">
              <a:extLst>
                <a:ext uri="{FF2B5EF4-FFF2-40B4-BE49-F238E27FC236}">
                  <a16:creationId xmlns:a16="http://schemas.microsoft.com/office/drawing/2014/main" id="{242301B7-2FE3-F4D4-A8CC-490DB0A56D25}"/>
                </a:ext>
              </a:extLst>
            </p:cNvPr>
            <p:cNvGrpSpPr/>
            <p:nvPr/>
          </p:nvGrpSpPr>
          <p:grpSpPr>
            <a:xfrm>
              <a:off x="2043515" y="1768915"/>
              <a:ext cx="8108102" cy="3499825"/>
              <a:chOff x="877709" y="1950720"/>
              <a:chExt cx="8941435" cy="3859529"/>
            </a:xfrm>
          </p:grpSpPr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5BB4C317-4007-2A4B-F812-E696110BADE1}"/>
                  </a:ext>
                </a:extLst>
              </p:cNvPr>
              <p:cNvSpPr/>
              <p:nvPr/>
            </p:nvSpPr>
            <p:spPr>
              <a:xfrm>
                <a:off x="877709" y="1950720"/>
                <a:ext cx="8941435" cy="3859529"/>
              </a:xfrm>
              <a:custGeom>
                <a:avLst/>
                <a:gdLst/>
                <a:ahLst/>
                <a:cxnLst/>
                <a:rect l="l" t="t" r="r" b="b"/>
                <a:pathLst>
                  <a:path w="8941435" h="3859529">
                    <a:moveTo>
                      <a:pt x="8941308" y="3859530"/>
                    </a:moveTo>
                    <a:lnTo>
                      <a:pt x="8941308" y="0"/>
                    </a:lnTo>
                    <a:lnTo>
                      <a:pt x="0" y="0"/>
                    </a:lnTo>
                    <a:lnTo>
                      <a:pt x="0" y="3859530"/>
                    </a:lnTo>
                    <a:lnTo>
                      <a:pt x="8941308" y="385953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" name="object 9">
                <a:extLst>
                  <a:ext uri="{FF2B5EF4-FFF2-40B4-BE49-F238E27FC236}">
                    <a16:creationId xmlns:a16="http://schemas.microsoft.com/office/drawing/2014/main" id="{68246E86-3475-2CCE-02D4-275C481C7682}"/>
                  </a:ext>
                </a:extLst>
              </p:cNvPr>
              <p:cNvSpPr/>
              <p:nvPr/>
            </p:nvSpPr>
            <p:spPr>
              <a:xfrm>
                <a:off x="4016387" y="2041398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3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3"/>
                    </a:lnTo>
                    <a:lnTo>
                      <a:pt x="1238250" y="694943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>
                <a:extLst>
                  <a:ext uri="{FF2B5EF4-FFF2-40B4-BE49-F238E27FC236}">
                    <a16:creationId xmlns:a16="http://schemas.microsoft.com/office/drawing/2014/main" id="{8F8757E3-B7B5-D1FF-699D-18FD7A718FE7}"/>
                  </a:ext>
                </a:extLst>
              </p:cNvPr>
              <p:cNvSpPr/>
              <p:nvPr/>
            </p:nvSpPr>
            <p:spPr>
              <a:xfrm>
                <a:off x="4016387" y="2041398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3"/>
                    </a:lnTo>
                    <a:lnTo>
                      <a:pt x="1238250" y="694943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>
                <a:extLst>
                  <a:ext uri="{FF2B5EF4-FFF2-40B4-BE49-F238E27FC236}">
                    <a16:creationId xmlns:a16="http://schemas.microsoft.com/office/drawing/2014/main" id="{C6390209-BCE0-2D68-4C7C-C810554A97E4}"/>
                  </a:ext>
                </a:extLst>
              </p:cNvPr>
              <p:cNvSpPr/>
              <p:nvPr/>
            </p:nvSpPr>
            <p:spPr>
              <a:xfrm>
                <a:off x="4024769" y="2384298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>
                <a:extLst>
                  <a:ext uri="{FF2B5EF4-FFF2-40B4-BE49-F238E27FC236}">
                    <a16:creationId xmlns:a16="http://schemas.microsoft.com/office/drawing/2014/main" id="{95BE71E7-8C4D-AD66-7919-E1F07AB010FC}"/>
                  </a:ext>
                </a:extLst>
              </p:cNvPr>
              <p:cNvSpPr/>
              <p:nvPr/>
            </p:nvSpPr>
            <p:spPr>
              <a:xfrm>
                <a:off x="4433963" y="2041398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4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>
                <a:extLst>
                  <a:ext uri="{FF2B5EF4-FFF2-40B4-BE49-F238E27FC236}">
                    <a16:creationId xmlns:a16="http://schemas.microsoft.com/office/drawing/2014/main" id="{CA3EFF0C-4721-03D0-6406-93683970BCA7}"/>
                  </a:ext>
                </a:extLst>
              </p:cNvPr>
              <p:cNvSpPr/>
              <p:nvPr/>
            </p:nvSpPr>
            <p:spPr>
              <a:xfrm>
                <a:off x="4856111" y="2049018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80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4" name="object 14">
                <a:extLst>
                  <a:ext uri="{FF2B5EF4-FFF2-40B4-BE49-F238E27FC236}">
                    <a16:creationId xmlns:a16="http://schemas.microsoft.com/office/drawing/2014/main" id="{AA03DDFE-FCAB-AC8A-A44D-DE26FA6B1937}"/>
                  </a:ext>
                </a:extLst>
              </p:cNvPr>
              <p:cNvSpPr/>
              <p:nvPr/>
            </p:nvSpPr>
            <p:spPr>
              <a:xfrm>
                <a:off x="4315091" y="237591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80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5" name="object 15">
                <a:extLst>
                  <a:ext uri="{FF2B5EF4-FFF2-40B4-BE49-F238E27FC236}">
                    <a16:creationId xmlns:a16="http://schemas.microsoft.com/office/drawing/2014/main" id="{388F2D45-ED3C-A9CC-A0D5-ECDD5E0B0843}"/>
                  </a:ext>
                </a:extLst>
              </p:cNvPr>
              <p:cNvSpPr/>
              <p:nvPr/>
            </p:nvSpPr>
            <p:spPr>
              <a:xfrm>
                <a:off x="4632083" y="237591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80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C4BF13-4097-9A64-45E7-CBBACC6C8ABA}"/>
                  </a:ext>
                </a:extLst>
              </p:cNvPr>
              <p:cNvSpPr/>
              <p:nvPr/>
            </p:nvSpPr>
            <p:spPr>
              <a:xfrm>
                <a:off x="4951361" y="237591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80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B4180303-FEC6-A39C-67DA-2089CCDA3834}"/>
                </a:ext>
              </a:extLst>
            </p:cNvPr>
            <p:cNvSpPr txBox="1"/>
            <p:nvPr/>
          </p:nvSpPr>
          <p:spPr>
            <a:xfrm>
              <a:off x="4967055" y="1865191"/>
              <a:ext cx="21881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</a:pPr>
              <a:r>
                <a:rPr sz="1632" b="1" spc="-23" dirty="0">
                  <a:latin typeface="Times New Roman"/>
                  <a:cs typeface="Times New Roman"/>
                </a:rPr>
                <a:t>13</a:t>
              </a:r>
              <a:endParaRPr sz="1632">
                <a:latin typeface="Times New Roman"/>
                <a:cs typeface="Times New Roman"/>
              </a:endParaRPr>
            </a:p>
          </p:txBody>
        </p:sp>
        <p:grpSp>
          <p:nvGrpSpPr>
            <p:cNvPr id="18" name="object 18">
              <a:extLst>
                <a:ext uri="{FF2B5EF4-FFF2-40B4-BE49-F238E27FC236}">
                  <a16:creationId xmlns:a16="http://schemas.microsoft.com/office/drawing/2014/main" id="{EBF1C5EC-396C-936F-58F1-A6AB4195C447}"/>
                </a:ext>
              </a:extLst>
            </p:cNvPr>
            <p:cNvGrpSpPr/>
            <p:nvPr/>
          </p:nvGrpSpPr>
          <p:grpSpPr>
            <a:xfrm>
              <a:off x="2189082" y="2908805"/>
              <a:ext cx="7873168" cy="2030337"/>
              <a:chOff x="1038237" y="3207766"/>
              <a:chExt cx="8682355" cy="2239010"/>
            </a:xfrm>
          </p:grpSpPr>
          <p:sp>
            <p:nvSpPr>
              <p:cNvPr id="19" name="object 19">
                <a:extLst>
                  <a:ext uri="{FF2B5EF4-FFF2-40B4-BE49-F238E27FC236}">
                    <a16:creationId xmlns:a16="http://schemas.microsoft.com/office/drawing/2014/main" id="{B453E2B3-BC47-5B6C-D6E1-AD875B66AF09}"/>
                  </a:ext>
                </a:extLst>
              </p:cNvPr>
              <p:cNvSpPr/>
              <p:nvPr/>
            </p:nvSpPr>
            <p:spPr>
              <a:xfrm>
                <a:off x="2703461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1238249" y="695706"/>
                    </a:moveTo>
                    <a:lnTo>
                      <a:pt x="1238249" y="0"/>
                    </a:lnTo>
                    <a:lnTo>
                      <a:pt x="0" y="0"/>
                    </a:lnTo>
                    <a:lnTo>
                      <a:pt x="0" y="695706"/>
                    </a:lnTo>
                    <a:lnTo>
                      <a:pt x="1238249" y="695706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6AC27970-AD51-D46B-C753-FAD292E462C8}"/>
                  </a:ext>
                </a:extLst>
              </p:cNvPr>
              <p:cNvSpPr/>
              <p:nvPr/>
            </p:nvSpPr>
            <p:spPr>
              <a:xfrm>
                <a:off x="2703461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0" y="0"/>
                    </a:moveTo>
                    <a:lnTo>
                      <a:pt x="0" y="695706"/>
                    </a:lnTo>
                    <a:lnTo>
                      <a:pt x="1238249" y="695706"/>
                    </a:lnTo>
                    <a:lnTo>
                      <a:pt x="123824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2BAC6AC7-FDCF-553A-6050-8173254ADC0D}"/>
                  </a:ext>
                </a:extLst>
              </p:cNvPr>
              <p:cNvSpPr/>
              <p:nvPr/>
            </p:nvSpPr>
            <p:spPr>
              <a:xfrm>
                <a:off x="2711843" y="3557016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8129538D-7B75-7B2D-D187-6DB1ADA599BA}"/>
                  </a:ext>
                </a:extLst>
              </p:cNvPr>
              <p:cNvSpPr/>
              <p:nvPr/>
            </p:nvSpPr>
            <p:spPr>
              <a:xfrm>
                <a:off x="3121037" y="3214116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56726F68-B647-9E7B-4629-A124E560FC57}"/>
                  </a:ext>
                </a:extLst>
              </p:cNvPr>
              <p:cNvSpPr/>
              <p:nvPr/>
            </p:nvSpPr>
            <p:spPr>
              <a:xfrm>
                <a:off x="3543185" y="3222498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4" name="object 24">
                <a:extLst>
                  <a:ext uri="{FF2B5EF4-FFF2-40B4-BE49-F238E27FC236}">
                    <a16:creationId xmlns:a16="http://schemas.microsoft.com/office/drawing/2014/main" id="{212123E2-CBDE-790A-6670-14B4F0BDFABD}"/>
                  </a:ext>
                </a:extLst>
              </p:cNvPr>
              <p:cNvSpPr/>
              <p:nvPr/>
            </p:nvSpPr>
            <p:spPr>
              <a:xfrm>
                <a:off x="3002165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5" name="object 25">
                <a:extLst>
                  <a:ext uri="{FF2B5EF4-FFF2-40B4-BE49-F238E27FC236}">
                    <a16:creationId xmlns:a16="http://schemas.microsoft.com/office/drawing/2014/main" id="{BC043704-83F9-C1B5-0074-DD1E94798EB7}"/>
                  </a:ext>
                </a:extLst>
              </p:cNvPr>
              <p:cNvSpPr/>
              <p:nvPr/>
            </p:nvSpPr>
            <p:spPr>
              <a:xfrm>
                <a:off x="3319919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6" name="object 26">
                <a:extLst>
                  <a:ext uri="{FF2B5EF4-FFF2-40B4-BE49-F238E27FC236}">
                    <a16:creationId xmlns:a16="http://schemas.microsoft.com/office/drawing/2014/main" id="{9A314CCF-1314-7663-E46C-FCEA12D7674E}"/>
                  </a:ext>
                </a:extLst>
              </p:cNvPr>
              <p:cNvSpPr/>
              <p:nvPr/>
            </p:nvSpPr>
            <p:spPr>
              <a:xfrm>
                <a:off x="3638435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7" name="object 27">
                <a:extLst>
                  <a:ext uri="{FF2B5EF4-FFF2-40B4-BE49-F238E27FC236}">
                    <a16:creationId xmlns:a16="http://schemas.microsoft.com/office/drawing/2014/main" id="{E942E2B6-B76B-3926-79F7-8F94E1DFD18E}"/>
                  </a:ext>
                </a:extLst>
              </p:cNvPr>
              <p:cNvSpPr/>
              <p:nvPr/>
            </p:nvSpPr>
            <p:spPr>
              <a:xfrm>
                <a:off x="6252083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1238249" y="695705"/>
                    </a:moveTo>
                    <a:lnTo>
                      <a:pt x="1238249" y="0"/>
                    </a:lnTo>
                    <a:lnTo>
                      <a:pt x="0" y="0"/>
                    </a:lnTo>
                    <a:lnTo>
                      <a:pt x="0" y="695705"/>
                    </a:lnTo>
                    <a:lnTo>
                      <a:pt x="1238249" y="695705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8" name="object 28">
                <a:extLst>
                  <a:ext uri="{FF2B5EF4-FFF2-40B4-BE49-F238E27FC236}">
                    <a16:creationId xmlns:a16="http://schemas.microsoft.com/office/drawing/2014/main" id="{B40B10A7-EC90-63DF-6307-52B7751F8F2B}"/>
                  </a:ext>
                </a:extLst>
              </p:cNvPr>
              <p:cNvSpPr/>
              <p:nvPr/>
            </p:nvSpPr>
            <p:spPr>
              <a:xfrm>
                <a:off x="6251321" y="3214116"/>
                <a:ext cx="1238250" cy="695960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960">
                    <a:moveTo>
                      <a:pt x="0" y="0"/>
                    </a:moveTo>
                    <a:lnTo>
                      <a:pt x="0" y="695705"/>
                    </a:lnTo>
                    <a:lnTo>
                      <a:pt x="1238250" y="695705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9" name="object 29">
                <a:extLst>
                  <a:ext uri="{FF2B5EF4-FFF2-40B4-BE49-F238E27FC236}">
                    <a16:creationId xmlns:a16="http://schemas.microsoft.com/office/drawing/2014/main" id="{3C4E8A9A-F5CD-5651-DF45-61B04ABEFDF4}"/>
                  </a:ext>
                </a:extLst>
              </p:cNvPr>
              <p:cNvSpPr/>
              <p:nvPr/>
            </p:nvSpPr>
            <p:spPr>
              <a:xfrm>
                <a:off x="6259715" y="3557016"/>
                <a:ext cx="121475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754">
                    <a:moveTo>
                      <a:pt x="0" y="0"/>
                    </a:moveTo>
                    <a:lnTo>
                      <a:pt x="1214628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0B8FF4C6-C16C-A00D-52CB-DDAD05B57B4A}"/>
                  </a:ext>
                </a:extLst>
              </p:cNvPr>
              <p:cNvSpPr/>
              <p:nvPr/>
            </p:nvSpPr>
            <p:spPr>
              <a:xfrm>
                <a:off x="6668909" y="3214116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BAE4D4E0-F5D4-1ABD-F270-C6666825AD34}"/>
                  </a:ext>
                </a:extLst>
              </p:cNvPr>
              <p:cNvSpPr/>
              <p:nvPr/>
            </p:nvSpPr>
            <p:spPr>
              <a:xfrm>
                <a:off x="7091819" y="3222498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D574EEDE-F847-6797-677D-0D535DE9E604}"/>
                  </a:ext>
                </a:extLst>
              </p:cNvPr>
              <p:cNvSpPr/>
              <p:nvPr/>
            </p:nvSpPr>
            <p:spPr>
              <a:xfrm>
                <a:off x="6550037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3" name="object 33">
                <a:extLst>
                  <a:ext uri="{FF2B5EF4-FFF2-40B4-BE49-F238E27FC236}">
                    <a16:creationId xmlns:a16="http://schemas.microsoft.com/office/drawing/2014/main" id="{116DFC35-F289-4EC1-969E-DB10B8746AAE}"/>
                  </a:ext>
                </a:extLst>
              </p:cNvPr>
              <p:cNvSpPr/>
              <p:nvPr/>
            </p:nvSpPr>
            <p:spPr>
              <a:xfrm>
                <a:off x="6867791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4" name="object 34">
                <a:extLst>
                  <a:ext uri="{FF2B5EF4-FFF2-40B4-BE49-F238E27FC236}">
                    <a16:creationId xmlns:a16="http://schemas.microsoft.com/office/drawing/2014/main" id="{D05A6163-656F-D455-C544-C5CAF4733663}"/>
                  </a:ext>
                </a:extLst>
              </p:cNvPr>
              <p:cNvSpPr/>
              <p:nvPr/>
            </p:nvSpPr>
            <p:spPr>
              <a:xfrm>
                <a:off x="7187069" y="3549396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5" name="object 35">
                <a:extLst>
                  <a:ext uri="{FF2B5EF4-FFF2-40B4-BE49-F238E27FC236}">
                    <a16:creationId xmlns:a16="http://schemas.microsoft.com/office/drawing/2014/main" id="{7AC1319F-64CE-180B-DD84-0E21F06E888F}"/>
                  </a:ext>
                </a:extLst>
              </p:cNvPr>
              <p:cNvSpPr/>
              <p:nvPr/>
            </p:nvSpPr>
            <p:spPr>
              <a:xfrm>
                <a:off x="10445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6" name="object 36">
                <a:extLst>
                  <a:ext uri="{FF2B5EF4-FFF2-40B4-BE49-F238E27FC236}">
                    <a16:creationId xmlns:a16="http://schemas.microsoft.com/office/drawing/2014/main" id="{ABBC300D-CC69-9DAB-3224-7416FFB5AC57}"/>
                  </a:ext>
                </a:extLst>
              </p:cNvPr>
              <p:cNvSpPr/>
              <p:nvPr/>
            </p:nvSpPr>
            <p:spPr>
              <a:xfrm>
                <a:off x="10445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7" name="object 37">
                <a:extLst>
                  <a:ext uri="{FF2B5EF4-FFF2-40B4-BE49-F238E27FC236}">
                    <a16:creationId xmlns:a16="http://schemas.microsoft.com/office/drawing/2014/main" id="{C8940EDE-97F3-7C3A-37AD-6EB032347730}"/>
                  </a:ext>
                </a:extLst>
              </p:cNvPr>
              <p:cNvSpPr/>
              <p:nvPr/>
            </p:nvSpPr>
            <p:spPr>
              <a:xfrm>
                <a:off x="10529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8" name="object 38">
                <a:extLst>
                  <a:ext uri="{FF2B5EF4-FFF2-40B4-BE49-F238E27FC236}">
                    <a16:creationId xmlns:a16="http://schemas.microsoft.com/office/drawing/2014/main" id="{06F1DA84-6006-58B3-C71D-41064BB997AD}"/>
                  </a:ext>
                </a:extLst>
              </p:cNvPr>
              <p:cNvSpPr/>
              <p:nvPr/>
            </p:nvSpPr>
            <p:spPr>
              <a:xfrm>
                <a:off x="14621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9" name="object 39">
                <a:extLst>
                  <a:ext uri="{FF2B5EF4-FFF2-40B4-BE49-F238E27FC236}">
                    <a16:creationId xmlns:a16="http://schemas.microsoft.com/office/drawing/2014/main" id="{6D21B5E5-4EB1-8FC6-FE5F-2D13F9F52012}"/>
                  </a:ext>
                </a:extLst>
              </p:cNvPr>
              <p:cNvSpPr/>
              <p:nvPr/>
            </p:nvSpPr>
            <p:spPr>
              <a:xfrm>
                <a:off x="18843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0" name="object 40">
                <a:extLst>
                  <a:ext uri="{FF2B5EF4-FFF2-40B4-BE49-F238E27FC236}">
                    <a16:creationId xmlns:a16="http://schemas.microsoft.com/office/drawing/2014/main" id="{08282290-A4E8-5927-95B4-15E0EA5C9E2A}"/>
                  </a:ext>
                </a:extLst>
              </p:cNvPr>
              <p:cNvSpPr/>
              <p:nvPr/>
            </p:nvSpPr>
            <p:spPr>
              <a:xfrm>
                <a:off x="13432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1" name="object 41">
                <a:extLst>
                  <a:ext uri="{FF2B5EF4-FFF2-40B4-BE49-F238E27FC236}">
                    <a16:creationId xmlns:a16="http://schemas.microsoft.com/office/drawing/2014/main" id="{BB810304-3FE5-509D-629C-6A80C28D0EA6}"/>
                  </a:ext>
                </a:extLst>
              </p:cNvPr>
              <p:cNvSpPr/>
              <p:nvPr/>
            </p:nvSpPr>
            <p:spPr>
              <a:xfrm>
                <a:off x="16602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2" name="object 42">
                <a:extLst>
                  <a:ext uri="{FF2B5EF4-FFF2-40B4-BE49-F238E27FC236}">
                    <a16:creationId xmlns:a16="http://schemas.microsoft.com/office/drawing/2014/main" id="{E17C813F-733B-3836-D53F-4FA8AEB381D9}"/>
                  </a:ext>
                </a:extLst>
              </p:cNvPr>
              <p:cNvSpPr/>
              <p:nvPr/>
            </p:nvSpPr>
            <p:spPr>
              <a:xfrm>
                <a:off x="19795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3" name="object 43">
                <a:extLst>
                  <a:ext uri="{FF2B5EF4-FFF2-40B4-BE49-F238E27FC236}">
                    <a16:creationId xmlns:a16="http://schemas.microsoft.com/office/drawing/2014/main" id="{4B0D6BC8-92B9-CACF-4457-05E540E0C6BB}"/>
                  </a:ext>
                </a:extLst>
              </p:cNvPr>
              <p:cNvSpPr/>
              <p:nvPr/>
            </p:nvSpPr>
            <p:spPr>
              <a:xfrm>
                <a:off x="25304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49" y="694944"/>
                    </a:moveTo>
                    <a:lnTo>
                      <a:pt x="1238249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49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4" name="object 44">
                <a:extLst>
                  <a:ext uri="{FF2B5EF4-FFF2-40B4-BE49-F238E27FC236}">
                    <a16:creationId xmlns:a16="http://schemas.microsoft.com/office/drawing/2014/main" id="{6353FC3C-2502-1738-A260-3B6B0F661942}"/>
                  </a:ext>
                </a:extLst>
              </p:cNvPr>
              <p:cNvSpPr/>
              <p:nvPr/>
            </p:nvSpPr>
            <p:spPr>
              <a:xfrm>
                <a:off x="25304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49" y="694944"/>
                    </a:lnTo>
                    <a:lnTo>
                      <a:pt x="123824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5" name="object 45">
                <a:extLst>
                  <a:ext uri="{FF2B5EF4-FFF2-40B4-BE49-F238E27FC236}">
                    <a16:creationId xmlns:a16="http://schemas.microsoft.com/office/drawing/2014/main" id="{B8904E39-8BF8-AB5B-3777-2982F9E4B599}"/>
                  </a:ext>
                </a:extLst>
              </p:cNvPr>
              <p:cNvSpPr/>
              <p:nvPr/>
            </p:nvSpPr>
            <p:spPr>
              <a:xfrm>
                <a:off x="25388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CFDCBBD7-7C3B-A774-E8CB-C9F11455DC58}"/>
                  </a:ext>
                </a:extLst>
              </p:cNvPr>
              <p:cNvSpPr/>
              <p:nvPr/>
            </p:nvSpPr>
            <p:spPr>
              <a:xfrm>
                <a:off x="29480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6C2F407F-8ED3-4952-64B4-149E7186EB43}"/>
                  </a:ext>
                </a:extLst>
              </p:cNvPr>
              <p:cNvSpPr/>
              <p:nvPr/>
            </p:nvSpPr>
            <p:spPr>
              <a:xfrm>
                <a:off x="33702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7C49AE19-E2C8-7872-A6BB-2E1D50196006}"/>
                  </a:ext>
                </a:extLst>
              </p:cNvPr>
              <p:cNvSpPr/>
              <p:nvPr/>
            </p:nvSpPr>
            <p:spPr>
              <a:xfrm>
                <a:off x="28291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49" name="object 49">
                <a:extLst>
                  <a:ext uri="{FF2B5EF4-FFF2-40B4-BE49-F238E27FC236}">
                    <a16:creationId xmlns:a16="http://schemas.microsoft.com/office/drawing/2014/main" id="{C02E9069-864E-8691-BE5A-CCF6194AD614}"/>
                  </a:ext>
                </a:extLst>
              </p:cNvPr>
              <p:cNvSpPr/>
              <p:nvPr/>
            </p:nvSpPr>
            <p:spPr>
              <a:xfrm>
                <a:off x="31461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0" name="object 50">
                <a:extLst>
                  <a:ext uri="{FF2B5EF4-FFF2-40B4-BE49-F238E27FC236}">
                    <a16:creationId xmlns:a16="http://schemas.microsoft.com/office/drawing/2014/main" id="{8E8E72D9-2E76-684B-CEC0-5C0F5F730DD6}"/>
                  </a:ext>
                </a:extLst>
              </p:cNvPr>
              <p:cNvSpPr/>
              <p:nvPr/>
            </p:nvSpPr>
            <p:spPr>
              <a:xfrm>
                <a:off x="34654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094A3C9D-03E8-9209-49F1-A5FE89DFF046}"/>
                  </a:ext>
                </a:extLst>
              </p:cNvPr>
              <p:cNvSpPr/>
              <p:nvPr/>
            </p:nvSpPr>
            <p:spPr>
              <a:xfrm>
                <a:off x="40163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3D2E8F7A-616B-DB5D-B34B-045369E0854E}"/>
                  </a:ext>
                </a:extLst>
              </p:cNvPr>
              <p:cNvSpPr/>
              <p:nvPr/>
            </p:nvSpPr>
            <p:spPr>
              <a:xfrm>
                <a:off x="40163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3" name="object 53">
                <a:extLst>
                  <a:ext uri="{FF2B5EF4-FFF2-40B4-BE49-F238E27FC236}">
                    <a16:creationId xmlns:a16="http://schemas.microsoft.com/office/drawing/2014/main" id="{EE8F7934-9688-BD3C-1C70-6918E51D62FF}"/>
                  </a:ext>
                </a:extLst>
              </p:cNvPr>
              <p:cNvSpPr/>
              <p:nvPr/>
            </p:nvSpPr>
            <p:spPr>
              <a:xfrm>
                <a:off x="40247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4" name="object 54">
                <a:extLst>
                  <a:ext uri="{FF2B5EF4-FFF2-40B4-BE49-F238E27FC236}">
                    <a16:creationId xmlns:a16="http://schemas.microsoft.com/office/drawing/2014/main" id="{575C6530-92B0-26DB-DF48-555055FA7AC7}"/>
                  </a:ext>
                </a:extLst>
              </p:cNvPr>
              <p:cNvSpPr/>
              <p:nvPr/>
            </p:nvSpPr>
            <p:spPr>
              <a:xfrm>
                <a:off x="44339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5" name="object 55">
                <a:extLst>
                  <a:ext uri="{FF2B5EF4-FFF2-40B4-BE49-F238E27FC236}">
                    <a16:creationId xmlns:a16="http://schemas.microsoft.com/office/drawing/2014/main" id="{7DBCE902-2FE4-A477-1CD7-31F042089F4E}"/>
                  </a:ext>
                </a:extLst>
              </p:cNvPr>
              <p:cNvSpPr/>
              <p:nvPr/>
            </p:nvSpPr>
            <p:spPr>
              <a:xfrm>
                <a:off x="48561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6" name="object 56">
                <a:extLst>
                  <a:ext uri="{FF2B5EF4-FFF2-40B4-BE49-F238E27FC236}">
                    <a16:creationId xmlns:a16="http://schemas.microsoft.com/office/drawing/2014/main" id="{96A89A86-8CC6-7878-D219-C69375C9EA55}"/>
                  </a:ext>
                </a:extLst>
              </p:cNvPr>
              <p:cNvSpPr/>
              <p:nvPr/>
            </p:nvSpPr>
            <p:spPr>
              <a:xfrm>
                <a:off x="43150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7" name="object 57">
                <a:extLst>
                  <a:ext uri="{FF2B5EF4-FFF2-40B4-BE49-F238E27FC236}">
                    <a16:creationId xmlns:a16="http://schemas.microsoft.com/office/drawing/2014/main" id="{39A16BCA-D7C0-56FA-1B8D-B46BDED5AE9D}"/>
                  </a:ext>
                </a:extLst>
              </p:cNvPr>
              <p:cNvSpPr/>
              <p:nvPr/>
            </p:nvSpPr>
            <p:spPr>
              <a:xfrm>
                <a:off x="46320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8" name="object 58">
                <a:extLst>
                  <a:ext uri="{FF2B5EF4-FFF2-40B4-BE49-F238E27FC236}">
                    <a16:creationId xmlns:a16="http://schemas.microsoft.com/office/drawing/2014/main" id="{2925DD5D-C707-2757-6273-C956BBBF28EA}"/>
                  </a:ext>
                </a:extLst>
              </p:cNvPr>
              <p:cNvSpPr/>
              <p:nvPr/>
            </p:nvSpPr>
            <p:spPr>
              <a:xfrm>
                <a:off x="49513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9" name="object 59">
                <a:extLst>
                  <a:ext uri="{FF2B5EF4-FFF2-40B4-BE49-F238E27FC236}">
                    <a16:creationId xmlns:a16="http://schemas.microsoft.com/office/drawing/2014/main" id="{A3F8B805-CBF6-A4C1-FAC4-CD78C4B8EED3}"/>
                  </a:ext>
                </a:extLst>
              </p:cNvPr>
              <p:cNvSpPr/>
              <p:nvPr/>
            </p:nvSpPr>
            <p:spPr>
              <a:xfrm>
                <a:off x="55022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05DB1E67-DB5A-A8B2-4E61-507BC25075A4}"/>
                  </a:ext>
                </a:extLst>
              </p:cNvPr>
              <p:cNvSpPr/>
              <p:nvPr/>
            </p:nvSpPr>
            <p:spPr>
              <a:xfrm>
                <a:off x="5502287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02C97050-856E-2B39-A91F-E79AD0EEDA76}"/>
                  </a:ext>
                </a:extLst>
              </p:cNvPr>
              <p:cNvSpPr/>
              <p:nvPr/>
            </p:nvSpPr>
            <p:spPr>
              <a:xfrm>
                <a:off x="55106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75D0B493-7CE4-41A2-E55F-5AAB2DD6EE87}"/>
                  </a:ext>
                </a:extLst>
              </p:cNvPr>
              <p:cNvSpPr/>
              <p:nvPr/>
            </p:nvSpPr>
            <p:spPr>
              <a:xfrm>
                <a:off x="59198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3" name="object 63">
                <a:extLst>
                  <a:ext uri="{FF2B5EF4-FFF2-40B4-BE49-F238E27FC236}">
                    <a16:creationId xmlns:a16="http://schemas.microsoft.com/office/drawing/2014/main" id="{F0F9858D-49D6-2021-A4F0-2EFCEDDB64F5}"/>
                  </a:ext>
                </a:extLst>
              </p:cNvPr>
              <p:cNvSpPr/>
              <p:nvPr/>
            </p:nvSpPr>
            <p:spPr>
              <a:xfrm>
                <a:off x="63420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79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4" name="object 64">
                <a:extLst>
                  <a:ext uri="{FF2B5EF4-FFF2-40B4-BE49-F238E27FC236}">
                    <a16:creationId xmlns:a16="http://schemas.microsoft.com/office/drawing/2014/main" id="{42EC640B-987D-E163-2DD8-8796AE4CA621}"/>
                  </a:ext>
                </a:extLst>
              </p:cNvPr>
              <p:cNvSpPr/>
              <p:nvPr/>
            </p:nvSpPr>
            <p:spPr>
              <a:xfrm>
                <a:off x="58009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5" name="object 65">
                <a:extLst>
                  <a:ext uri="{FF2B5EF4-FFF2-40B4-BE49-F238E27FC236}">
                    <a16:creationId xmlns:a16="http://schemas.microsoft.com/office/drawing/2014/main" id="{3E45628E-E5A7-59C4-3DD1-E9E92EAF45AE}"/>
                  </a:ext>
                </a:extLst>
              </p:cNvPr>
              <p:cNvSpPr/>
              <p:nvPr/>
            </p:nvSpPr>
            <p:spPr>
              <a:xfrm>
                <a:off x="61179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6" name="object 66">
                <a:extLst>
                  <a:ext uri="{FF2B5EF4-FFF2-40B4-BE49-F238E27FC236}">
                    <a16:creationId xmlns:a16="http://schemas.microsoft.com/office/drawing/2014/main" id="{DA490993-3893-F4F2-F954-87B4550E4FC0}"/>
                  </a:ext>
                </a:extLst>
              </p:cNvPr>
              <p:cNvSpPr/>
              <p:nvPr/>
            </p:nvSpPr>
            <p:spPr>
              <a:xfrm>
                <a:off x="64372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5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7" name="object 67">
                <a:extLst>
                  <a:ext uri="{FF2B5EF4-FFF2-40B4-BE49-F238E27FC236}">
                    <a16:creationId xmlns:a16="http://schemas.microsoft.com/office/drawing/2014/main" id="{5A66C586-8554-3633-B92F-35FFD89A8753}"/>
                  </a:ext>
                </a:extLst>
              </p:cNvPr>
              <p:cNvSpPr/>
              <p:nvPr/>
            </p:nvSpPr>
            <p:spPr>
              <a:xfrm>
                <a:off x="6988174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8" name="object 68">
                <a:extLst>
                  <a:ext uri="{FF2B5EF4-FFF2-40B4-BE49-F238E27FC236}">
                    <a16:creationId xmlns:a16="http://schemas.microsoft.com/office/drawing/2014/main" id="{05870DEA-E732-9863-4B1B-4E4870871484}"/>
                  </a:ext>
                </a:extLst>
              </p:cNvPr>
              <p:cNvSpPr/>
              <p:nvPr/>
            </p:nvSpPr>
            <p:spPr>
              <a:xfrm>
                <a:off x="6988174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69" name="object 69">
                <a:extLst>
                  <a:ext uri="{FF2B5EF4-FFF2-40B4-BE49-F238E27FC236}">
                    <a16:creationId xmlns:a16="http://schemas.microsoft.com/office/drawing/2014/main" id="{906BC59B-B75F-D94F-6D86-6C9669CAA234}"/>
                  </a:ext>
                </a:extLst>
              </p:cNvPr>
              <p:cNvSpPr/>
              <p:nvPr/>
            </p:nvSpPr>
            <p:spPr>
              <a:xfrm>
                <a:off x="6996569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307A0E96-0E86-EC9C-4305-FFAA5B1771B9}"/>
                  </a:ext>
                </a:extLst>
              </p:cNvPr>
              <p:cNvSpPr/>
              <p:nvPr/>
            </p:nvSpPr>
            <p:spPr>
              <a:xfrm>
                <a:off x="7405763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1" name="object 71">
                <a:extLst>
                  <a:ext uri="{FF2B5EF4-FFF2-40B4-BE49-F238E27FC236}">
                    <a16:creationId xmlns:a16="http://schemas.microsoft.com/office/drawing/2014/main" id="{6F0D241C-FF88-D61B-D858-D50BF516F280}"/>
                  </a:ext>
                </a:extLst>
              </p:cNvPr>
              <p:cNvSpPr/>
              <p:nvPr/>
            </p:nvSpPr>
            <p:spPr>
              <a:xfrm>
                <a:off x="7827911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DDE108D4-6DE0-FD80-859F-82EC55184B53}"/>
                  </a:ext>
                </a:extLst>
              </p:cNvPr>
              <p:cNvSpPr/>
              <p:nvPr/>
            </p:nvSpPr>
            <p:spPr>
              <a:xfrm>
                <a:off x="728689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3" name="object 73">
                <a:extLst>
                  <a:ext uri="{FF2B5EF4-FFF2-40B4-BE49-F238E27FC236}">
                    <a16:creationId xmlns:a16="http://schemas.microsoft.com/office/drawing/2014/main" id="{B90851AF-3500-92B6-9930-0632BB312EE7}"/>
                  </a:ext>
                </a:extLst>
              </p:cNvPr>
              <p:cNvSpPr/>
              <p:nvPr/>
            </p:nvSpPr>
            <p:spPr>
              <a:xfrm>
                <a:off x="7603883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4" name="object 74">
                <a:extLst>
                  <a:ext uri="{FF2B5EF4-FFF2-40B4-BE49-F238E27FC236}">
                    <a16:creationId xmlns:a16="http://schemas.microsoft.com/office/drawing/2014/main" id="{ED5B9E38-0F6F-E1DC-64D0-5CB547881E07}"/>
                  </a:ext>
                </a:extLst>
              </p:cNvPr>
              <p:cNvSpPr/>
              <p:nvPr/>
            </p:nvSpPr>
            <p:spPr>
              <a:xfrm>
                <a:off x="7923161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33C43535-E0F6-8994-8C3F-F2EDF835B197}"/>
                  </a:ext>
                </a:extLst>
              </p:cNvPr>
              <p:cNvSpPr/>
              <p:nvPr/>
            </p:nvSpPr>
            <p:spPr>
              <a:xfrm>
                <a:off x="8475599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1238250" y="694944"/>
                    </a:moveTo>
                    <a:lnTo>
                      <a:pt x="1238250" y="0"/>
                    </a:lnTo>
                    <a:lnTo>
                      <a:pt x="0" y="0"/>
                    </a:lnTo>
                    <a:lnTo>
                      <a:pt x="0" y="694944"/>
                    </a:lnTo>
                    <a:lnTo>
                      <a:pt x="1238250" y="694944"/>
                    </a:lnTo>
                    <a:close/>
                  </a:path>
                </a:pathLst>
              </a:custGeom>
              <a:solidFill>
                <a:srgbClr val="EAEAEA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3706B65D-3C7E-E66F-ECAC-6AA47874CCCD}"/>
                  </a:ext>
                </a:extLst>
              </p:cNvPr>
              <p:cNvSpPr/>
              <p:nvPr/>
            </p:nvSpPr>
            <p:spPr>
              <a:xfrm>
                <a:off x="8475599" y="4744974"/>
                <a:ext cx="1238250" cy="695325"/>
              </a:xfrm>
              <a:custGeom>
                <a:avLst/>
                <a:gdLst/>
                <a:ahLst/>
                <a:cxnLst/>
                <a:rect l="l" t="t" r="r" b="b"/>
                <a:pathLst>
                  <a:path w="1238250" h="695325">
                    <a:moveTo>
                      <a:pt x="0" y="0"/>
                    </a:moveTo>
                    <a:lnTo>
                      <a:pt x="0" y="694944"/>
                    </a:lnTo>
                    <a:lnTo>
                      <a:pt x="1238250" y="694944"/>
                    </a:lnTo>
                    <a:lnTo>
                      <a:pt x="12382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7" name="object 77">
                <a:extLst>
                  <a:ext uri="{FF2B5EF4-FFF2-40B4-BE49-F238E27FC236}">
                    <a16:creationId xmlns:a16="http://schemas.microsoft.com/office/drawing/2014/main" id="{26384710-FEBE-C986-B5FD-42BD0D3A17F8}"/>
                  </a:ext>
                </a:extLst>
              </p:cNvPr>
              <p:cNvSpPr/>
              <p:nvPr/>
            </p:nvSpPr>
            <p:spPr>
              <a:xfrm>
                <a:off x="8483994" y="5087873"/>
                <a:ext cx="1214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214120">
                    <a:moveTo>
                      <a:pt x="0" y="0"/>
                    </a:moveTo>
                    <a:lnTo>
                      <a:pt x="1213866" y="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8" name="object 78">
                <a:extLst>
                  <a:ext uri="{FF2B5EF4-FFF2-40B4-BE49-F238E27FC236}">
                    <a16:creationId xmlns:a16="http://schemas.microsoft.com/office/drawing/2014/main" id="{E4BBB786-238A-3BE6-E6E4-C72B77C6E06D}"/>
                  </a:ext>
                </a:extLst>
              </p:cNvPr>
              <p:cNvSpPr/>
              <p:nvPr/>
            </p:nvSpPr>
            <p:spPr>
              <a:xfrm>
                <a:off x="8893187" y="4744974"/>
                <a:ext cx="0" cy="334645"/>
              </a:xfrm>
              <a:custGeom>
                <a:avLst/>
                <a:gdLst/>
                <a:ahLst/>
                <a:cxnLst/>
                <a:rect l="l" t="t" r="r" b="b"/>
                <a:pathLst>
                  <a:path h="334645">
                    <a:moveTo>
                      <a:pt x="0" y="0"/>
                    </a:moveTo>
                    <a:lnTo>
                      <a:pt x="0" y="334518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79" name="object 79">
                <a:extLst>
                  <a:ext uri="{FF2B5EF4-FFF2-40B4-BE49-F238E27FC236}">
                    <a16:creationId xmlns:a16="http://schemas.microsoft.com/office/drawing/2014/main" id="{CFB06FE5-FDC3-B7E4-8264-2E7F1FA26A99}"/>
                  </a:ext>
                </a:extLst>
              </p:cNvPr>
              <p:cNvSpPr/>
              <p:nvPr/>
            </p:nvSpPr>
            <p:spPr>
              <a:xfrm>
                <a:off x="9315335" y="4752594"/>
                <a:ext cx="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h="335279">
                    <a:moveTo>
                      <a:pt x="0" y="0"/>
                    </a:moveTo>
                    <a:lnTo>
                      <a:pt x="0" y="335280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0" name="object 80">
                <a:extLst>
                  <a:ext uri="{FF2B5EF4-FFF2-40B4-BE49-F238E27FC236}">
                    <a16:creationId xmlns:a16="http://schemas.microsoft.com/office/drawing/2014/main" id="{600D2554-5C66-DA70-4844-C9AA35C2CFEF}"/>
                  </a:ext>
                </a:extLst>
              </p:cNvPr>
              <p:cNvSpPr/>
              <p:nvPr/>
            </p:nvSpPr>
            <p:spPr>
              <a:xfrm>
                <a:off x="8774315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2DF8A55E-BBA4-E36C-86D6-4CB7058E1E33}"/>
                  </a:ext>
                </a:extLst>
              </p:cNvPr>
              <p:cNvSpPr/>
              <p:nvPr/>
            </p:nvSpPr>
            <p:spPr>
              <a:xfrm>
                <a:off x="9092069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02355E58-DA27-3569-6A75-B1707AC9357A}"/>
                  </a:ext>
                </a:extLst>
              </p:cNvPr>
              <p:cNvSpPr/>
              <p:nvPr/>
            </p:nvSpPr>
            <p:spPr>
              <a:xfrm>
                <a:off x="9410585" y="5079492"/>
                <a:ext cx="0" cy="360680"/>
              </a:xfrm>
              <a:custGeom>
                <a:avLst/>
                <a:gdLst/>
                <a:ahLst/>
                <a:cxnLst/>
                <a:rect l="l" t="t" r="r" b="b"/>
                <a:pathLst>
                  <a:path h="360679">
                    <a:moveTo>
                      <a:pt x="0" y="0"/>
                    </a:moveTo>
                    <a:lnTo>
                      <a:pt x="0" y="360426"/>
                    </a:lnTo>
                  </a:path>
                </a:pathLst>
              </a:custGeom>
              <a:ln w="12700">
                <a:solidFill>
                  <a:srgbClr val="FF0066"/>
                </a:solidFill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045A2C41-612A-A8C0-7156-3EDF737F6591}"/>
                </a:ext>
              </a:extLst>
            </p:cNvPr>
            <p:cNvSpPr txBox="1"/>
            <p:nvPr/>
          </p:nvSpPr>
          <p:spPr>
            <a:xfrm>
              <a:off x="3841445" y="2920321"/>
              <a:ext cx="115164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</a:pPr>
              <a:r>
                <a:rPr sz="1632" b="1" spc="-45" dirty="0">
                  <a:latin typeface="Times New Roman"/>
                  <a:cs typeface="Times New Roman"/>
                </a:rPr>
                <a:t>7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A024138A-86C1-6694-99C6-BB35B0BD4876}"/>
                </a:ext>
              </a:extLst>
            </p:cNvPr>
            <p:cNvSpPr txBox="1"/>
            <p:nvPr/>
          </p:nvSpPr>
          <p:spPr>
            <a:xfrm>
              <a:off x="2354458" y="4299516"/>
              <a:ext cx="84818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44915" algn="l"/>
                  <a:tab pos="731865" algn="l"/>
                </a:tabLst>
              </a:pPr>
              <a:r>
                <a:rPr sz="1632" b="1" spc="-45" dirty="0">
                  <a:latin typeface="Times New Roman"/>
                  <a:cs typeface="Times New Roman"/>
                </a:rPr>
                <a:t>2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45" dirty="0">
                  <a:latin typeface="Times New Roman"/>
                  <a:cs typeface="Times New Roman"/>
                </a:rPr>
                <a:t>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45" dirty="0">
                  <a:latin typeface="Times New Roman"/>
                  <a:cs typeface="Times New Roman"/>
                </a:rPr>
                <a:t>5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DFC46807-68DE-C56B-4C7A-5500417A18B1}"/>
                </a:ext>
              </a:extLst>
            </p:cNvPr>
            <p:cNvSpPr txBox="1"/>
            <p:nvPr/>
          </p:nvSpPr>
          <p:spPr>
            <a:xfrm>
              <a:off x="3667339" y="4299516"/>
              <a:ext cx="513054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293091" algn="l"/>
                </a:tabLst>
              </a:pPr>
              <a:r>
                <a:rPr sz="1632" b="1" spc="-45" dirty="0">
                  <a:latin typeface="Times New Roman"/>
                  <a:cs typeface="Times New Roman"/>
                </a:rPr>
                <a:t>7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11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9C11617D-FD21-9DA8-7B9D-AF68E6E842CC}"/>
                </a:ext>
              </a:extLst>
            </p:cNvPr>
            <p:cNvSpPr txBox="1"/>
            <p:nvPr/>
          </p:nvSpPr>
          <p:spPr>
            <a:xfrm>
              <a:off x="4962909" y="4316783"/>
              <a:ext cx="969679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  <a:tab pos="750291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13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17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19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D6E99DCA-59A2-0F79-BB3F-51BBE99A4CFC}"/>
                </a:ext>
              </a:extLst>
            </p:cNvPr>
            <p:cNvSpPr txBox="1"/>
            <p:nvPr/>
          </p:nvSpPr>
          <p:spPr>
            <a:xfrm>
              <a:off x="6322079" y="4305030"/>
              <a:ext cx="598851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23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29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0686D085-6078-EA36-B21A-353EE9C778DE}"/>
                </a:ext>
              </a:extLst>
            </p:cNvPr>
            <p:cNvSpPr txBox="1"/>
            <p:nvPr/>
          </p:nvSpPr>
          <p:spPr>
            <a:xfrm>
              <a:off x="7693686" y="4311249"/>
              <a:ext cx="1926689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  <a:tab pos="750291" algn="l"/>
                  <a:tab pos="1327260" algn="l"/>
                  <a:tab pos="1707300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31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37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41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47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D93503E3-520A-47D9-C824-63C1F66C5857}"/>
                </a:ext>
              </a:extLst>
            </p:cNvPr>
            <p:cNvSpPr txBox="1"/>
            <p:nvPr/>
          </p:nvSpPr>
          <p:spPr>
            <a:xfrm>
              <a:off x="6997175" y="2913398"/>
              <a:ext cx="969679" cy="26278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>
                <a:spcBef>
                  <a:spcPts val="91"/>
                </a:spcBef>
                <a:tabLst>
                  <a:tab pos="379464" algn="l"/>
                  <a:tab pos="750291" algn="l"/>
                </a:tabLst>
              </a:pPr>
              <a:r>
                <a:rPr sz="1632" b="1" spc="-23" dirty="0">
                  <a:latin typeface="Times New Roman"/>
                  <a:cs typeface="Times New Roman"/>
                </a:rPr>
                <a:t>23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31</a:t>
              </a:r>
              <a:r>
                <a:rPr sz="1632" b="1" dirty="0">
                  <a:latin typeface="Times New Roman"/>
                  <a:cs typeface="Times New Roman"/>
                </a:rPr>
                <a:t>	</a:t>
              </a:r>
              <a:r>
                <a:rPr sz="1632" b="1" spc="-23" dirty="0">
                  <a:latin typeface="Times New Roman"/>
                  <a:cs typeface="Times New Roman"/>
                </a:rPr>
                <a:t>43</a:t>
              </a:r>
              <a:endParaRPr sz="1632">
                <a:latin typeface="Times New Roman"/>
                <a:cs typeface="Times New Roman"/>
              </a:endParaRPr>
            </a:p>
          </p:txBody>
        </p:sp>
        <p:grpSp>
          <p:nvGrpSpPr>
            <p:cNvPr id="90" name="object 90">
              <a:extLst>
                <a:ext uri="{FF2B5EF4-FFF2-40B4-BE49-F238E27FC236}">
                  <a16:creationId xmlns:a16="http://schemas.microsoft.com/office/drawing/2014/main" id="{9B110947-23BC-0499-3B25-DAD18C57283A}"/>
                </a:ext>
              </a:extLst>
            </p:cNvPr>
            <p:cNvGrpSpPr/>
            <p:nvPr/>
          </p:nvGrpSpPr>
          <p:grpSpPr>
            <a:xfrm>
              <a:off x="2189140" y="2365233"/>
              <a:ext cx="7897928" cy="1946267"/>
              <a:chOff x="1038301" y="2608326"/>
              <a:chExt cx="8709660" cy="2146300"/>
            </a:xfrm>
          </p:grpSpPr>
          <p:sp>
            <p:nvSpPr>
              <p:cNvPr id="91" name="object 91">
                <a:extLst>
                  <a:ext uri="{FF2B5EF4-FFF2-40B4-BE49-F238E27FC236}">
                    <a16:creationId xmlns:a16="http://schemas.microsoft.com/office/drawing/2014/main" id="{C322556B-EBF6-522B-37EA-586B07F6CEF6}"/>
                  </a:ext>
                </a:extLst>
              </p:cNvPr>
              <p:cNvSpPr/>
              <p:nvPr/>
            </p:nvSpPr>
            <p:spPr>
              <a:xfrm>
                <a:off x="1525409" y="2608338"/>
                <a:ext cx="7237730" cy="2146300"/>
              </a:xfrm>
              <a:custGeom>
                <a:avLst/>
                <a:gdLst/>
                <a:ahLst/>
                <a:cxnLst/>
                <a:rect l="l" t="t" r="r" b="b"/>
                <a:pathLst>
                  <a:path w="7237730" h="2146300">
                    <a:moveTo>
                      <a:pt x="1351026" y="1139952"/>
                    </a:moveTo>
                    <a:lnTo>
                      <a:pt x="1350264" y="1136904"/>
                    </a:lnTo>
                    <a:lnTo>
                      <a:pt x="1347216" y="1134618"/>
                    </a:lnTo>
                    <a:lnTo>
                      <a:pt x="1343406" y="1135380"/>
                    </a:lnTo>
                    <a:lnTo>
                      <a:pt x="58940" y="2084171"/>
                    </a:lnTo>
                    <a:lnTo>
                      <a:pt x="38862" y="2057400"/>
                    </a:lnTo>
                    <a:lnTo>
                      <a:pt x="0" y="2133600"/>
                    </a:lnTo>
                    <a:lnTo>
                      <a:pt x="46482" y="2125218"/>
                    </a:lnTo>
                    <a:lnTo>
                      <a:pt x="84582" y="2118360"/>
                    </a:lnTo>
                    <a:lnTo>
                      <a:pt x="64516" y="2091613"/>
                    </a:lnTo>
                    <a:lnTo>
                      <a:pt x="1349502" y="1143000"/>
                    </a:lnTo>
                    <a:lnTo>
                      <a:pt x="1351026" y="1139952"/>
                    </a:lnTo>
                    <a:close/>
                  </a:path>
                  <a:path w="7237730" h="2146300">
                    <a:moveTo>
                      <a:pt x="1611630" y="1167384"/>
                    </a:moveTo>
                    <a:lnTo>
                      <a:pt x="1610868" y="1164336"/>
                    </a:lnTo>
                    <a:lnTo>
                      <a:pt x="1607820" y="1162050"/>
                    </a:lnTo>
                    <a:lnTo>
                      <a:pt x="1604772" y="1162050"/>
                    </a:lnTo>
                    <a:lnTo>
                      <a:pt x="1602486" y="1165098"/>
                    </a:lnTo>
                    <a:lnTo>
                      <a:pt x="1373974" y="2046046"/>
                    </a:lnTo>
                    <a:lnTo>
                      <a:pt x="1373886" y="2046401"/>
                    </a:lnTo>
                    <a:lnTo>
                      <a:pt x="1370838" y="2058162"/>
                    </a:lnTo>
                    <a:lnTo>
                      <a:pt x="1373886" y="2046401"/>
                    </a:lnTo>
                    <a:lnTo>
                      <a:pt x="1373886" y="2046046"/>
                    </a:lnTo>
                    <a:lnTo>
                      <a:pt x="1341120" y="2037588"/>
                    </a:lnTo>
                    <a:lnTo>
                      <a:pt x="1359408" y="2120646"/>
                    </a:lnTo>
                    <a:lnTo>
                      <a:pt x="1370838" y="2107488"/>
                    </a:lnTo>
                    <a:lnTo>
                      <a:pt x="1415034" y="2056638"/>
                    </a:lnTo>
                    <a:lnTo>
                      <a:pt x="1383093" y="2048408"/>
                    </a:lnTo>
                    <a:lnTo>
                      <a:pt x="1611630" y="1167384"/>
                    </a:lnTo>
                    <a:close/>
                  </a:path>
                  <a:path w="7237730" h="2146300">
                    <a:moveTo>
                      <a:pt x="2618232" y="5334"/>
                    </a:moveTo>
                    <a:lnTo>
                      <a:pt x="2617470" y="1524"/>
                    </a:lnTo>
                    <a:lnTo>
                      <a:pt x="2614422" y="0"/>
                    </a:lnTo>
                    <a:lnTo>
                      <a:pt x="2610612" y="762"/>
                    </a:lnTo>
                    <a:lnTo>
                      <a:pt x="1733613" y="559320"/>
                    </a:lnTo>
                    <a:lnTo>
                      <a:pt x="1716024" y="531114"/>
                    </a:lnTo>
                    <a:lnTo>
                      <a:pt x="1671828" y="604266"/>
                    </a:lnTo>
                    <a:lnTo>
                      <a:pt x="1720596" y="599427"/>
                    </a:lnTo>
                    <a:lnTo>
                      <a:pt x="1756410" y="595884"/>
                    </a:lnTo>
                    <a:lnTo>
                      <a:pt x="1738858" y="567753"/>
                    </a:lnTo>
                    <a:lnTo>
                      <a:pt x="2615946" y="8382"/>
                    </a:lnTo>
                    <a:lnTo>
                      <a:pt x="2618232" y="5334"/>
                    </a:lnTo>
                    <a:close/>
                  </a:path>
                  <a:path w="7237730" h="2146300">
                    <a:moveTo>
                      <a:pt x="4799063" y="1176528"/>
                    </a:moveTo>
                    <a:lnTo>
                      <a:pt x="4796015" y="1174242"/>
                    </a:lnTo>
                    <a:lnTo>
                      <a:pt x="4792205" y="1175004"/>
                    </a:lnTo>
                    <a:lnTo>
                      <a:pt x="3147568" y="2079434"/>
                    </a:lnTo>
                    <a:lnTo>
                      <a:pt x="3131807" y="2050542"/>
                    </a:lnTo>
                    <a:lnTo>
                      <a:pt x="3083039" y="2120646"/>
                    </a:lnTo>
                    <a:lnTo>
                      <a:pt x="3131807" y="2118893"/>
                    </a:lnTo>
                    <a:lnTo>
                      <a:pt x="3134093" y="2118817"/>
                    </a:lnTo>
                    <a:lnTo>
                      <a:pt x="3168383" y="2117598"/>
                    </a:lnTo>
                    <a:lnTo>
                      <a:pt x="3152140" y="2087816"/>
                    </a:lnTo>
                    <a:lnTo>
                      <a:pt x="4796777" y="1183386"/>
                    </a:lnTo>
                    <a:lnTo>
                      <a:pt x="4799063" y="1180338"/>
                    </a:lnTo>
                    <a:lnTo>
                      <a:pt x="4799063" y="1176528"/>
                    </a:lnTo>
                    <a:close/>
                  </a:path>
                  <a:path w="7237730" h="2146300">
                    <a:moveTo>
                      <a:pt x="4899660" y="596646"/>
                    </a:moveTo>
                    <a:lnTo>
                      <a:pt x="4837176" y="538734"/>
                    </a:lnTo>
                    <a:lnTo>
                      <a:pt x="4827930" y="570395"/>
                    </a:lnTo>
                    <a:lnTo>
                      <a:pt x="2942082" y="16002"/>
                    </a:lnTo>
                    <a:lnTo>
                      <a:pt x="2938272" y="16002"/>
                    </a:lnTo>
                    <a:lnTo>
                      <a:pt x="2935986" y="19050"/>
                    </a:lnTo>
                    <a:lnTo>
                      <a:pt x="2935986" y="22860"/>
                    </a:lnTo>
                    <a:lnTo>
                      <a:pt x="2939034" y="25146"/>
                    </a:lnTo>
                    <a:lnTo>
                      <a:pt x="4825301" y="579437"/>
                    </a:lnTo>
                    <a:lnTo>
                      <a:pt x="4815840" y="611886"/>
                    </a:lnTo>
                    <a:lnTo>
                      <a:pt x="4843272" y="606894"/>
                    </a:lnTo>
                    <a:lnTo>
                      <a:pt x="4899660" y="596646"/>
                    </a:lnTo>
                    <a:close/>
                  </a:path>
                  <a:path w="7237730" h="2146300">
                    <a:moveTo>
                      <a:pt x="5204460" y="1166622"/>
                    </a:moveTo>
                    <a:lnTo>
                      <a:pt x="5202936" y="1162812"/>
                    </a:lnTo>
                    <a:lnTo>
                      <a:pt x="5199126" y="1162050"/>
                    </a:lnTo>
                    <a:lnTo>
                      <a:pt x="5196078" y="1163574"/>
                    </a:lnTo>
                    <a:lnTo>
                      <a:pt x="4360291" y="2061946"/>
                    </a:lnTo>
                    <a:lnTo>
                      <a:pt x="4335780" y="2039112"/>
                    </a:lnTo>
                    <a:lnTo>
                      <a:pt x="4312158" y="2120646"/>
                    </a:lnTo>
                    <a:lnTo>
                      <a:pt x="4350258" y="2106358"/>
                    </a:lnTo>
                    <a:lnTo>
                      <a:pt x="4391406" y="2090928"/>
                    </a:lnTo>
                    <a:lnTo>
                      <a:pt x="4367009" y="2068207"/>
                    </a:lnTo>
                    <a:lnTo>
                      <a:pt x="5202936" y="1169670"/>
                    </a:lnTo>
                    <a:lnTo>
                      <a:pt x="5204460" y="1166622"/>
                    </a:lnTo>
                    <a:close/>
                  </a:path>
                  <a:path w="7237730" h="2146300">
                    <a:moveTo>
                      <a:pt x="5790425" y="2062734"/>
                    </a:moveTo>
                    <a:lnTo>
                      <a:pt x="5758421" y="2071395"/>
                    </a:lnTo>
                    <a:lnTo>
                      <a:pt x="5758421" y="2089404"/>
                    </a:lnTo>
                    <a:lnTo>
                      <a:pt x="5754611" y="2088642"/>
                    </a:lnTo>
                    <a:lnTo>
                      <a:pt x="5758192" y="2089353"/>
                    </a:lnTo>
                    <a:lnTo>
                      <a:pt x="5758421" y="2089404"/>
                    </a:lnTo>
                    <a:lnTo>
                      <a:pt x="5758421" y="2071395"/>
                    </a:lnTo>
                    <a:lnTo>
                      <a:pt x="5758192" y="2071458"/>
                    </a:lnTo>
                    <a:lnTo>
                      <a:pt x="5503913" y="1152144"/>
                    </a:lnTo>
                    <a:lnTo>
                      <a:pt x="5501627" y="1149858"/>
                    </a:lnTo>
                    <a:lnTo>
                      <a:pt x="5497817" y="1149096"/>
                    </a:lnTo>
                    <a:lnTo>
                      <a:pt x="5495531" y="1151382"/>
                    </a:lnTo>
                    <a:lnTo>
                      <a:pt x="5494769" y="1155192"/>
                    </a:lnTo>
                    <a:lnTo>
                      <a:pt x="5748896" y="2073973"/>
                    </a:lnTo>
                    <a:lnTo>
                      <a:pt x="5717273" y="2082546"/>
                    </a:lnTo>
                    <a:lnTo>
                      <a:pt x="5761469" y="2132114"/>
                    </a:lnTo>
                    <a:lnTo>
                      <a:pt x="5773661" y="2145792"/>
                    </a:lnTo>
                    <a:lnTo>
                      <a:pt x="5790425" y="2062734"/>
                    </a:lnTo>
                    <a:close/>
                  </a:path>
                  <a:path w="7237730" h="2146300">
                    <a:moveTo>
                      <a:pt x="7237463" y="2120646"/>
                    </a:moveTo>
                    <a:lnTo>
                      <a:pt x="7197077" y="2045970"/>
                    </a:lnTo>
                    <a:lnTo>
                      <a:pt x="7178027" y="2073363"/>
                    </a:lnTo>
                    <a:lnTo>
                      <a:pt x="5868911" y="1162812"/>
                    </a:lnTo>
                    <a:lnTo>
                      <a:pt x="5865101" y="1162050"/>
                    </a:lnTo>
                    <a:lnTo>
                      <a:pt x="5862053" y="1163574"/>
                    </a:lnTo>
                    <a:lnTo>
                      <a:pt x="5861291" y="1167384"/>
                    </a:lnTo>
                    <a:lnTo>
                      <a:pt x="5863577" y="1170432"/>
                    </a:lnTo>
                    <a:lnTo>
                      <a:pt x="7172719" y="2081009"/>
                    </a:lnTo>
                    <a:lnTo>
                      <a:pt x="7153643" y="2108454"/>
                    </a:lnTo>
                    <a:lnTo>
                      <a:pt x="7189457" y="2113661"/>
                    </a:lnTo>
                    <a:lnTo>
                      <a:pt x="7190219" y="2113762"/>
                    </a:lnTo>
                    <a:lnTo>
                      <a:pt x="7237463" y="2120646"/>
                    </a:lnTo>
                    <a:close/>
                  </a:path>
                </a:pathLst>
              </a:custGeom>
              <a:solidFill>
                <a:srgbClr val="FF0066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2" name="object 92">
                <a:extLst>
                  <a:ext uri="{FF2B5EF4-FFF2-40B4-BE49-F238E27FC236}">
                    <a16:creationId xmlns:a16="http://schemas.microsoft.com/office/drawing/2014/main" id="{065985BB-9AD5-F064-869D-C2FB5A8DB611}"/>
                  </a:ext>
                </a:extLst>
              </p:cNvPr>
              <p:cNvSpPr/>
              <p:nvPr/>
            </p:nvSpPr>
            <p:spPr>
              <a:xfrm>
                <a:off x="1043063" y="4270248"/>
                <a:ext cx="87001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8700135">
                    <a:moveTo>
                      <a:pt x="0" y="0"/>
                    </a:moveTo>
                    <a:lnTo>
                      <a:pt x="8699754" y="0"/>
                    </a:lnTo>
                  </a:path>
                </a:pathLst>
              </a:custGeom>
              <a:ln w="9525">
                <a:solidFill>
                  <a:srgbClr val="FF0066"/>
                </a:solidFill>
                <a:prstDash val="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2C47B419-BD4B-2CEF-64A4-7120EFF83AF6}"/>
                </a:ext>
              </a:extLst>
            </p:cNvPr>
            <p:cNvSpPr txBox="1"/>
            <p:nvPr/>
          </p:nvSpPr>
          <p:spPr>
            <a:xfrm>
              <a:off x="9338210" y="3587805"/>
              <a:ext cx="658737" cy="542988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303">
                <a:spcBef>
                  <a:spcPts val="86"/>
                </a:spcBef>
              </a:pPr>
              <a:r>
                <a:rPr sz="1270" b="1" spc="-27" dirty="0">
                  <a:latin typeface="Lantinghei SC Heavy"/>
                  <a:cs typeface="Lantinghei SC Heavy"/>
                </a:rPr>
                <a:t>非叶结点</a:t>
              </a:r>
              <a:endParaRPr sz="1270">
                <a:latin typeface="Lantinghei SC Heavy"/>
                <a:cs typeface="Lantinghei SC Heavy"/>
              </a:endParaRPr>
            </a:p>
            <a:p>
              <a:pPr>
                <a:spcBef>
                  <a:spcPts val="1106"/>
                </a:spcBef>
              </a:pPr>
              <a:r>
                <a:rPr sz="1270" b="1" spc="-27" dirty="0">
                  <a:latin typeface="Lantinghei SC Heavy"/>
                  <a:cs typeface="Lantinghei SC Heavy"/>
                </a:rPr>
                <a:t>叶子结点</a:t>
              </a:r>
              <a:endParaRPr sz="1270">
                <a:latin typeface="Lantinghei SC Heavy"/>
                <a:cs typeface="Lantinghei SC Heavy"/>
              </a:endParaRPr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29A5004C-8DD0-07C8-A5ED-C2D3A15A32A5}"/>
                </a:ext>
              </a:extLst>
            </p:cNvPr>
            <p:cNvSpPr/>
            <p:nvPr/>
          </p:nvSpPr>
          <p:spPr>
            <a:xfrm>
              <a:off x="2299869" y="4750515"/>
              <a:ext cx="7060112" cy="389829"/>
            </a:xfrm>
            <a:custGeom>
              <a:avLst/>
              <a:gdLst/>
              <a:ahLst/>
              <a:cxnLst/>
              <a:rect l="l" t="t" r="r" b="b"/>
              <a:pathLst>
                <a:path w="7785734" h="429895">
                  <a:moveTo>
                    <a:pt x="76200" y="353568"/>
                  </a:moveTo>
                  <a:lnTo>
                    <a:pt x="42672" y="353568"/>
                  </a:lnTo>
                  <a:lnTo>
                    <a:pt x="42672" y="64770"/>
                  </a:lnTo>
                  <a:lnTo>
                    <a:pt x="41910" y="61722"/>
                  </a:lnTo>
                  <a:lnTo>
                    <a:pt x="38100" y="60198"/>
                  </a:lnTo>
                  <a:lnTo>
                    <a:pt x="35052" y="61722"/>
                  </a:lnTo>
                  <a:lnTo>
                    <a:pt x="33528" y="64770"/>
                  </a:lnTo>
                  <a:lnTo>
                    <a:pt x="33528" y="353568"/>
                  </a:lnTo>
                  <a:lnTo>
                    <a:pt x="0" y="353568"/>
                  </a:lnTo>
                  <a:lnTo>
                    <a:pt x="33528" y="420624"/>
                  </a:lnTo>
                  <a:lnTo>
                    <a:pt x="38100" y="429768"/>
                  </a:lnTo>
                  <a:lnTo>
                    <a:pt x="42672" y="420624"/>
                  </a:lnTo>
                  <a:lnTo>
                    <a:pt x="76200" y="353568"/>
                  </a:lnTo>
                  <a:close/>
                </a:path>
                <a:path w="7785734" h="429895">
                  <a:moveTo>
                    <a:pt x="355854" y="353568"/>
                  </a:moveTo>
                  <a:lnTo>
                    <a:pt x="322326" y="353568"/>
                  </a:lnTo>
                  <a:lnTo>
                    <a:pt x="322326" y="64770"/>
                  </a:lnTo>
                  <a:lnTo>
                    <a:pt x="320802" y="61722"/>
                  </a:lnTo>
                  <a:lnTo>
                    <a:pt x="317754" y="60198"/>
                  </a:lnTo>
                  <a:lnTo>
                    <a:pt x="313944" y="61722"/>
                  </a:lnTo>
                  <a:lnTo>
                    <a:pt x="313182" y="64770"/>
                  </a:lnTo>
                  <a:lnTo>
                    <a:pt x="313182" y="353568"/>
                  </a:lnTo>
                  <a:lnTo>
                    <a:pt x="279654" y="353568"/>
                  </a:lnTo>
                  <a:lnTo>
                    <a:pt x="313182" y="420624"/>
                  </a:lnTo>
                  <a:lnTo>
                    <a:pt x="317754" y="429768"/>
                  </a:lnTo>
                  <a:lnTo>
                    <a:pt x="322326" y="420624"/>
                  </a:lnTo>
                  <a:lnTo>
                    <a:pt x="355854" y="353568"/>
                  </a:lnTo>
                  <a:close/>
                </a:path>
                <a:path w="7785734" h="429895">
                  <a:moveTo>
                    <a:pt x="673608" y="353568"/>
                  </a:moveTo>
                  <a:lnTo>
                    <a:pt x="640080" y="353568"/>
                  </a:lnTo>
                  <a:lnTo>
                    <a:pt x="640080" y="64770"/>
                  </a:lnTo>
                  <a:lnTo>
                    <a:pt x="638556" y="61722"/>
                  </a:lnTo>
                  <a:lnTo>
                    <a:pt x="635508" y="60198"/>
                  </a:lnTo>
                  <a:lnTo>
                    <a:pt x="631698" y="61722"/>
                  </a:lnTo>
                  <a:lnTo>
                    <a:pt x="630174" y="64770"/>
                  </a:lnTo>
                  <a:lnTo>
                    <a:pt x="630174" y="353568"/>
                  </a:lnTo>
                  <a:lnTo>
                    <a:pt x="597408" y="353568"/>
                  </a:lnTo>
                  <a:lnTo>
                    <a:pt x="630174" y="419100"/>
                  </a:lnTo>
                  <a:lnTo>
                    <a:pt x="635508" y="429768"/>
                  </a:lnTo>
                  <a:lnTo>
                    <a:pt x="640080" y="420624"/>
                  </a:lnTo>
                  <a:lnTo>
                    <a:pt x="673608" y="353568"/>
                  </a:lnTo>
                  <a:close/>
                </a:path>
                <a:path w="7785734" h="429895">
                  <a:moveTo>
                    <a:pt x="1370076" y="38100"/>
                  </a:moveTo>
                  <a:lnTo>
                    <a:pt x="1293876" y="0"/>
                  </a:lnTo>
                  <a:lnTo>
                    <a:pt x="1293876" y="32766"/>
                  </a:lnTo>
                  <a:lnTo>
                    <a:pt x="992124" y="32766"/>
                  </a:lnTo>
                  <a:lnTo>
                    <a:pt x="989076" y="34290"/>
                  </a:lnTo>
                  <a:lnTo>
                    <a:pt x="987552" y="38100"/>
                  </a:lnTo>
                  <a:lnTo>
                    <a:pt x="989076" y="41148"/>
                  </a:lnTo>
                  <a:lnTo>
                    <a:pt x="992124" y="42672"/>
                  </a:lnTo>
                  <a:lnTo>
                    <a:pt x="1293876" y="42672"/>
                  </a:lnTo>
                  <a:lnTo>
                    <a:pt x="1293876" y="76200"/>
                  </a:lnTo>
                  <a:lnTo>
                    <a:pt x="1311402" y="67437"/>
                  </a:lnTo>
                  <a:lnTo>
                    <a:pt x="1370076" y="38100"/>
                  </a:lnTo>
                  <a:close/>
                </a:path>
                <a:path w="7785734" h="429895">
                  <a:moveTo>
                    <a:pt x="1549908" y="353568"/>
                  </a:moveTo>
                  <a:lnTo>
                    <a:pt x="1516380" y="353568"/>
                  </a:lnTo>
                  <a:lnTo>
                    <a:pt x="1516380" y="64770"/>
                  </a:lnTo>
                  <a:lnTo>
                    <a:pt x="1514856" y="61722"/>
                  </a:lnTo>
                  <a:lnTo>
                    <a:pt x="1511808" y="60198"/>
                  </a:lnTo>
                  <a:lnTo>
                    <a:pt x="1507998" y="61722"/>
                  </a:lnTo>
                  <a:lnTo>
                    <a:pt x="1506474" y="64770"/>
                  </a:lnTo>
                  <a:lnTo>
                    <a:pt x="1506474" y="353568"/>
                  </a:lnTo>
                  <a:lnTo>
                    <a:pt x="1473708" y="353568"/>
                  </a:lnTo>
                  <a:lnTo>
                    <a:pt x="1506474" y="419100"/>
                  </a:lnTo>
                  <a:lnTo>
                    <a:pt x="1511808" y="429768"/>
                  </a:lnTo>
                  <a:lnTo>
                    <a:pt x="1516380" y="420624"/>
                  </a:lnTo>
                  <a:lnTo>
                    <a:pt x="1549908" y="353568"/>
                  </a:lnTo>
                  <a:close/>
                </a:path>
                <a:path w="7785734" h="429895">
                  <a:moveTo>
                    <a:pt x="1828800" y="353568"/>
                  </a:moveTo>
                  <a:lnTo>
                    <a:pt x="1795272" y="353568"/>
                  </a:lnTo>
                  <a:lnTo>
                    <a:pt x="1795272" y="64770"/>
                  </a:lnTo>
                  <a:lnTo>
                    <a:pt x="1794510" y="61722"/>
                  </a:lnTo>
                  <a:lnTo>
                    <a:pt x="1790700" y="60198"/>
                  </a:lnTo>
                  <a:lnTo>
                    <a:pt x="1787652" y="61722"/>
                  </a:lnTo>
                  <a:lnTo>
                    <a:pt x="1786128" y="64770"/>
                  </a:lnTo>
                  <a:lnTo>
                    <a:pt x="1786128" y="353568"/>
                  </a:lnTo>
                  <a:lnTo>
                    <a:pt x="1752600" y="353568"/>
                  </a:lnTo>
                  <a:lnTo>
                    <a:pt x="1786128" y="420624"/>
                  </a:lnTo>
                  <a:lnTo>
                    <a:pt x="1790700" y="429768"/>
                  </a:lnTo>
                  <a:lnTo>
                    <a:pt x="1795272" y="420624"/>
                  </a:lnTo>
                  <a:lnTo>
                    <a:pt x="1828800" y="353568"/>
                  </a:lnTo>
                  <a:close/>
                </a:path>
                <a:path w="7785734" h="429895">
                  <a:moveTo>
                    <a:pt x="2843022" y="50292"/>
                  </a:moveTo>
                  <a:lnTo>
                    <a:pt x="2766822" y="12192"/>
                  </a:lnTo>
                  <a:lnTo>
                    <a:pt x="2766822" y="45720"/>
                  </a:lnTo>
                  <a:lnTo>
                    <a:pt x="2465832" y="45720"/>
                  </a:lnTo>
                  <a:lnTo>
                    <a:pt x="2462022" y="47244"/>
                  </a:lnTo>
                  <a:lnTo>
                    <a:pt x="2460498" y="50292"/>
                  </a:lnTo>
                  <a:lnTo>
                    <a:pt x="2462022" y="54102"/>
                  </a:lnTo>
                  <a:lnTo>
                    <a:pt x="2465832" y="55626"/>
                  </a:lnTo>
                  <a:lnTo>
                    <a:pt x="2766822" y="55626"/>
                  </a:lnTo>
                  <a:lnTo>
                    <a:pt x="2766822" y="88392"/>
                  </a:lnTo>
                  <a:lnTo>
                    <a:pt x="2784348" y="79629"/>
                  </a:lnTo>
                  <a:lnTo>
                    <a:pt x="2843022" y="50292"/>
                  </a:lnTo>
                  <a:close/>
                </a:path>
                <a:path w="7785734" h="429895">
                  <a:moveTo>
                    <a:pt x="3048000" y="353568"/>
                  </a:moveTo>
                  <a:lnTo>
                    <a:pt x="3014472" y="353568"/>
                  </a:lnTo>
                  <a:lnTo>
                    <a:pt x="3014472" y="64770"/>
                  </a:lnTo>
                  <a:lnTo>
                    <a:pt x="3013710" y="61722"/>
                  </a:lnTo>
                  <a:lnTo>
                    <a:pt x="3009900" y="60198"/>
                  </a:lnTo>
                  <a:lnTo>
                    <a:pt x="3006852" y="61722"/>
                  </a:lnTo>
                  <a:lnTo>
                    <a:pt x="3005328" y="64770"/>
                  </a:lnTo>
                  <a:lnTo>
                    <a:pt x="3005328" y="353568"/>
                  </a:lnTo>
                  <a:lnTo>
                    <a:pt x="2971800" y="353568"/>
                  </a:lnTo>
                  <a:lnTo>
                    <a:pt x="3005328" y="420624"/>
                  </a:lnTo>
                  <a:lnTo>
                    <a:pt x="3009900" y="429768"/>
                  </a:lnTo>
                  <a:lnTo>
                    <a:pt x="3014472" y="420624"/>
                  </a:lnTo>
                  <a:lnTo>
                    <a:pt x="3048000" y="353568"/>
                  </a:lnTo>
                  <a:close/>
                </a:path>
                <a:path w="7785734" h="429895">
                  <a:moveTo>
                    <a:pt x="3340608" y="353568"/>
                  </a:moveTo>
                  <a:lnTo>
                    <a:pt x="3307080" y="353568"/>
                  </a:lnTo>
                  <a:lnTo>
                    <a:pt x="3307080" y="64770"/>
                  </a:lnTo>
                  <a:lnTo>
                    <a:pt x="3305556" y="61722"/>
                  </a:lnTo>
                  <a:lnTo>
                    <a:pt x="3302508" y="60198"/>
                  </a:lnTo>
                  <a:lnTo>
                    <a:pt x="3298698" y="61722"/>
                  </a:lnTo>
                  <a:lnTo>
                    <a:pt x="3297174" y="64770"/>
                  </a:lnTo>
                  <a:lnTo>
                    <a:pt x="3297174" y="353568"/>
                  </a:lnTo>
                  <a:lnTo>
                    <a:pt x="3264408" y="353568"/>
                  </a:lnTo>
                  <a:lnTo>
                    <a:pt x="3297174" y="419100"/>
                  </a:lnTo>
                  <a:lnTo>
                    <a:pt x="3302508" y="429768"/>
                  </a:lnTo>
                  <a:lnTo>
                    <a:pt x="3307080" y="420624"/>
                  </a:lnTo>
                  <a:lnTo>
                    <a:pt x="3340608" y="353568"/>
                  </a:lnTo>
                  <a:close/>
                </a:path>
                <a:path w="7785734" h="429895">
                  <a:moveTo>
                    <a:pt x="3645408" y="353568"/>
                  </a:moveTo>
                  <a:lnTo>
                    <a:pt x="3611880" y="353568"/>
                  </a:lnTo>
                  <a:lnTo>
                    <a:pt x="3611880" y="64770"/>
                  </a:lnTo>
                  <a:lnTo>
                    <a:pt x="3610356" y="61722"/>
                  </a:lnTo>
                  <a:lnTo>
                    <a:pt x="3607308" y="60198"/>
                  </a:lnTo>
                  <a:lnTo>
                    <a:pt x="3603498" y="61722"/>
                  </a:lnTo>
                  <a:lnTo>
                    <a:pt x="3601974" y="64770"/>
                  </a:lnTo>
                  <a:lnTo>
                    <a:pt x="3601974" y="353568"/>
                  </a:lnTo>
                  <a:lnTo>
                    <a:pt x="3569208" y="353568"/>
                  </a:lnTo>
                  <a:lnTo>
                    <a:pt x="3601974" y="419100"/>
                  </a:lnTo>
                  <a:lnTo>
                    <a:pt x="3607308" y="429768"/>
                  </a:lnTo>
                  <a:lnTo>
                    <a:pt x="3611880" y="420624"/>
                  </a:lnTo>
                  <a:lnTo>
                    <a:pt x="3645408" y="353568"/>
                  </a:lnTo>
                  <a:close/>
                </a:path>
                <a:path w="7785734" h="429895">
                  <a:moveTo>
                    <a:pt x="4341876" y="50292"/>
                  </a:moveTo>
                  <a:lnTo>
                    <a:pt x="4265676" y="12192"/>
                  </a:lnTo>
                  <a:lnTo>
                    <a:pt x="4265676" y="45720"/>
                  </a:lnTo>
                  <a:lnTo>
                    <a:pt x="3963924" y="45720"/>
                  </a:lnTo>
                  <a:lnTo>
                    <a:pt x="3960876" y="47244"/>
                  </a:lnTo>
                  <a:lnTo>
                    <a:pt x="3959352" y="50292"/>
                  </a:lnTo>
                  <a:lnTo>
                    <a:pt x="3960876" y="54102"/>
                  </a:lnTo>
                  <a:lnTo>
                    <a:pt x="3963924" y="55626"/>
                  </a:lnTo>
                  <a:lnTo>
                    <a:pt x="4265676" y="55626"/>
                  </a:lnTo>
                  <a:lnTo>
                    <a:pt x="4265676" y="88392"/>
                  </a:lnTo>
                  <a:lnTo>
                    <a:pt x="4283202" y="79629"/>
                  </a:lnTo>
                  <a:lnTo>
                    <a:pt x="4341876" y="50292"/>
                  </a:lnTo>
                  <a:close/>
                </a:path>
                <a:path w="7785734" h="429895">
                  <a:moveTo>
                    <a:pt x="4521708" y="353568"/>
                  </a:moveTo>
                  <a:lnTo>
                    <a:pt x="4488180" y="353568"/>
                  </a:lnTo>
                  <a:lnTo>
                    <a:pt x="4488180" y="64770"/>
                  </a:lnTo>
                  <a:lnTo>
                    <a:pt x="4486656" y="61722"/>
                  </a:lnTo>
                  <a:lnTo>
                    <a:pt x="4483608" y="60198"/>
                  </a:lnTo>
                  <a:lnTo>
                    <a:pt x="4479798" y="61722"/>
                  </a:lnTo>
                  <a:lnTo>
                    <a:pt x="4478274" y="64770"/>
                  </a:lnTo>
                  <a:lnTo>
                    <a:pt x="4478274" y="353568"/>
                  </a:lnTo>
                  <a:lnTo>
                    <a:pt x="4445508" y="353568"/>
                  </a:lnTo>
                  <a:lnTo>
                    <a:pt x="4478274" y="419100"/>
                  </a:lnTo>
                  <a:lnTo>
                    <a:pt x="4483608" y="429768"/>
                  </a:lnTo>
                  <a:lnTo>
                    <a:pt x="4488180" y="420624"/>
                  </a:lnTo>
                  <a:lnTo>
                    <a:pt x="4521708" y="353568"/>
                  </a:lnTo>
                  <a:close/>
                </a:path>
                <a:path w="7785734" h="429895">
                  <a:moveTo>
                    <a:pt x="4800600" y="353568"/>
                  </a:moveTo>
                  <a:lnTo>
                    <a:pt x="4767072" y="353568"/>
                  </a:lnTo>
                  <a:lnTo>
                    <a:pt x="4767072" y="64770"/>
                  </a:lnTo>
                  <a:lnTo>
                    <a:pt x="4766310" y="61722"/>
                  </a:lnTo>
                  <a:lnTo>
                    <a:pt x="4762500" y="60198"/>
                  </a:lnTo>
                  <a:lnTo>
                    <a:pt x="4759452" y="61722"/>
                  </a:lnTo>
                  <a:lnTo>
                    <a:pt x="4757928" y="64770"/>
                  </a:lnTo>
                  <a:lnTo>
                    <a:pt x="4757928" y="353568"/>
                  </a:lnTo>
                  <a:lnTo>
                    <a:pt x="4724400" y="353568"/>
                  </a:lnTo>
                  <a:lnTo>
                    <a:pt x="4757928" y="420624"/>
                  </a:lnTo>
                  <a:lnTo>
                    <a:pt x="4762500" y="429768"/>
                  </a:lnTo>
                  <a:lnTo>
                    <a:pt x="4767072" y="420624"/>
                  </a:lnTo>
                  <a:lnTo>
                    <a:pt x="4800600" y="353568"/>
                  </a:lnTo>
                  <a:close/>
                </a:path>
                <a:path w="7785734" h="429895">
                  <a:moveTo>
                    <a:pt x="5814822" y="50292"/>
                  </a:moveTo>
                  <a:lnTo>
                    <a:pt x="5738622" y="12192"/>
                  </a:lnTo>
                  <a:lnTo>
                    <a:pt x="5738622" y="45720"/>
                  </a:lnTo>
                  <a:lnTo>
                    <a:pt x="5437619" y="45720"/>
                  </a:lnTo>
                  <a:lnTo>
                    <a:pt x="5433809" y="47244"/>
                  </a:lnTo>
                  <a:lnTo>
                    <a:pt x="5432285" y="50292"/>
                  </a:lnTo>
                  <a:lnTo>
                    <a:pt x="5433809" y="54102"/>
                  </a:lnTo>
                  <a:lnTo>
                    <a:pt x="5437619" y="55626"/>
                  </a:lnTo>
                  <a:lnTo>
                    <a:pt x="5738622" y="55626"/>
                  </a:lnTo>
                  <a:lnTo>
                    <a:pt x="5738622" y="88392"/>
                  </a:lnTo>
                  <a:lnTo>
                    <a:pt x="5756148" y="79629"/>
                  </a:lnTo>
                  <a:lnTo>
                    <a:pt x="5814822" y="50292"/>
                  </a:lnTo>
                  <a:close/>
                </a:path>
                <a:path w="7785734" h="429895">
                  <a:moveTo>
                    <a:pt x="6032741" y="353568"/>
                  </a:moveTo>
                  <a:lnTo>
                    <a:pt x="5999213" y="353568"/>
                  </a:lnTo>
                  <a:lnTo>
                    <a:pt x="5999213" y="64770"/>
                  </a:lnTo>
                  <a:lnTo>
                    <a:pt x="5997689" y="61722"/>
                  </a:lnTo>
                  <a:lnTo>
                    <a:pt x="5994641" y="60198"/>
                  </a:lnTo>
                  <a:lnTo>
                    <a:pt x="5990831" y="61722"/>
                  </a:lnTo>
                  <a:lnTo>
                    <a:pt x="5990069" y="64770"/>
                  </a:lnTo>
                  <a:lnTo>
                    <a:pt x="5990069" y="353568"/>
                  </a:lnTo>
                  <a:lnTo>
                    <a:pt x="5956541" y="353568"/>
                  </a:lnTo>
                  <a:lnTo>
                    <a:pt x="5990069" y="420624"/>
                  </a:lnTo>
                  <a:lnTo>
                    <a:pt x="5994641" y="429768"/>
                  </a:lnTo>
                  <a:lnTo>
                    <a:pt x="5999213" y="420624"/>
                  </a:lnTo>
                  <a:lnTo>
                    <a:pt x="6032741" y="353568"/>
                  </a:lnTo>
                  <a:close/>
                </a:path>
                <a:path w="7785734" h="429895">
                  <a:moveTo>
                    <a:pt x="6312408" y="353568"/>
                  </a:moveTo>
                  <a:lnTo>
                    <a:pt x="6278880" y="353568"/>
                  </a:lnTo>
                  <a:lnTo>
                    <a:pt x="6278880" y="64770"/>
                  </a:lnTo>
                  <a:lnTo>
                    <a:pt x="6277356" y="61722"/>
                  </a:lnTo>
                  <a:lnTo>
                    <a:pt x="6274308" y="60198"/>
                  </a:lnTo>
                  <a:lnTo>
                    <a:pt x="6270498" y="61722"/>
                  </a:lnTo>
                  <a:lnTo>
                    <a:pt x="6268974" y="64770"/>
                  </a:lnTo>
                  <a:lnTo>
                    <a:pt x="6268974" y="353568"/>
                  </a:lnTo>
                  <a:lnTo>
                    <a:pt x="6236208" y="353568"/>
                  </a:lnTo>
                  <a:lnTo>
                    <a:pt x="6268974" y="419100"/>
                  </a:lnTo>
                  <a:lnTo>
                    <a:pt x="6274308" y="429768"/>
                  </a:lnTo>
                  <a:lnTo>
                    <a:pt x="6278880" y="420624"/>
                  </a:lnTo>
                  <a:lnTo>
                    <a:pt x="6312408" y="353568"/>
                  </a:lnTo>
                  <a:close/>
                </a:path>
                <a:path w="7785734" h="429895">
                  <a:moveTo>
                    <a:pt x="6629387" y="353568"/>
                  </a:moveTo>
                  <a:lnTo>
                    <a:pt x="6595859" y="353568"/>
                  </a:lnTo>
                  <a:lnTo>
                    <a:pt x="6595859" y="64770"/>
                  </a:lnTo>
                  <a:lnTo>
                    <a:pt x="6595097" y="61722"/>
                  </a:lnTo>
                  <a:lnTo>
                    <a:pt x="6591287" y="60198"/>
                  </a:lnTo>
                  <a:lnTo>
                    <a:pt x="6588239" y="61722"/>
                  </a:lnTo>
                  <a:lnTo>
                    <a:pt x="6586715" y="64770"/>
                  </a:lnTo>
                  <a:lnTo>
                    <a:pt x="6586715" y="353568"/>
                  </a:lnTo>
                  <a:lnTo>
                    <a:pt x="6553187" y="353568"/>
                  </a:lnTo>
                  <a:lnTo>
                    <a:pt x="6586715" y="420624"/>
                  </a:lnTo>
                  <a:lnTo>
                    <a:pt x="6591287" y="429768"/>
                  </a:lnTo>
                  <a:lnTo>
                    <a:pt x="6595859" y="420624"/>
                  </a:lnTo>
                  <a:lnTo>
                    <a:pt x="6629387" y="353568"/>
                  </a:lnTo>
                  <a:close/>
                </a:path>
                <a:path w="7785734" h="429895">
                  <a:moveTo>
                    <a:pt x="7326617" y="50292"/>
                  </a:moveTo>
                  <a:lnTo>
                    <a:pt x="7250417" y="12192"/>
                  </a:lnTo>
                  <a:lnTo>
                    <a:pt x="7250417" y="45720"/>
                  </a:lnTo>
                  <a:lnTo>
                    <a:pt x="6948665" y="45720"/>
                  </a:lnTo>
                  <a:lnTo>
                    <a:pt x="6945617" y="47244"/>
                  </a:lnTo>
                  <a:lnTo>
                    <a:pt x="6944093" y="50292"/>
                  </a:lnTo>
                  <a:lnTo>
                    <a:pt x="6945617" y="54102"/>
                  </a:lnTo>
                  <a:lnTo>
                    <a:pt x="6948665" y="55626"/>
                  </a:lnTo>
                  <a:lnTo>
                    <a:pt x="7250417" y="55626"/>
                  </a:lnTo>
                  <a:lnTo>
                    <a:pt x="7250417" y="88392"/>
                  </a:lnTo>
                  <a:lnTo>
                    <a:pt x="7267943" y="79629"/>
                  </a:lnTo>
                  <a:lnTo>
                    <a:pt x="7326617" y="50292"/>
                  </a:lnTo>
                  <a:close/>
                </a:path>
                <a:path w="7785734" h="429895">
                  <a:moveTo>
                    <a:pt x="7505687" y="341376"/>
                  </a:moveTo>
                  <a:lnTo>
                    <a:pt x="7472159" y="341376"/>
                  </a:lnTo>
                  <a:lnTo>
                    <a:pt x="7472159" y="51816"/>
                  </a:lnTo>
                  <a:lnTo>
                    <a:pt x="7471397" y="48768"/>
                  </a:lnTo>
                  <a:lnTo>
                    <a:pt x="7467587" y="47244"/>
                  </a:lnTo>
                  <a:lnTo>
                    <a:pt x="7464539" y="48768"/>
                  </a:lnTo>
                  <a:lnTo>
                    <a:pt x="7463015" y="51816"/>
                  </a:lnTo>
                  <a:lnTo>
                    <a:pt x="7463015" y="341376"/>
                  </a:lnTo>
                  <a:lnTo>
                    <a:pt x="7429487" y="341376"/>
                  </a:lnTo>
                  <a:lnTo>
                    <a:pt x="7463015" y="408432"/>
                  </a:lnTo>
                  <a:lnTo>
                    <a:pt x="7467587" y="417576"/>
                  </a:lnTo>
                  <a:lnTo>
                    <a:pt x="7472159" y="408432"/>
                  </a:lnTo>
                  <a:lnTo>
                    <a:pt x="7505687" y="341376"/>
                  </a:lnTo>
                  <a:close/>
                </a:path>
                <a:path w="7785734" h="429895">
                  <a:moveTo>
                    <a:pt x="7785341" y="341376"/>
                  </a:moveTo>
                  <a:lnTo>
                    <a:pt x="7751813" y="341376"/>
                  </a:lnTo>
                  <a:lnTo>
                    <a:pt x="7751813" y="51816"/>
                  </a:lnTo>
                  <a:lnTo>
                    <a:pt x="7750289" y="48768"/>
                  </a:lnTo>
                  <a:lnTo>
                    <a:pt x="7747241" y="47244"/>
                  </a:lnTo>
                  <a:lnTo>
                    <a:pt x="7743431" y="48768"/>
                  </a:lnTo>
                  <a:lnTo>
                    <a:pt x="7742669" y="51816"/>
                  </a:lnTo>
                  <a:lnTo>
                    <a:pt x="7742669" y="341376"/>
                  </a:lnTo>
                  <a:lnTo>
                    <a:pt x="7709141" y="341376"/>
                  </a:lnTo>
                  <a:lnTo>
                    <a:pt x="7742669" y="408432"/>
                  </a:lnTo>
                  <a:lnTo>
                    <a:pt x="7747241" y="417576"/>
                  </a:lnTo>
                  <a:lnTo>
                    <a:pt x="7751813" y="408432"/>
                  </a:lnTo>
                  <a:lnTo>
                    <a:pt x="7785341" y="341376"/>
                  </a:lnTo>
                  <a:close/>
                </a:path>
              </a:pathLst>
            </a:custGeom>
            <a:solidFill>
              <a:srgbClr val="FF0066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5B0D046D-2C8E-84A3-1425-EB29B9A6B950}"/>
              </a:ext>
            </a:extLst>
          </p:cNvPr>
          <p:cNvSpPr txBox="1"/>
          <p:nvPr/>
        </p:nvSpPr>
        <p:spPr>
          <a:xfrm>
            <a:off x="5076460" y="994889"/>
            <a:ext cx="9076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b="1" dirty="0">
                <a:latin typeface="SimHei" panose="02010609060101010101" pitchFamily="49" charset="-122"/>
                <a:ea typeface="SimHei" panose="02010609060101010101" pitchFamily="49" charset="-122"/>
              </a:rPr>
              <a:t>B+</a:t>
            </a:r>
            <a:r>
              <a:rPr kumimoji="1" lang="zh-CN" altLang="en-US" sz="2800" b="1" dirty="0">
                <a:latin typeface="SimHei" panose="02010609060101010101" pitchFamily="49" charset="-122"/>
                <a:ea typeface="SimHei" panose="02010609060101010101" pitchFamily="49" charset="-122"/>
              </a:rPr>
              <a:t>树</a:t>
            </a:r>
          </a:p>
        </p:txBody>
      </p:sp>
    </p:spTree>
    <p:extLst>
      <p:ext uri="{BB962C8B-B14F-4D97-AF65-F5344CB8AC3E}">
        <p14:creationId xmlns:p14="http://schemas.microsoft.com/office/powerpoint/2010/main" val="1725792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2287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17F-02B6-2502-0FF4-5CC50CA3D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06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6A45C-698E-ECE0-C518-27E4D326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4473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7BFB9-CBB8-9BBB-5505-EFA1688CF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472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75</Words>
  <Application>Microsoft Macintosh PowerPoint</Application>
  <PresentationFormat>宽屏</PresentationFormat>
  <Paragraphs>31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等线</vt:lpstr>
      <vt:lpstr>等线 Light</vt:lpstr>
      <vt:lpstr>SimHei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5</cp:revision>
  <dcterms:created xsi:type="dcterms:W3CDTF">2026-07-08T13:52:43Z</dcterms:created>
  <dcterms:modified xsi:type="dcterms:W3CDTF">2026-07-08T14:05:09Z</dcterms:modified>
</cp:coreProperties>
</file>