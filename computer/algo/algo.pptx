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7" r:id="rId2"/>
    <p:sldId id="264" r:id="rId3"/>
    <p:sldId id="359" r:id="rId4"/>
    <p:sldId id="320" r:id="rId5"/>
    <p:sldId id="322" r:id="rId6"/>
    <p:sldId id="364" r:id="rId7"/>
    <p:sldId id="324" r:id="rId8"/>
    <p:sldId id="325" r:id="rId9"/>
    <p:sldId id="365" r:id="rId10"/>
    <p:sldId id="326" r:id="rId11"/>
    <p:sldId id="327" r:id="rId12"/>
    <p:sldId id="366" r:id="rId13"/>
    <p:sldId id="328" r:id="rId14"/>
    <p:sldId id="329" r:id="rId15"/>
    <p:sldId id="360" r:id="rId16"/>
    <p:sldId id="361" r:id="rId17"/>
    <p:sldId id="36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73"/>
    <p:restoredTop sz="94658"/>
  </p:normalViewPr>
  <p:slideViewPr>
    <p:cSldViewPr snapToGrid="0">
      <p:cViewPr varScale="1">
        <p:scale>
          <a:sx n="102" d="100"/>
          <a:sy n="102" d="100"/>
        </p:scale>
        <p:origin x="19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55F9A6-05F9-974D-914C-8F598A38DBDD}" type="doc">
      <dgm:prSet loTypeId="urn:microsoft.com/office/officeart/2005/8/layout/orgChart1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BD9220EA-BE56-B14A-9E92-FD251F36295C}">
      <dgm:prSet phldrT="[文本]"/>
      <dgm:spPr/>
      <dgm:t>
        <a:bodyPr/>
        <a:lstStyle/>
        <a:p>
          <a:r>
            <a:rPr lang="en-US" altLang="zh-CN"/>
            <a:t>60</a:t>
          </a:r>
          <a:endParaRPr lang="zh-CN" altLang="en-US" dirty="0"/>
        </a:p>
      </dgm:t>
    </dgm:pt>
    <dgm:pt modelId="{CD78C6DE-5120-B447-83A0-3A3273297900}" type="parTrans" cxnId="{1D120330-960D-644B-B25E-C934DDC5BE3D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37252FD1-BCC4-CF4F-B174-298DF5630674}" type="sibTrans" cxnId="{1D120330-960D-644B-B25E-C934DDC5BE3D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4082D24E-39D1-BE4C-931B-C1108C9CD5BA}">
      <dgm:prSet phldrT="[文本]"/>
      <dgm:spPr/>
      <dgm:t>
        <a:bodyPr/>
        <a:lstStyle/>
        <a:p>
          <a:r>
            <a:rPr lang="en-US" altLang="zh-CN"/>
            <a:t>20</a:t>
          </a:r>
          <a:r>
            <a:rPr lang="zh-CN" altLang="en-US"/>
            <a:t>｜</a:t>
          </a:r>
          <a:r>
            <a:rPr lang="en-US" altLang="zh-CN"/>
            <a:t>40</a:t>
          </a:r>
          <a:endParaRPr lang="zh-CN" altLang="en-US" dirty="0"/>
        </a:p>
      </dgm:t>
    </dgm:pt>
    <dgm:pt modelId="{6C2E8B59-B03E-C549-8A5C-CE626366CAED}" type="parTrans" cxnId="{BDF3D3BB-9063-554F-959A-D0AB398799CB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75F8F866-6CA7-3243-9069-45F48652E1AE}" type="sibTrans" cxnId="{BDF3D3BB-9063-554F-959A-D0AB398799CB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522AEA42-EB5C-114F-B019-A80DFAB1C285}">
      <dgm:prSet phldrT="[文本]"/>
      <dgm:spPr/>
      <dgm:t>
        <a:bodyPr/>
        <a:lstStyle/>
        <a:p>
          <a:r>
            <a:rPr lang="en-US" altLang="zh-CN"/>
            <a:t>70</a:t>
          </a:r>
          <a:endParaRPr lang="zh-CN" altLang="en-US" dirty="0"/>
        </a:p>
      </dgm:t>
    </dgm:pt>
    <dgm:pt modelId="{26510C72-9586-5545-9A6A-4F6500505ACC}" type="parTrans" cxnId="{16F2756F-2484-274A-88B0-F9AA63E0374E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C84A3ADD-EE1F-D042-B161-E17D954EC1C2}" type="sibTrans" cxnId="{16F2756F-2484-274A-88B0-F9AA63E0374E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0C3EA1C7-5CAC-9C43-B635-C8441946BAFE}" type="pres">
      <dgm:prSet presAssocID="{B455F9A6-05F9-974D-914C-8F598A38DBD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6D8171B-51D5-A447-BBD0-0EE71BDDAEA0}" type="pres">
      <dgm:prSet presAssocID="{BD9220EA-BE56-B14A-9E92-FD251F36295C}" presName="hierRoot1" presStyleCnt="0">
        <dgm:presLayoutVars>
          <dgm:hierBranch val="init"/>
        </dgm:presLayoutVars>
      </dgm:prSet>
      <dgm:spPr/>
    </dgm:pt>
    <dgm:pt modelId="{B5CCA79E-D418-494C-A6DA-1BEFE1DFD738}" type="pres">
      <dgm:prSet presAssocID="{BD9220EA-BE56-B14A-9E92-FD251F36295C}" presName="rootComposite1" presStyleCnt="0"/>
      <dgm:spPr/>
    </dgm:pt>
    <dgm:pt modelId="{05970340-9230-C647-82C1-F3AB663935E3}" type="pres">
      <dgm:prSet presAssocID="{BD9220EA-BE56-B14A-9E92-FD251F36295C}" presName="rootText1" presStyleLbl="node0" presStyleIdx="0" presStyleCnt="1">
        <dgm:presLayoutVars>
          <dgm:chPref val="3"/>
        </dgm:presLayoutVars>
      </dgm:prSet>
      <dgm:spPr/>
    </dgm:pt>
    <dgm:pt modelId="{70FB5399-8980-344D-B861-15B7275F3C04}" type="pres">
      <dgm:prSet presAssocID="{BD9220EA-BE56-B14A-9E92-FD251F36295C}" presName="rootConnector1" presStyleLbl="node1" presStyleIdx="0" presStyleCnt="0"/>
      <dgm:spPr/>
    </dgm:pt>
    <dgm:pt modelId="{F249FB2E-4205-EF4E-810A-F3AC73B716E1}" type="pres">
      <dgm:prSet presAssocID="{BD9220EA-BE56-B14A-9E92-FD251F36295C}" presName="hierChild2" presStyleCnt="0"/>
      <dgm:spPr/>
    </dgm:pt>
    <dgm:pt modelId="{592DC586-FEAB-BB46-8DDB-566958B319E4}" type="pres">
      <dgm:prSet presAssocID="{6C2E8B59-B03E-C549-8A5C-CE626366CAED}" presName="Name37" presStyleLbl="parChTrans1D2" presStyleIdx="0" presStyleCnt="2"/>
      <dgm:spPr/>
    </dgm:pt>
    <dgm:pt modelId="{E05D6C34-9A97-0F47-863C-31F6B2C0C676}" type="pres">
      <dgm:prSet presAssocID="{4082D24E-39D1-BE4C-931B-C1108C9CD5BA}" presName="hierRoot2" presStyleCnt="0">
        <dgm:presLayoutVars>
          <dgm:hierBranch val="init"/>
        </dgm:presLayoutVars>
      </dgm:prSet>
      <dgm:spPr/>
    </dgm:pt>
    <dgm:pt modelId="{36E114F5-2159-7B47-85CF-94FA3B857390}" type="pres">
      <dgm:prSet presAssocID="{4082D24E-39D1-BE4C-931B-C1108C9CD5BA}" presName="rootComposite" presStyleCnt="0"/>
      <dgm:spPr/>
    </dgm:pt>
    <dgm:pt modelId="{180E88A6-ECDF-1542-A9CB-23582CD629A2}" type="pres">
      <dgm:prSet presAssocID="{4082D24E-39D1-BE4C-931B-C1108C9CD5BA}" presName="rootText" presStyleLbl="node2" presStyleIdx="0" presStyleCnt="2">
        <dgm:presLayoutVars>
          <dgm:chPref val="3"/>
        </dgm:presLayoutVars>
      </dgm:prSet>
      <dgm:spPr/>
    </dgm:pt>
    <dgm:pt modelId="{C11831CD-4F7B-AC4D-BF41-12326DE63039}" type="pres">
      <dgm:prSet presAssocID="{4082D24E-39D1-BE4C-931B-C1108C9CD5BA}" presName="rootConnector" presStyleLbl="node2" presStyleIdx="0" presStyleCnt="2"/>
      <dgm:spPr/>
    </dgm:pt>
    <dgm:pt modelId="{B0F307A4-4EA9-774B-9A10-0EC09BF9CAED}" type="pres">
      <dgm:prSet presAssocID="{4082D24E-39D1-BE4C-931B-C1108C9CD5BA}" presName="hierChild4" presStyleCnt="0"/>
      <dgm:spPr/>
    </dgm:pt>
    <dgm:pt modelId="{C1F1A194-7211-C34E-A14E-A15096DC5269}" type="pres">
      <dgm:prSet presAssocID="{4082D24E-39D1-BE4C-931B-C1108C9CD5BA}" presName="hierChild5" presStyleCnt="0"/>
      <dgm:spPr/>
    </dgm:pt>
    <dgm:pt modelId="{C89A2474-C1AD-074F-A227-BBA314A8A61F}" type="pres">
      <dgm:prSet presAssocID="{26510C72-9586-5545-9A6A-4F6500505ACC}" presName="Name37" presStyleLbl="parChTrans1D2" presStyleIdx="1" presStyleCnt="2"/>
      <dgm:spPr/>
    </dgm:pt>
    <dgm:pt modelId="{23C09DF2-1515-E948-BC60-52EB4F68970F}" type="pres">
      <dgm:prSet presAssocID="{522AEA42-EB5C-114F-B019-A80DFAB1C285}" presName="hierRoot2" presStyleCnt="0">
        <dgm:presLayoutVars>
          <dgm:hierBranch val="init"/>
        </dgm:presLayoutVars>
      </dgm:prSet>
      <dgm:spPr/>
    </dgm:pt>
    <dgm:pt modelId="{7E5C98B7-04F4-4A40-809D-757CB388C454}" type="pres">
      <dgm:prSet presAssocID="{522AEA42-EB5C-114F-B019-A80DFAB1C285}" presName="rootComposite" presStyleCnt="0"/>
      <dgm:spPr/>
    </dgm:pt>
    <dgm:pt modelId="{E20A0B94-3AB8-9543-9D2B-4E918C3C5D94}" type="pres">
      <dgm:prSet presAssocID="{522AEA42-EB5C-114F-B019-A80DFAB1C285}" presName="rootText" presStyleLbl="node2" presStyleIdx="1" presStyleCnt="2">
        <dgm:presLayoutVars>
          <dgm:chPref val="3"/>
        </dgm:presLayoutVars>
      </dgm:prSet>
      <dgm:spPr/>
    </dgm:pt>
    <dgm:pt modelId="{053BB042-8A13-8744-856D-57E63162701B}" type="pres">
      <dgm:prSet presAssocID="{522AEA42-EB5C-114F-B019-A80DFAB1C285}" presName="rootConnector" presStyleLbl="node2" presStyleIdx="1" presStyleCnt="2"/>
      <dgm:spPr/>
    </dgm:pt>
    <dgm:pt modelId="{BF90D8BC-3A23-6D4D-95AD-2F76CD7A6FAE}" type="pres">
      <dgm:prSet presAssocID="{522AEA42-EB5C-114F-B019-A80DFAB1C285}" presName="hierChild4" presStyleCnt="0"/>
      <dgm:spPr/>
    </dgm:pt>
    <dgm:pt modelId="{DBDA1348-1F43-9F40-B7FB-0ADA7F93ED0E}" type="pres">
      <dgm:prSet presAssocID="{522AEA42-EB5C-114F-B019-A80DFAB1C285}" presName="hierChild5" presStyleCnt="0"/>
      <dgm:spPr/>
    </dgm:pt>
    <dgm:pt modelId="{3843A894-837D-D84D-BED0-9BA57A5C8E58}" type="pres">
      <dgm:prSet presAssocID="{BD9220EA-BE56-B14A-9E92-FD251F36295C}" presName="hierChild3" presStyleCnt="0"/>
      <dgm:spPr/>
    </dgm:pt>
  </dgm:ptLst>
  <dgm:cxnLst>
    <dgm:cxn modelId="{1D120330-960D-644B-B25E-C934DDC5BE3D}" srcId="{B455F9A6-05F9-974D-914C-8F598A38DBDD}" destId="{BD9220EA-BE56-B14A-9E92-FD251F36295C}" srcOrd="0" destOrd="0" parTransId="{CD78C6DE-5120-B447-83A0-3A3273297900}" sibTransId="{37252FD1-BCC4-CF4F-B174-298DF5630674}"/>
    <dgm:cxn modelId="{82A3FE62-26F0-8948-8765-07A20F365E8E}" type="presOf" srcId="{4082D24E-39D1-BE4C-931B-C1108C9CD5BA}" destId="{180E88A6-ECDF-1542-A9CB-23582CD629A2}" srcOrd="0" destOrd="0" presId="urn:microsoft.com/office/officeart/2005/8/layout/orgChart1"/>
    <dgm:cxn modelId="{16F2756F-2484-274A-88B0-F9AA63E0374E}" srcId="{BD9220EA-BE56-B14A-9E92-FD251F36295C}" destId="{522AEA42-EB5C-114F-B019-A80DFAB1C285}" srcOrd="1" destOrd="0" parTransId="{26510C72-9586-5545-9A6A-4F6500505ACC}" sibTransId="{C84A3ADD-EE1F-D042-B161-E17D954EC1C2}"/>
    <dgm:cxn modelId="{7AB18F76-5DD3-7146-8568-0FFF03E8106A}" type="presOf" srcId="{BD9220EA-BE56-B14A-9E92-FD251F36295C}" destId="{70FB5399-8980-344D-B861-15B7275F3C04}" srcOrd="1" destOrd="0" presId="urn:microsoft.com/office/officeart/2005/8/layout/orgChart1"/>
    <dgm:cxn modelId="{26D60277-EA02-364D-BDAE-727D536D6E3A}" type="presOf" srcId="{522AEA42-EB5C-114F-B019-A80DFAB1C285}" destId="{E20A0B94-3AB8-9543-9D2B-4E918C3C5D94}" srcOrd="0" destOrd="0" presId="urn:microsoft.com/office/officeart/2005/8/layout/orgChart1"/>
    <dgm:cxn modelId="{F8694B77-6D76-5447-B818-C4A741E14A7B}" type="presOf" srcId="{B455F9A6-05F9-974D-914C-8F598A38DBDD}" destId="{0C3EA1C7-5CAC-9C43-B635-C8441946BAFE}" srcOrd="0" destOrd="0" presId="urn:microsoft.com/office/officeart/2005/8/layout/orgChart1"/>
    <dgm:cxn modelId="{994A6F81-0254-C448-84B8-740B25F2C70F}" type="presOf" srcId="{4082D24E-39D1-BE4C-931B-C1108C9CD5BA}" destId="{C11831CD-4F7B-AC4D-BF41-12326DE63039}" srcOrd="1" destOrd="0" presId="urn:microsoft.com/office/officeart/2005/8/layout/orgChart1"/>
    <dgm:cxn modelId="{FC92FDB2-3D9E-A745-B6C3-DDBF9B700930}" type="presOf" srcId="{6C2E8B59-B03E-C549-8A5C-CE626366CAED}" destId="{592DC586-FEAB-BB46-8DDB-566958B319E4}" srcOrd="0" destOrd="0" presId="urn:microsoft.com/office/officeart/2005/8/layout/orgChart1"/>
    <dgm:cxn modelId="{89D862B6-3F02-8E48-930E-AC3C6C09DAEE}" type="presOf" srcId="{BD9220EA-BE56-B14A-9E92-FD251F36295C}" destId="{05970340-9230-C647-82C1-F3AB663935E3}" srcOrd="0" destOrd="0" presId="urn:microsoft.com/office/officeart/2005/8/layout/orgChart1"/>
    <dgm:cxn modelId="{BDF3D3BB-9063-554F-959A-D0AB398799CB}" srcId="{BD9220EA-BE56-B14A-9E92-FD251F36295C}" destId="{4082D24E-39D1-BE4C-931B-C1108C9CD5BA}" srcOrd="0" destOrd="0" parTransId="{6C2E8B59-B03E-C549-8A5C-CE626366CAED}" sibTransId="{75F8F866-6CA7-3243-9069-45F48652E1AE}"/>
    <dgm:cxn modelId="{38A53FD5-CF47-AA47-BA17-7AA0E9F309C4}" type="presOf" srcId="{522AEA42-EB5C-114F-B019-A80DFAB1C285}" destId="{053BB042-8A13-8744-856D-57E63162701B}" srcOrd="1" destOrd="0" presId="urn:microsoft.com/office/officeart/2005/8/layout/orgChart1"/>
    <dgm:cxn modelId="{9846CFE0-160F-AB4E-B0B5-CEA70B9CF433}" type="presOf" srcId="{26510C72-9586-5545-9A6A-4F6500505ACC}" destId="{C89A2474-C1AD-074F-A227-BBA314A8A61F}" srcOrd="0" destOrd="0" presId="urn:microsoft.com/office/officeart/2005/8/layout/orgChart1"/>
    <dgm:cxn modelId="{CFEE6CA9-4840-EB4D-AF93-A358FC7AF377}" type="presParOf" srcId="{0C3EA1C7-5CAC-9C43-B635-C8441946BAFE}" destId="{26D8171B-51D5-A447-BBD0-0EE71BDDAEA0}" srcOrd="0" destOrd="0" presId="urn:microsoft.com/office/officeart/2005/8/layout/orgChart1"/>
    <dgm:cxn modelId="{4BD89487-4C8E-F847-9DF0-C5C122BA2FB1}" type="presParOf" srcId="{26D8171B-51D5-A447-BBD0-0EE71BDDAEA0}" destId="{B5CCA79E-D418-494C-A6DA-1BEFE1DFD738}" srcOrd="0" destOrd="0" presId="urn:microsoft.com/office/officeart/2005/8/layout/orgChart1"/>
    <dgm:cxn modelId="{53675503-415D-6048-9D37-E73F917A97D7}" type="presParOf" srcId="{B5CCA79E-D418-494C-A6DA-1BEFE1DFD738}" destId="{05970340-9230-C647-82C1-F3AB663935E3}" srcOrd="0" destOrd="0" presId="urn:microsoft.com/office/officeart/2005/8/layout/orgChart1"/>
    <dgm:cxn modelId="{A4245519-11CE-914D-9C94-65FFF3271754}" type="presParOf" srcId="{B5CCA79E-D418-494C-A6DA-1BEFE1DFD738}" destId="{70FB5399-8980-344D-B861-15B7275F3C04}" srcOrd="1" destOrd="0" presId="urn:microsoft.com/office/officeart/2005/8/layout/orgChart1"/>
    <dgm:cxn modelId="{1BA25B13-BD02-7345-AE8E-96C416B7593B}" type="presParOf" srcId="{26D8171B-51D5-A447-BBD0-0EE71BDDAEA0}" destId="{F249FB2E-4205-EF4E-810A-F3AC73B716E1}" srcOrd="1" destOrd="0" presId="urn:microsoft.com/office/officeart/2005/8/layout/orgChart1"/>
    <dgm:cxn modelId="{0C99C398-30AC-5C43-BE54-7B4929088635}" type="presParOf" srcId="{F249FB2E-4205-EF4E-810A-F3AC73B716E1}" destId="{592DC586-FEAB-BB46-8DDB-566958B319E4}" srcOrd="0" destOrd="0" presId="urn:microsoft.com/office/officeart/2005/8/layout/orgChart1"/>
    <dgm:cxn modelId="{625638D0-2AD1-5B46-90BB-C8427B6C52E8}" type="presParOf" srcId="{F249FB2E-4205-EF4E-810A-F3AC73B716E1}" destId="{E05D6C34-9A97-0F47-863C-31F6B2C0C676}" srcOrd="1" destOrd="0" presId="urn:microsoft.com/office/officeart/2005/8/layout/orgChart1"/>
    <dgm:cxn modelId="{A9749D68-551C-3149-9605-D3F410317221}" type="presParOf" srcId="{E05D6C34-9A97-0F47-863C-31F6B2C0C676}" destId="{36E114F5-2159-7B47-85CF-94FA3B857390}" srcOrd="0" destOrd="0" presId="urn:microsoft.com/office/officeart/2005/8/layout/orgChart1"/>
    <dgm:cxn modelId="{94540B09-B117-3246-9C7F-EDFA0A59AE7B}" type="presParOf" srcId="{36E114F5-2159-7B47-85CF-94FA3B857390}" destId="{180E88A6-ECDF-1542-A9CB-23582CD629A2}" srcOrd="0" destOrd="0" presId="urn:microsoft.com/office/officeart/2005/8/layout/orgChart1"/>
    <dgm:cxn modelId="{BE1BE685-3778-9847-A28B-356A631E61C2}" type="presParOf" srcId="{36E114F5-2159-7B47-85CF-94FA3B857390}" destId="{C11831CD-4F7B-AC4D-BF41-12326DE63039}" srcOrd="1" destOrd="0" presId="urn:microsoft.com/office/officeart/2005/8/layout/orgChart1"/>
    <dgm:cxn modelId="{B002AB92-F308-DD4F-9A37-6082A0BEB2E1}" type="presParOf" srcId="{E05D6C34-9A97-0F47-863C-31F6B2C0C676}" destId="{B0F307A4-4EA9-774B-9A10-0EC09BF9CAED}" srcOrd="1" destOrd="0" presId="urn:microsoft.com/office/officeart/2005/8/layout/orgChart1"/>
    <dgm:cxn modelId="{22C165B8-3239-9B44-8193-F45F275AA4AD}" type="presParOf" srcId="{E05D6C34-9A97-0F47-863C-31F6B2C0C676}" destId="{C1F1A194-7211-C34E-A14E-A15096DC5269}" srcOrd="2" destOrd="0" presId="urn:microsoft.com/office/officeart/2005/8/layout/orgChart1"/>
    <dgm:cxn modelId="{01B89180-FED0-BF41-A622-0DB3F38200CB}" type="presParOf" srcId="{F249FB2E-4205-EF4E-810A-F3AC73B716E1}" destId="{C89A2474-C1AD-074F-A227-BBA314A8A61F}" srcOrd="2" destOrd="0" presId="urn:microsoft.com/office/officeart/2005/8/layout/orgChart1"/>
    <dgm:cxn modelId="{5FB9DF49-22E5-8B48-B5EE-044983D5FB3E}" type="presParOf" srcId="{F249FB2E-4205-EF4E-810A-F3AC73B716E1}" destId="{23C09DF2-1515-E948-BC60-52EB4F68970F}" srcOrd="3" destOrd="0" presId="urn:microsoft.com/office/officeart/2005/8/layout/orgChart1"/>
    <dgm:cxn modelId="{FDF4F75F-C832-614F-8A20-A5A1A9779C0D}" type="presParOf" srcId="{23C09DF2-1515-E948-BC60-52EB4F68970F}" destId="{7E5C98B7-04F4-4A40-809D-757CB388C454}" srcOrd="0" destOrd="0" presId="urn:microsoft.com/office/officeart/2005/8/layout/orgChart1"/>
    <dgm:cxn modelId="{ED0403C0-304C-704D-BEBC-9BDE1280289C}" type="presParOf" srcId="{7E5C98B7-04F4-4A40-809D-757CB388C454}" destId="{E20A0B94-3AB8-9543-9D2B-4E918C3C5D94}" srcOrd="0" destOrd="0" presId="urn:microsoft.com/office/officeart/2005/8/layout/orgChart1"/>
    <dgm:cxn modelId="{F995E780-713C-5E41-B0F6-7B6259143F4D}" type="presParOf" srcId="{7E5C98B7-04F4-4A40-809D-757CB388C454}" destId="{053BB042-8A13-8744-856D-57E63162701B}" srcOrd="1" destOrd="0" presId="urn:microsoft.com/office/officeart/2005/8/layout/orgChart1"/>
    <dgm:cxn modelId="{AFE3E70D-33CD-9D48-A9AE-3F1237A309B3}" type="presParOf" srcId="{23C09DF2-1515-E948-BC60-52EB4F68970F}" destId="{BF90D8BC-3A23-6D4D-95AD-2F76CD7A6FAE}" srcOrd="1" destOrd="0" presId="urn:microsoft.com/office/officeart/2005/8/layout/orgChart1"/>
    <dgm:cxn modelId="{21833EDC-9B2E-B24C-8E34-9D80D871FCA2}" type="presParOf" srcId="{23C09DF2-1515-E948-BC60-52EB4F68970F}" destId="{DBDA1348-1F43-9F40-B7FB-0ADA7F93ED0E}" srcOrd="2" destOrd="0" presId="urn:microsoft.com/office/officeart/2005/8/layout/orgChart1"/>
    <dgm:cxn modelId="{A55D0A70-79AD-0941-A256-29999CA32DB8}" type="presParOf" srcId="{26D8171B-51D5-A447-BBD0-0EE71BDDAEA0}" destId="{3843A894-837D-D84D-BED0-9BA57A5C8E58}" srcOrd="2" destOrd="0" presId="urn:microsoft.com/office/officeart/2005/8/layout/orgChart1"/>
  </dgm:cxnLst>
  <dgm:bg>
    <a:solidFill>
      <a:schemeClr val="bg1"/>
    </a:solidFill>
  </dgm:bg>
  <dgm:whole>
    <a:ln>
      <a:solidFill>
        <a:schemeClr val="bg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A2474-C1AD-074F-A227-BBA314A8A61F}">
      <dsp:nvSpPr>
        <dsp:cNvPr id="0" name=""/>
        <dsp:cNvSpPr/>
      </dsp:nvSpPr>
      <dsp:spPr>
        <a:xfrm>
          <a:off x="1660293" y="776581"/>
          <a:ext cx="908590" cy="3153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689"/>
              </a:lnTo>
              <a:lnTo>
                <a:pt x="908590" y="157689"/>
              </a:lnTo>
              <a:lnTo>
                <a:pt x="908590" y="315378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2DC586-FEAB-BB46-8DDB-566958B319E4}">
      <dsp:nvSpPr>
        <dsp:cNvPr id="0" name=""/>
        <dsp:cNvSpPr/>
      </dsp:nvSpPr>
      <dsp:spPr>
        <a:xfrm>
          <a:off x="751702" y="776581"/>
          <a:ext cx="908590" cy="315378"/>
        </a:xfrm>
        <a:custGeom>
          <a:avLst/>
          <a:gdLst/>
          <a:ahLst/>
          <a:cxnLst/>
          <a:rect l="0" t="0" r="0" b="0"/>
          <a:pathLst>
            <a:path>
              <a:moveTo>
                <a:pt x="908590" y="0"/>
              </a:moveTo>
              <a:lnTo>
                <a:pt x="908590" y="157689"/>
              </a:lnTo>
              <a:lnTo>
                <a:pt x="0" y="157689"/>
              </a:lnTo>
              <a:lnTo>
                <a:pt x="0" y="315378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70340-9230-C647-82C1-F3AB663935E3}">
      <dsp:nvSpPr>
        <dsp:cNvPr id="0" name=""/>
        <dsp:cNvSpPr/>
      </dsp:nvSpPr>
      <dsp:spPr>
        <a:xfrm>
          <a:off x="909391" y="25679"/>
          <a:ext cx="1501803" cy="7509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/>
            <a:t>60</a:t>
          </a:r>
          <a:endParaRPr lang="zh-CN" altLang="en-US" sz="3600" kern="1200" dirty="0"/>
        </a:p>
      </dsp:txBody>
      <dsp:txXfrm>
        <a:off x="909391" y="25679"/>
        <a:ext cx="1501803" cy="750901"/>
      </dsp:txXfrm>
    </dsp:sp>
    <dsp:sp modelId="{180E88A6-ECDF-1542-A9CB-23582CD629A2}">
      <dsp:nvSpPr>
        <dsp:cNvPr id="0" name=""/>
        <dsp:cNvSpPr/>
      </dsp:nvSpPr>
      <dsp:spPr>
        <a:xfrm>
          <a:off x="800" y="1091959"/>
          <a:ext cx="1501803" cy="7509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/>
            <a:t>20</a:t>
          </a:r>
          <a:r>
            <a:rPr lang="zh-CN" altLang="en-US" sz="3600" kern="1200"/>
            <a:t>｜</a:t>
          </a:r>
          <a:r>
            <a:rPr lang="en-US" altLang="zh-CN" sz="3600" kern="1200"/>
            <a:t>40</a:t>
          </a:r>
          <a:endParaRPr lang="zh-CN" altLang="en-US" sz="3600" kern="1200" dirty="0"/>
        </a:p>
      </dsp:txBody>
      <dsp:txXfrm>
        <a:off x="800" y="1091959"/>
        <a:ext cx="1501803" cy="750901"/>
      </dsp:txXfrm>
    </dsp:sp>
    <dsp:sp modelId="{E20A0B94-3AB8-9543-9D2B-4E918C3C5D94}">
      <dsp:nvSpPr>
        <dsp:cNvPr id="0" name=""/>
        <dsp:cNvSpPr/>
      </dsp:nvSpPr>
      <dsp:spPr>
        <a:xfrm>
          <a:off x="1817982" y="1091959"/>
          <a:ext cx="1501803" cy="7509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/>
            <a:t>70</a:t>
          </a:r>
          <a:endParaRPr lang="zh-CN" altLang="en-US" sz="3600" kern="1200" dirty="0"/>
        </a:p>
      </dsp:txBody>
      <dsp:txXfrm>
        <a:off x="1817982" y="1091959"/>
        <a:ext cx="1501803" cy="7509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5B0A3-8351-ABE3-EBBC-8ABFF81CF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EDED18-F5FA-01D9-0C32-765C1B4F7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56B04E-8E9A-5818-D667-BD1D1695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5761-7121-204C-9219-663A9139AC13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BF5D48-1397-0C8B-02FC-E7131C874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D34A3A-7153-8B16-85B3-13E2D6D74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8F53-FF7D-B84B-AE72-7E863E13D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872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4BF74-D108-BC49-5128-279EF377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368F18-C581-AE91-AF06-7F737DDD9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EC338A-0ECF-8422-6B94-9EE2B3D94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5761-7121-204C-9219-663A9139AC13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4FC24C-187A-9852-6855-EDE0048D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F13CF-C2E3-A4BC-36B5-E1E47632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8F53-FF7D-B84B-AE72-7E863E13D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686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779E3-230B-3723-BAA4-99ECCD1F1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B6E442-6CD9-5E9A-179D-7994BA75C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261691-663E-52EA-E0B4-B1D5F73BC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5761-7121-204C-9219-663A9139AC13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F70752-29E6-289C-6FD8-2E46C7B9F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143DD-5523-46CF-5875-606FFC70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8F53-FF7D-B84B-AE72-7E863E13D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4089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8F754-0BB5-6020-EA06-E63B509C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1E6464-14B6-B531-7BAD-896145B52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A89A21-B9B7-4BC5-B079-D86A7CFAF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19C9F2-4933-E569-7C54-040B682E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5761-7121-204C-9219-663A9139AC13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1CAC0D-4E15-08FA-11B8-89CE33602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2364C0-67BC-1847-5FF4-9F9E6967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8F53-FF7D-B84B-AE72-7E863E13D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447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D4F53-DB46-DC97-B2D0-03590A295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06BFA-7FBA-EFFE-BE97-B68DEAAEF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4ACA62-9171-2828-C792-A7053B3E4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6C6676-54A5-25F2-E113-A115C332B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231229-FC89-86D8-EFFF-2FCE95F12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4B2F407-AC1C-CEB1-1FCC-D4FE4C32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5761-7121-204C-9219-663A9139AC13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23F169-146D-BF35-9C8B-A5792906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23EDFF-07C7-D566-06BE-3B36EF94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8F53-FF7D-B84B-AE72-7E863E13D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63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B97E6-0858-1470-4EDC-A3DE2F77A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164B36-6FB7-2362-5EF6-FE2AA20FA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5761-7121-204C-9219-663A9139AC13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1DE46A-45AF-1746-D888-F3E1373C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D42D53-B8FE-A548-6C0B-33DE69C2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8F53-FF7D-B84B-AE72-7E863E13D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913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0B4A13-4267-E33C-F32C-5B4EC991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5761-7121-204C-9219-663A9139AC13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1FC51B-BD0D-7551-09E6-08543647A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039CD8-D9B7-44C3-8CDE-C6A57FA3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8F53-FF7D-B84B-AE72-7E863E13D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9911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194A1-5E5A-A5D3-3057-5EC60CF75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F8ED1B-07AD-03F0-E818-0F8FF0BF6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ABA2A1-E25C-F81D-DE1F-25DE5F1D0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F8273F-EF73-D12B-D388-C03BD4B7E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5761-7121-204C-9219-663A9139AC13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DC4222-57C8-3742-F3D0-8706058BE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9757C2-E158-F0BD-D2BF-77F70D48F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8F53-FF7D-B84B-AE72-7E863E13D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16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256FAC-0DE3-C96E-B332-91FA515CF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5B9854-9C92-2BA5-B29F-409E448560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9DE573-D8C3-F799-D396-6E63389BD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050163-C0BF-98AC-C44D-C848375B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5761-7121-204C-9219-663A9139AC13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31D043-37C6-6C34-F71C-6E6F91740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6985B3-75B0-5A19-233E-BBA15078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8F53-FF7D-B84B-AE72-7E863E13D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2801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A5581-5761-C339-22B6-6362F991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89CEE2-3496-9520-9310-D22190ACA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7F6AAD-D85E-868E-B1EC-F248BDEB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5761-7121-204C-9219-663A9139AC13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1DF7C4-8977-6942-B3D8-C774E07F1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E98536-7EE8-753F-2A1D-5CF870AB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8F53-FF7D-B84B-AE72-7E863E13D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264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82CD3E-24BE-DB8E-050E-4CC074391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C53763-4B3E-3371-1FE5-65D4508A0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9C5871-1D00-C17D-ADCE-0D6495BF2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F5761-7121-204C-9219-663A9139AC13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8A7255-A735-98A4-463E-2C9166FAB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38F87-CBAF-2648-3483-F0CC2613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8F53-FF7D-B84B-AE72-7E863E13D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507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37775C-6EC3-EFEF-CAD3-6D4D7E52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6F4CCA-1EF5-571F-67D4-981A3D30F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863BE8-089D-B4E3-E1E7-713A39066B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F5761-7121-204C-9219-663A9139AC13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2D6D2E-450C-921A-1659-F2700F7D3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3696E2-C066-A8AF-6163-BFBB8C19F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08F53-FF7D-B84B-AE72-7E863E13D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971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>
            <a:extLst>
              <a:ext uri="{FF2B5EF4-FFF2-40B4-BE49-F238E27FC236}">
                <a16:creationId xmlns:a16="http://schemas.microsoft.com/office/drawing/2014/main" id="{3A469346-BFB6-62D0-68BE-43FB35F812D9}"/>
              </a:ext>
            </a:extLst>
          </p:cNvPr>
          <p:cNvGrpSpPr/>
          <p:nvPr/>
        </p:nvGrpSpPr>
        <p:grpSpPr>
          <a:xfrm>
            <a:off x="1139869" y="711537"/>
            <a:ext cx="3900159" cy="5441875"/>
            <a:chOff x="1139869" y="711537"/>
            <a:chExt cx="3900159" cy="544187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21B461F-A451-42F2-5348-34FE4E14DBDB}"/>
                </a:ext>
              </a:extLst>
            </p:cNvPr>
            <p:cNvSpPr txBox="1"/>
            <p:nvPr/>
          </p:nvSpPr>
          <p:spPr>
            <a:xfrm>
              <a:off x="2594817" y="711537"/>
              <a:ext cx="7120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b="1" dirty="0"/>
                <a:t>Trie</a:t>
              </a:r>
              <a:endParaRPr kumimoji="1" lang="zh-CN" altLang="en-US" sz="2400" b="1" dirty="0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8B5B1EB-95CC-416B-61F6-ABD0145D9FD1}"/>
                </a:ext>
              </a:extLst>
            </p:cNvPr>
            <p:cNvSpPr/>
            <p:nvPr/>
          </p:nvSpPr>
          <p:spPr>
            <a:xfrm>
              <a:off x="2680570" y="1440493"/>
              <a:ext cx="626301" cy="626301"/>
            </a:xfrm>
            <a:prstGeom prst="ellips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91188C3-3301-37A9-3A0A-A4D806F148E9}"/>
                </a:ext>
              </a:extLst>
            </p:cNvPr>
            <p:cNvSpPr/>
            <p:nvPr/>
          </p:nvSpPr>
          <p:spPr>
            <a:xfrm>
              <a:off x="1148611" y="2802699"/>
              <a:ext cx="626301" cy="626301"/>
            </a:xfrm>
            <a:prstGeom prst="ellips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a</a:t>
              </a:r>
              <a:endParaRPr kumimoji="1" lang="zh-CN" altLang="en-US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51958B1-1B38-3DF6-6D40-FD0E4E30C3C2}"/>
                </a:ext>
              </a:extLst>
            </p:cNvPr>
            <p:cNvSpPr/>
            <p:nvPr/>
          </p:nvSpPr>
          <p:spPr>
            <a:xfrm>
              <a:off x="2680570" y="2802699"/>
              <a:ext cx="626301" cy="626301"/>
            </a:xfrm>
            <a:prstGeom prst="ellips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b</a:t>
              </a:r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51B8F02-D284-1200-D57A-7F60B4EB0E8D}"/>
                </a:ext>
              </a:extLst>
            </p:cNvPr>
            <p:cNvSpPr/>
            <p:nvPr/>
          </p:nvSpPr>
          <p:spPr>
            <a:xfrm>
              <a:off x="4272224" y="2802699"/>
              <a:ext cx="626301" cy="626301"/>
            </a:xfrm>
            <a:prstGeom prst="ellips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s</a:t>
              </a:r>
              <a:endParaRPr kumimoji="1" lang="zh-CN" altLang="en-US" dirty="0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C3DB3CB-9A3F-A17A-6208-3234358EAD7A}"/>
                </a:ext>
              </a:extLst>
            </p:cNvPr>
            <p:cNvSpPr/>
            <p:nvPr/>
          </p:nvSpPr>
          <p:spPr>
            <a:xfrm>
              <a:off x="1148611" y="4164905"/>
              <a:ext cx="626301" cy="626301"/>
            </a:xfrm>
            <a:prstGeom prst="ellips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am</a:t>
              </a:r>
              <a:endParaRPr kumimoji="1" lang="zh-CN" altLang="en-US" sz="1400" dirty="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89D7126-C24C-53A7-297E-4CA475020DED}"/>
                </a:ext>
              </a:extLst>
            </p:cNvPr>
            <p:cNvSpPr/>
            <p:nvPr/>
          </p:nvSpPr>
          <p:spPr>
            <a:xfrm>
              <a:off x="2211286" y="4164905"/>
              <a:ext cx="626301" cy="626301"/>
            </a:xfrm>
            <a:prstGeom prst="ellips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ba</a:t>
              </a:r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8EF64642-8ED9-13E6-C7A5-49D967A69FDB}"/>
                </a:ext>
              </a:extLst>
            </p:cNvPr>
            <p:cNvSpPr/>
            <p:nvPr/>
          </p:nvSpPr>
          <p:spPr>
            <a:xfrm>
              <a:off x="4272224" y="4164905"/>
              <a:ext cx="626301" cy="626301"/>
            </a:xfrm>
            <a:prstGeom prst="ellips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so</a:t>
              </a:r>
              <a:endParaRPr kumimoji="1" lang="zh-CN" altLang="en-US" dirty="0"/>
            </a:p>
          </p:txBody>
        </p: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26526A9C-2CBA-4930-CBFE-667F09958155}"/>
                </a:ext>
              </a:extLst>
            </p:cNvPr>
            <p:cNvCxnSpPr>
              <a:stCxn id="7" idx="3"/>
              <a:endCxn id="8" idx="0"/>
            </p:cNvCxnSpPr>
            <p:nvPr/>
          </p:nvCxnSpPr>
          <p:spPr>
            <a:xfrm flipH="1">
              <a:off x="1461762" y="1975074"/>
              <a:ext cx="1310528" cy="8276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87D52672-D1DC-0EC6-AC04-91D602081066}"/>
                </a:ext>
              </a:extLst>
            </p:cNvPr>
            <p:cNvCxnSpPr>
              <a:cxnSpLocks/>
              <a:stCxn id="7" idx="4"/>
              <a:endCxn id="9" idx="0"/>
            </p:cNvCxnSpPr>
            <p:nvPr/>
          </p:nvCxnSpPr>
          <p:spPr>
            <a:xfrm>
              <a:off x="2993721" y="2066794"/>
              <a:ext cx="0" cy="7359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箭头连接符 18">
              <a:extLst>
                <a:ext uri="{FF2B5EF4-FFF2-40B4-BE49-F238E27FC236}">
                  <a16:creationId xmlns:a16="http://schemas.microsoft.com/office/drawing/2014/main" id="{2CF8C162-4EB3-E878-8519-43E5BFC9A0CB}"/>
                </a:ext>
              </a:extLst>
            </p:cNvPr>
            <p:cNvCxnSpPr>
              <a:cxnSpLocks/>
              <a:stCxn id="7" idx="5"/>
              <a:endCxn id="10" idx="0"/>
            </p:cNvCxnSpPr>
            <p:nvPr/>
          </p:nvCxnSpPr>
          <p:spPr>
            <a:xfrm>
              <a:off x="3215151" y="1975074"/>
              <a:ext cx="1370224" cy="8276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4CA58CF-D52F-E716-4471-F818BC7EFFEF}"/>
                </a:ext>
              </a:extLst>
            </p:cNvPr>
            <p:cNvSpPr/>
            <p:nvPr/>
          </p:nvSpPr>
          <p:spPr>
            <a:xfrm>
              <a:off x="3273962" y="4164905"/>
              <a:ext cx="626301" cy="626301"/>
            </a:xfrm>
            <a:prstGeom prst="ellips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be</a:t>
              </a:r>
              <a:endParaRPr kumimoji="1" lang="zh-CN" altLang="en-US" dirty="0"/>
            </a:p>
          </p:txBody>
        </p: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01821E6A-56E7-FF37-DFDA-58CA9A90C375}"/>
                </a:ext>
              </a:extLst>
            </p:cNvPr>
            <p:cNvCxnSpPr>
              <a:cxnSpLocks/>
              <a:stCxn id="8" idx="4"/>
              <a:endCxn id="11" idx="0"/>
            </p:cNvCxnSpPr>
            <p:nvPr/>
          </p:nvCxnSpPr>
          <p:spPr>
            <a:xfrm>
              <a:off x="1461762" y="3429000"/>
              <a:ext cx="0" cy="7359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箭头连接符 30">
              <a:extLst>
                <a:ext uri="{FF2B5EF4-FFF2-40B4-BE49-F238E27FC236}">
                  <a16:creationId xmlns:a16="http://schemas.microsoft.com/office/drawing/2014/main" id="{F699A691-ECDA-EE83-6D46-E18C4415C747}"/>
                </a:ext>
              </a:extLst>
            </p:cNvPr>
            <p:cNvCxnSpPr>
              <a:cxnSpLocks/>
              <a:stCxn id="9" idx="3"/>
              <a:endCxn id="12" idx="0"/>
            </p:cNvCxnSpPr>
            <p:nvPr/>
          </p:nvCxnSpPr>
          <p:spPr>
            <a:xfrm flipH="1">
              <a:off x="2524437" y="3337280"/>
              <a:ext cx="247853" cy="8276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箭头连接符 33">
              <a:extLst>
                <a:ext uri="{FF2B5EF4-FFF2-40B4-BE49-F238E27FC236}">
                  <a16:creationId xmlns:a16="http://schemas.microsoft.com/office/drawing/2014/main" id="{67DA109F-F945-D01B-749A-EAB477A78D74}"/>
                </a:ext>
              </a:extLst>
            </p:cNvPr>
            <p:cNvCxnSpPr>
              <a:cxnSpLocks/>
              <a:stCxn id="9" idx="5"/>
              <a:endCxn id="27" idx="0"/>
            </p:cNvCxnSpPr>
            <p:nvPr/>
          </p:nvCxnSpPr>
          <p:spPr>
            <a:xfrm>
              <a:off x="3215151" y="3337280"/>
              <a:ext cx="371962" cy="8276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箭头连接符 36">
              <a:extLst>
                <a:ext uri="{FF2B5EF4-FFF2-40B4-BE49-F238E27FC236}">
                  <a16:creationId xmlns:a16="http://schemas.microsoft.com/office/drawing/2014/main" id="{914C9781-C6AD-2FC0-C9B9-233D486841BF}"/>
                </a:ext>
              </a:extLst>
            </p:cNvPr>
            <p:cNvCxnSpPr>
              <a:cxnSpLocks/>
              <a:stCxn id="10" idx="4"/>
              <a:endCxn id="13" idx="0"/>
            </p:cNvCxnSpPr>
            <p:nvPr/>
          </p:nvCxnSpPr>
          <p:spPr>
            <a:xfrm>
              <a:off x="4585375" y="3429000"/>
              <a:ext cx="0" cy="7359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6A504541-3FA2-9B48-2C20-55D16760F1E9}"/>
                </a:ext>
              </a:extLst>
            </p:cNvPr>
            <p:cNvSpPr/>
            <p:nvPr/>
          </p:nvSpPr>
          <p:spPr>
            <a:xfrm>
              <a:off x="2211286" y="5527111"/>
              <a:ext cx="626301" cy="626301"/>
            </a:xfrm>
            <a:prstGeom prst="ellips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bad</a:t>
              </a:r>
              <a:endParaRPr kumimoji="1" lang="zh-CN" altLang="en-US" sz="1200" dirty="0"/>
            </a:p>
          </p:txBody>
        </p:sp>
        <p:cxnSp>
          <p:nvCxnSpPr>
            <p:cNvPr id="41" name="直线箭头连接符 40">
              <a:extLst>
                <a:ext uri="{FF2B5EF4-FFF2-40B4-BE49-F238E27FC236}">
                  <a16:creationId xmlns:a16="http://schemas.microsoft.com/office/drawing/2014/main" id="{A4F34B8F-EB0B-307A-F5CE-CBDE308C6A4D}"/>
                </a:ext>
              </a:extLst>
            </p:cNvPr>
            <p:cNvCxnSpPr>
              <a:cxnSpLocks/>
              <a:stCxn id="12" idx="4"/>
              <a:endCxn id="40" idx="0"/>
            </p:cNvCxnSpPr>
            <p:nvPr/>
          </p:nvCxnSpPr>
          <p:spPr>
            <a:xfrm>
              <a:off x="2524437" y="4791206"/>
              <a:ext cx="0" cy="7359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76C1F39-6ED9-967F-B453-B8AB6588F06C}"/>
                </a:ext>
              </a:extLst>
            </p:cNvPr>
            <p:cNvSpPr txBox="1"/>
            <p:nvPr/>
          </p:nvSpPr>
          <p:spPr>
            <a:xfrm>
              <a:off x="1921125" y="197507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a</a:t>
              </a:r>
              <a:endParaRPr kumimoji="1"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69B89EC-6F48-EBC8-3216-D223BE66B654}"/>
                </a:ext>
              </a:extLst>
            </p:cNvPr>
            <p:cNvSpPr txBox="1"/>
            <p:nvPr/>
          </p:nvSpPr>
          <p:spPr>
            <a:xfrm>
              <a:off x="2743200" y="2354893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b</a:t>
              </a:r>
              <a:endParaRPr kumimoji="1"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A5D8F89-F050-6410-E94F-11650F336B08}"/>
                </a:ext>
              </a:extLst>
            </p:cNvPr>
            <p:cNvSpPr txBox="1"/>
            <p:nvPr/>
          </p:nvSpPr>
          <p:spPr>
            <a:xfrm>
              <a:off x="4008329" y="2141951"/>
              <a:ext cx="2792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s</a:t>
              </a:r>
              <a:endParaRPr kumimoji="1" lang="zh-CN" altLang="en-US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72D712C-FA69-CF43-CB97-84B809E9DC08}"/>
                </a:ext>
              </a:extLst>
            </p:cNvPr>
            <p:cNvSpPr txBox="1"/>
            <p:nvPr/>
          </p:nvSpPr>
          <p:spPr>
            <a:xfrm>
              <a:off x="4722312" y="373275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o</a:t>
              </a:r>
              <a:endParaRPr kumimoji="1" lang="zh-CN" altLang="en-US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71F448DC-040F-4131-A0C1-682C27F75712}"/>
                </a:ext>
              </a:extLst>
            </p:cNvPr>
            <p:cNvSpPr txBox="1"/>
            <p:nvPr/>
          </p:nvSpPr>
          <p:spPr>
            <a:xfrm>
              <a:off x="3507288" y="3582444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</a:t>
              </a:r>
              <a:endParaRPr kumimoji="1" lang="zh-CN" altLang="en-US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2251D6F-6347-E10F-59DC-E6FDDBF4E08D}"/>
                </a:ext>
              </a:extLst>
            </p:cNvPr>
            <p:cNvSpPr txBox="1"/>
            <p:nvPr/>
          </p:nvSpPr>
          <p:spPr>
            <a:xfrm>
              <a:off x="2417523" y="35573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a</a:t>
              </a:r>
              <a:endParaRPr kumimoji="1" lang="zh-CN" altLang="en-US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9316978E-A647-432A-96E4-D684BA6D3069}"/>
                </a:ext>
              </a:extLst>
            </p:cNvPr>
            <p:cNvSpPr txBox="1"/>
            <p:nvPr/>
          </p:nvSpPr>
          <p:spPr>
            <a:xfrm>
              <a:off x="1139869" y="3620022"/>
              <a:ext cx="378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m</a:t>
              </a:r>
              <a:endParaRPr kumimoji="1" lang="zh-CN" altLang="en-US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E89423A-1B6E-7A7C-A733-68D217EB11C7}"/>
                </a:ext>
              </a:extLst>
            </p:cNvPr>
            <p:cNvSpPr txBox="1"/>
            <p:nvPr/>
          </p:nvSpPr>
          <p:spPr>
            <a:xfrm>
              <a:off x="2279737" y="5035463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d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32912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9A0F413-0BE4-9325-2951-FDDAAAF5CB73}"/>
              </a:ext>
            </a:extLst>
          </p:cNvPr>
          <p:cNvGraphicFramePr>
            <a:graphicFrameLocks noGrp="1"/>
          </p:cNvGraphicFramePr>
          <p:nvPr/>
        </p:nvGraphicFramePr>
        <p:xfrm>
          <a:off x="572850" y="583477"/>
          <a:ext cx="3320586" cy="440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862">
                  <a:extLst>
                    <a:ext uri="{9D8B030D-6E8A-4147-A177-3AD203B41FA5}">
                      <a16:colId xmlns:a16="http://schemas.microsoft.com/office/drawing/2014/main" val="3310727325"/>
                    </a:ext>
                  </a:extLst>
                </a:gridCol>
                <a:gridCol w="1106862">
                  <a:extLst>
                    <a:ext uri="{9D8B030D-6E8A-4147-A177-3AD203B41FA5}">
                      <a16:colId xmlns:a16="http://schemas.microsoft.com/office/drawing/2014/main" val="3202150151"/>
                    </a:ext>
                  </a:extLst>
                </a:gridCol>
                <a:gridCol w="1106862">
                  <a:extLst>
                    <a:ext uri="{9D8B030D-6E8A-4147-A177-3AD203B41FA5}">
                      <a16:colId xmlns:a16="http://schemas.microsoft.com/office/drawing/2014/main" val="4133838138"/>
                    </a:ext>
                  </a:extLst>
                </a:gridCol>
              </a:tblGrid>
              <a:tr h="44006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887052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C81304C-2DE5-3ACD-2B0D-076602FEE30A}"/>
              </a:ext>
            </a:extLst>
          </p:cNvPr>
          <p:cNvGraphicFramePr>
            <a:graphicFrameLocks noGrp="1"/>
          </p:cNvGraphicFramePr>
          <p:nvPr/>
        </p:nvGraphicFramePr>
        <p:xfrm>
          <a:off x="572850" y="1023538"/>
          <a:ext cx="3320588" cy="440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147">
                  <a:extLst>
                    <a:ext uri="{9D8B030D-6E8A-4147-A177-3AD203B41FA5}">
                      <a16:colId xmlns:a16="http://schemas.microsoft.com/office/drawing/2014/main" val="2448914510"/>
                    </a:ext>
                  </a:extLst>
                </a:gridCol>
                <a:gridCol w="830147">
                  <a:extLst>
                    <a:ext uri="{9D8B030D-6E8A-4147-A177-3AD203B41FA5}">
                      <a16:colId xmlns:a16="http://schemas.microsoft.com/office/drawing/2014/main" val="1397754376"/>
                    </a:ext>
                  </a:extLst>
                </a:gridCol>
                <a:gridCol w="830147">
                  <a:extLst>
                    <a:ext uri="{9D8B030D-6E8A-4147-A177-3AD203B41FA5}">
                      <a16:colId xmlns:a16="http://schemas.microsoft.com/office/drawing/2014/main" val="3212331664"/>
                    </a:ext>
                  </a:extLst>
                </a:gridCol>
                <a:gridCol w="830147">
                  <a:extLst>
                    <a:ext uri="{9D8B030D-6E8A-4147-A177-3AD203B41FA5}">
                      <a16:colId xmlns:a16="http://schemas.microsoft.com/office/drawing/2014/main" val="3703263685"/>
                    </a:ext>
                  </a:extLst>
                </a:gridCol>
              </a:tblGrid>
              <a:tr h="44006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&lt;20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[20,40)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[40,60)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&gt;=60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415714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6F85D2E-AA73-BE3C-5A63-812ABC4C635B}"/>
              </a:ext>
            </a:extLst>
          </p:cNvPr>
          <p:cNvGraphicFramePr>
            <a:graphicFrameLocks noGrp="1"/>
          </p:cNvGraphicFramePr>
          <p:nvPr/>
        </p:nvGraphicFramePr>
        <p:xfrm>
          <a:off x="6638271" y="482958"/>
          <a:ext cx="3320586" cy="440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862">
                  <a:extLst>
                    <a:ext uri="{9D8B030D-6E8A-4147-A177-3AD203B41FA5}">
                      <a16:colId xmlns:a16="http://schemas.microsoft.com/office/drawing/2014/main" val="3310727325"/>
                    </a:ext>
                  </a:extLst>
                </a:gridCol>
                <a:gridCol w="1106862">
                  <a:extLst>
                    <a:ext uri="{9D8B030D-6E8A-4147-A177-3AD203B41FA5}">
                      <a16:colId xmlns:a16="http://schemas.microsoft.com/office/drawing/2014/main" val="3202150151"/>
                    </a:ext>
                  </a:extLst>
                </a:gridCol>
                <a:gridCol w="1106862">
                  <a:extLst>
                    <a:ext uri="{9D8B030D-6E8A-4147-A177-3AD203B41FA5}">
                      <a16:colId xmlns:a16="http://schemas.microsoft.com/office/drawing/2014/main" val="4133838138"/>
                    </a:ext>
                  </a:extLst>
                </a:gridCol>
              </a:tblGrid>
              <a:tr h="44006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88705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D36475F-0BF1-8605-A07A-1E31B7BB82DE}"/>
              </a:ext>
            </a:extLst>
          </p:cNvPr>
          <p:cNvGraphicFramePr>
            <a:graphicFrameLocks noGrp="1"/>
          </p:cNvGraphicFramePr>
          <p:nvPr/>
        </p:nvGraphicFramePr>
        <p:xfrm>
          <a:off x="6638269" y="2298092"/>
          <a:ext cx="3320588" cy="440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147">
                  <a:extLst>
                    <a:ext uri="{9D8B030D-6E8A-4147-A177-3AD203B41FA5}">
                      <a16:colId xmlns:a16="http://schemas.microsoft.com/office/drawing/2014/main" val="3310727325"/>
                    </a:ext>
                  </a:extLst>
                </a:gridCol>
                <a:gridCol w="830147">
                  <a:extLst>
                    <a:ext uri="{9D8B030D-6E8A-4147-A177-3AD203B41FA5}">
                      <a16:colId xmlns:a16="http://schemas.microsoft.com/office/drawing/2014/main" val="3202150151"/>
                    </a:ext>
                  </a:extLst>
                </a:gridCol>
                <a:gridCol w="830147">
                  <a:extLst>
                    <a:ext uri="{9D8B030D-6E8A-4147-A177-3AD203B41FA5}">
                      <a16:colId xmlns:a16="http://schemas.microsoft.com/office/drawing/2014/main" val="3512173268"/>
                    </a:ext>
                  </a:extLst>
                </a:gridCol>
                <a:gridCol w="830147">
                  <a:extLst>
                    <a:ext uri="{9D8B030D-6E8A-4147-A177-3AD203B41FA5}">
                      <a16:colId xmlns:a16="http://schemas.microsoft.com/office/drawing/2014/main" val="4133838138"/>
                    </a:ext>
                  </a:extLst>
                </a:gridCol>
              </a:tblGrid>
              <a:tr h="44006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887052"/>
                  </a:ext>
                </a:extLst>
              </a:tr>
            </a:tbl>
          </a:graphicData>
        </a:graphic>
      </p:graphicFrame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67DEE55E-1756-D792-4C17-C1218FC99B19}"/>
              </a:ext>
            </a:extLst>
          </p:cNvPr>
          <p:cNvGraphicFramePr/>
          <p:nvPr/>
        </p:nvGraphicFramePr>
        <p:xfrm>
          <a:off x="6638271" y="4357991"/>
          <a:ext cx="3320586" cy="1868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C14B8B43-8A5E-F208-E11D-DC0C928AE51C}"/>
              </a:ext>
            </a:extLst>
          </p:cNvPr>
          <p:cNvSpPr txBox="1"/>
          <p:nvPr/>
        </p:nvSpPr>
        <p:spPr>
          <a:xfrm>
            <a:off x="4653485" y="233345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插入一个新节点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782DDB-2B6D-E6BE-35A8-6897216CACBD}"/>
              </a:ext>
            </a:extLst>
          </p:cNvPr>
          <p:cNvSpPr txBox="1"/>
          <p:nvPr/>
        </p:nvSpPr>
        <p:spPr>
          <a:xfrm>
            <a:off x="4422651" y="553061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超出容量，提高一阶</a:t>
            </a:r>
          </a:p>
        </p:txBody>
      </p:sp>
      <p:sp>
        <p:nvSpPr>
          <p:cNvPr id="9" name="下箭头 8">
            <a:extLst>
              <a:ext uri="{FF2B5EF4-FFF2-40B4-BE49-F238E27FC236}">
                <a16:creationId xmlns:a16="http://schemas.microsoft.com/office/drawing/2014/main" id="{40DC18E3-FA4A-F570-EE3A-3D6DAF920909}"/>
              </a:ext>
            </a:extLst>
          </p:cNvPr>
          <p:cNvSpPr/>
          <p:nvPr/>
        </p:nvSpPr>
        <p:spPr>
          <a:xfrm>
            <a:off x="8044774" y="1243568"/>
            <a:ext cx="379379" cy="828423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下箭头 9">
            <a:extLst>
              <a:ext uri="{FF2B5EF4-FFF2-40B4-BE49-F238E27FC236}">
                <a16:creationId xmlns:a16="http://schemas.microsoft.com/office/drawing/2014/main" id="{37A0B4F3-3B2F-B25B-4C06-069326B52B4A}"/>
              </a:ext>
            </a:extLst>
          </p:cNvPr>
          <p:cNvSpPr/>
          <p:nvPr/>
        </p:nvSpPr>
        <p:spPr>
          <a:xfrm>
            <a:off x="8044773" y="3133860"/>
            <a:ext cx="379379" cy="828423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897645-6A64-4036-3794-907F28CA701E}"/>
              </a:ext>
            </a:extLst>
          </p:cNvPr>
          <p:cNvSpPr txBox="1"/>
          <p:nvPr/>
        </p:nvSpPr>
        <p:spPr>
          <a:xfrm>
            <a:off x="1683834" y="3389971"/>
            <a:ext cx="1010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B </a:t>
            </a:r>
            <a:r>
              <a:rPr kumimoji="1" lang="zh-CN" altLang="en-US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树</a:t>
            </a:r>
          </a:p>
        </p:txBody>
      </p:sp>
    </p:spTree>
    <p:extLst>
      <p:ext uri="{BB962C8B-B14F-4D97-AF65-F5344CB8AC3E}">
        <p14:creationId xmlns:p14="http://schemas.microsoft.com/office/powerpoint/2010/main" val="4179245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EA61-5BEC-14E5-722C-7A9F8E809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777CDCAC-83F3-D829-0307-66998CE02538}"/>
              </a:ext>
            </a:extLst>
          </p:cNvPr>
          <p:cNvGrpSpPr/>
          <p:nvPr/>
        </p:nvGrpSpPr>
        <p:grpSpPr>
          <a:xfrm>
            <a:off x="2043515" y="1768915"/>
            <a:ext cx="8108102" cy="3499825"/>
            <a:chOff x="2043515" y="1768915"/>
            <a:chExt cx="8108102" cy="3499825"/>
          </a:xfrm>
        </p:grpSpPr>
        <p:grpSp>
          <p:nvGrpSpPr>
            <p:cNvPr id="6" name="object 6">
              <a:extLst>
                <a:ext uri="{FF2B5EF4-FFF2-40B4-BE49-F238E27FC236}">
                  <a16:creationId xmlns:a16="http://schemas.microsoft.com/office/drawing/2014/main" id="{242301B7-2FE3-F4D4-A8CC-490DB0A56D25}"/>
                </a:ext>
              </a:extLst>
            </p:cNvPr>
            <p:cNvGrpSpPr/>
            <p:nvPr/>
          </p:nvGrpSpPr>
          <p:grpSpPr>
            <a:xfrm>
              <a:off x="2043515" y="1768915"/>
              <a:ext cx="8108102" cy="3499825"/>
              <a:chOff x="877709" y="1950720"/>
              <a:chExt cx="8941435" cy="3859529"/>
            </a:xfrm>
          </p:grpSpPr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5BB4C317-4007-2A4B-F812-E696110BADE1}"/>
                  </a:ext>
                </a:extLst>
              </p:cNvPr>
              <p:cNvSpPr/>
              <p:nvPr/>
            </p:nvSpPr>
            <p:spPr>
              <a:xfrm>
                <a:off x="877709" y="1950720"/>
                <a:ext cx="8941435" cy="3859529"/>
              </a:xfrm>
              <a:custGeom>
                <a:avLst/>
                <a:gdLst/>
                <a:ahLst/>
                <a:cxnLst/>
                <a:rect l="l" t="t" r="r" b="b"/>
                <a:pathLst>
                  <a:path w="8941435" h="3859529">
                    <a:moveTo>
                      <a:pt x="8941308" y="3859530"/>
                    </a:moveTo>
                    <a:lnTo>
                      <a:pt x="8941308" y="0"/>
                    </a:lnTo>
                    <a:lnTo>
                      <a:pt x="0" y="0"/>
                    </a:lnTo>
                    <a:lnTo>
                      <a:pt x="0" y="3859530"/>
                    </a:lnTo>
                    <a:lnTo>
                      <a:pt x="8941308" y="385953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68246E86-3475-2CCE-02D4-275C481C7682}"/>
                  </a:ext>
                </a:extLst>
              </p:cNvPr>
              <p:cNvSpPr/>
              <p:nvPr/>
            </p:nvSpPr>
            <p:spPr>
              <a:xfrm>
                <a:off x="4016387" y="2041398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1238250" y="694943"/>
                    </a:moveTo>
                    <a:lnTo>
                      <a:pt x="1238250" y="0"/>
                    </a:lnTo>
                    <a:lnTo>
                      <a:pt x="0" y="0"/>
                    </a:lnTo>
                    <a:lnTo>
                      <a:pt x="0" y="694943"/>
                    </a:lnTo>
                    <a:lnTo>
                      <a:pt x="1238250" y="694943"/>
                    </a:lnTo>
                    <a:close/>
                  </a:path>
                </a:pathLst>
              </a:custGeom>
              <a:solidFill>
                <a:srgbClr val="EAEAEA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8F8757E3-B7B5-D1FF-699D-18FD7A718FE7}"/>
                  </a:ext>
                </a:extLst>
              </p:cNvPr>
              <p:cNvSpPr/>
              <p:nvPr/>
            </p:nvSpPr>
            <p:spPr>
              <a:xfrm>
                <a:off x="4016387" y="2041398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0" y="0"/>
                    </a:moveTo>
                    <a:lnTo>
                      <a:pt x="0" y="694943"/>
                    </a:lnTo>
                    <a:lnTo>
                      <a:pt x="1238250" y="694943"/>
                    </a:lnTo>
                    <a:lnTo>
                      <a:pt x="12382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C6390209-BCE0-2D68-4C7C-C810554A97E4}"/>
                  </a:ext>
                </a:extLst>
              </p:cNvPr>
              <p:cNvSpPr/>
              <p:nvPr/>
            </p:nvSpPr>
            <p:spPr>
              <a:xfrm>
                <a:off x="4024769" y="2384298"/>
                <a:ext cx="1214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14120">
                    <a:moveTo>
                      <a:pt x="0" y="0"/>
                    </a:moveTo>
                    <a:lnTo>
                      <a:pt x="1213866" y="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95BE71E7-8C4D-AD66-7919-E1F07AB010FC}"/>
                  </a:ext>
                </a:extLst>
              </p:cNvPr>
              <p:cNvSpPr/>
              <p:nvPr/>
            </p:nvSpPr>
            <p:spPr>
              <a:xfrm>
                <a:off x="4433963" y="2041398"/>
                <a:ext cx="0" cy="334645"/>
              </a:xfrm>
              <a:custGeom>
                <a:avLst/>
                <a:gdLst/>
                <a:ahLst/>
                <a:cxnLst/>
                <a:rect l="l" t="t" r="r" b="b"/>
                <a:pathLst>
                  <a:path h="334644">
                    <a:moveTo>
                      <a:pt x="0" y="0"/>
                    </a:moveTo>
                    <a:lnTo>
                      <a:pt x="0" y="334518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CA3EFF0C-4721-03D0-6406-93683970BCA7}"/>
                  </a:ext>
                </a:extLst>
              </p:cNvPr>
              <p:cNvSpPr/>
              <p:nvPr/>
            </p:nvSpPr>
            <p:spPr>
              <a:xfrm>
                <a:off x="4856111" y="2049018"/>
                <a:ext cx="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h="335280">
                    <a:moveTo>
                      <a:pt x="0" y="0"/>
                    </a:moveTo>
                    <a:lnTo>
                      <a:pt x="0" y="33528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AA03DDFE-FCAB-AC8A-A44D-DE26FA6B1937}"/>
                  </a:ext>
                </a:extLst>
              </p:cNvPr>
              <p:cNvSpPr/>
              <p:nvPr/>
            </p:nvSpPr>
            <p:spPr>
              <a:xfrm>
                <a:off x="4315091" y="2375916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80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388F2D45-ED3C-A9CC-A0D5-ECDD5E0B0843}"/>
                  </a:ext>
                </a:extLst>
              </p:cNvPr>
              <p:cNvSpPr/>
              <p:nvPr/>
            </p:nvSpPr>
            <p:spPr>
              <a:xfrm>
                <a:off x="4632083" y="2375916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80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17C4BF13-4097-9A64-45E7-CBBACC6C8ABA}"/>
                  </a:ext>
                </a:extLst>
              </p:cNvPr>
              <p:cNvSpPr/>
              <p:nvPr/>
            </p:nvSpPr>
            <p:spPr>
              <a:xfrm>
                <a:off x="4951361" y="2375916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80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B4180303-FEC6-A39C-67DA-2089CCDA3834}"/>
                </a:ext>
              </a:extLst>
            </p:cNvPr>
            <p:cNvSpPr txBox="1"/>
            <p:nvPr/>
          </p:nvSpPr>
          <p:spPr>
            <a:xfrm>
              <a:off x="4967055" y="1865191"/>
              <a:ext cx="218811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>
                <a:spcBef>
                  <a:spcPts val="91"/>
                </a:spcBef>
              </a:pPr>
              <a:r>
                <a:rPr sz="1632" b="1" spc="-23" dirty="0">
                  <a:latin typeface="Times New Roman"/>
                  <a:cs typeface="Times New Roman"/>
                </a:rPr>
                <a:t>13</a:t>
              </a:r>
              <a:endParaRPr sz="1632">
                <a:latin typeface="Times New Roman"/>
                <a:cs typeface="Times New Roman"/>
              </a:endParaRPr>
            </a:p>
          </p:txBody>
        </p:sp>
        <p:grpSp>
          <p:nvGrpSpPr>
            <p:cNvPr id="18" name="object 18">
              <a:extLst>
                <a:ext uri="{FF2B5EF4-FFF2-40B4-BE49-F238E27FC236}">
                  <a16:creationId xmlns:a16="http://schemas.microsoft.com/office/drawing/2014/main" id="{EBF1C5EC-396C-936F-58F1-A6AB4195C447}"/>
                </a:ext>
              </a:extLst>
            </p:cNvPr>
            <p:cNvGrpSpPr/>
            <p:nvPr/>
          </p:nvGrpSpPr>
          <p:grpSpPr>
            <a:xfrm>
              <a:off x="2189082" y="2908805"/>
              <a:ext cx="7873168" cy="2030337"/>
              <a:chOff x="1038237" y="3207766"/>
              <a:chExt cx="8682355" cy="2239010"/>
            </a:xfrm>
          </p:grpSpPr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B453E2B3-BC47-5B6C-D6E1-AD875B66AF09}"/>
                  </a:ext>
                </a:extLst>
              </p:cNvPr>
              <p:cNvSpPr/>
              <p:nvPr/>
            </p:nvSpPr>
            <p:spPr>
              <a:xfrm>
                <a:off x="2703461" y="3214116"/>
                <a:ext cx="1238250" cy="69596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960">
                    <a:moveTo>
                      <a:pt x="1238249" y="695706"/>
                    </a:moveTo>
                    <a:lnTo>
                      <a:pt x="1238249" y="0"/>
                    </a:lnTo>
                    <a:lnTo>
                      <a:pt x="0" y="0"/>
                    </a:lnTo>
                    <a:lnTo>
                      <a:pt x="0" y="695706"/>
                    </a:lnTo>
                    <a:lnTo>
                      <a:pt x="1238249" y="695706"/>
                    </a:lnTo>
                    <a:close/>
                  </a:path>
                </a:pathLst>
              </a:custGeom>
              <a:solidFill>
                <a:srgbClr val="EAEAEA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0" name="object 20">
                <a:extLst>
                  <a:ext uri="{FF2B5EF4-FFF2-40B4-BE49-F238E27FC236}">
                    <a16:creationId xmlns:a16="http://schemas.microsoft.com/office/drawing/2014/main" id="{6AC27970-AD51-D46B-C753-FAD292E462C8}"/>
                  </a:ext>
                </a:extLst>
              </p:cNvPr>
              <p:cNvSpPr/>
              <p:nvPr/>
            </p:nvSpPr>
            <p:spPr>
              <a:xfrm>
                <a:off x="2703461" y="3214116"/>
                <a:ext cx="1238250" cy="69596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960">
                    <a:moveTo>
                      <a:pt x="0" y="0"/>
                    </a:moveTo>
                    <a:lnTo>
                      <a:pt x="0" y="695706"/>
                    </a:lnTo>
                    <a:lnTo>
                      <a:pt x="1238249" y="695706"/>
                    </a:lnTo>
                    <a:lnTo>
                      <a:pt x="1238249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1" name="object 21">
                <a:extLst>
                  <a:ext uri="{FF2B5EF4-FFF2-40B4-BE49-F238E27FC236}">
                    <a16:creationId xmlns:a16="http://schemas.microsoft.com/office/drawing/2014/main" id="{2BAC6AC7-FDCF-553A-6050-8173254ADC0D}"/>
                  </a:ext>
                </a:extLst>
              </p:cNvPr>
              <p:cNvSpPr/>
              <p:nvPr/>
            </p:nvSpPr>
            <p:spPr>
              <a:xfrm>
                <a:off x="2711843" y="3557016"/>
                <a:ext cx="1214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14120">
                    <a:moveTo>
                      <a:pt x="0" y="0"/>
                    </a:moveTo>
                    <a:lnTo>
                      <a:pt x="1213866" y="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2" name="object 22">
                <a:extLst>
                  <a:ext uri="{FF2B5EF4-FFF2-40B4-BE49-F238E27FC236}">
                    <a16:creationId xmlns:a16="http://schemas.microsoft.com/office/drawing/2014/main" id="{8129538D-7B75-7B2D-D187-6DB1ADA599BA}"/>
                  </a:ext>
                </a:extLst>
              </p:cNvPr>
              <p:cNvSpPr/>
              <p:nvPr/>
            </p:nvSpPr>
            <p:spPr>
              <a:xfrm>
                <a:off x="3121037" y="3214116"/>
                <a:ext cx="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h="335279">
                    <a:moveTo>
                      <a:pt x="0" y="0"/>
                    </a:moveTo>
                    <a:lnTo>
                      <a:pt x="0" y="33528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3" name="object 23">
                <a:extLst>
                  <a:ext uri="{FF2B5EF4-FFF2-40B4-BE49-F238E27FC236}">
                    <a16:creationId xmlns:a16="http://schemas.microsoft.com/office/drawing/2014/main" id="{56726F68-B647-9E7B-4629-A124E560FC57}"/>
                  </a:ext>
                </a:extLst>
              </p:cNvPr>
              <p:cNvSpPr/>
              <p:nvPr/>
            </p:nvSpPr>
            <p:spPr>
              <a:xfrm>
                <a:off x="3543185" y="3222498"/>
                <a:ext cx="0" cy="334645"/>
              </a:xfrm>
              <a:custGeom>
                <a:avLst/>
                <a:gdLst/>
                <a:ahLst/>
                <a:cxnLst/>
                <a:rect l="l" t="t" r="r" b="b"/>
                <a:pathLst>
                  <a:path h="334645">
                    <a:moveTo>
                      <a:pt x="0" y="0"/>
                    </a:moveTo>
                    <a:lnTo>
                      <a:pt x="0" y="334518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4" name="object 24">
                <a:extLst>
                  <a:ext uri="{FF2B5EF4-FFF2-40B4-BE49-F238E27FC236}">
                    <a16:creationId xmlns:a16="http://schemas.microsoft.com/office/drawing/2014/main" id="{212123E2-CBDE-790A-6670-14B4F0BDFABD}"/>
                  </a:ext>
                </a:extLst>
              </p:cNvPr>
              <p:cNvSpPr/>
              <p:nvPr/>
            </p:nvSpPr>
            <p:spPr>
              <a:xfrm>
                <a:off x="3002165" y="3549396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5" name="object 25">
                <a:extLst>
                  <a:ext uri="{FF2B5EF4-FFF2-40B4-BE49-F238E27FC236}">
                    <a16:creationId xmlns:a16="http://schemas.microsoft.com/office/drawing/2014/main" id="{BC043704-83F9-C1B5-0074-DD1E94798EB7}"/>
                  </a:ext>
                </a:extLst>
              </p:cNvPr>
              <p:cNvSpPr/>
              <p:nvPr/>
            </p:nvSpPr>
            <p:spPr>
              <a:xfrm>
                <a:off x="3319919" y="3549396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6" name="object 26">
                <a:extLst>
                  <a:ext uri="{FF2B5EF4-FFF2-40B4-BE49-F238E27FC236}">
                    <a16:creationId xmlns:a16="http://schemas.microsoft.com/office/drawing/2014/main" id="{9A314CCF-1314-7663-E46C-FCEA12D7674E}"/>
                  </a:ext>
                </a:extLst>
              </p:cNvPr>
              <p:cNvSpPr/>
              <p:nvPr/>
            </p:nvSpPr>
            <p:spPr>
              <a:xfrm>
                <a:off x="3638435" y="3549396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7" name="object 27">
                <a:extLst>
                  <a:ext uri="{FF2B5EF4-FFF2-40B4-BE49-F238E27FC236}">
                    <a16:creationId xmlns:a16="http://schemas.microsoft.com/office/drawing/2014/main" id="{E942E2B6-B76B-3926-79F7-8F94E1DFD18E}"/>
                  </a:ext>
                </a:extLst>
              </p:cNvPr>
              <p:cNvSpPr/>
              <p:nvPr/>
            </p:nvSpPr>
            <p:spPr>
              <a:xfrm>
                <a:off x="6252083" y="3214116"/>
                <a:ext cx="1238250" cy="69596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960">
                    <a:moveTo>
                      <a:pt x="1238249" y="695705"/>
                    </a:moveTo>
                    <a:lnTo>
                      <a:pt x="1238249" y="0"/>
                    </a:lnTo>
                    <a:lnTo>
                      <a:pt x="0" y="0"/>
                    </a:lnTo>
                    <a:lnTo>
                      <a:pt x="0" y="695705"/>
                    </a:lnTo>
                    <a:lnTo>
                      <a:pt x="1238249" y="695705"/>
                    </a:lnTo>
                    <a:close/>
                  </a:path>
                </a:pathLst>
              </a:custGeom>
              <a:solidFill>
                <a:srgbClr val="EAEAEA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8" name="object 28">
                <a:extLst>
                  <a:ext uri="{FF2B5EF4-FFF2-40B4-BE49-F238E27FC236}">
                    <a16:creationId xmlns:a16="http://schemas.microsoft.com/office/drawing/2014/main" id="{B40B10A7-EC90-63DF-6307-52B7751F8F2B}"/>
                  </a:ext>
                </a:extLst>
              </p:cNvPr>
              <p:cNvSpPr/>
              <p:nvPr/>
            </p:nvSpPr>
            <p:spPr>
              <a:xfrm>
                <a:off x="6251321" y="3214116"/>
                <a:ext cx="1238250" cy="69596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960">
                    <a:moveTo>
                      <a:pt x="0" y="0"/>
                    </a:moveTo>
                    <a:lnTo>
                      <a:pt x="0" y="695705"/>
                    </a:lnTo>
                    <a:lnTo>
                      <a:pt x="1238250" y="695705"/>
                    </a:lnTo>
                    <a:lnTo>
                      <a:pt x="12382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9" name="object 29">
                <a:extLst>
                  <a:ext uri="{FF2B5EF4-FFF2-40B4-BE49-F238E27FC236}">
                    <a16:creationId xmlns:a16="http://schemas.microsoft.com/office/drawing/2014/main" id="{3C4E8A9A-F5CD-5651-DF45-61B04ABEFDF4}"/>
                  </a:ext>
                </a:extLst>
              </p:cNvPr>
              <p:cNvSpPr/>
              <p:nvPr/>
            </p:nvSpPr>
            <p:spPr>
              <a:xfrm>
                <a:off x="6259715" y="3557016"/>
                <a:ext cx="121475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14754">
                    <a:moveTo>
                      <a:pt x="0" y="0"/>
                    </a:moveTo>
                    <a:lnTo>
                      <a:pt x="1214628" y="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0" name="object 30">
                <a:extLst>
                  <a:ext uri="{FF2B5EF4-FFF2-40B4-BE49-F238E27FC236}">
                    <a16:creationId xmlns:a16="http://schemas.microsoft.com/office/drawing/2014/main" id="{0B8FF4C6-C16C-A00D-52CB-DDAD05B57B4A}"/>
                  </a:ext>
                </a:extLst>
              </p:cNvPr>
              <p:cNvSpPr/>
              <p:nvPr/>
            </p:nvSpPr>
            <p:spPr>
              <a:xfrm>
                <a:off x="6668909" y="3214116"/>
                <a:ext cx="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h="335279">
                    <a:moveTo>
                      <a:pt x="0" y="0"/>
                    </a:moveTo>
                    <a:lnTo>
                      <a:pt x="0" y="33528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1" name="object 31">
                <a:extLst>
                  <a:ext uri="{FF2B5EF4-FFF2-40B4-BE49-F238E27FC236}">
                    <a16:creationId xmlns:a16="http://schemas.microsoft.com/office/drawing/2014/main" id="{BAE4D4E0-F5D4-1ABD-F270-C6666825AD34}"/>
                  </a:ext>
                </a:extLst>
              </p:cNvPr>
              <p:cNvSpPr/>
              <p:nvPr/>
            </p:nvSpPr>
            <p:spPr>
              <a:xfrm>
                <a:off x="7091819" y="3222498"/>
                <a:ext cx="0" cy="334645"/>
              </a:xfrm>
              <a:custGeom>
                <a:avLst/>
                <a:gdLst/>
                <a:ahLst/>
                <a:cxnLst/>
                <a:rect l="l" t="t" r="r" b="b"/>
                <a:pathLst>
                  <a:path h="334645">
                    <a:moveTo>
                      <a:pt x="0" y="0"/>
                    </a:moveTo>
                    <a:lnTo>
                      <a:pt x="0" y="334518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2" name="object 32">
                <a:extLst>
                  <a:ext uri="{FF2B5EF4-FFF2-40B4-BE49-F238E27FC236}">
                    <a16:creationId xmlns:a16="http://schemas.microsoft.com/office/drawing/2014/main" id="{D574EEDE-F847-6797-677D-0D535DE9E604}"/>
                  </a:ext>
                </a:extLst>
              </p:cNvPr>
              <p:cNvSpPr/>
              <p:nvPr/>
            </p:nvSpPr>
            <p:spPr>
              <a:xfrm>
                <a:off x="6550037" y="3549396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3" name="object 33">
                <a:extLst>
                  <a:ext uri="{FF2B5EF4-FFF2-40B4-BE49-F238E27FC236}">
                    <a16:creationId xmlns:a16="http://schemas.microsoft.com/office/drawing/2014/main" id="{116DFC35-F289-4EC1-969E-DB10B8746AAE}"/>
                  </a:ext>
                </a:extLst>
              </p:cNvPr>
              <p:cNvSpPr/>
              <p:nvPr/>
            </p:nvSpPr>
            <p:spPr>
              <a:xfrm>
                <a:off x="6867791" y="3549396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4" name="object 34">
                <a:extLst>
                  <a:ext uri="{FF2B5EF4-FFF2-40B4-BE49-F238E27FC236}">
                    <a16:creationId xmlns:a16="http://schemas.microsoft.com/office/drawing/2014/main" id="{D05A6163-656F-D455-C544-C5CAF4733663}"/>
                  </a:ext>
                </a:extLst>
              </p:cNvPr>
              <p:cNvSpPr/>
              <p:nvPr/>
            </p:nvSpPr>
            <p:spPr>
              <a:xfrm>
                <a:off x="7187069" y="3549396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5" name="object 35">
                <a:extLst>
                  <a:ext uri="{FF2B5EF4-FFF2-40B4-BE49-F238E27FC236}">
                    <a16:creationId xmlns:a16="http://schemas.microsoft.com/office/drawing/2014/main" id="{7AC1319F-64CE-180B-DD84-0E21F06E888F}"/>
                  </a:ext>
                </a:extLst>
              </p:cNvPr>
              <p:cNvSpPr/>
              <p:nvPr/>
            </p:nvSpPr>
            <p:spPr>
              <a:xfrm>
                <a:off x="1044587" y="4744974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1238250" y="694944"/>
                    </a:moveTo>
                    <a:lnTo>
                      <a:pt x="1238250" y="0"/>
                    </a:lnTo>
                    <a:lnTo>
                      <a:pt x="0" y="0"/>
                    </a:lnTo>
                    <a:lnTo>
                      <a:pt x="0" y="694944"/>
                    </a:lnTo>
                    <a:lnTo>
                      <a:pt x="1238250" y="694944"/>
                    </a:lnTo>
                    <a:close/>
                  </a:path>
                </a:pathLst>
              </a:custGeom>
              <a:solidFill>
                <a:srgbClr val="EAEAEA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ABBC300D-CC69-9DAB-3224-7416FFB5AC57}"/>
                  </a:ext>
                </a:extLst>
              </p:cNvPr>
              <p:cNvSpPr/>
              <p:nvPr/>
            </p:nvSpPr>
            <p:spPr>
              <a:xfrm>
                <a:off x="1044587" y="4744974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0" y="0"/>
                    </a:moveTo>
                    <a:lnTo>
                      <a:pt x="0" y="694944"/>
                    </a:lnTo>
                    <a:lnTo>
                      <a:pt x="1238250" y="694944"/>
                    </a:lnTo>
                    <a:lnTo>
                      <a:pt x="12382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7" name="object 37">
                <a:extLst>
                  <a:ext uri="{FF2B5EF4-FFF2-40B4-BE49-F238E27FC236}">
                    <a16:creationId xmlns:a16="http://schemas.microsoft.com/office/drawing/2014/main" id="{C8940EDE-97F3-7C3A-37AD-6EB032347730}"/>
                  </a:ext>
                </a:extLst>
              </p:cNvPr>
              <p:cNvSpPr/>
              <p:nvPr/>
            </p:nvSpPr>
            <p:spPr>
              <a:xfrm>
                <a:off x="1052969" y="5087873"/>
                <a:ext cx="1214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14120">
                    <a:moveTo>
                      <a:pt x="0" y="0"/>
                    </a:moveTo>
                    <a:lnTo>
                      <a:pt x="1213866" y="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8" name="object 38">
                <a:extLst>
                  <a:ext uri="{FF2B5EF4-FFF2-40B4-BE49-F238E27FC236}">
                    <a16:creationId xmlns:a16="http://schemas.microsoft.com/office/drawing/2014/main" id="{06F1DA84-6006-58B3-C71D-41064BB997AD}"/>
                  </a:ext>
                </a:extLst>
              </p:cNvPr>
              <p:cNvSpPr/>
              <p:nvPr/>
            </p:nvSpPr>
            <p:spPr>
              <a:xfrm>
                <a:off x="1462163" y="4744974"/>
                <a:ext cx="0" cy="334645"/>
              </a:xfrm>
              <a:custGeom>
                <a:avLst/>
                <a:gdLst/>
                <a:ahLst/>
                <a:cxnLst/>
                <a:rect l="l" t="t" r="r" b="b"/>
                <a:pathLst>
                  <a:path h="334645">
                    <a:moveTo>
                      <a:pt x="0" y="0"/>
                    </a:moveTo>
                    <a:lnTo>
                      <a:pt x="0" y="334518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9" name="object 39">
                <a:extLst>
                  <a:ext uri="{FF2B5EF4-FFF2-40B4-BE49-F238E27FC236}">
                    <a16:creationId xmlns:a16="http://schemas.microsoft.com/office/drawing/2014/main" id="{6D21B5E5-4EB1-8FC6-FE5F-2D13F9F52012}"/>
                  </a:ext>
                </a:extLst>
              </p:cNvPr>
              <p:cNvSpPr/>
              <p:nvPr/>
            </p:nvSpPr>
            <p:spPr>
              <a:xfrm>
                <a:off x="1884311" y="4752594"/>
                <a:ext cx="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h="335279">
                    <a:moveTo>
                      <a:pt x="0" y="0"/>
                    </a:moveTo>
                    <a:lnTo>
                      <a:pt x="0" y="335279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0" name="object 40">
                <a:extLst>
                  <a:ext uri="{FF2B5EF4-FFF2-40B4-BE49-F238E27FC236}">
                    <a16:creationId xmlns:a16="http://schemas.microsoft.com/office/drawing/2014/main" id="{08282290-A4E8-5927-95B4-15E0EA5C9E2A}"/>
                  </a:ext>
                </a:extLst>
              </p:cNvPr>
              <p:cNvSpPr/>
              <p:nvPr/>
            </p:nvSpPr>
            <p:spPr>
              <a:xfrm>
                <a:off x="1343291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5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1" name="object 41">
                <a:extLst>
                  <a:ext uri="{FF2B5EF4-FFF2-40B4-BE49-F238E27FC236}">
                    <a16:creationId xmlns:a16="http://schemas.microsoft.com/office/drawing/2014/main" id="{BB810304-3FE5-509D-629C-6A80C28D0EA6}"/>
                  </a:ext>
                </a:extLst>
              </p:cNvPr>
              <p:cNvSpPr/>
              <p:nvPr/>
            </p:nvSpPr>
            <p:spPr>
              <a:xfrm>
                <a:off x="1660283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5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2" name="object 42">
                <a:extLst>
                  <a:ext uri="{FF2B5EF4-FFF2-40B4-BE49-F238E27FC236}">
                    <a16:creationId xmlns:a16="http://schemas.microsoft.com/office/drawing/2014/main" id="{E17C813F-733B-3836-D53F-4FA8AEB381D9}"/>
                  </a:ext>
                </a:extLst>
              </p:cNvPr>
              <p:cNvSpPr/>
              <p:nvPr/>
            </p:nvSpPr>
            <p:spPr>
              <a:xfrm>
                <a:off x="1979561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5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3" name="object 43">
                <a:extLst>
                  <a:ext uri="{FF2B5EF4-FFF2-40B4-BE49-F238E27FC236}">
                    <a16:creationId xmlns:a16="http://schemas.microsoft.com/office/drawing/2014/main" id="{4B0D6BC8-92B9-CACF-4457-05E540E0C6BB}"/>
                  </a:ext>
                </a:extLst>
              </p:cNvPr>
              <p:cNvSpPr/>
              <p:nvPr/>
            </p:nvSpPr>
            <p:spPr>
              <a:xfrm>
                <a:off x="2530487" y="4744974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1238249" y="694944"/>
                    </a:moveTo>
                    <a:lnTo>
                      <a:pt x="1238249" y="0"/>
                    </a:lnTo>
                    <a:lnTo>
                      <a:pt x="0" y="0"/>
                    </a:lnTo>
                    <a:lnTo>
                      <a:pt x="0" y="694944"/>
                    </a:lnTo>
                    <a:lnTo>
                      <a:pt x="1238249" y="694944"/>
                    </a:lnTo>
                    <a:close/>
                  </a:path>
                </a:pathLst>
              </a:custGeom>
              <a:solidFill>
                <a:srgbClr val="EAEAEA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4" name="object 44">
                <a:extLst>
                  <a:ext uri="{FF2B5EF4-FFF2-40B4-BE49-F238E27FC236}">
                    <a16:creationId xmlns:a16="http://schemas.microsoft.com/office/drawing/2014/main" id="{6353FC3C-2502-1738-A260-3B6B0F661942}"/>
                  </a:ext>
                </a:extLst>
              </p:cNvPr>
              <p:cNvSpPr/>
              <p:nvPr/>
            </p:nvSpPr>
            <p:spPr>
              <a:xfrm>
                <a:off x="2530487" y="4744974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0" y="0"/>
                    </a:moveTo>
                    <a:lnTo>
                      <a:pt x="0" y="694944"/>
                    </a:lnTo>
                    <a:lnTo>
                      <a:pt x="1238249" y="694944"/>
                    </a:lnTo>
                    <a:lnTo>
                      <a:pt x="1238249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5" name="object 45">
                <a:extLst>
                  <a:ext uri="{FF2B5EF4-FFF2-40B4-BE49-F238E27FC236}">
                    <a16:creationId xmlns:a16="http://schemas.microsoft.com/office/drawing/2014/main" id="{B8904E39-8BF8-AB5B-3777-2982F9E4B599}"/>
                  </a:ext>
                </a:extLst>
              </p:cNvPr>
              <p:cNvSpPr/>
              <p:nvPr/>
            </p:nvSpPr>
            <p:spPr>
              <a:xfrm>
                <a:off x="2538869" y="5087873"/>
                <a:ext cx="1214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14120">
                    <a:moveTo>
                      <a:pt x="0" y="0"/>
                    </a:moveTo>
                    <a:lnTo>
                      <a:pt x="1213866" y="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6" name="object 46">
                <a:extLst>
                  <a:ext uri="{FF2B5EF4-FFF2-40B4-BE49-F238E27FC236}">
                    <a16:creationId xmlns:a16="http://schemas.microsoft.com/office/drawing/2014/main" id="{CFDCBBD7-7C3B-A774-E8CB-C9F11455DC58}"/>
                  </a:ext>
                </a:extLst>
              </p:cNvPr>
              <p:cNvSpPr/>
              <p:nvPr/>
            </p:nvSpPr>
            <p:spPr>
              <a:xfrm>
                <a:off x="2948063" y="4744974"/>
                <a:ext cx="0" cy="334645"/>
              </a:xfrm>
              <a:custGeom>
                <a:avLst/>
                <a:gdLst/>
                <a:ahLst/>
                <a:cxnLst/>
                <a:rect l="l" t="t" r="r" b="b"/>
                <a:pathLst>
                  <a:path h="334645">
                    <a:moveTo>
                      <a:pt x="0" y="0"/>
                    </a:moveTo>
                    <a:lnTo>
                      <a:pt x="0" y="334518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7" name="object 47">
                <a:extLst>
                  <a:ext uri="{FF2B5EF4-FFF2-40B4-BE49-F238E27FC236}">
                    <a16:creationId xmlns:a16="http://schemas.microsoft.com/office/drawing/2014/main" id="{6C2F407F-8ED3-4952-64B4-149E7186EB43}"/>
                  </a:ext>
                </a:extLst>
              </p:cNvPr>
              <p:cNvSpPr/>
              <p:nvPr/>
            </p:nvSpPr>
            <p:spPr>
              <a:xfrm>
                <a:off x="3370211" y="4752594"/>
                <a:ext cx="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h="335279">
                    <a:moveTo>
                      <a:pt x="0" y="0"/>
                    </a:moveTo>
                    <a:lnTo>
                      <a:pt x="0" y="335279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8" name="object 48">
                <a:extLst>
                  <a:ext uri="{FF2B5EF4-FFF2-40B4-BE49-F238E27FC236}">
                    <a16:creationId xmlns:a16="http://schemas.microsoft.com/office/drawing/2014/main" id="{7C49AE19-E2C8-7872-A6BB-2E1D50196006}"/>
                  </a:ext>
                </a:extLst>
              </p:cNvPr>
              <p:cNvSpPr/>
              <p:nvPr/>
            </p:nvSpPr>
            <p:spPr>
              <a:xfrm>
                <a:off x="2829191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5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9" name="object 49">
                <a:extLst>
                  <a:ext uri="{FF2B5EF4-FFF2-40B4-BE49-F238E27FC236}">
                    <a16:creationId xmlns:a16="http://schemas.microsoft.com/office/drawing/2014/main" id="{C02E9069-864E-8691-BE5A-CCF6194AD614}"/>
                  </a:ext>
                </a:extLst>
              </p:cNvPr>
              <p:cNvSpPr/>
              <p:nvPr/>
            </p:nvSpPr>
            <p:spPr>
              <a:xfrm>
                <a:off x="3146183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5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0" name="object 50">
                <a:extLst>
                  <a:ext uri="{FF2B5EF4-FFF2-40B4-BE49-F238E27FC236}">
                    <a16:creationId xmlns:a16="http://schemas.microsoft.com/office/drawing/2014/main" id="{8E8E72D9-2E76-684B-CEC0-5C0F5F730DD6}"/>
                  </a:ext>
                </a:extLst>
              </p:cNvPr>
              <p:cNvSpPr/>
              <p:nvPr/>
            </p:nvSpPr>
            <p:spPr>
              <a:xfrm>
                <a:off x="3465461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5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1" name="object 51">
                <a:extLst>
                  <a:ext uri="{FF2B5EF4-FFF2-40B4-BE49-F238E27FC236}">
                    <a16:creationId xmlns:a16="http://schemas.microsoft.com/office/drawing/2014/main" id="{094A3C9D-03E8-9209-49F1-A5FE89DFF046}"/>
                  </a:ext>
                </a:extLst>
              </p:cNvPr>
              <p:cNvSpPr/>
              <p:nvPr/>
            </p:nvSpPr>
            <p:spPr>
              <a:xfrm>
                <a:off x="4016387" y="4744974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1238250" y="694944"/>
                    </a:moveTo>
                    <a:lnTo>
                      <a:pt x="1238250" y="0"/>
                    </a:lnTo>
                    <a:lnTo>
                      <a:pt x="0" y="0"/>
                    </a:lnTo>
                    <a:lnTo>
                      <a:pt x="0" y="694944"/>
                    </a:lnTo>
                    <a:lnTo>
                      <a:pt x="1238250" y="694944"/>
                    </a:lnTo>
                    <a:close/>
                  </a:path>
                </a:pathLst>
              </a:custGeom>
              <a:solidFill>
                <a:srgbClr val="EAEAEA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2" name="object 52">
                <a:extLst>
                  <a:ext uri="{FF2B5EF4-FFF2-40B4-BE49-F238E27FC236}">
                    <a16:creationId xmlns:a16="http://schemas.microsoft.com/office/drawing/2014/main" id="{3D2E8F7A-616B-DB5D-B34B-045369E0854E}"/>
                  </a:ext>
                </a:extLst>
              </p:cNvPr>
              <p:cNvSpPr/>
              <p:nvPr/>
            </p:nvSpPr>
            <p:spPr>
              <a:xfrm>
                <a:off x="4016387" y="4744974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0" y="0"/>
                    </a:moveTo>
                    <a:lnTo>
                      <a:pt x="0" y="694944"/>
                    </a:lnTo>
                    <a:lnTo>
                      <a:pt x="1238250" y="694944"/>
                    </a:lnTo>
                    <a:lnTo>
                      <a:pt x="12382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3" name="object 53">
                <a:extLst>
                  <a:ext uri="{FF2B5EF4-FFF2-40B4-BE49-F238E27FC236}">
                    <a16:creationId xmlns:a16="http://schemas.microsoft.com/office/drawing/2014/main" id="{EE8F7934-9688-BD3C-1C70-6918E51D62FF}"/>
                  </a:ext>
                </a:extLst>
              </p:cNvPr>
              <p:cNvSpPr/>
              <p:nvPr/>
            </p:nvSpPr>
            <p:spPr>
              <a:xfrm>
                <a:off x="4024769" y="5087873"/>
                <a:ext cx="1214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14120">
                    <a:moveTo>
                      <a:pt x="0" y="0"/>
                    </a:moveTo>
                    <a:lnTo>
                      <a:pt x="1213866" y="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4" name="object 54">
                <a:extLst>
                  <a:ext uri="{FF2B5EF4-FFF2-40B4-BE49-F238E27FC236}">
                    <a16:creationId xmlns:a16="http://schemas.microsoft.com/office/drawing/2014/main" id="{575C6530-92B0-26DB-DF48-555055FA7AC7}"/>
                  </a:ext>
                </a:extLst>
              </p:cNvPr>
              <p:cNvSpPr/>
              <p:nvPr/>
            </p:nvSpPr>
            <p:spPr>
              <a:xfrm>
                <a:off x="4433963" y="4744974"/>
                <a:ext cx="0" cy="334645"/>
              </a:xfrm>
              <a:custGeom>
                <a:avLst/>
                <a:gdLst/>
                <a:ahLst/>
                <a:cxnLst/>
                <a:rect l="l" t="t" r="r" b="b"/>
                <a:pathLst>
                  <a:path h="334645">
                    <a:moveTo>
                      <a:pt x="0" y="0"/>
                    </a:moveTo>
                    <a:lnTo>
                      <a:pt x="0" y="334518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5" name="object 55">
                <a:extLst>
                  <a:ext uri="{FF2B5EF4-FFF2-40B4-BE49-F238E27FC236}">
                    <a16:creationId xmlns:a16="http://schemas.microsoft.com/office/drawing/2014/main" id="{7DBCE902-2FE4-A477-1CD7-31F042089F4E}"/>
                  </a:ext>
                </a:extLst>
              </p:cNvPr>
              <p:cNvSpPr/>
              <p:nvPr/>
            </p:nvSpPr>
            <p:spPr>
              <a:xfrm>
                <a:off x="4856111" y="4752594"/>
                <a:ext cx="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h="335279">
                    <a:moveTo>
                      <a:pt x="0" y="0"/>
                    </a:moveTo>
                    <a:lnTo>
                      <a:pt x="0" y="335279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6" name="object 56">
                <a:extLst>
                  <a:ext uri="{FF2B5EF4-FFF2-40B4-BE49-F238E27FC236}">
                    <a16:creationId xmlns:a16="http://schemas.microsoft.com/office/drawing/2014/main" id="{96A89A86-8CC6-7878-D219-C69375C9EA55}"/>
                  </a:ext>
                </a:extLst>
              </p:cNvPr>
              <p:cNvSpPr/>
              <p:nvPr/>
            </p:nvSpPr>
            <p:spPr>
              <a:xfrm>
                <a:off x="4315091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5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7" name="object 57">
                <a:extLst>
                  <a:ext uri="{FF2B5EF4-FFF2-40B4-BE49-F238E27FC236}">
                    <a16:creationId xmlns:a16="http://schemas.microsoft.com/office/drawing/2014/main" id="{39A16BCA-D7C0-56FA-1B8D-B46BDED5AE9D}"/>
                  </a:ext>
                </a:extLst>
              </p:cNvPr>
              <p:cNvSpPr/>
              <p:nvPr/>
            </p:nvSpPr>
            <p:spPr>
              <a:xfrm>
                <a:off x="4632083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5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8" name="object 58">
                <a:extLst>
                  <a:ext uri="{FF2B5EF4-FFF2-40B4-BE49-F238E27FC236}">
                    <a16:creationId xmlns:a16="http://schemas.microsoft.com/office/drawing/2014/main" id="{2925DD5D-C707-2757-6273-C956BBBF28EA}"/>
                  </a:ext>
                </a:extLst>
              </p:cNvPr>
              <p:cNvSpPr/>
              <p:nvPr/>
            </p:nvSpPr>
            <p:spPr>
              <a:xfrm>
                <a:off x="4951361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5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9" name="object 59">
                <a:extLst>
                  <a:ext uri="{FF2B5EF4-FFF2-40B4-BE49-F238E27FC236}">
                    <a16:creationId xmlns:a16="http://schemas.microsoft.com/office/drawing/2014/main" id="{A3F8B805-CBF6-A4C1-FAC4-CD78C4B8EED3}"/>
                  </a:ext>
                </a:extLst>
              </p:cNvPr>
              <p:cNvSpPr/>
              <p:nvPr/>
            </p:nvSpPr>
            <p:spPr>
              <a:xfrm>
                <a:off x="5502287" y="4744974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1238250" y="694944"/>
                    </a:moveTo>
                    <a:lnTo>
                      <a:pt x="1238250" y="0"/>
                    </a:lnTo>
                    <a:lnTo>
                      <a:pt x="0" y="0"/>
                    </a:lnTo>
                    <a:lnTo>
                      <a:pt x="0" y="694944"/>
                    </a:lnTo>
                    <a:lnTo>
                      <a:pt x="1238250" y="694944"/>
                    </a:lnTo>
                    <a:close/>
                  </a:path>
                </a:pathLst>
              </a:custGeom>
              <a:solidFill>
                <a:srgbClr val="EAEAEA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0" name="object 60">
                <a:extLst>
                  <a:ext uri="{FF2B5EF4-FFF2-40B4-BE49-F238E27FC236}">
                    <a16:creationId xmlns:a16="http://schemas.microsoft.com/office/drawing/2014/main" id="{05DB1E67-DB5A-A8B2-4E61-507BC25075A4}"/>
                  </a:ext>
                </a:extLst>
              </p:cNvPr>
              <p:cNvSpPr/>
              <p:nvPr/>
            </p:nvSpPr>
            <p:spPr>
              <a:xfrm>
                <a:off x="5502287" y="4744974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0" y="0"/>
                    </a:moveTo>
                    <a:lnTo>
                      <a:pt x="0" y="694944"/>
                    </a:lnTo>
                    <a:lnTo>
                      <a:pt x="1238250" y="694944"/>
                    </a:lnTo>
                    <a:lnTo>
                      <a:pt x="12382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1" name="object 61">
                <a:extLst>
                  <a:ext uri="{FF2B5EF4-FFF2-40B4-BE49-F238E27FC236}">
                    <a16:creationId xmlns:a16="http://schemas.microsoft.com/office/drawing/2014/main" id="{02C97050-856E-2B39-A91F-E79AD0EEDA76}"/>
                  </a:ext>
                </a:extLst>
              </p:cNvPr>
              <p:cNvSpPr/>
              <p:nvPr/>
            </p:nvSpPr>
            <p:spPr>
              <a:xfrm>
                <a:off x="5510669" y="5087873"/>
                <a:ext cx="1214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14120">
                    <a:moveTo>
                      <a:pt x="0" y="0"/>
                    </a:moveTo>
                    <a:lnTo>
                      <a:pt x="1213866" y="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2" name="object 62">
                <a:extLst>
                  <a:ext uri="{FF2B5EF4-FFF2-40B4-BE49-F238E27FC236}">
                    <a16:creationId xmlns:a16="http://schemas.microsoft.com/office/drawing/2014/main" id="{75D0B493-7CE4-41A2-E55F-5AAB2DD6EE87}"/>
                  </a:ext>
                </a:extLst>
              </p:cNvPr>
              <p:cNvSpPr/>
              <p:nvPr/>
            </p:nvSpPr>
            <p:spPr>
              <a:xfrm>
                <a:off x="5919863" y="4744974"/>
                <a:ext cx="0" cy="334645"/>
              </a:xfrm>
              <a:custGeom>
                <a:avLst/>
                <a:gdLst/>
                <a:ahLst/>
                <a:cxnLst/>
                <a:rect l="l" t="t" r="r" b="b"/>
                <a:pathLst>
                  <a:path h="334645">
                    <a:moveTo>
                      <a:pt x="0" y="0"/>
                    </a:moveTo>
                    <a:lnTo>
                      <a:pt x="0" y="334518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3" name="object 63">
                <a:extLst>
                  <a:ext uri="{FF2B5EF4-FFF2-40B4-BE49-F238E27FC236}">
                    <a16:creationId xmlns:a16="http://schemas.microsoft.com/office/drawing/2014/main" id="{F0F9858D-49D6-2021-A4F0-2EFCEDDB64F5}"/>
                  </a:ext>
                </a:extLst>
              </p:cNvPr>
              <p:cNvSpPr/>
              <p:nvPr/>
            </p:nvSpPr>
            <p:spPr>
              <a:xfrm>
                <a:off x="6342011" y="4752594"/>
                <a:ext cx="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h="335279">
                    <a:moveTo>
                      <a:pt x="0" y="0"/>
                    </a:moveTo>
                    <a:lnTo>
                      <a:pt x="0" y="335279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4" name="object 64">
                <a:extLst>
                  <a:ext uri="{FF2B5EF4-FFF2-40B4-BE49-F238E27FC236}">
                    <a16:creationId xmlns:a16="http://schemas.microsoft.com/office/drawing/2014/main" id="{42EC640B-987D-E163-2DD8-8796AE4CA621}"/>
                  </a:ext>
                </a:extLst>
              </p:cNvPr>
              <p:cNvSpPr/>
              <p:nvPr/>
            </p:nvSpPr>
            <p:spPr>
              <a:xfrm>
                <a:off x="5800991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5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5" name="object 65">
                <a:extLst>
                  <a:ext uri="{FF2B5EF4-FFF2-40B4-BE49-F238E27FC236}">
                    <a16:creationId xmlns:a16="http://schemas.microsoft.com/office/drawing/2014/main" id="{3E45628E-E5A7-59C4-3DD1-E9E92EAF45AE}"/>
                  </a:ext>
                </a:extLst>
              </p:cNvPr>
              <p:cNvSpPr/>
              <p:nvPr/>
            </p:nvSpPr>
            <p:spPr>
              <a:xfrm>
                <a:off x="6117983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5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6" name="object 66">
                <a:extLst>
                  <a:ext uri="{FF2B5EF4-FFF2-40B4-BE49-F238E27FC236}">
                    <a16:creationId xmlns:a16="http://schemas.microsoft.com/office/drawing/2014/main" id="{DA490993-3893-F4F2-F954-87B4550E4FC0}"/>
                  </a:ext>
                </a:extLst>
              </p:cNvPr>
              <p:cNvSpPr/>
              <p:nvPr/>
            </p:nvSpPr>
            <p:spPr>
              <a:xfrm>
                <a:off x="6437261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5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7" name="object 67">
                <a:extLst>
                  <a:ext uri="{FF2B5EF4-FFF2-40B4-BE49-F238E27FC236}">
                    <a16:creationId xmlns:a16="http://schemas.microsoft.com/office/drawing/2014/main" id="{5A66C586-8554-3633-B92F-35FFD89A8753}"/>
                  </a:ext>
                </a:extLst>
              </p:cNvPr>
              <p:cNvSpPr/>
              <p:nvPr/>
            </p:nvSpPr>
            <p:spPr>
              <a:xfrm>
                <a:off x="6988174" y="4744974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1238250" y="694944"/>
                    </a:moveTo>
                    <a:lnTo>
                      <a:pt x="1238250" y="0"/>
                    </a:lnTo>
                    <a:lnTo>
                      <a:pt x="0" y="0"/>
                    </a:lnTo>
                    <a:lnTo>
                      <a:pt x="0" y="694944"/>
                    </a:lnTo>
                    <a:lnTo>
                      <a:pt x="1238250" y="694944"/>
                    </a:lnTo>
                    <a:close/>
                  </a:path>
                </a:pathLst>
              </a:custGeom>
              <a:solidFill>
                <a:srgbClr val="EAEAEA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8" name="object 68">
                <a:extLst>
                  <a:ext uri="{FF2B5EF4-FFF2-40B4-BE49-F238E27FC236}">
                    <a16:creationId xmlns:a16="http://schemas.microsoft.com/office/drawing/2014/main" id="{05870DEA-E732-9863-4B1B-4E4870871484}"/>
                  </a:ext>
                </a:extLst>
              </p:cNvPr>
              <p:cNvSpPr/>
              <p:nvPr/>
            </p:nvSpPr>
            <p:spPr>
              <a:xfrm>
                <a:off x="6988174" y="4744974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0" y="0"/>
                    </a:moveTo>
                    <a:lnTo>
                      <a:pt x="0" y="694944"/>
                    </a:lnTo>
                    <a:lnTo>
                      <a:pt x="1238250" y="694944"/>
                    </a:lnTo>
                    <a:lnTo>
                      <a:pt x="12382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9" name="object 69">
                <a:extLst>
                  <a:ext uri="{FF2B5EF4-FFF2-40B4-BE49-F238E27FC236}">
                    <a16:creationId xmlns:a16="http://schemas.microsoft.com/office/drawing/2014/main" id="{906BC59B-B75F-D94F-6D86-6C9669CAA234}"/>
                  </a:ext>
                </a:extLst>
              </p:cNvPr>
              <p:cNvSpPr/>
              <p:nvPr/>
            </p:nvSpPr>
            <p:spPr>
              <a:xfrm>
                <a:off x="6996569" y="5087873"/>
                <a:ext cx="1214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14120">
                    <a:moveTo>
                      <a:pt x="0" y="0"/>
                    </a:moveTo>
                    <a:lnTo>
                      <a:pt x="1213866" y="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0" name="object 70">
                <a:extLst>
                  <a:ext uri="{FF2B5EF4-FFF2-40B4-BE49-F238E27FC236}">
                    <a16:creationId xmlns:a16="http://schemas.microsoft.com/office/drawing/2014/main" id="{307A0E96-0E86-EC9C-4305-FFAA5B1771B9}"/>
                  </a:ext>
                </a:extLst>
              </p:cNvPr>
              <p:cNvSpPr/>
              <p:nvPr/>
            </p:nvSpPr>
            <p:spPr>
              <a:xfrm>
                <a:off x="7405763" y="4744974"/>
                <a:ext cx="0" cy="334645"/>
              </a:xfrm>
              <a:custGeom>
                <a:avLst/>
                <a:gdLst/>
                <a:ahLst/>
                <a:cxnLst/>
                <a:rect l="l" t="t" r="r" b="b"/>
                <a:pathLst>
                  <a:path h="334645">
                    <a:moveTo>
                      <a:pt x="0" y="0"/>
                    </a:moveTo>
                    <a:lnTo>
                      <a:pt x="0" y="334518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1" name="object 71">
                <a:extLst>
                  <a:ext uri="{FF2B5EF4-FFF2-40B4-BE49-F238E27FC236}">
                    <a16:creationId xmlns:a16="http://schemas.microsoft.com/office/drawing/2014/main" id="{6F0D241C-FF88-D61B-D858-D50BF516F280}"/>
                  </a:ext>
                </a:extLst>
              </p:cNvPr>
              <p:cNvSpPr/>
              <p:nvPr/>
            </p:nvSpPr>
            <p:spPr>
              <a:xfrm>
                <a:off x="7827911" y="4752594"/>
                <a:ext cx="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h="335279">
                    <a:moveTo>
                      <a:pt x="0" y="0"/>
                    </a:moveTo>
                    <a:lnTo>
                      <a:pt x="0" y="33528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2" name="object 72">
                <a:extLst>
                  <a:ext uri="{FF2B5EF4-FFF2-40B4-BE49-F238E27FC236}">
                    <a16:creationId xmlns:a16="http://schemas.microsoft.com/office/drawing/2014/main" id="{DDE108D4-6DE0-FD80-859F-82EC55184B53}"/>
                  </a:ext>
                </a:extLst>
              </p:cNvPr>
              <p:cNvSpPr/>
              <p:nvPr/>
            </p:nvSpPr>
            <p:spPr>
              <a:xfrm>
                <a:off x="7286891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3" name="object 73">
                <a:extLst>
                  <a:ext uri="{FF2B5EF4-FFF2-40B4-BE49-F238E27FC236}">
                    <a16:creationId xmlns:a16="http://schemas.microsoft.com/office/drawing/2014/main" id="{B90851AF-3500-92B6-9930-0632BB312EE7}"/>
                  </a:ext>
                </a:extLst>
              </p:cNvPr>
              <p:cNvSpPr/>
              <p:nvPr/>
            </p:nvSpPr>
            <p:spPr>
              <a:xfrm>
                <a:off x="7603883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4" name="object 74">
                <a:extLst>
                  <a:ext uri="{FF2B5EF4-FFF2-40B4-BE49-F238E27FC236}">
                    <a16:creationId xmlns:a16="http://schemas.microsoft.com/office/drawing/2014/main" id="{ED5B9E38-0F6F-E1DC-64D0-5CB547881E07}"/>
                  </a:ext>
                </a:extLst>
              </p:cNvPr>
              <p:cNvSpPr/>
              <p:nvPr/>
            </p:nvSpPr>
            <p:spPr>
              <a:xfrm>
                <a:off x="7923161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5" name="object 75">
                <a:extLst>
                  <a:ext uri="{FF2B5EF4-FFF2-40B4-BE49-F238E27FC236}">
                    <a16:creationId xmlns:a16="http://schemas.microsoft.com/office/drawing/2014/main" id="{33C43535-E0F6-8994-8C3F-F2EDF835B197}"/>
                  </a:ext>
                </a:extLst>
              </p:cNvPr>
              <p:cNvSpPr/>
              <p:nvPr/>
            </p:nvSpPr>
            <p:spPr>
              <a:xfrm>
                <a:off x="8475599" y="4744974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1238250" y="694944"/>
                    </a:moveTo>
                    <a:lnTo>
                      <a:pt x="1238250" y="0"/>
                    </a:lnTo>
                    <a:lnTo>
                      <a:pt x="0" y="0"/>
                    </a:lnTo>
                    <a:lnTo>
                      <a:pt x="0" y="694944"/>
                    </a:lnTo>
                    <a:lnTo>
                      <a:pt x="1238250" y="694944"/>
                    </a:lnTo>
                    <a:close/>
                  </a:path>
                </a:pathLst>
              </a:custGeom>
              <a:solidFill>
                <a:srgbClr val="EAEAEA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6" name="object 76">
                <a:extLst>
                  <a:ext uri="{FF2B5EF4-FFF2-40B4-BE49-F238E27FC236}">
                    <a16:creationId xmlns:a16="http://schemas.microsoft.com/office/drawing/2014/main" id="{3706B65D-3C7E-E66F-ECAC-6AA47874CCCD}"/>
                  </a:ext>
                </a:extLst>
              </p:cNvPr>
              <p:cNvSpPr/>
              <p:nvPr/>
            </p:nvSpPr>
            <p:spPr>
              <a:xfrm>
                <a:off x="8475599" y="4744974"/>
                <a:ext cx="1238250" cy="6953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95325">
                    <a:moveTo>
                      <a:pt x="0" y="0"/>
                    </a:moveTo>
                    <a:lnTo>
                      <a:pt x="0" y="694944"/>
                    </a:lnTo>
                    <a:lnTo>
                      <a:pt x="1238250" y="694944"/>
                    </a:lnTo>
                    <a:lnTo>
                      <a:pt x="12382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7" name="object 77">
                <a:extLst>
                  <a:ext uri="{FF2B5EF4-FFF2-40B4-BE49-F238E27FC236}">
                    <a16:creationId xmlns:a16="http://schemas.microsoft.com/office/drawing/2014/main" id="{26384710-FEBE-C986-B5FD-42BD0D3A17F8}"/>
                  </a:ext>
                </a:extLst>
              </p:cNvPr>
              <p:cNvSpPr/>
              <p:nvPr/>
            </p:nvSpPr>
            <p:spPr>
              <a:xfrm>
                <a:off x="8483994" y="5087873"/>
                <a:ext cx="1214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14120">
                    <a:moveTo>
                      <a:pt x="0" y="0"/>
                    </a:moveTo>
                    <a:lnTo>
                      <a:pt x="1213866" y="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8" name="object 78">
                <a:extLst>
                  <a:ext uri="{FF2B5EF4-FFF2-40B4-BE49-F238E27FC236}">
                    <a16:creationId xmlns:a16="http://schemas.microsoft.com/office/drawing/2014/main" id="{E4BBB786-238A-3BE6-E6E4-C72B77C6E06D}"/>
                  </a:ext>
                </a:extLst>
              </p:cNvPr>
              <p:cNvSpPr/>
              <p:nvPr/>
            </p:nvSpPr>
            <p:spPr>
              <a:xfrm>
                <a:off x="8893187" y="4744974"/>
                <a:ext cx="0" cy="334645"/>
              </a:xfrm>
              <a:custGeom>
                <a:avLst/>
                <a:gdLst/>
                <a:ahLst/>
                <a:cxnLst/>
                <a:rect l="l" t="t" r="r" b="b"/>
                <a:pathLst>
                  <a:path h="334645">
                    <a:moveTo>
                      <a:pt x="0" y="0"/>
                    </a:moveTo>
                    <a:lnTo>
                      <a:pt x="0" y="334518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9" name="object 79">
                <a:extLst>
                  <a:ext uri="{FF2B5EF4-FFF2-40B4-BE49-F238E27FC236}">
                    <a16:creationId xmlns:a16="http://schemas.microsoft.com/office/drawing/2014/main" id="{CFB06FE5-FDC3-B7E4-8264-2E7F1FA26A99}"/>
                  </a:ext>
                </a:extLst>
              </p:cNvPr>
              <p:cNvSpPr/>
              <p:nvPr/>
            </p:nvSpPr>
            <p:spPr>
              <a:xfrm>
                <a:off x="9315335" y="4752594"/>
                <a:ext cx="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h="335279">
                    <a:moveTo>
                      <a:pt x="0" y="0"/>
                    </a:moveTo>
                    <a:lnTo>
                      <a:pt x="0" y="335280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0" name="object 80">
                <a:extLst>
                  <a:ext uri="{FF2B5EF4-FFF2-40B4-BE49-F238E27FC236}">
                    <a16:creationId xmlns:a16="http://schemas.microsoft.com/office/drawing/2014/main" id="{600D2554-5C66-DA70-4844-C9AA35C2CFEF}"/>
                  </a:ext>
                </a:extLst>
              </p:cNvPr>
              <p:cNvSpPr/>
              <p:nvPr/>
            </p:nvSpPr>
            <p:spPr>
              <a:xfrm>
                <a:off x="8774315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1" name="object 81">
                <a:extLst>
                  <a:ext uri="{FF2B5EF4-FFF2-40B4-BE49-F238E27FC236}">
                    <a16:creationId xmlns:a16="http://schemas.microsoft.com/office/drawing/2014/main" id="{2DF8A55E-BBA4-E36C-86D6-4CB7058E1E33}"/>
                  </a:ext>
                </a:extLst>
              </p:cNvPr>
              <p:cNvSpPr/>
              <p:nvPr/>
            </p:nvSpPr>
            <p:spPr>
              <a:xfrm>
                <a:off x="9092069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2" name="object 82">
                <a:extLst>
                  <a:ext uri="{FF2B5EF4-FFF2-40B4-BE49-F238E27FC236}">
                    <a16:creationId xmlns:a16="http://schemas.microsoft.com/office/drawing/2014/main" id="{02355E58-DA27-3569-6A75-B1707AC9357A}"/>
                  </a:ext>
                </a:extLst>
              </p:cNvPr>
              <p:cNvSpPr/>
              <p:nvPr/>
            </p:nvSpPr>
            <p:spPr>
              <a:xfrm>
                <a:off x="9410585" y="5079492"/>
                <a:ext cx="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h="360679">
                    <a:moveTo>
                      <a:pt x="0" y="0"/>
                    </a:moveTo>
                    <a:lnTo>
                      <a:pt x="0" y="360426"/>
                    </a:lnTo>
                  </a:path>
                </a:pathLst>
              </a:custGeom>
              <a:ln w="12700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045A2C41-612A-A8C0-7156-3EDF737F6591}"/>
                </a:ext>
              </a:extLst>
            </p:cNvPr>
            <p:cNvSpPr txBox="1"/>
            <p:nvPr/>
          </p:nvSpPr>
          <p:spPr>
            <a:xfrm>
              <a:off x="3841445" y="2920321"/>
              <a:ext cx="115164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>
                <a:spcBef>
                  <a:spcPts val="91"/>
                </a:spcBef>
              </a:pPr>
              <a:r>
                <a:rPr sz="1632" b="1" spc="-45" dirty="0">
                  <a:latin typeface="Times New Roman"/>
                  <a:cs typeface="Times New Roman"/>
                </a:rPr>
                <a:t>7</a:t>
              </a:r>
              <a:endParaRPr sz="1632">
                <a:latin typeface="Times New Roman"/>
                <a:cs typeface="Times New Roman"/>
              </a:endParaRPr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A024138A-86C1-6694-99C6-BB35B0BD4876}"/>
                </a:ext>
              </a:extLst>
            </p:cNvPr>
            <p:cNvSpPr txBox="1"/>
            <p:nvPr/>
          </p:nvSpPr>
          <p:spPr>
            <a:xfrm>
              <a:off x="2354458" y="4299516"/>
              <a:ext cx="848181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>
                <a:spcBef>
                  <a:spcPts val="91"/>
                </a:spcBef>
                <a:tabLst>
                  <a:tab pos="344915" algn="l"/>
                  <a:tab pos="731865" algn="l"/>
                </a:tabLst>
              </a:pPr>
              <a:r>
                <a:rPr sz="1632" b="1" spc="-45" dirty="0">
                  <a:latin typeface="Times New Roman"/>
                  <a:cs typeface="Times New Roman"/>
                </a:rPr>
                <a:t>2</a:t>
              </a:r>
              <a:r>
                <a:rPr sz="1632" b="1" dirty="0">
                  <a:latin typeface="Times New Roman"/>
                  <a:cs typeface="Times New Roman"/>
                </a:rPr>
                <a:t>	</a:t>
              </a:r>
              <a:r>
                <a:rPr sz="1632" b="1" spc="-45" dirty="0">
                  <a:latin typeface="Times New Roman"/>
                  <a:cs typeface="Times New Roman"/>
                </a:rPr>
                <a:t>3</a:t>
              </a:r>
              <a:r>
                <a:rPr sz="1632" b="1" dirty="0">
                  <a:latin typeface="Times New Roman"/>
                  <a:cs typeface="Times New Roman"/>
                </a:rPr>
                <a:t>	</a:t>
              </a:r>
              <a:r>
                <a:rPr sz="1632" b="1" spc="-45" dirty="0">
                  <a:latin typeface="Times New Roman"/>
                  <a:cs typeface="Times New Roman"/>
                </a:rPr>
                <a:t>5</a:t>
              </a:r>
              <a:endParaRPr sz="1632">
                <a:latin typeface="Times New Roman"/>
                <a:cs typeface="Times New Roman"/>
              </a:endParaRPr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DFC46807-68DE-C56B-4C7A-5500417A18B1}"/>
                </a:ext>
              </a:extLst>
            </p:cNvPr>
            <p:cNvSpPr txBox="1"/>
            <p:nvPr/>
          </p:nvSpPr>
          <p:spPr>
            <a:xfrm>
              <a:off x="3667339" y="4299516"/>
              <a:ext cx="513054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>
                <a:spcBef>
                  <a:spcPts val="91"/>
                </a:spcBef>
                <a:tabLst>
                  <a:tab pos="293091" algn="l"/>
                </a:tabLst>
              </a:pPr>
              <a:r>
                <a:rPr sz="1632" b="1" spc="-45" dirty="0">
                  <a:latin typeface="Times New Roman"/>
                  <a:cs typeface="Times New Roman"/>
                </a:rPr>
                <a:t>7</a:t>
              </a:r>
              <a:r>
                <a:rPr sz="1632" b="1" dirty="0">
                  <a:latin typeface="Times New Roman"/>
                  <a:cs typeface="Times New Roman"/>
                </a:rPr>
                <a:t>	</a:t>
              </a:r>
              <a:r>
                <a:rPr sz="1632" b="1" spc="-23" dirty="0">
                  <a:latin typeface="Times New Roman"/>
                  <a:cs typeface="Times New Roman"/>
                </a:rPr>
                <a:t>11</a:t>
              </a:r>
              <a:endParaRPr sz="1632">
                <a:latin typeface="Times New Roman"/>
                <a:cs typeface="Times New Roman"/>
              </a:endParaRPr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9C11617D-FD21-9DA8-7B9D-AF68E6E842CC}"/>
                </a:ext>
              </a:extLst>
            </p:cNvPr>
            <p:cNvSpPr txBox="1"/>
            <p:nvPr/>
          </p:nvSpPr>
          <p:spPr>
            <a:xfrm>
              <a:off x="4962909" y="4316783"/>
              <a:ext cx="969679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>
                <a:spcBef>
                  <a:spcPts val="91"/>
                </a:spcBef>
                <a:tabLst>
                  <a:tab pos="379464" algn="l"/>
                  <a:tab pos="750291" algn="l"/>
                </a:tabLst>
              </a:pPr>
              <a:r>
                <a:rPr sz="1632" b="1" spc="-23" dirty="0">
                  <a:latin typeface="Times New Roman"/>
                  <a:cs typeface="Times New Roman"/>
                </a:rPr>
                <a:t>13</a:t>
              </a:r>
              <a:r>
                <a:rPr sz="1632" b="1" dirty="0">
                  <a:latin typeface="Times New Roman"/>
                  <a:cs typeface="Times New Roman"/>
                </a:rPr>
                <a:t>	</a:t>
              </a:r>
              <a:r>
                <a:rPr sz="1632" b="1" spc="-23" dirty="0">
                  <a:latin typeface="Times New Roman"/>
                  <a:cs typeface="Times New Roman"/>
                </a:rPr>
                <a:t>17</a:t>
              </a:r>
              <a:r>
                <a:rPr sz="1632" b="1" dirty="0">
                  <a:latin typeface="Times New Roman"/>
                  <a:cs typeface="Times New Roman"/>
                </a:rPr>
                <a:t>	</a:t>
              </a:r>
              <a:r>
                <a:rPr sz="1632" b="1" spc="-23" dirty="0">
                  <a:latin typeface="Times New Roman"/>
                  <a:cs typeface="Times New Roman"/>
                </a:rPr>
                <a:t>19</a:t>
              </a:r>
              <a:endParaRPr sz="1632">
                <a:latin typeface="Times New Roman"/>
                <a:cs typeface="Times New Roman"/>
              </a:endParaRPr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D6E99DCA-59A2-0F79-BB3F-51BBE99A4CFC}"/>
                </a:ext>
              </a:extLst>
            </p:cNvPr>
            <p:cNvSpPr txBox="1"/>
            <p:nvPr/>
          </p:nvSpPr>
          <p:spPr>
            <a:xfrm>
              <a:off x="6322079" y="4305030"/>
              <a:ext cx="598851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>
                <a:spcBef>
                  <a:spcPts val="91"/>
                </a:spcBef>
                <a:tabLst>
                  <a:tab pos="379464" algn="l"/>
                </a:tabLst>
              </a:pPr>
              <a:r>
                <a:rPr sz="1632" b="1" spc="-23" dirty="0">
                  <a:latin typeface="Times New Roman"/>
                  <a:cs typeface="Times New Roman"/>
                </a:rPr>
                <a:t>23</a:t>
              </a:r>
              <a:r>
                <a:rPr sz="1632" b="1" dirty="0">
                  <a:latin typeface="Times New Roman"/>
                  <a:cs typeface="Times New Roman"/>
                </a:rPr>
                <a:t>	</a:t>
              </a:r>
              <a:r>
                <a:rPr sz="1632" b="1" spc="-23" dirty="0">
                  <a:latin typeface="Times New Roman"/>
                  <a:cs typeface="Times New Roman"/>
                </a:rPr>
                <a:t>29</a:t>
              </a:r>
              <a:endParaRPr sz="1632">
                <a:latin typeface="Times New Roman"/>
                <a:cs typeface="Times New Roman"/>
              </a:endParaRPr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0686D085-6078-EA36-B21A-353EE9C778DE}"/>
                </a:ext>
              </a:extLst>
            </p:cNvPr>
            <p:cNvSpPr txBox="1"/>
            <p:nvPr/>
          </p:nvSpPr>
          <p:spPr>
            <a:xfrm>
              <a:off x="7693686" y="4311249"/>
              <a:ext cx="1926689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>
                <a:spcBef>
                  <a:spcPts val="91"/>
                </a:spcBef>
                <a:tabLst>
                  <a:tab pos="379464" algn="l"/>
                  <a:tab pos="750291" algn="l"/>
                  <a:tab pos="1327260" algn="l"/>
                  <a:tab pos="1707300" algn="l"/>
                </a:tabLst>
              </a:pPr>
              <a:r>
                <a:rPr sz="1632" b="1" spc="-23" dirty="0">
                  <a:latin typeface="Times New Roman"/>
                  <a:cs typeface="Times New Roman"/>
                </a:rPr>
                <a:t>31</a:t>
              </a:r>
              <a:r>
                <a:rPr sz="1632" b="1" dirty="0">
                  <a:latin typeface="Times New Roman"/>
                  <a:cs typeface="Times New Roman"/>
                </a:rPr>
                <a:t>	</a:t>
              </a:r>
              <a:r>
                <a:rPr sz="1632" b="1" spc="-23" dirty="0">
                  <a:latin typeface="Times New Roman"/>
                  <a:cs typeface="Times New Roman"/>
                </a:rPr>
                <a:t>37</a:t>
              </a:r>
              <a:r>
                <a:rPr sz="1632" b="1" dirty="0">
                  <a:latin typeface="Times New Roman"/>
                  <a:cs typeface="Times New Roman"/>
                </a:rPr>
                <a:t>	</a:t>
              </a:r>
              <a:r>
                <a:rPr sz="1632" b="1" spc="-23" dirty="0">
                  <a:latin typeface="Times New Roman"/>
                  <a:cs typeface="Times New Roman"/>
                </a:rPr>
                <a:t>41</a:t>
              </a:r>
              <a:r>
                <a:rPr sz="1632" b="1" dirty="0">
                  <a:latin typeface="Times New Roman"/>
                  <a:cs typeface="Times New Roman"/>
                </a:rPr>
                <a:t>	</a:t>
              </a:r>
              <a:r>
                <a:rPr sz="1632" b="1" spc="-23" dirty="0">
                  <a:latin typeface="Times New Roman"/>
                  <a:cs typeface="Times New Roman"/>
                </a:rPr>
                <a:t>43</a:t>
              </a:r>
              <a:r>
                <a:rPr sz="1632" b="1" dirty="0">
                  <a:latin typeface="Times New Roman"/>
                  <a:cs typeface="Times New Roman"/>
                </a:rPr>
                <a:t>	</a:t>
              </a:r>
              <a:r>
                <a:rPr sz="1632" b="1" spc="-23" dirty="0">
                  <a:latin typeface="Times New Roman"/>
                  <a:cs typeface="Times New Roman"/>
                </a:rPr>
                <a:t>47</a:t>
              </a:r>
              <a:endParaRPr sz="1632">
                <a:latin typeface="Times New Roman"/>
                <a:cs typeface="Times New Roman"/>
              </a:endParaRPr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D93503E3-520A-47D9-C824-63C1F66C5857}"/>
                </a:ext>
              </a:extLst>
            </p:cNvPr>
            <p:cNvSpPr txBox="1"/>
            <p:nvPr/>
          </p:nvSpPr>
          <p:spPr>
            <a:xfrm>
              <a:off x="6997175" y="2913398"/>
              <a:ext cx="969679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>
                <a:spcBef>
                  <a:spcPts val="91"/>
                </a:spcBef>
                <a:tabLst>
                  <a:tab pos="379464" algn="l"/>
                  <a:tab pos="750291" algn="l"/>
                </a:tabLst>
              </a:pPr>
              <a:r>
                <a:rPr sz="1632" b="1" spc="-23" dirty="0">
                  <a:latin typeface="Times New Roman"/>
                  <a:cs typeface="Times New Roman"/>
                </a:rPr>
                <a:t>23</a:t>
              </a:r>
              <a:r>
                <a:rPr sz="1632" b="1" dirty="0">
                  <a:latin typeface="Times New Roman"/>
                  <a:cs typeface="Times New Roman"/>
                </a:rPr>
                <a:t>	</a:t>
              </a:r>
              <a:r>
                <a:rPr sz="1632" b="1" spc="-23" dirty="0">
                  <a:latin typeface="Times New Roman"/>
                  <a:cs typeface="Times New Roman"/>
                </a:rPr>
                <a:t>31</a:t>
              </a:r>
              <a:r>
                <a:rPr sz="1632" b="1" dirty="0">
                  <a:latin typeface="Times New Roman"/>
                  <a:cs typeface="Times New Roman"/>
                </a:rPr>
                <a:t>	</a:t>
              </a:r>
              <a:r>
                <a:rPr sz="1632" b="1" spc="-23" dirty="0">
                  <a:latin typeface="Times New Roman"/>
                  <a:cs typeface="Times New Roman"/>
                </a:rPr>
                <a:t>43</a:t>
              </a:r>
              <a:endParaRPr sz="1632">
                <a:latin typeface="Times New Roman"/>
                <a:cs typeface="Times New Roman"/>
              </a:endParaRPr>
            </a:p>
          </p:txBody>
        </p:sp>
        <p:grpSp>
          <p:nvGrpSpPr>
            <p:cNvPr id="90" name="object 90">
              <a:extLst>
                <a:ext uri="{FF2B5EF4-FFF2-40B4-BE49-F238E27FC236}">
                  <a16:creationId xmlns:a16="http://schemas.microsoft.com/office/drawing/2014/main" id="{9B110947-23BC-0499-3B25-DAD18C57283A}"/>
                </a:ext>
              </a:extLst>
            </p:cNvPr>
            <p:cNvGrpSpPr/>
            <p:nvPr/>
          </p:nvGrpSpPr>
          <p:grpSpPr>
            <a:xfrm>
              <a:off x="2189140" y="2365233"/>
              <a:ext cx="7897928" cy="1946267"/>
              <a:chOff x="1038301" y="2608326"/>
              <a:chExt cx="8709660" cy="2146300"/>
            </a:xfrm>
          </p:grpSpPr>
          <p:sp>
            <p:nvSpPr>
              <p:cNvPr id="91" name="object 91">
                <a:extLst>
                  <a:ext uri="{FF2B5EF4-FFF2-40B4-BE49-F238E27FC236}">
                    <a16:creationId xmlns:a16="http://schemas.microsoft.com/office/drawing/2014/main" id="{C322556B-EBF6-522B-37EA-586B07F6CEF6}"/>
                  </a:ext>
                </a:extLst>
              </p:cNvPr>
              <p:cNvSpPr/>
              <p:nvPr/>
            </p:nvSpPr>
            <p:spPr>
              <a:xfrm>
                <a:off x="1525409" y="2608338"/>
                <a:ext cx="7237730" cy="2146300"/>
              </a:xfrm>
              <a:custGeom>
                <a:avLst/>
                <a:gdLst/>
                <a:ahLst/>
                <a:cxnLst/>
                <a:rect l="l" t="t" r="r" b="b"/>
                <a:pathLst>
                  <a:path w="7237730" h="2146300">
                    <a:moveTo>
                      <a:pt x="1351026" y="1139952"/>
                    </a:moveTo>
                    <a:lnTo>
                      <a:pt x="1350264" y="1136904"/>
                    </a:lnTo>
                    <a:lnTo>
                      <a:pt x="1347216" y="1134618"/>
                    </a:lnTo>
                    <a:lnTo>
                      <a:pt x="1343406" y="1135380"/>
                    </a:lnTo>
                    <a:lnTo>
                      <a:pt x="58940" y="2084171"/>
                    </a:lnTo>
                    <a:lnTo>
                      <a:pt x="38862" y="2057400"/>
                    </a:lnTo>
                    <a:lnTo>
                      <a:pt x="0" y="2133600"/>
                    </a:lnTo>
                    <a:lnTo>
                      <a:pt x="46482" y="2125218"/>
                    </a:lnTo>
                    <a:lnTo>
                      <a:pt x="84582" y="2118360"/>
                    </a:lnTo>
                    <a:lnTo>
                      <a:pt x="64516" y="2091613"/>
                    </a:lnTo>
                    <a:lnTo>
                      <a:pt x="1349502" y="1143000"/>
                    </a:lnTo>
                    <a:lnTo>
                      <a:pt x="1351026" y="1139952"/>
                    </a:lnTo>
                    <a:close/>
                  </a:path>
                  <a:path w="7237730" h="2146300">
                    <a:moveTo>
                      <a:pt x="1611630" y="1167384"/>
                    </a:moveTo>
                    <a:lnTo>
                      <a:pt x="1610868" y="1164336"/>
                    </a:lnTo>
                    <a:lnTo>
                      <a:pt x="1607820" y="1162050"/>
                    </a:lnTo>
                    <a:lnTo>
                      <a:pt x="1604772" y="1162050"/>
                    </a:lnTo>
                    <a:lnTo>
                      <a:pt x="1602486" y="1165098"/>
                    </a:lnTo>
                    <a:lnTo>
                      <a:pt x="1373974" y="2046046"/>
                    </a:lnTo>
                    <a:lnTo>
                      <a:pt x="1373886" y="2046401"/>
                    </a:lnTo>
                    <a:lnTo>
                      <a:pt x="1370838" y="2058162"/>
                    </a:lnTo>
                    <a:lnTo>
                      <a:pt x="1373886" y="2046401"/>
                    </a:lnTo>
                    <a:lnTo>
                      <a:pt x="1373886" y="2046046"/>
                    </a:lnTo>
                    <a:lnTo>
                      <a:pt x="1341120" y="2037588"/>
                    </a:lnTo>
                    <a:lnTo>
                      <a:pt x="1359408" y="2120646"/>
                    </a:lnTo>
                    <a:lnTo>
                      <a:pt x="1370838" y="2107488"/>
                    </a:lnTo>
                    <a:lnTo>
                      <a:pt x="1415034" y="2056638"/>
                    </a:lnTo>
                    <a:lnTo>
                      <a:pt x="1383093" y="2048408"/>
                    </a:lnTo>
                    <a:lnTo>
                      <a:pt x="1611630" y="1167384"/>
                    </a:lnTo>
                    <a:close/>
                  </a:path>
                  <a:path w="7237730" h="2146300">
                    <a:moveTo>
                      <a:pt x="2618232" y="5334"/>
                    </a:moveTo>
                    <a:lnTo>
                      <a:pt x="2617470" y="1524"/>
                    </a:lnTo>
                    <a:lnTo>
                      <a:pt x="2614422" y="0"/>
                    </a:lnTo>
                    <a:lnTo>
                      <a:pt x="2610612" y="762"/>
                    </a:lnTo>
                    <a:lnTo>
                      <a:pt x="1733613" y="559320"/>
                    </a:lnTo>
                    <a:lnTo>
                      <a:pt x="1716024" y="531114"/>
                    </a:lnTo>
                    <a:lnTo>
                      <a:pt x="1671828" y="604266"/>
                    </a:lnTo>
                    <a:lnTo>
                      <a:pt x="1720596" y="599427"/>
                    </a:lnTo>
                    <a:lnTo>
                      <a:pt x="1756410" y="595884"/>
                    </a:lnTo>
                    <a:lnTo>
                      <a:pt x="1738858" y="567753"/>
                    </a:lnTo>
                    <a:lnTo>
                      <a:pt x="2615946" y="8382"/>
                    </a:lnTo>
                    <a:lnTo>
                      <a:pt x="2618232" y="5334"/>
                    </a:lnTo>
                    <a:close/>
                  </a:path>
                  <a:path w="7237730" h="2146300">
                    <a:moveTo>
                      <a:pt x="4799063" y="1176528"/>
                    </a:moveTo>
                    <a:lnTo>
                      <a:pt x="4796015" y="1174242"/>
                    </a:lnTo>
                    <a:lnTo>
                      <a:pt x="4792205" y="1175004"/>
                    </a:lnTo>
                    <a:lnTo>
                      <a:pt x="3147568" y="2079434"/>
                    </a:lnTo>
                    <a:lnTo>
                      <a:pt x="3131807" y="2050542"/>
                    </a:lnTo>
                    <a:lnTo>
                      <a:pt x="3083039" y="2120646"/>
                    </a:lnTo>
                    <a:lnTo>
                      <a:pt x="3131807" y="2118893"/>
                    </a:lnTo>
                    <a:lnTo>
                      <a:pt x="3134093" y="2118817"/>
                    </a:lnTo>
                    <a:lnTo>
                      <a:pt x="3168383" y="2117598"/>
                    </a:lnTo>
                    <a:lnTo>
                      <a:pt x="3152140" y="2087816"/>
                    </a:lnTo>
                    <a:lnTo>
                      <a:pt x="4796777" y="1183386"/>
                    </a:lnTo>
                    <a:lnTo>
                      <a:pt x="4799063" y="1180338"/>
                    </a:lnTo>
                    <a:lnTo>
                      <a:pt x="4799063" y="1176528"/>
                    </a:lnTo>
                    <a:close/>
                  </a:path>
                  <a:path w="7237730" h="2146300">
                    <a:moveTo>
                      <a:pt x="4899660" y="596646"/>
                    </a:moveTo>
                    <a:lnTo>
                      <a:pt x="4837176" y="538734"/>
                    </a:lnTo>
                    <a:lnTo>
                      <a:pt x="4827930" y="570395"/>
                    </a:lnTo>
                    <a:lnTo>
                      <a:pt x="2942082" y="16002"/>
                    </a:lnTo>
                    <a:lnTo>
                      <a:pt x="2938272" y="16002"/>
                    </a:lnTo>
                    <a:lnTo>
                      <a:pt x="2935986" y="19050"/>
                    </a:lnTo>
                    <a:lnTo>
                      <a:pt x="2935986" y="22860"/>
                    </a:lnTo>
                    <a:lnTo>
                      <a:pt x="2939034" y="25146"/>
                    </a:lnTo>
                    <a:lnTo>
                      <a:pt x="4825301" y="579437"/>
                    </a:lnTo>
                    <a:lnTo>
                      <a:pt x="4815840" y="611886"/>
                    </a:lnTo>
                    <a:lnTo>
                      <a:pt x="4843272" y="606894"/>
                    </a:lnTo>
                    <a:lnTo>
                      <a:pt x="4899660" y="596646"/>
                    </a:lnTo>
                    <a:close/>
                  </a:path>
                  <a:path w="7237730" h="2146300">
                    <a:moveTo>
                      <a:pt x="5204460" y="1166622"/>
                    </a:moveTo>
                    <a:lnTo>
                      <a:pt x="5202936" y="1162812"/>
                    </a:lnTo>
                    <a:lnTo>
                      <a:pt x="5199126" y="1162050"/>
                    </a:lnTo>
                    <a:lnTo>
                      <a:pt x="5196078" y="1163574"/>
                    </a:lnTo>
                    <a:lnTo>
                      <a:pt x="4360291" y="2061946"/>
                    </a:lnTo>
                    <a:lnTo>
                      <a:pt x="4335780" y="2039112"/>
                    </a:lnTo>
                    <a:lnTo>
                      <a:pt x="4312158" y="2120646"/>
                    </a:lnTo>
                    <a:lnTo>
                      <a:pt x="4350258" y="2106358"/>
                    </a:lnTo>
                    <a:lnTo>
                      <a:pt x="4391406" y="2090928"/>
                    </a:lnTo>
                    <a:lnTo>
                      <a:pt x="4367009" y="2068207"/>
                    </a:lnTo>
                    <a:lnTo>
                      <a:pt x="5202936" y="1169670"/>
                    </a:lnTo>
                    <a:lnTo>
                      <a:pt x="5204460" y="1166622"/>
                    </a:lnTo>
                    <a:close/>
                  </a:path>
                  <a:path w="7237730" h="2146300">
                    <a:moveTo>
                      <a:pt x="5790425" y="2062734"/>
                    </a:moveTo>
                    <a:lnTo>
                      <a:pt x="5758421" y="2071395"/>
                    </a:lnTo>
                    <a:lnTo>
                      <a:pt x="5758421" y="2089404"/>
                    </a:lnTo>
                    <a:lnTo>
                      <a:pt x="5754611" y="2088642"/>
                    </a:lnTo>
                    <a:lnTo>
                      <a:pt x="5758192" y="2089353"/>
                    </a:lnTo>
                    <a:lnTo>
                      <a:pt x="5758421" y="2089404"/>
                    </a:lnTo>
                    <a:lnTo>
                      <a:pt x="5758421" y="2071395"/>
                    </a:lnTo>
                    <a:lnTo>
                      <a:pt x="5758192" y="2071458"/>
                    </a:lnTo>
                    <a:lnTo>
                      <a:pt x="5503913" y="1152144"/>
                    </a:lnTo>
                    <a:lnTo>
                      <a:pt x="5501627" y="1149858"/>
                    </a:lnTo>
                    <a:lnTo>
                      <a:pt x="5497817" y="1149096"/>
                    </a:lnTo>
                    <a:lnTo>
                      <a:pt x="5495531" y="1151382"/>
                    </a:lnTo>
                    <a:lnTo>
                      <a:pt x="5494769" y="1155192"/>
                    </a:lnTo>
                    <a:lnTo>
                      <a:pt x="5748896" y="2073973"/>
                    </a:lnTo>
                    <a:lnTo>
                      <a:pt x="5717273" y="2082546"/>
                    </a:lnTo>
                    <a:lnTo>
                      <a:pt x="5761469" y="2132114"/>
                    </a:lnTo>
                    <a:lnTo>
                      <a:pt x="5773661" y="2145792"/>
                    </a:lnTo>
                    <a:lnTo>
                      <a:pt x="5790425" y="2062734"/>
                    </a:lnTo>
                    <a:close/>
                  </a:path>
                  <a:path w="7237730" h="2146300">
                    <a:moveTo>
                      <a:pt x="7237463" y="2120646"/>
                    </a:moveTo>
                    <a:lnTo>
                      <a:pt x="7197077" y="2045970"/>
                    </a:lnTo>
                    <a:lnTo>
                      <a:pt x="7178027" y="2073363"/>
                    </a:lnTo>
                    <a:lnTo>
                      <a:pt x="5868911" y="1162812"/>
                    </a:lnTo>
                    <a:lnTo>
                      <a:pt x="5865101" y="1162050"/>
                    </a:lnTo>
                    <a:lnTo>
                      <a:pt x="5862053" y="1163574"/>
                    </a:lnTo>
                    <a:lnTo>
                      <a:pt x="5861291" y="1167384"/>
                    </a:lnTo>
                    <a:lnTo>
                      <a:pt x="5863577" y="1170432"/>
                    </a:lnTo>
                    <a:lnTo>
                      <a:pt x="7172719" y="2081009"/>
                    </a:lnTo>
                    <a:lnTo>
                      <a:pt x="7153643" y="2108454"/>
                    </a:lnTo>
                    <a:lnTo>
                      <a:pt x="7189457" y="2113661"/>
                    </a:lnTo>
                    <a:lnTo>
                      <a:pt x="7190219" y="2113762"/>
                    </a:lnTo>
                    <a:lnTo>
                      <a:pt x="7237463" y="2120646"/>
                    </a:lnTo>
                    <a:close/>
                  </a:path>
                </a:pathLst>
              </a:custGeom>
              <a:solidFill>
                <a:srgbClr val="FF0066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2" name="object 92">
                <a:extLst>
                  <a:ext uri="{FF2B5EF4-FFF2-40B4-BE49-F238E27FC236}">
                    <a16:creationId xmlns:a16="http://schemas.microsoft.com/office/drawing/2014/main" id="{065985BB-9AD5-F064-869D-C2FB5A8DB611}"/>
                  </a:ext>
                </a:extLst>
              </p:cNvPr>
              <p:cNvSpPr/>
              <p:nvPr/>
            </p:nvSpPr>
            <p:spPr>
              <a:xfrm>
                <a:off x="1043063" y="4270248"/>
                <a:ext cx="8700135" cy="0"/>
              </a:xfrm>
              <a:custGeom>
                <a:avLst/>
                <a:gdLst/>
                <a:ahLst/>
                <a:cxnLst/>
                <a:rect l="l" t="t" r="r" b="b"/>
                <a:pathLst>
                  <a:path w="8700135">
                    <a:moveTo>
                      <a:pt x="0" y="0"/>
                    </a:moveTo>
                    <a:lnTo>
                      <a:pt x="8699754" y="0"/>
                    </a:lnTo>
                  </a:path>
                </a:pathLst>
              </a:custGeom>
              <a:ln w="9525">
                <a:solidFill>
                  <a:srgbClr val="FF0066"/>
                </a:solidFill>
                <a:prstDash val="dash"/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2C47B419-BD4B-2CEF-64A4-7120EFF83AF6}"/>
                </a:ext>
              </a:extLst>
            </p:cNvPr>
            <p:cNvSpPr txBox="1"/>
            <p:nvPr/>
          </p:nvSpPr>
          <p:spPr>
            <a:xfrm>
              <a:off x="9338210" y="3587805"/>
              <a:ext cx="658737" cy="542988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2303">
                <a:spcBef>
                  <a:spcPts val="86"/>
                </a:spcBef>
              </a:pPr>
              <a:r>
                <a:rPr sz="1270" b="1" spc="-27" dirty="0">
                  <a:latin typeface="Lantinghei SC Heavy"/>
                  <a:cs typeface="Lantinghei SC Heavy"/>
                </a:rPr>
                <a:t>非叶结点</a:t>
              </a:r>
              <a:endParaRPr sz="1270">
                <a:latin typeface="Lantinghei SC Heavy"/>
                <a:cs typeface="Lantinghei SC Heavy"/>
              </a:endParaRPr>
            </a:p>
            <a:p>
              <a:pPr>
                <a:spcBef>
                  <a:spcPts val="1106"/>
                </a:spcBef>
              </a:pPr>
              <a:r>
                <a:rPr sz="1270" b="1" spc="-27" dirty="0">
                  <a:latin typeface="Lantinghei SC Heavy"/>
                  <a:cs typeface="Lantinghei SC Heavy"/>
                </a:rPr>
                <a:t>叶子结点</a:t>
              </a:r>
              <a:endParaRPr sz="1270">
                <a:latin typeface="Lantinghei SC Heavy"/>
                <a:cs typeface="Lantinghei SC Heavy"/>
              </a:endParaRPr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29A5004C-8DD0-07C8-A5ED-C2D3A15A32A5}"/>
                </a:ext>
              </a:extLst>
            </p:cNvPr>
            <p:cNvSpPr/>
            <p:nvPr/>
          </p:nvSpPr>
          <p:spPr>
            <a:xfrm>
              <a:off x="2299869" y="4750515"/>
              <a:ext cx="7060112" cy="389829"/>
            </a:xfrm>
            <a:custGeom>
              <a:avLst/>
              <a:gdLst/>
              <a:ahLst/>
              <a:cxnLst/>
              <a:rect l="l" t="t" r="r" b="b"/>
              <a:pathLst>
                <a:path w="7785734" h="429895">
                  <a:moveTo>
                    <a:pt x="76200" y="353568"/>
                  </a:moveTo>
                  <a:lnTo>
                    <a:pt x="42672" y="353568"/>
                  </a:lnTo>
                  <a:lnTo>
                    <a:pt x="42672" y="64770"/>
                  </a:lnTo>
                  <a:lnTo>
                    <a:pt x="41910" y="61722"/>
                  </a:lnTo>
                  <a:lnTo>
                    <a:pt x="38100" y="60198"/>
                  </a:lnTo>
                  <a:lnTo>
                    <a:pt x="35052" y="61722"/>
                  </a:lnTo>
                  <a:lnTo>
                    <a:pt x="33528" y="64770"/>
                  </a:lnTo>
                  <a:lnTo>
                    <a:pt x="33528" y="353568"/>
                  </a:lnTo>
                  <a:lnTo>
                    <a:pt x="0" y="353568"/>
                  </a:lnTo>
                  <a:lnTo>
                    <a:pt x="33528" y="420624"/>
                  </a:lnTo>
                  <a:lnTo>
                    <a:pt x="38100" y="429768"/>
                  </a:lnTo>
                  <a:lnTo>
                    <a:pt x="42672" y="420624"/>
                  </a:lnTo>
                  <a:lnTo>
                    <a:pt x="76200" y="353568"/>
                  </a:lnTo>
                  <a:close/>
                </a:path>
                <a:path w="7785734" h="429895">
                  <a:moveTo>
                    <a:pt x="355854" y="353568"/>
                  </a:moveTo>
                  <a:lnTo>
                    <a:pt x="322326" y="353568"/>
                  </a:lnTo>
                  <a:lnTo>
                    <a:pt x="322326" y="64770"/>
                  </a:lnTo>
                  <a:lnTo>
                    <a:pt x="320802" y="61722"/>
                  </a:lnTo>
                  <a:lnTo>
                    <a:pt x="317754" y="60198"/>
                  </a:lnTo>
                  <a:lnTo>
                    <a:pt x="313944" y="61722"/>
                  </a:lnTo>
                  <a:lnTo>
                    <a:pt x="313182" y="64770"/>
                  </a:lnTo>
                  <a:lnTo>
                    <a:pt x="313182" y="353568"/>
                  </a:lnTo>
                  <a:lnTo>
                    <a:pt x="279654" y="353568"/>
                  </a:lnTo>
                  <a:lnTo>
                    <a:pt x="313182" y="420624"/>
                  </a:lnTo>
                  <a:lnTo>
                    <a:pt x="317754" y="429768"/>
                  </a:lnTo>
                  <a:lnTo>
                    <a:pt x="322326" y="420624"/>
                  </a:lnTo>
                  <a:lnTo>
                    <a:pt x="355854" y="353568"/>
                  </a:lnTo>
                  <a:close/>
                </a:path>
                <a:path w="7785734" h="429895">
                  <a:moveTo>
                    <a:pt x="673608" y="353568"/>
                  </a:moveTo>
                  <a:lnTo>
                    <a:pt x="640080" y="353568"/>
                  </a:lnTo>
                  <a:lnTo>
                    <a:pt x="640080" y="64770"/>
                  </a:lnTo>
                  <a:lnTo>
                    <a:pt x="638556" y="61722"/>
                  </a:lnTo>
                  <a:lnTo>
                    <a:pt x="635508" y="60198"/>
                  </a:lnTo>
                  <a:lnTo>
                    <a:pt x="631698" y="61722"/>
                  </a:lnTo>
                  <a:lnTo>
                    <a:pt x="630174" y="64770"/>
                  </a:lnTo>
                  <a:lnTo>
                    <a:pt x="630174" y="353568"/>
                  </a:lnTo>
                  <a:lnTo>
                    <a:pt x="597408" y="353568"/>
                  </a:lnTo>
                  <a:lnTo>
                    <a:pt x="630174" y="419100"/>
                  </a:lnTo>
                  <a:lnTo>
                    <a:pt x="635508" y="429768"/>
                  </a:lnTo>
                  <a:lnTo>
                    <a:pt x="640080" y="420624"/>
                  </a:lnTo>
                  <a:lnTo>
                    <a:pt x="673608" y="353568"/>
                  </a:lnTo>
                  <a:close/>
                </a:path>
                <a:path w="7785734" h="429895">
                  <a:moveTo>
                    <a:pt x="1370076" y="38100"/>
                  </a:moveTo>
                  <a:lnTo>
                    <a:pt x="1293876" y="0"/>
                  </a:lnTo>
                  <a:lnTo>
                    <a:pt x="1293876" y="32766"/>
                  </a:lnTo>
                  <a:lnTo>
                    <a:pt x="992124" y="32766"/>
                  </a:lnTo>
                  <a:lnTo>
                    <a:pt x="989076" y="34290"/>
                  </a:lnTo>
                  <a:lnTo>
                    <a:pt x="987552" y="38100"/>
                  </a:lnTo>
                  <a:lnTo>
                    <a:pt x="989076" y="41148"/>
                  </a:lnTo>
                  <a:lnTo>
                    <a:pt x="992124" y="42672"/>
                  </a:lnTo>
                  <a:lnTo>
                    <a:pt x="1293876" y="42672"/>
                  </a:lnTo>
                  <a:lnTo>
                    <a:pt x="1293876" y="76200"/>
                  </a:lnTo>
                  <a:lnTo>
                    <a:pt x="1311402" y="67437"/>
                  </a:lnTo>
                  <a:lnTo>
                    <a:pt x="1370076" y="38100"/>
                  </a:lnTo>
                  <a:close/>
                </a:path>
                <a:path w="7785734" h="429895">
                  <a:moveTo>
                    <a:pt x="1549908" y="353568"/>
                  </a:moveTo>
                  <a:lnTo>
                    <a:pt x="1516380" y="353568"/>
                  </a:lnTo>
                  <a:lnTo>
                    <a:pt x="1516380" y="64770"/>
                  </a:lnTo>
                  <a:lnTo>
                    <a:pt x="1514856" y="61722"/>
                  </a:lnTo>
                  <a:lnTo>
                    <a:pt x="1511808" y="60198"/>
                  </a:lnTo>
                  <a:lnTo>
                    <a:pt x="1507998" y="61722"/>
                  </a:lnTo>
                  <a:lnTo>
                    <a:pt x="1506474" y="64770"/>
                  </a:lnTo>
                  <a:lnTo>
                    <a:pt x="1506474" y="353568"/>
                  </a:lnTo>
                  <a:lnTo>
                    <a:pt x="1473708" y="353568"/>
                  </a:lnTo>
                  <a:lnTo>
                    <a:pt x="1506474" y="419100"/>
                  </a:lnTo>
                  <a:lnTo>
                    <a:pt x="1511808" y="429768"/>
                  </a:lnTo>
                  <a:lnTo>
                    <a:pt x="1516380" y="420624"/>
                  </a:lnTo>
                  <a:lnTo>
                    <a:pt x="1549908" y="353568"/>
                  </a:lnTo>
                  <a:close/>
                </a:path>
                <a:path w="7785734" h="429895">
                  <a:moveTo>
                    <a:pt x="1828800" y="353568"/>
                  </a:moveTo>
                  <a:lnTo>
                    <a:pt x="1795272" y="353568"/>
                  </a:lnTo>
                  <a:lnTo>
                    <a:pt x="1795272" y="64770"/>
                  </a:lnTo>
                  <a:lnTo>
                    <a:pt x="1794510" y="61722"/>
                  </a:lnTo>
                  <a:lnTo>
                    <a:pt x="1790700" y="60198"/>
                  </a:lnTo>
                  <a:lnTo>
                    <a:pt x="1787652" y="61722"/>
                  </a:lnTo>
                  <a:lnTo>
                    <a:pt x="1786128" y="64770"/>
                  </a:lnTo>
                  <a:lnTo>
                    <a:pt x="1786128" y="353568"/>
                  </a:lnTo>
                  <a:lnTo>
                    <a:pt x="1752600" y="353568"/>
                  </a:lnTo>
                  <a:lnTo>
                    <a:pt x="1786128" y="420624"/>
                  </a:lnTo>
                  <a:lnTo>
                    <a:pt x="1790700" y="429768"/>
                  </a:lnTo>
                  <a:lnTo>
                    <a:pt x="1795272" y="420624"/>
                  </a:lnTo>
                  <a:lnTo>
                    <a:pt x="1828800" y="353568"/>
                  </a:lnTo>
                  <a:close/>
                </a:path>
                <a:path w="7785734" h="429895">
                  <a:moveTo>
                    <a:pt x="2843022" y="50292"/>
                  </a:moveTo>
                  <a:lnTo>
                    <a:pt x="2766822" y="12192"/>
                  </a:lnTo>
                  <a:lnTo>
                    <a:pt x="2766822" y="45720"/>
                  </a:lnTo>
                  <a:lnTo>
                    <a:pt x="2465832" y="45720"/>
                  </a:lnTo>
                  <a:lnTo>
                    <a:pt x="2462022" y="47244"/>
                  </a:lnTo>
                  <a:lnTo>
                    <a:pt x="2460498" y="50292"/>
                  </a:lnTo>
                  <a:lnTo>
                    <a:pt x="2462022" y="54102"/>
                  </a:lnTo>
                  <a:lnTo>
                    <a:pt x="2465832" y="55626"/>
                  </a:lnTo>
                  <a:lnTo>
                    <a:pt x="2766822" y="55626"/>
                  </a:lnTo>
                  <a:lnTo>
                    <a:pt x="2766822" y="88392"/>
                  </a:lnTo>
                  <a:lnTo>
                    <a:pt x="2784348" y="79629"/>
                  </a:lnTo>
                  <a:lnTo>
                    <a:pt x="2843022" y="50292"/>
                  </a:lnTo>
                  <a:close/>
                </a:path>
                <a:path w="7785734" h="429895">
                  <a:moveTo>
                    <a:pt x="3048000" y="353568"/>
                  </a:moveTo>
                  <a:lnTo>
                    <a:pt x="3014472" y="353568"/>
                  </a:lnTo>
                  <a:lnTo>
                    <a:pt x="3014472" y="64770"/>
                  </a:lnTo>
                  <a:lnTo>
                    <a:pt x="3013710" y="61722"/>
                  </a:lnTo>
                  <a:lnTo>
                    <a:pt x="3009900" y="60198"/>
                  </a:lnTo>
                  <a:lnTo>
                    <a:pt x="3006852" y="61722"/>
                  </a:lnTo>
                  <a:lnTo>
                    <a:pt x="3005328" y="64770"/>
                  </a:lnTo>
                  <a:lnTo>
                    <a:pt x="3005328" y="353568"/>
                  </a:lnTo>
                  <a:lnTo>
                    <a:pt x="2971800" y="353568"/>
                  </a:lnTo>
                  <a:lnTo>
                    <a:pt x="3005328" y="420624"/>
                  </a:lnTo>
                  <a:lnTo>
                    <a:pt x="3009900" y="429768"/>
                  </a:lnTo>
                  <a:lnTo>
                    <a:pt x="3014472" y="420624"/>
                  </a:lnTo>
                  <a:lnTo>
                    <a:pt x="3048000" y="353568"/>
                  </a:lnTo>
                  <a:close/>
                </a:path>
                <a:path w="7785734" h="429895">
                  <a:moveTo>
                    <a:pt x="3340608" y="353568"/>
                  </a:moveTo>
                  <a:lnTo>
                    <a:pt x="3307080" y="353568"/>
                  </a:lnTo>
                  <a:lnTo>
                    <a:pt x="3307080" y="64770"/>
                  </a:lnTo>
                  <a:lnTo>
                    <a:pt x="3305556" y="61722"/>
                  </a:lnTo>
                  <a:lnTo>
                    <a:pt x="3302508" y="60198"/>
                  </a:lnTo>
                  <a:lnTo>
                    <a:pt x="3298698" y="61722"/>
                  </a:lnTo>
                  <a:lnTo>
                    <a:pt x="3297174" y="64770"/>
                  </a:lnTo>
                  <a:lnTo>
                    <a:pt x="3297174" y="353568"/>
                  </a:lnTo>
                  <a:lnTo>
                    <a:pt x="3264408" y="353568"/>
                  </a:lnTo>
                  <a:lnTo>
                    <a:pt x="3297174" y="419100"/>
                  </a:lnTo>
                  <a:lnTo>
                    <a:pt x="3302508" y="429768"/>
                  </a:lnTo>
                  <a:lnTo>
                    <a:pt x="3307080" y="420624"/>
                  </a:lnTo>
                  <a:lnTo>
                    <a:pt x="3340608" y="353568"/>
                  </a:lnTo>
                  <a:close/>
                </a:path>
                <a:path w="7785734" h="429895">
                  <a:moveTo>
                    <a:pt x="3645408" y="353568"/>
                  </a:moveTo>
                  <a:lnTo>
                    <a:pt x="3611880" y="353568"/>
                  </a:lnTo>
                  <a:lnTo>
                    <a:pt x="3611880" y="64770"/>
                  </a:lnTo>
                  <a:lnTo>
                    <a:pt x="3610356" y="61722"/>
                  </a:lnTo>
                  <a:lnTo>
                    <a:pt x="3607308" y="60198"/>
                  </a:lnTo>
                  <a:lnTo>
                    <a:pt x="3603498" y="61722"/>
                  </a:lnTo>
                  <a:lnTo>
                    <a:pt x="3601974" y="64770"/>
                  </a:lnTo>
                  <a:lnTo>
                    <a:pt x="3601974" y="353568"/>
                  </a:lnTo>
                  <a:lnTo>
                    <a:pt x="3569208" y="353568"/>
                  </a:lnTo>
                  <a:lnTo>
                    <a:pt x="3601974" y="419100"/>
                  </a:lnTo>
                  <a:lnTo>
                    <a:pt x="3607308" y="429768"/>
                  </a:lnTo>
                  <a:lnTo>
                    <a:pt x="3611880" y="420624"/>
                  </a:lnTo>
                  <a:lnTo>
                    <a:pt x="3645408" y="353568"/>
                  </a:lnTo>
                  <a:close/>
                </a:path>
                <a:path w="7785734" h="429895">
                  <a:moveTo>
                    <a:pt x="4341876" y="50292"/>
                  </a:moveTo>
                  <a:lnTo>
                    <a:pt x="4265676" y="12192"/>
                  </a:lnTo>
                  <a:lnTo>
                    <a:pt x="4265676" y="45720"/>
                  </a:lnTo>
                  <a:lnTo>
                    <a:pt x="3963924" y="45720"/>
                  </a:lnTo>
                  <a:lnTo>
                    <a:pt x="3960876" y="47244"/>
                  </a:lnTo>
                  <a:lnTo>
                    <a:pt x="3959352" y="50292"/>
                  </a:lnTo>
                  <a:lnTo>
                    <a:pt x="3960876" y="54102"/>
                  </a:lnTo>
                  <a:lnTo>
                    <a:pt x="3963924" y="55626"/>
                  </a:lnTo>
                  <a:lnTo>
                    <a:pt x="4265676" y="55626"/>
                  </a:lnTo>
                  <a:lnTo>
                    <a:pt x="4265676" y="88392"/>
                  </a:lnTo>
                  <a:lnTo>
                    <a:pt x="4283202" y="79629"/>
                  </a:lnTo>
                  <a:lnTo>
                    <a:pt x="4341876" y="50292"/>
                  </a:lnTo>
                  <a:close/>
                </a:path>
                <a:path w="7785734" h="429895">
                  <a:moveTo>
                    <a:pt x="4521708" y="353568"/>
                  </a:moveTo>
                  <a:lnTo>
                    <a:pt x="4488180" y="353568"/>
                  </a:lnTo>
                  <a:lnTo>
                    <a:pt x="4488180" y="64770"/>
                  </a:lnTo>
                  <a:lnTo>
                    <a:pt x="4486656" y="61722"/>
                  </a:lnTo>
                  <a:lnTo>
                    <a:pt x="4483608" y="60198"/>
                  </a:lnTo>
                  <a:lnTo>
                    <a:pt x="4479798" y="61722"/>
                  </a:lnTo>
                  <a:lnTo>
                    <a:pt x="4478274" y="64770"/>
                  </a:lnTo>
                  <a:lnTo>
                    <a:pt x="4478274" y="353568"/>
                  </a:lnTo>
                  <a:lnTo>
                    <a:pt x="4445508" y="353568"/>
                  </a:lnTo>
                  <a:lnTo>
                    <a:pt x="4478274" y="419100"/>
                  </a:lnTo>
                  <a:lnTo>
                    <a:pt x="4483608" y="429768"/>
                  </a:lnTo>
                  <a:lnTo>
                    <a:pt x="4488180" y="420624"/>
                  </a:lnTo>
                  <a:lnTo>
                    <a:pt x="4521708" y="353568"/>
                  </a:lnTo>
                  <a:close/>
                </a:path>
                <a:path w="7785734" h="429895">
                  <a:moveTo>
                    <a:pt x="4800600" y="353568"/>
                  </a:moveTo>
                  <a:lnTo>
                    <a:pt x="4767072" y="353568"/>
                  </a:lnTo>
                  <a:lnTo>
                    <a:pt x="4767072" y="64770"/>
                  </a:lnTo>
                  <a:lnTo>
                    <a:pt x="4766310" y="61722"/>
                  </a:lnTo>
                  <a:lnTo>
                    <a:pt x="4762500" y="60198"/>
                  </a:lnTo>
                  <a:lnTo>
                    <a:pt x="4759452" y="61722"/>
                  </a:lnTo>
                  <a:lnTo>
                    <a:pt x="4757928" y="64770"/>
                  </a:lnTo>
                  <a:lnTo>
                    <a:pt x="4757928" y="353568"/>
                  </a:lnTo>
                  <a:lnTo>
                    <a:pt x="4724400" y="353568"/>
                  </a:lnTo>
                  <a:lnTo>
                    <a:pt x="4757928" y="420624"/>
                  </a:lnTo>
                  <a:lnTo>
                    <a:pt x="4762500" y="429768"/>
                  </a:lnTo>
                  <a:lnTo>
                    <a:pt x="4767072" y="420624"/>
                  </a:lnTo>
                  <a:lnTo>
                    <a:pt x="4800600" y="353568"/>
                  </a:lnTo>
                  <a:close/>
                </a:path>
                <a:path w="7785734" h="429895">
                  <a:moveTo>
                    <a:pt x="5814822" y="50292"/>
                  </a:moveTo>
                  <a:lnTo>
                    <a:pt x="5738622" y="12192"/>
                  </a:lnTo>
                  <a:lnTo>
                    <a:pt x="5738622" y="45720"/>
                  </a:lnTo>
                  <a:lnTo>
                    <a:pt x="5437619" y="45720"/>
                  </a:lnTo>
                  <a:lnTo>
                    <a:pt x="5433809" y="47244"/>
                  </a:lnTo>
                  <a:lnTo>
                    <a:pt x="5432285" y="50292"/>
                  </a:lnTo>
                  <a:lnTo>
                    <a:pt x="5433809" y="54102"/>
                  </a:lnTo>
                  <a:lnTo>
                    <a:pt x="5437619" y="55626"/>
                  </a:lnTo>
                  <a:lnTo>
                    <a:pt x="5738622" y="55626"/>
                  </a:lnTo>
                  <a:lnTo>
                    <a:pt x="5738622" y="88392"/>
                  </a:lnTo>
                  <a:lnTo>
                    <a:pt x="5756148" y="79629"/>
                  </a:lnTo>
                  <a:lnTo>
                    <a:pt x="5814822" y="50292"/>
                  </a:lnTo>
                  <a:close/>
                </a:path>
                <a:path w="7785734" h="429895">
                  <a:moveTo>
                    <a:pt x="6032741" y="353568"/>
                  </a:moveTo>
                  <a:lnTo>
                    <a:pt x="5999213" y="353568"/>
                  </a:lnTo>
                  <a:lnTo>
                    <a:pt x="5999213" y="64770"/>
                  </a:lnTo>
                  <a:lnTo>
                    <a:pt x="5997689" y="61722"/>
                  </a:lnTo>
                  <a:lnTo>
                    <a:pt x="5994641" y="60198"/>
                  </a:lnTo>
                  <a:lnTo>
                    <a:pt x="5990831" y="61722"/>
                  </a:lnTo>
                  <a:lnTo>
                    <a:pt x="5990069" y="64770"/>
                  </a:lnTo>
                  <a:lnTo>
                    <a:pt x="5990069" y="353568"/>
                  </a:lnTo>
                  <a:lnTo>
                    <a:pt x="5956541" y="353568"/>
                  </a:lnTo>
                  <a:lnTo>
                    <a:pt x="5990069" y="420624"/>
                  </a:lnTo>
                  <a:lnTo>
                    <a:pt x="5994641" y="429768"/>
                  </a:lnTo>
                  <a:lnTo>
                    <a:pt x="5999213" y="420624"/>
                  </a:lnTo>
                  <a:lnTo>
                    <a:pt x="6032741" y="353568"/>
                  </a:lnTo>
                  <a:close/>
                </a:path>
                <a:path w="7785734" h="429895">
                  <a:moveTo>
                    <a:pt x="6312408" y="353568"/>
                  </a:moveTo>
                  <a:lnTo>
                    <a:pt x="6278880" y="353568"/>
                  </a:lnTo>
                  <a:lnTo>
                    <a:pt x="6278880" y="64770"/>
                  </a:lnTo>
                  <a:lnTo>
                    <a:pt x="6277356" y="61722"/>
                  </a:lnTo>
                  <a:lnTo>
                    <a:pt x="6274308" y="60198"/>
                  </a:lnTo>
                  <a:lnTo>
                    <a:pt x="6270498" y="61722"/>
                  </a:lnTo>
                  <a:lnTo>
                    <a:pt x="6268974" y="64770"/>
                  </a:lnTo>
                  <a:lnTo>
                    <a:pt x="6268974" y="353568"/>
                  </a:lnTo>
                  <a:lnTo>
                    <a:pt x="6236208" y="353568"/>
                  </a:lnTo>
                  <a:lnTo>
                    <a:pt x="6268974" y="419100"/>
                  </a:lnTo>
                  <a:lnTo>
                    <a:pt x="6274308" y="429768"/>
                  </a:lnTo>
                  <a:lnTo>
                    <a:pt x="6278880" y="420624"/>
                  </a:lnTo>
                  <a:lnTo>
                    <a:pt x="6312408" y="353568"/>
                  </a:lnTo>
                  <a:close/>
                </a:path>
                <a:path w="7785734" h="429895">
                  <a:moveTo>
                    <a:pt x="6629387" y="353568"/>
                  </a:moveTo>
                  <a:lnTo>
                    <a:pt x="6595859" y="353568"/>
                  </a:lnTo>
                  <a:lnTo>
                    <a:pt x="6595859" y="64770"/>
                  </a:lnTo>
                  <a:lnTo>
                    <a:pt x="6595097" y="61722"/>
                  </a:lnTo>
                  <a:lnTo>
                    <a:pt x="6591287" y="60198"/>
                  </a:lnTo>
                  <a:lnTo>
                    <a:pt x="6588239" y="61722"/>
                  </a:lnTo>
                  <a:lnTo>
                    <a:pt x="6586715" y="64770"/>
                  </a:lnTo>
                  <a:lnTo>
                    <a:pt x="6586715" y="353568"/>
                  </a:lnTo>
                  <a:lnTo>
                    <a:pt x="6553187" y="353568"/>
                  </a:lnTo>
                  <a:lnTo>
                    <a:pt x="6586715" y="420624"/>
                  </a:lnTo>
                  <a:lnTo>
                    <a:pt x="6591287" y="429768"/>
                  </a:lnTo>
                  <a:lnTo>
                    <a:pt x="6595859" y="420624"/>
                  </a:lnTo>
                  <a:lnTo>
                    <a:pt x="6629387" y="353568"/>
                  </a:lnTo>
                  <a:close/>
                </a:path>
                <a:path w="7785734" h="429895">
                  <a:moveTo>
                    <a:pt x="7326617" y="50292"/>
                  </a:moveTo>
                  <a:lnTo>
                    <a:pt x="7250417" y="12192"/>
                  </a:lnTo>
                  <a:lnTo>
                    <a:pt x="7250417" y="45720"/>
                  </a:lnTo>
                  <a:lnTo>
                    <a:pt x="6948665" y="45720"/>
                  </a:lnTo>
                  <a:lnTo>
                    <a:pt x="6945617" y="47244"/>
                  </a:lnTo>
                  <a:lnTo>
                    <a:pt x="6944093" y="50292"/>
                  </a:lnTo>
                  <a:lnTo>
                    <a:pt x="6945617" y="54102"/>
                  </a:lnTo>
                  <a:lnTo>
                    <a:pt x="6948665" y="55626"/>
                  </a:lnTo>
                  <a:lnTo>
                    <a:pt x="7250417" y="55626"/>
                  </a:lnTo>
                  <a:lnTo>
                    <a:pt x="7250417" y="88392"/>
                  </a:lnTo>
                  <a:lnTo>
                    <a:pt x="7267943" y="79629"/>
                  </a:lnTo>
                  <a:lnTo>
                    <a:pt x="7326617" y="50292"/>
                  </a:lnTo>
                  <a:close/>
                </a:path>
                <a:path w="7785734" h="429895">
                  <a:moveTo>
                    <a:pt x="7505687" y="341376"/>
                  </a:moveTo>
                  <a:lnTo>
                    <a:pt x="7472159" y="341376"/>
                  </a:lnTo>
                  <a:lnTo>
                    <a:pt x="7472159" y="51816"/>
                  </a:lnTo>
                  <a:lnTo>
                    <a:pt x="7471397" y="48768"/>
                  </a:lnTo>
                  <a:lnTo>
                    <a:pt x="7467587" y="47244"/>
                  </a:lnTo>
                  <a:lnTo>
                    <a:pt x="7464539" y="48768"/>
                  </a:lnTo>
                  <a:lnTo>
                    <a:pt x="7463015" y="51816"/>
                  </a:lnTo>
                  <a:lnTo>
                    <a:pt x="7463015" y="341376"/>
                  </a:lnTo>
                  <a:lnTo>
                    <a:pt x="7429487" y="341376"/>
                  </a:lnTo>
                  <a:lnTo>
                    <a:pt x="7463015" y="408432"/>
                  </a:lnTo>
                  <a:lnTo>
                    <a:pt x="7467587" y="417576"/>
                  </a:lnTo>
                  <a:lnTo>
                    <a:pt x="7472159" y="408432"/>
                  </a:lnTo>
                  <a:lnTo>
                    <a:pt x="7505687" y="341376"/>
                  </a:lnTo>
                  <a:close/>
                </a:path>
                <a:path w="7785734" h="429895">
                  <a:moveTo>
                    <a:pt x="7785341" y="341376"/>
                  </a:moveTo>
                  <a:lnTo>
                    <a:pt x="7751813" y="341376"/>
                  </a:lnTo>
                  <a:lnTo>
                    <a:pt x="7751813" y="51816"/>
                  </a:lnTo>
                  <a:lnTo>
                    <a:pt x="7750289" y="48768"/>
                  </a:lnTo>
                  <a:lnTo>
                    <a:pt x="7747241" y="47244"/>
                  </a:lnTo>
                  <a:lnTo>
                    <a:pt x="7743431" y="48768"/>
                  </a:lnTo>
                  <a:lnTo>
                    <a:pt x="7742669" y="51816"/>
                  </a:lnTo>
                  <a:lnTo>
                    <a:pt x="7742669" y="341376"/>
                  </a:lnTo>
                  <a:lnTo>
                    <a:pt x="7709141" y="341376"/>
                  </a:lnTo>
                  <a:lnTo>
                    <a:pt x="7742669" y="408432"/>
                  </a:lnTo>
                  <a:lnTo>
                    <a:pt x="7747241" y="417576"/>
                  </a:lnTo>
                  <a:lnTo>
                    <a:pt x="7751813" y="408432"/>
                  </a:lnTo>
                  <a:lnTo>
                    <a:pt x="7785341" y="341376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B0D046D-2C8E-84A3-1425-EB29B9A6B950}"/>
              </a:ext>
            </a:extLst>
          </p:cNvPr>
          <p:cNvSpPr txBox="1"/>
          <p:nvPr/>
        </p:nvSpPr>
        <p:spPr>
          <a:xfrm>
            <a:off x="5076460" y="994889"/>
            <a:ext cx="907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B+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树</a:t>
            </a:r>
          </a:p>
        </p:txBody>
      </p:sp>
    </p:spTree>
    <p:extLst>
      <p:ext uri="{BB962C8B-B14F-4D97-AF65-F5344CB8AC3E}">
        <p14:creationId xmlns:p14="http://schemas.microsoft.com/office/powerpoint/2010/main" val="172579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D8702E1B-3768-5323-5A8F-951B12F7D059}"/>
              </a:ext>
            </a:extLst>
          </p:cNvPr>
          <p:cNvGrpSpPr/>
          <p:nvPr/>
        </p:nvGrpSpPr>
        <p:grpSpPr>
          <a:xfrm>
            <a:off x="1950232" y="1252290"/>
            <a:ext cx="8291904" cy="5006191"/>
            <a:chOff x="1950232" y="1252290"/>
            <a:chExt cx="8291904" cy="5006191"/>
          </a:xfrm>
        </p:grpSpPr>
        <p:sp>
          <p:nvSpPr>
            <p:cNvPr id="3" name="object 3"/>
            <p:cNvSpPr txBox="1"/>
            <p:nvPr/>
          </p:nvSpPr>
          <p:spPr>
            <a:xfrm>
              <a:off x="5199059" y="2540281"/>
              <a:ext cx="475626" cy="234895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41651">
                <a:spcBef>
                  <a:spcPts val="91"/>
                </a:spcBef>
              </a:pPr>
              <a:r>
                <a:rPr sz="1451" spc="-23" dirty="0">
                  <a:latin typeface="Times New Roman"/>
                  <a:cs typeface="Times New Roman"/>
                </a:rPr>
                <a:t>80</a:t>
              </a:r>
              <a:endParaRPr sz="1451">
                <a:latin typeface="Times New Roman"/>
                <a:cs typeface="Times New Roman"/>
              </a:endParaRPr>
            </a:p>
          </p:txBody>
        </p:sp>
        <p:grpSp>
          <p:nvGrpSpPr>
            <p:cNvPr id="4" name="object 4"/>
            <p:cNvGrpSpPr/>
            <p:nvPr/>
          </p:nvGrpSpPr>
          <p:grpSpPr>
            <a:xfrm>
              <a:off x="5173147" y="2502911"/>
              <a:ext cx="1960662" cy="647796"/>
              <a:chOff x="4328998" y="2760154"/>
              <a:chExt cx="2162175" cy="714375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4343285" y="2774442"/>
                <a:ext cx="21336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33600">
                    <a:moveTo>
                      <a:pt x="0" y="0"/>
                    </a:moveTo>
                    <a:lnTo>
                      <a:pt x="21336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4343285" y="3117342"/>
                <a:ext cx="21336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33600">
                    <a:moveTo>
                      <a:pt x="0" y="0"/>
                    </a:moveTo>
                    <a:lnTo>
                      <a:pt x="213360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4343285" y="3460242"/>
                <a:ext cx="21336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33600">
                    <a:moveTo>
                      <a:pt x="0" y="0"/>
                    </a:moveTo>
                    <a:lnTo>
                      <a:pt x="21336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4343285" y="2774442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6476885" y="2774442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5384939" y="27744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4888115" y="27744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5932817" y="27744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4641989" y="31173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5137289" y="31173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5683643" y="31173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6178943" y="31173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7" name="object 17"/>
            <p:cNvSpPr txBox="1"/>
            <p:nvPr/>
          </p:nvSpPr>
          <p:spPr>
            <a:xfrm>
              <a:off x="3540701" y="3369460"/>
              <a:ext cx="925916" cy="234895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41651">
                <a:spcBef>
                  <a:spcPts val="91"/>
                </a:spcBef>
                <a:tabLst>
                  <a:tab pos="613246" algn="l"/>
                </a:tabLst>
              </a:pPr>
              <a:r>
                <a:rPr sz="1451" spc="-23" dirty="0">
                  <a:latin typeface="Times New Roman"/>
                  <a:cs typeface="Times New Roman"/>
                </a:rPr>
                <a:t>20</a:t>
              </a:r>
              <a:r>
                <a:rPr sz="1451" dirty="0">
                  <a:latin typeface="Times New Roman"/>
                  <a:cs typeface="Times New Roman"/>
                </a:rPr>
                <a:t>	</a:t>
              </a:r>
              <a:r>
                <a:rPr sz="1451" spc="-23" dirty="0">
                  <a:latin typeface="Times New Roman"/>
                  <a:cs typeface="Times New Roman"/>
                </a:rPr>
                <a:t>60</a:t>
              </a:r>
              <a:endParaRPr sz="1451">
                <a:latin typeface="Times New Roman"/>
                <a:cs typeface="Times New Roman"/>
              </a:endParaRPr>
            </a:p>
          </p:txBody>
        </p:sp>
        <p:grpSp>
          <p:nvGrpSpPr>
            <p:cNvPr id="18" name="object 18"/>
            <p:cNvGrpSpPr/>
            <p:nvPr/>
          </p:nvGrpSpPr>
          <p:grpSpPr>
            <a:xfrm>
              <a:off x="3514790" y="3332090"/>
              <a:ext cx="1960662" cy="647796"/>
              <a:chOff x="2500198" y="3674554"/>
              <a:chExt cx="2162175" cy="714375"/>
            </a:xfrm>
          </p:grpSpPr>
          <p:sp>
            <p:nvSpPr>
              <p:cNvPr id="19" name="object 19"/>
              <p:cNvSpPr/>
              <p:nvPr/>
            </p:nvSpPr>
            <p:spPr>
              <a:xfrm>
                <a:off x="2514485" y="3688841"/>
                <a:ext cx="21336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33600">
                    <a:moveTo>
                      <a:pt x="0" y="0"/>
                    </a:moveTo>
                    <a:lnTo>
                      <a:pt x="21336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2514485" y="4031741"/>
                <a:ext cx="21336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33600">
                    <a:moveTo>
                      <a:pt x="0" y="0"/>
                    </a:moveTo>
                    <a:lnTo>
                      <a:pt x="213360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2514485" y="4374641"/>
                <a:ext cx="21336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33600">
                    <a:moveTo>
                      <a:pt x="0" y="0"/>
                    </a:moveTo>
                    <a:lnTo>
                      <a:pt x="21336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2514485" y="3688841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4648085" y="3688841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3556139" y="36888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3059315" y="36888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4104017" y="36888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2813189" y="40317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3308489" y="40317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9" name="object 29"/>
              <p:cNvSpPr/>
              <p:nvPr/>
            </p:nvSpPr>
            <p:spPr>
              <a:xfrm>
                <a:off x="3854843" y="40317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4350143" y="40317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31" name="object 31"/>
            <p:cNvSpPr txBox="1"/>
            <p:nvPr/>
          </p:nvSpPr>
          <p:spPr>
            <a:xfrm>
              <a:off x="6650122" y="3369460"/>
              <a:ext cx="1422848" cy="234895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95010">
                <a:spcBef>
                  <a:spcPts val="91"/>
                </a:spcBef>
                <a:tabLst>
                  <a:tab pos="567757" algn="l"/>
                  <a:tab pos="1040503" algn="l"/>
                </a:tabLst>
              </a:pPr>
              <a:r>
                <a:rPr sz="1451" spc="-23" dirty="0">
                  <a:latin typeface="Times New Roman"/>
                  <a:cs typeface="Times New Roman"/>
                </a:rPr>
                <a:t>100</a:t>
              </a:r>
              <a:r>
                <a:rPr sz="1451" dirty="0">
                  <a:latin typeface="Times New Roman"/>
                  <a:cs typeface="Times New Roman"/>
                </a:rPr>
                <a:t>	</a:t>
              </a:r>
              <a:r>
                <a:rPr sz="1451" spc="-23" dirty="0">
                  <a:latin typeface="Times New Roman"/>
                  <a:cs typeface="Times New Roman"/>
                </a:rPr>
                <a:t>120</a:t>
              </a:r>
              <a:r>
                <a:rPr sz="1451" dirty="0">
                  <a:latin typeface="Times New Roman"/>
                  <a:cs typeface="Times New Roman"/>
                </a:rPr>
                <a:t>	</a:t>
              </a:r>
              <a:r>
                <a:rPr sz="1451" spc="-23" dirty="0">
                  <a:latin typeface="Times New Roman"/>
                  <a:cs typeface="Times New Roman"/>
                </a:rPr>
                <a:t>140</a:t>
              </a:r>
              <a:endParaRPr sz="1451">
                <a:latin typeface="Times New Roman"/>
                <a:cs typeface="Times New Roman"/>
              </a:endParaRPr>
            </a:p>
          </p:txBody>
        </p:sp>
        <p:grpSp>
          <p:nvGrpSpPr>
            <p:cNvPr id="32" name="object 32"/>
            <p:cNvGrpSpPr/>
            <p:nvPr/>
          </p:nvGrpSpPr>
          <p:grpSpPr>
            <a:xfrm>
              <a:off x="6624210" y="3332090"/>
              <a:ext cx="1960662" cy="647796"/>
              <a:chOff x="5929198" y="3674554"/>
              <a:chExt cx="2162175" cy="714375"/>
            </a:xfrm>
          </p:grpSpPr>
          <p:sp>
            <p:nvSpPr>
              <p:cNvPr id="33" name="object 33"/>
              <p:cNvSpPr/>
              <p:nvPr/>
            </p:nvSpPr>
            <p:spPr>
              <a:xfrm>
                <a:off x="5943485" y="3688841"/>
                <a:ext cx="21336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33600">
                    <a:moveTo>
                      <a:pt x="0" y="0"/>
                    </a:moveTo>
                    <a:lnTo>
                      <a:pt x="21336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5943485" y="4031741"/>
                <a:ext cx="21336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33600">
                    <a:moveTo>
                      <a:pt x="0" y="0"/>
                    </a:moveTo>
                    <a:lnTo>
                      <a:pt x="213360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5943485" y="4374641"/>
                <a:ext cx="21336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33600">
                    <a:moveTo>
                      <a:pt x="0" y="0"/>
                    </a:moveTo>
                    <a:lnTo>
                      <a:pt x="21336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5943485" y="3688841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8077085" y="3688841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6985126" y="36888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6488302" y="36888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7533004" y="36888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6242176" y="40317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6737476" y="40317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7283830" y="40317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7779130" y="40317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45" name="object 45"/>
            <p:cNvSpPr txBox="1"/>
            <p:nvPr/>
          </p:nvSpPr>
          <p:spPr>
            <a:xfrm>
              <a:off x="2711522" y="4683017"/>
              <a:ext cx="1061810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91555">
                <a:spcBef>
                  <a:spcPts val="86"/>
                </a:spcBef>
                <a:tabLst>
                  <a:tab pos="446259" algn="l"/>
                  <a:tab pos="799811" algn="l"/>
                </a:tabLst>
              </a:pPr>
              <a:r>
                <a:rPr sz="1270" spc="-23" dirty="0">
                  <a:latin typeface="Times New Roman"/>
                  <a:cs typeface="Times New Roman"/>
                </a:rPr>
                <a:t>10</a:t>
              </a:r>
              <a:r>
                <a:rPr sz="1270" dirty="0">
                  <a:latin typeface="Times New Roman"/>
                  <a:cs typeface="Times New Roman"/>
                </a:rPr>
                <a:t>	</a:t>
              </a:r>
              <a:r>
                <a:rPr sz="1270" spc="-23" dirty="0">
                  <a:latin typeface="Times New Roman"/>
                  <a:cs typeface="Times New Roman"/>
                </a:rPr>
                <a:t>15</a:t>
              </a:r>
              <a:r>
                <a:rPr sz="1270" dirty="0">
                  <a:latin typeface="Times New Roman"/>
                  <a:cs typeface="Times New Roman"/>
                </a:rPr>
                <a:t>	</a:t>
              </a:r>
              <a:r>
                <a:rPr sz="1270" spc="-23" dirty="0">
                  <a:latin typeface="Times New Roman"/>
                  <a:cs typeface="Times New Roman"/>
                </a:rPr>
                <a:t>18</a:t>
              </a:r>
              <a:endParaRPr sz="1270">
                <a:latin typeface="Times New Roman"/>
                <a:cs typeface="Times New Roman"/>
              </a:endParaRPr>
            </a:p>
          </p:txBody>
        </p:sp>
        <p:grpSp>
          <p:nvGrpSpPr>
            <p:cNvPr id="46" name="object 46"/>
            <p:cNvGrpSpPr/>
            <p:nvPr/>
          </p:nvGrpSpPr>
          <p:grpSpPr>
            <a:xfrm>
              <a:off x="2685611" y="4644956"/>
              <a:ext cx="1476975" cy="647796"/>
              <a:chOff x="1585798" y="5122354"/>
              <a:chExt cx="1628775" cy="714375"/>
            </a:xfrm>
          </p:grpSpPr>
          <p:sp>
            <p:nvSpPr>
              <p:cNvPr id="47" name="object 47"/>
              <p:cNvSpPr/>
              <p:nvPr/>
            </p:nvSpPr>
            <p:spPr>
              <a:xfrm>
                <a:off x="1600085" y="5136641"/>
                <a:ext cx="1600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1600085" y="5479541"/>
                <a:ext cx="1600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1600085" y="5822441"/>
                <a:ext cx="1600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0" name="object 50"/>
              <p:cNvSpPr/>
              <p:nvPr/>
            </p:nvSpPr>
            <p:spPr>
              <a:xfrm>
                <a:off x="1600085" y="5136641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3200285" y="5136641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2381135" y="51366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2010041" y="51366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4" name="object 54"/>
              <p:cNvSpPr/>
              <p:nvPr/>
            </p:nvSpPr>
            <p:spPr>
              <a:xfrm>
                <a:off x="2791091" y="51366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1824113" y="54795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6" name="object 56"/>
              <p:cNvSpPr/>
              <p:nvPr/>
            </p:nvSpPr>
            <p:spPr>
              <a:xfrm>
                <a:off x="2195969" y="54795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7" name="object 57"/>
              <p:cNvSpPr/>
              <p:nvPr/>
            </p:nvSpPr>
            <p:spPr>
              <a:xfrm>
                <a:off x="2605163" y="54795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8" name="object 58"/>
              <p:cNvSpPr/>
              <p:nvPr/>
            </p:nvSpPr>
            <p:spPr>
              <a:xfrm>
                <a:off x="2977019" y="54795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59" name="object 59"/>
            <p:cNvSpPr txBox="1"/>
            <p:nvPr/>
          </p:nvSpPr>
          <p:spPr>
            <a:xfrm>
              <a:off x="4369880" y="4683017"/>
              <a:ext cx="1425151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91555">
                <a:spcBef>
                  <a:spcPts val="86"/>
                </a:spcBef>
                <a:tabLst>
                  <a:tab pos="446259" algn="l"/>
                  <a:tab pos="799811" algn="l"/>
                  <a:tab pos="1171790" algn="l"/>
                </a:tabLst>
              </a:pPr>
              <a:r>
                <a:rPr sz="1270" spc="-23" dirty="0">
                  <a:latin typeface="Times New Roman"/>
                  <a:cs typeface="Times New Roman"/>
                </a:rPr>
                <a:t>20</a:t>
              </a:r>
              <a:r>
                <a:rPr sz="1270" dirty="0">
                  <a:latin typeface="Times New Roman"/>
                  <a:cs typeface="Times New Roman"/>
                </a:rPr>
                <a:t>	</a:t>
              </a:r>
              <a:r>
                <a:rPr sz="1270" spc="-23" dirty="0">
                  <a:latin typeface="Times New Roman"/>
                  <a:cs typeface="Times New Roman"/>
                </a:rPr>
                <a:t>30</a:t>
              </a:r>
              <a:r>
                <a:rPr sz="1270" dirty="0">
                  <a:latin typeface="Times New Roman"/>
                  <a:cs typeface="Times New Roman"/>
                </a:rPr>
                <a:t>	</a:t>
              </a:r>
              <a:r>
                <a:rPr sz="1270" spc="-23" dirty="0">
                  <a:latin typeface="Times New Roman"/>
                  <a:cs typeface="Times New Roman"/>
                </a:rPr>
                <a:t>40</a:t>
              </a:r>
              <a:r>
                <a:rPr sz="1270" dirty="0">
                  <a:latin typeface="Times New Roman"/>
                  <a:cs typeface="Times New Roman"/>
                </a:rPr>
                <a:t>	</a:t>
              </a:r>
              <a:r>
                <a:rPr sz="1270" spc="-23" dirty="0">
                  <a:latin typeface="Times New Roman"/>
                  <a:cs typeface="Times New Roman"/>
                </a:rPr>
                <a:t>50</a:t>
              </a:r>
              <a:endParaRPr sz="1270">
                <a:latin typeface="Times New Roman"/>
                <a:cs typeface="Times New Roman"/>
              </a:endParaRPr>
            </a:p>
          </p:txBody>
        </p:sp>
        <p:grpSp>
          <p:nvGrpSpPr>
            <p:cNvPr id="60" name="object 60"/>
            <p:cNvGrpSpPr/>
            <p:nvPr/>
          </p:nvGrpSpPr>
          <p:grpSpPr>
            <a:xfrm>
              <a:off x="4343968" y="4644956"/>
              <a:ext cx="1476975" cy="647796"/>
              <a:chOff x="3414598" y="5122354"/>
              <a:chExt cx="1628775" cy="714375"/>
            </a:xfrm>
          </p:grpSpPr>
          <p:sp>
            <p:nvSpPr>
              <p:cNvPr id="61" name="object 61"/>
              <p:cNvSpPr/>
              <p:nvPr/>
            </p:nvSpPr>
            <p:spPr>
              <a:xfrm>
                <a:off x="3428885" y="5136641"/>
                <a:ext cx="1600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3428885" y="5479541"/>
                <a:ext cx="1600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3" name="object 63"/>
              <p:cNvSpPr/>
              <p:nvPr/>
            </p:nvSpPr>
            <p:spPr>
              <a:xfrm>
                <a:off x="3428885" y="5822441"/>
                <a:ext cx="1600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4" name="object 64"/>
              <p:cNvSpPr/>
              <p:nvPr/>
            </p:nvSpPr>
            <p:spPr>
              <a:xfrm>
                <a:off x="3428885" y="5136641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5" name="object 65"/>
              <p:cNvSpPr/>
              <p:nvPr/>
            </p:nvSpPr>
            <p:spPr>
              <a:xfrm>
                <a:off x="5029085" y="5136641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6" name="object 66"/>
              <p:cNvSpPr/>
              <p:nvPr/>
            </p:nvSpPr>
            <p:spPr>
              <a:xfrm>
                <a:off x="4209935" y="51366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7" name="object 67"/>
              <p:cNvSpPr/>
              <p:nvPr/>
            </p:nvSpPr>
            <p:spPr>
              <a:xfrm>
                <a:off x="3838841" y="51366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8" name="object 68"/>
              <p:cNvSpPr/>
              <p:nvPr/>
            </p:nvSpPr>
            <p:spPr>
              <a:xfrm>
                <a:off x="4619891" y="51366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9" name="object 69"/>
              <p:cNvSpPr/>
              <p:nvPr/>
            </p:nvSpPr>
            <p:spPr>
              <a:xfrm>
                <a:off x="3652913" y="54795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0" name="object 70"/>
              <p:cNvSpPr/>
              <p:nvPr/>
            </p:nvSpPr>
            <p:spPr>
              <a:xfrm>
                <a:off x="4024769" y="54795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1" name="object 71"/>
              <p:cNvSpPr/>
              <p:nvPr/>
            </p:nvSpPr>
            <p:spPr>
              <a:xfrm>
                <a:off x="4433963" y="54795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2" name="object 72"/>
              <p:cNvSpPr/>
              <p:nvPr/>
            </p:nvSpPr>
            <p:spPr>
              <a:xfrm>
                <a:off x="4805819" y="54795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73" name="object 73"/>
            <p:cNvSpPr txBox="1"/>
            <p:nvPr/>
          </p:nvSpPr>
          <p:spPr>
            <a:xfrm>
              <a:off x="5959139" y="4683017"/>
              <a:ext cx="689831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91555">
                <a:spcBef>
                  <a:spcPts val="86"/>
                </a:spcBef>
                <a:tabLst>
                  <a:tab pos="446259" algn="l"/>
                </a:tabLst>
              </a:pPr>
              <a:r>
                <a:rPr sz="1270" spc="-23" dirty="0">
                  <a:latin typeface="Times New Roman"/>
                  <a:cs typeface="Times New Roman"/>
                </a:rPr>
                <a:t>60</a:t>
              </a:r>
              <a:r>
                <a:rPr sz="1270" dirty="0">
                  <a:latin typeface="Times New Roman"/>
                  <a:cs typeface="Times New Roman"/>
                </a:rPr>
                <a:t>	</a:t>
              </a:r>
              <a:r>
                <a:rPr sz="1270" spc="-23" dirty="0">
                  <a:latin typeface="Times New Roman"/>
                  <a:cs typeface="Times New Roman"/>
                </a:rPr>
                <a:t>65</a:t>
              </a:r>
              <a:endParaRPr sz="1270">
                <a:latin typeface="Times New Roman"/>
                <a:cs typeface="Times New Roman"/>
              </a:endParaRPr>
            </a:p>
          </p:txBody>
        </p:sp>
        <p:grpSp>
          <p:nvGrpSpPr>
            <p:cNvPr id="74" name="object 74"/>
            <p:cNvGrpSpPr/>
            <p:nvPr/>
          </p:nvGrpSpPr>
          <p:grpSpPr>
            <a:xfrm>
              <a:off x="5933228" y="4644956"/>
              <a:ext cx="1476975" cy="647796"/>
              <a:chOff x="5167198" y="5122354"/>
              <a:chExt cx="1628775" cy="714375"/>
            </a:xfrm>
          </p:grpSpPr>
          <p:sp>
            <p:nvSpPr>
              <p:cNvPr id="75" name="object 75"/>
              <p:cNvSpPr/>
              <p:nvPr/>
            </p:nvSpPr>
            <p:spPr>
              <a:xfrm>
                <a:off x="5181485" y="5136641"/>
                <a:ext cx="1600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6" name="object 76"/>
              <p:cNvSpPr/>
              <p:nvPr/>
            </p:nvSpPr>
            <p:spPr>
              <a:xfrm>
                <a:off x="5181485" y="5479541"/>
                <a:ext cx="1600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7" name="object 77"/>
              <p:cNvSpPr/>
              <p:nvPr/>
            </p:nvSpPr>
            <p:spPr>
              <a:xfrm>
                <a:off x="5181485" y="5822441"/>
                <a:ext cx="1600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8" name="object 78"/>
              <p:cNvSpPr/>
              <p:nvPr/>
            </p:nvSpPr>
            <p:spPr>
              <a:xfrm>
                <a:off x="5181485" y="5136641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9" name="object 79"/>
              <p:cNvSpPr/>
              <p:nvPr/>
            </p:nvSpPr>
            <p:spPr>
              <a:xfrm>
                <a:off x="6781685" y="5136641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0" name="object 80"/>
              <p:cNvSpPr/>
              <p:nvPr/>
            </p:nvSpPr>
            <p:spPr>
              <a:xfrm>
                <a:off x="5962535" y="51366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1" name="object 81"/>
              <p:cNvSpPr/>
              <p:nvPr/>
            </p:nvSpPr>
            <p:spPr>
              <a:xfrm>
                <a:off x="5591441" y="51366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2" name="object 82"/>
              <p:cNvSpPr/>
              <p:nvPr/>
            </p:nvSpPr>
            <p:spPr>
              <a:xfrm>
                <a:off x="6372491" y="51366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3" name="object 83"/>
              <p:cNvSpPr/>
              <p:nvPr/>
            </p:nvSpPr>
            <p:spPr>
              <a:xfrm>
                <a:off x="5405513" y="54795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4" name="object 84"/>
              <p:cNvSpPr/>
              <p:nvPr/>
            </p:nvSpPr>
            <p:spPr>
              <a:xfrm>
                <a:off x="5777369" y="54795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5" name="object 85"/>
              <p:cNvSpPr/>
              <p:nvPr/>
            </p:nvSpPr>
            <p:spPr>
              <a:xfrm>
                <a:off x="6186563" y="54795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6" name="object 86"/>
              <p:cNvSpPr/>
              <p:nvPr/>
            </p:nvSpPr>
            <p:spPr>
              <a:xfrm>
                <a:off x="6558419" y="5479541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87" name="object 87"/>
            <p:cNvSpPr txBox="1"/>
            <p:nvPr/>
          </p:nvSpPr>
          <p:spPr>
            <a:xfrm>
              <a:off x="7548387" y="4683017"/>
              <a:ext cx="1061810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91555">
                <a:spcBef>
                  <a:spcPts val="86"/>
                </a:spcBef>
                <a:tabLst>
                  <a:tab pos="446259" algn="l"/>
                  <a:tab pos="799811" algn="l"/>
                </a:tabLst>
              </a:pPr>
              <a:r>
                <a:rPr sz="1270" spc="-23" dirty="0">
                  <a:latin typeface="Times New Roman"/>
                  <a:cs typeface="Times New Roman"/>
                </a:rPr>
                <a:t>80</a:t>
              </a:r>
              <a:r>
                <a:rPr sz="1270" dirty="0">
                  <a:latin typeface="Times New Roman"/>
                  <a:cs typeface="Times New Roman"/>
                </a:rPr>
                <a:t>	</a:t>
              </a:r>
              <a:r>
                <a:rPr sz="1270" spc="-23" dirty="0">
                  <a:latin typeface="Times New Roman"/>
                  <a:cs typeface="Times New Roman"/>
                </a:rPr>
                <a:t>85</a:t>
              </a:r>
              <a:r>
                <a:rPr sz="1270" dirty="0">
                  <a:latin typeface="Times New Roman"/>
                  <a:cs typeface="Times New Roman"/>
                </a:rPr>
                <a:t>	</a:t>
              </a:r>
              <a:r>
                <a:rPr sz="1270" spc="-23" dirty="0">
                  <a:latin typeface="Times New Roman"/>
                  <a:cs typeface="Times New Roman"/>
                </a:rPr>
                <a:t>90</a:t>
              </a:r>
              <a:endParaRPr sz="1270">
                <a:latin typeface="Times New Roman"/>
                <a:cs typeface="Times New Roman"/>
              </a:endParaRPr>
            </a:p>
          </p:txBody>
        </p:sp>
        <p:grpSp>
          <p:nvGrpSpPr>
            <p:cNvPr id="88" name="object 88"/>
            <p:cNvGrpSpPr/>
            <p:nvPr/>
          </p:nvGrpSpPr>
          <p:grpSpPr>
            <a:xfrm>
              <a:off x="2698566" y="2995409"/>
              <a:ext cx="7462610" cy="2297516"/>
              <a:chOff x="1600085" y="3303270"/>
              <a:chExt cx="8229600" cy="2533650"/>
            </a:xfrm>
          </p:grpSpPr>
          <p:sp>
            <p:nvSpPr>
              <p:cNvPr id="89" name="object 89"/>
              <p:cNvSpPr/>
              <p:nvPr/>
            </p:nvSpPr>
            <p:spPr>
              <a:xfrm>
                <a:off x="6934072" y="5136642"/>
                <a:ext cx="1600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0" name="object 90"/>
              <p:cNvSpPr/>
              <p:nvPr/>
            </p:nvSpPr>
            <p:spPr>
              <a:xfrm>
                <a:off x="6934072" y="5479542"/>
                <a:ext cx="1600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1" name="object 91"/>
              <p:cNvSpPr/>
              <p:nvPr/>
            </p:nvSpPr>
            <p:spPr>
              <a:xfrm>
                <a:off x="6934072" y="5822442"/>
                <a:ext cx="1600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2" name="object 92"/>
              <p:cNvSpPr/>
              <p:nvPr/>
            </p:nvSpPr>
            <p:spPr>
              <a:xfrm>
                <a:off x="6934072" y="5136642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3" name="object 93"/>
              <p:cNvSpPr/>
              <p:nvPr/>
            </p:nvSpPr>
            <p:spPr>
              <a:xfrm>
                <a:off x="8534273" y="5136642"/>
                <a:ext cx="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h="685800">
                    <a:moveTo>
                      <a:pt x="0" y="0"/>
                    </a:moveTo>
                    <a:lnTo>
                      <a:pt x="0" y="68580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4" name="object 94"/>
              <p:cNvSpPr/>
              <p:nvPr/>
            </p:nvSpPr>
            <p:spPr>
              <a:xfrm>
                <a:off x="7715122" y="51366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5" name="object 95"/>
              <p:cNvSpPr/>
              <p:nvPr/>
            </p:nvSpPr>
            <p:spPr>
              <a:xfrm>
                <a:off x="7344028" y="51366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6" name="object 96"/>
              <p:cNvSpPr/>
              <p:nvPr/>
            </p:nvSpPr>
            <p:spPr>
              <a:xfrm>
                <a:off x="8125078" y="51366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7" name="object 97"/>
              <p:cNvSpPr/>
              <p:nvPr/>
            </p:nvSpPr>
            <p:spPr>
              <a:xfrm>
                <a:off x="7158101" y="54795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8" name="object 98"/>
              <p:cNvSpPr/>
              <p:nvPr/>
            </p:nvSpPr>
            <p:spPr>
              <a:xfrm>
                <a:off x="7529957" y="54795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9" name="object 99"/>
              <p:cNvSpPr/>
              <p:nvPr/>
            </p:nvSpPr>
            <p:spPr>
              <a:xfrm>
                <a:off x="7939151" y="54795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0" name="object 100"/>
              <p:cNvSpPr/>
              <p:nvPr/>
            </p:nvSpPr>
            <p:spPr>
              <a:xfrm>
                <a:off x="8311007" y="5479542"/>
                <a:ext cx="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1" name="object 101"/>
              <p:cNvSpPr/>
              <p:nvPr/>
            </p:nvSpPr>
            <p:spPr>
              <a:xfrm>
                <a:off x="1600085" y="3303282"/>
                <a:ext cx="8229600" cy="2405380"/>
              </a:xfrm>
              <a:custGeom>
                <a:avLst/>
                <a:gdLst/>
                <a:ahLst/>
                <a:cxnLst/>
                <a:rect l="l" t="t" r="r" b="b"/>
                <a:pathLst>
                  <a:path w="8229600" h="2405379">
                    <a:moveTo>
                      <a:pt x="1072134" y="919734"/>
                    </a:moveTo>
                    <a:lnTo>
                      <a:pt x="1070610" y="915924"/>
                    </a:lnTo>
                    <a:lnTo>
                      <a:pt x="1067562" y="914400"/>
                    </a:lnTo>
                    <a:lnTo>
                      <a:pt x="1063752" y="915924"/>
                    </a:lnTo>
                    <a:lnTo>
                      <a:pt x="55219" y="1780260"/>
                    </a:lnTo>
                    <a:lnTo>
                      <a:pt x="33528" y="1754886"/>
                    </a:lnTo>
                    <a:lnTo>
                      <a:pt x="0" y="1833372"/>
                    </a:lnTo>
                    <a:lnTo>
                      <a:pt x="43434" y="1822602"/>
                    </a:lnTo>
                    <a:lnTo>
                      <a:pt x="83058" y="1812798"/>
                    </a:lnTo>
                    <a:lnTo>
                      <a:pt x="61556" y="1787664"/>
                    </a:lnTo>
                    <a:lnTo>
                      <a:pt x="1069848" y="922782"/>
                    </a:lnTo>
                    <a:lnTo>
                      <a:pt x="1072134" y="919734"/>
                    </a:lnTo>
                    <a:close/>
                  </a:path>
                  <a:path w="8229600" h="2405379">
                    <a:moveTo>
                      <a:pt x="1828800" y="2366772"/>
                    </a:moveTo>
                    <a:lnTo>
                      <a:pt x="1752600" y="2328672"/>
                    </a:lnTo>
                    <a:lnTo>
                      <a:pt x="1752600" y="2362200"/>
                    </a:lnTo>
                    <a:lnTo>
                      <a:pt x="1524000" y="2362200"/>
                    </a:lnTo>
                    <a:lnTo>
                      <a:pt x="1520952" y="2363724"/>
                    </a:lnTo>
                    <a:lnTo>
                      <a:pt x="1519428" y="2366772"/>
                    </a:lnTo>
                    <a:lnTo>
                      <a:pt x="1520952" y="2370582"/>
                    </a:lnTo>
                    <a:lnTo>
                      <a:pt x="1524000" y="2372106"/>
                    </a:lnTo>
                    <a:lnTo>
                      <a:pt x="1752600" y="2372106"/>
                    </a:lnTo>
                    <a:lnTo>
                      <a:pt x="1752600" y="2404872"/>
                    </a:lnTo>
                    <a:lnTo>
                      <a:pt x="1770126" y="2396109"/>
                    </a:lnTo>
                    <a:lnTo>
                      <a:pt x="1828800" y="2366772"/>
                    </a:lnTo>
                    <a:close/>
                  </a:path>
                  <a:path w="8229600" h="2405379">
                    <a:moveTo>
                      <a:pt x="1834896" y="1748790"/>
                    </a:moveTo>
                    <a:lnTo>
                      <a:pt x="1804111" y="1761490"/>
                    </a:lnTo>
                    <a:lnTo>
                      <a:pt x="1452372" y="917448"/>
                    </a:lnTo>
                    <a:lnTo>
                      <a:pt x="1450086" y="914400"/>
                    </a:lnTo>
                    <a:lnTo>
                      <a:pt x="1446276" y="915162"/>
                    </a:lnTo>
                    <a:lnTo>
                      <a:pt x="1443228" y="917448"/>
                    </a:lnTo>
                    <a:lnTo>
                      <a:pt x="1443990" y="921258"/>
                    </a:lnTo>
                    <a:lnTo>
                      <a:pt x="1795614" y="1765007"/>
                    </a:lnTo>
                    <a:lnTo>
                      <a:pt x="1764792" y="1777746"/>
                    </a:lnTo>
                    <a:lnTo>
                      <a:pt x="1808988" y="1816150"/>
                    </a:lnTo>
                    <a:lnTo>
                      <a:pt x="1828800" y="1833372"/>
                    </a:lnTo>
                    <a:lnTo>
                      <a:pt x="1834896" y="1748790"/>
                    </a:lnTo>
                    <a:close/>
                  </a:path>
                  <a:path w="8229600" h="2405379">
                    <a:moveTo>
                      <a:pt x="2900172" y="3810"/>
                    </a:moveTo>
                    <a:lnTo>
                      <a:pt x="2898648" y="762"/>
                    </a:lnTo>
                    <a:lnTo>
                      <a:pt x="2894838" y="0"/>
                    </a:lnTo>
                    <a:lnTo>
                      <a:pt x="988479" y="366420"/>
                    </a:lnTo>
                    <a:lnTo>
                      <a:pt x="982218" y="333756"/>
                    </a:lnTo>
                    <a:lnTo>
                      <a:pt x="914400" y="385572"/>
                    </a:lnTo>
                    <a:lnTo>
                      <a:pt x="972312" y="402183"/>
                    </a:lnTo>
                    <a:lnTo>
                      <a:pt x="996696" y="409194"/>
                    </a:lnTo>
                    <a:lnTo>
                      <a:pt x="990371" y="376262"/>
                    </a:lnTo>
                    <a:lnTo>
                      <a:pt x="2897124" y="9144"/>
                    </a:lnTo>
                    <a:lnTo>
                      <a:pt x="2900172" y="7620"/>
                    </a:lnTo>
                    <a:lnTo>
                      <a:pt x="2900172" y="3810"/>
                    </a:lnTo>
                    <a:close/>
                  </a:path>
                  <a:path w="8229600" h="2405379">
                    <a:moveTo>
                      <a:pt x="3581400" y="2366772"/>
                    </a:moveTo>
                    <a:lnTo>
                      <a:pt x="3505200" y="2328672"/>
                    </a:lnTo>
                    <a:lnTo>
                      <a:pt x="3505200" y="2362200"/>
                    </a:lnTo>
                    <a:lnTo>
                      <a:pt x="3276600" y="2362200"/>
                    </a:lnTo>
                    <a:lnTo>
                      <a:pt x="3273552" y="2363724"/>
                    </a:lnTo>
                    <a:lnTo>
                      <a:pt x="3272028" y="2366772"/>
                    </a:lnTo>
                    <a:lnTo>
                      <a:pt x="3273552" y="2370582"/>
                    </a:lnTo>
                    <a:lnTo>
                      <a:pt x="3276600" y="2372106"/>
                    </a:lnTo>
                    <a:lnTo>
                      <a:pt x="3505200" y="2372106"/>
                    </a:lnTo>
                    <a:lnTo>
                      <a:pt x="3505200" y="2404872"/>
                    </a:lnTo>
                    <a:lnTo>
                      <a:pt x="3522726" y="2396109"/>
                    </a:lnTo>
                    <a:lnTo>
                      <a:pt x="3581400" y="2366772"/>
                    </a:lnTo>
                    <a:close/>
                  </a:path>
                  <a:path w="8229600" h="2405379">
                    <a:moveTo>
                      <a:pt x="3581400" y="1833372"/>
                    </a:moveTo>
                    <a:lnTo>
                      <a:pt x="3532632" y="1764030"/>
                    </a:lnTo>
                    <a:lnTo>
                      <a:pt x="3516960" y="1793024"/>
                    </a:lnTo>
                    <a:lnTo>
                      <a:pt x="1907286" y="915162"/>
                    </a:lnTo>
                    <a:lnTo>
                      <a:pt x="1904238" y="914400"/>
                    </a:lnTo>
                    <a:lnTo>
                      <a:pt x="1901190" y="916686"/>
                    </a:lnTo>
                    <a:lnTo>
                      <a:pt x="1900428" y="920496"/>
                    </a:lnTo>
                    <a:lnTo>
                      <a:pt x="1902714" y="923544"/>
                    </a:lnTo>
                    <a:lnTo>
                      <a:pt x="3512426" y="1801431"/>
                    </a:lnTo>
                    <a:lnTo>
                      <a:pt x="3496818" y="1830324"/>
                    </a:lnTo>
                    <a:lnTo>
                      <a:pt x="3527298" y="1831416"/>
                    </a:lnTo>
                    <a:lnTo>
                      <a:pt x="3530346" y="1831530"/>
                    </a:lnTo>
                    <a:lnTo>
                      <a:pt x="3581400" y="1833372"/>
                    </a:lnTo>
                    <a:close/>
                  </a:path>
                  <a:path w="8229600" h="2405379">
                    <a:moveTo>
                      <a:pt x="4343400" y="385572"/>
                    </a:moveTo>
                    <a:lnTo>
                      <a:pt x="4284726" y="324612"/>
                    </a:lnTo>
                    <a:lnTo>
                      <a:pt x="4273575" y="355409"/>
                    </a:lnTo>
                    <a:lnTo>
                      <a:pt x="3278124" y="0"/>
                    </a:lnTo>
                    <a:lnTo>
                      <a:pt x="3275076" y="762"/>
                    </a:lnTo>
                    <a:lnTo>
                      <a:pt x="3272028" y="3048"/>
                    </a:lnTo>
                    <a:lnTo>
                      <a:pt x="3272790" y="6858"/>
                    </a:lnTo>
                    <a:lnTo>
                      <a:pt x="3275076" y="9144"/>
                    </a:lnTo>
                    <a:lnTo>
                      <a:pt x="4270299" y="364464"/>
                    </a:lnTo>
                    <a:lnTo>
                      <a:pt x="4258818" y="396240"/>
                    </a:lnTo>
                    <a:lnTo>
                      <a:pt x="4287774" y="392582"/>
                    </a:lnTo>
                    <a:lnTo>
                      <a:pt x="4288536" y="392480"/>
                    </a:lnTo>
                    <a:lnTo>
                      <a:pt x="4343400" y="385572"/>
                    </a:lnTo>
                    <a:close/>
                  </a:path>
                  <a:path w="8229600" h="2405379">
                    <a:moveTo>
                      <a:pt x="5334000" y="1833372"/>
                    </a:moveTo>
                    <a:lnTo>
                      <a:pt x="5311140" y="1751838"/>
                    </a:lnTo>
                    <a:lnTo>
                      <a:pt x="5286362" y="1774266"/>
                    </a:lnTo>
                    <a:lnTo>
                      <a:pt x="4499610" y="915924"/>
                    </a:lnTo>
                    <a:lnTo>
                      <a:pt x="4496562" y="914400"/>
                    </a:lnTo>
                    <a:lnTo>
                      <a:pt x="4492752" y="915924"/>
                    </a:lnTo>
                    <a:lnTo>
                      <a:pt x="4491228" y="918972"/>
                    </a:lnTo>
                    <a:lnTo>
                      <a:pt x="4492752" y="922782"/>
                    </a:lnTo>
                    <a:lnTo>
                      <a:pt x="5279136" y="1780794"/>
                    </a:lnTo>
                    <a:lnTo>
                      <a:pt x="5254752" y="1802892"/>
                    </a:lnTo>
                    <a:lnTo>
                      <a:pt x="5295900" y="1818716"/>
                    </a:lnTo>
                    <a:lnTo>
                      <a:pt x="5334000" y="1833372"/>
                    </a:lnTo>
                    <a:close/>
                  </a:path>
                  <a:path w="8229600" h="2405379">
                    <a:moveTo>
                      <a:pt x="7315200" y="1757172"/>
                    </a:moveTo>
                    <a:lnTo>
                      <a:pt x="7255764" y="1696974"/>
                    </a:lnTo>
                    <a:lnTo>
                      <a:pt x="7245236" y="1727885"/>
                    </a:lnTo>
                    <a:lnTo>
                      <a:pt x="4878324" y="914400"/>
                    </a:lnTo>
                    <a:lnTo>
                      <a:pt x="4875276" y="915162"/>
                    </a:lnTo>
                    <a:lnTo>
                      <a:pt x="4872228" y="917448"/>
                    </a:lnTo>
                    <a:lnTo>
                      <a:pt x="4872990" y="921258"/>
                    </a:lnTo>
                    <a:lnTo>
                      <a:pt x="4875276" y="923544"/>
                    </a:lnTo>
                    <a:lnTo>
                      <a:pt x="7242048" y="1737233"/>
                    </a:lnTo>
                    <a:lnTo>
                      <a:pt x="7231380" y="1768602"/>
                    </a:lnTo>
                    <a:lnTo>
                      <a:pt x="7259574" y="1764753"/>
                    </a:lnTo>
                    <a:lnTo>
                      <a:pt x="7315200" y="1757172"/>
                    </a:lnTo>
                    <a:close/>
                  </a:path>
                  <a:path w="8229600" h="2405379">
                    <a:moveTo>
                      <a:pt x="7848587" y="1833372"/>
                    </a:moveTo>
                    <a:lnTo>
                      <a:pt x="7789913" y="1772412"/>
                    </a:lnTo>
                    <a:lnTo>
                      <a:pt x="7778509" y="1803908"/>
                    </a:lnTo>
                    <a:lnTo>
                      <a:pt x="5487911" y="990600"/>
                    </a:lnTo>
                    <a:lnTo>
                      <a:pt x="5484863" y="991362"/>
                    </a:lnTo>
                    <a:lnTo>
                      <a:pt x="5481815" y="993648"/>
                    </a:lnTo>
                    <a:lnTo>
                      <a:pt x="5482577" y="997458"/>
                    </a:lnTo>
                    <a:lnTo>
                      <a:pt x="5484863" y="999744"/>
                    </a:lnTo>
                    <a:lnTo>
                      <a:pt x="7775473" y="1812290"/>
                    </a:lnTo>
                    <a:lnTo>
                      <a:pt x="7764005" y="1844040"/>
                    </a:lnTo>
                    <a:lnTo>
                      <a:pt x="7792961" y="1840382"/>
                    </a:lnTo>
                    <a:lnTo>
                      <a:pt x="7793723" y="1840280"/>
                    </a:lnTo>
                    <a:lnTo>
                      <a:pt x="7848587" y="1833372"/>
                    </a:lnTo>
                    <a:close/>
                  </a:path>
                  <a:path w="8229600" h="2405379">
                    <a:moveTo>
                      <a:pt x="8229600" y="1757172"/>
                    </a:moveTo>
                    <a:lnTo>
                      <a:pt x="8172450" y="1694688"/>
                    </a:lnTo>
                    <a:lnTo>
                      <a:pt x="8160474" y="1725955"/>
                    </a:lnTo>
                    <a:lnTo>
                      <a:pt x="6022086" y="914400"/>
                    </a:lnTo>
                    <a:lnTo>
                      <a:pt x="6018276" y="915162"/>
                    </a:lnTo>
                    <a:lnTo>
                      <a:pt x="6015228" y="917448"/>
                    </a:lnTo>
                    <a:lnTo>
                      <a:pt x="6015990" y="921258"/>
                    </a:lnTo>
                    <a:lnTo>
                      <a:pt x="6018276" y="923544"/>
                    </a:lnTo>
                    <a:lnTo>
                      <a:pt x="8156930" y="1735201"/>
                    </a:lnTo>
                    <a:lnTo>
                      <a:pt x="8145018" y="1766316"/>
                    </a:lnTo>
                    <a:lnTo>
                      <a:pt x="8174736" y="1763102"/>
                    </a:lnTo>
                    <a:lnTo>
                      <a:pt x="8229600" y="175717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102" name="object 102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700901" y="5631942"/>
                <a:ext cx="233172" cy="76200"/>
              </a:xfrm>
              <a:prstGeom prst="rect">
                <a:avLst/>
              </a:prstGeom>
            </p:spPr>
          </p:pic>
        </p:grpSp>
        <p:sp>
          <p:nvSpPr>
            <p:cNvPr id="103" name="object 103"/>
            <p:cNvSpPr/>
            <p:nvPr/>
          </p:nvSpPr>
          <p:spPr>
            <a:xfrm>
              <a:off x="2698566" y="5901680"/>
              <a:ext cx="337430" cy="285606"/>
            </a:xfrm>
            <a:custGeom>
              <a:avLst/>
              <a:gdLst/>
              <a:ahLst/>
              <a:cxnLst/>
              <a:rect l="l" t="t" r="r" b="b"/>
              <a:pathLst>
                <a:path w="372110" h="314959">
                  <a:moveTo>
                    <a:pt x="0" y="0"/>
                  </a:moveTo>
                  <a:lnTo>
                    <a:pt x="0" y="314705"/>
                  </a:lnTo>
                  <a:lnTo>
                    <a:pt x="371856" y="314705"/>
                  </a:lnTo>
                  <a:lnTo>
                    <a:pt x="371856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4" name="object 104"/>
            <p:cNvSpPr txBox="1"/>
            <p:nvPr/>
          </p:nvSpPr>
          <p:spPr>
            <a:xfrm>
              <a:off x="2774799" y="5930932"/>
              <a:ext cx="184838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1270" spc="-23" dirty="0">
                  <a:latin typeface="Times New Roman"/>
                  <a:cs typeface="Times New Roman"/>
                </a:rPr>
                <a:t>10</a:t>
              </a:r>
              <a:endParaRPr sz="1270">
                <a:latin typeface="Times New Roman"/>
                <a:cs typeface="Times New Roman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3182253" y="5901680"/>
              <a:ext cx="337430" cy="285606"/>
            </a:xfrm>
            <a:custGeom>
              <a:avLst/>
              <a:gdLst/>
              <a:ahLst/>
              <a:cxnLst/>
              <a:rect l="l" t="t" r="r" b="b"/>
              <a:pathLst>
                <a:path w="372110" h="314959">
                  <a:moveTo>
                    <a:pt x="0" y="0"/>
                  </a:moveTo>
                  <a:lnTo>
                    <a:pt x="0" y="314705"/>
                  </a:lnTo>
                  <a:lnTo>
                    <a:pt x="371856" y="314705"/>
                  </a:lnTo>
                  <a:lnTo>
                    <a:pt x="371856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6" name="object 106"/>
            <p:cNvSpPr txBox="1"/>
            <p:nvPr/>
          </p:nvSpPr>
          <p:spPr>
            <a:xfrm>
              <a:off x="3258487" y="5930932"/>
              <a:ext cx="184838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1270" spc="-23" dirty="0">
                  <a:latin typeface="Times New Roman"/>
                  <a:cs typeface="Times New Roman"/>
                </a:rPr>
                <a:t>15</a:t>
              </a:r>
              <a:endParaRPr sz="1270">
                <a:latin typeface="Times New Roman"/>
                <a:cs typeface="Times New Roman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3665941" y="5901680"/>
              <a:ext cx="337430" cy="285606"/>
            </a:xfrm>
            <a:custGeom>
              <a:avLst/>
              <a:gdLst/>
              <a:ahLst/>
              <a:cxnLst/>
              <a:rect l="l" t="t" r="r" b="b"/>
              <a:pathLst>
                <a:path w="372110" h="314959">
                  <a:moveTo>
                    <a:pt x="0" y="0"/>
                  </a:moveTo>
                  <a:lnTo>
                    <a:pt x="0" y="314705"/>
                  </a:lnTo>
                  <a:lnTo>
                    <a:pt x="371856" y="314705"/>
                  </a:lnTo>
                  <a:lnTo>
                    <a:pt x="371856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8" name="object 108"/>
            <p:cNvSpPr txBox="1"/>
            <p:nvPr/>
          </p:nvSpPr>
          <p:spPr>
            <a:xfrm>
              <a:off x="3742174" y="5930932"/>
              <a:ext cx="184838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1270" spc="-23" dirty="0">
                  <a:latin typeface="Times New Roman"/>
                  <a:cs typeface="Times New Roman"/>
                </a:rPr>
                <a:t>18</a:t>
              </a:r>
              <a:endParaRPr sz="1270">
                <a:latin typeface="Times New Roman"/>
                <a:cs typeface="Times New Roman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4218727" y="5901680"/>
              <a:ext cx="337430" cy="285606"/>
            </a:xfrm>
            <a:custGeom>
              <a:avLst/>
              <a:gdLst/>
              <a:ahLst/>
              <a:cxnLst/>
              <a:rect l="l" t="t" r="r" b="b"/>
              <a:pathLst>
                <a:path w="372110" h="314959">
                  <a:moveTo>
                    <a:pt x="0" y="0"/>
                  </a:moveTo>
                  <a:lnTo>
                    <a:pt x="0" y="314705"/>
                  </a:lnTo>
                  <a:lnTo>
                    <a:pt x="371855" y="314705"/>
                  </a:lnTo>
                  <a:lnTo>
                    <a:pt x="371855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0" name="object 110"/>
            <p:cNvSpPr txBox="1"/>
            <p:nvPr/>
          </p:nvSpPr>
          <p:spPr>
            <a:xfrm>
              <a:off x="4294960" y="5930932"/>
              <a:ext cx="184838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1270" spc="-23" dirty="0">
                  <a:latin typeface="Times New Roman"/>
                  <a:cs typeface="Times New Roman"/>
                </a:rPr>
                <a:t>20</a:t>
              </a:r>
              <a:endParaRPr sz="1270">
                <a:latin typeface="Times New Roman"/>
                <a:cs typeface="Times New Roman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4771513" y="5901680"/>
              <a:ext cx="337430" cy="285606"/>
            </a:xfrm>
            <a:custGeom>
              <a:avLst/>
              <a:gdLst/>
              <a:ahLst/>
              <a:cxnLst/>
              <a:rect l="l" t="t" r="r" b="b"/>
              <a:pathLst>
                <a:path w="372110" h="314959">
                  <a:moveTo>
                    <a:pt x="0" y="0"/>
                  </a:moveTo>
                  <a:lnTo>
                    <a:pt x="0" y="314705"/>
                  </a:lnTo>
                  <a:lnTo>
                    <a:pt x="371855" y="314705"/>
                  </a:lnTo>
                  <a:lnTo>
                    <a:pt x="371855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86102" y="5901680"/>
              <a:ext cx="337430" cy="285606"/>
            </a:xfrm>
            <a:custGeom>
              <a:avLst/>
              <a:gdLst/>
              <a:ahLst/>
              <a:cxnLst/>
              <a:rect l="l" t="t" r="r" b="b"/>
              <a:pathLst>
                <a:path w="372110" h="314959">
                  <a:moveTo>
                    <a:pt x="0" y="0"/>
                  </a:moveTo>
                  <a:lnTo>
                    <a:pt x="0" y="314705"/>
                  </a:lnTo>
                  <a:lnTo>
                    <a:pt x="371855" y="314705"/>
                  </a:lnTo>
                  <a:lnTo>
                    <a:pt x="371855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3" name="object 113"/>
            <p:cNvSpPr txBox="1"/>
            <p:nvPr/>
          </p:nvSpPr>
          <p:spPr>
            <a:xfrm>
              <a:off x="4847746" y="5930932"/>
              <a:ext cx="599427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  <a:tabLst>
                  <a:tab pos="425530" algn="l"/>
                </a:tabLst>
              </a:pPr>
              <a:r>
                <a:rPr sz="1270" spc="-23" dirty="0">
                  <a:latin typeface="Times New Roman"/>
                  <a:cs typeface="Times New Roman"/>
                </a:rPr>
                <a:t>30</a:t>
              </a:r>
              <a:r>
                <a:rPr sz="1270" dirty="0">
                  <a:latin typeface="Times New Roman"/>
                  <a:cs typeface="Times New Roman"/>
                </a:rPr>
                <a:t>	</a:t>
              </a:r>
              <a:r>
                <a:rPr sz="1270" spc="-23" dirty="0">
                  <a:latin typeface="Times New Roman"/>
                  <a:cs typeface="Times New Roman"/>
                </a:rPr>
                <a:t>40</a:t>
              </a:r>
              <a:endParaRPr sz="1270">
                <a:latin typeface="Times New Roman"/>
                <a:cs typeface="Times New Roman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5669790" y="5901680"/>
              <a:ext cx="337430" cy="285606"/>
            </a:xfrm>
            <a:custGeom>
              <a:avLst/>
              <a:gdLst/>
              <a:ahLst/>
              <a:cxnLst/>
              <a:rect l="l" t="t" r="r" b="b"/>
              <a:pathLst>
                <a:path w="372110" h="314959">
                  <a:moveTo>
                    <a:pt x="0" y="0"/>
                  </a:moveTo>
                  <a:lnTo>
                    <a:pt x="0" y="314705"/>
                  </a:lnTo>
                  <a:lnTo>
                    <a:pt x="371855" y="314705"/>
                  </a:lnTo>
                  <a:lnTo>
                    <a:pt x="371855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084379" y="5901680"/>
              <a:ext cx="337430" cy="285606"/>
            </a:xfrm>
            <a:custGeom>
              <a:avLst/>
              <a:gdLst/>
              <a:ahLst/>
              <a:cxnLst/>
              <a:rect l="l" t="t" r="r" b="b"/>
              <a:pathLst>
                <a:path w="372110" h="314959">
                  <a:moveTo>
                    <a:pt x="0" y="0"/>
                  </a:moveTo>
                  <a:lnTo>
                    <a:pt x="0" y="314705"/>
                  </a:lnTo>
                  <a:lnTo>
                    <a:pt x="371855" y="314705"/>
                  </a:lnTo>
                  <a:lnTo>
                    <a:pt x="371855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6" name="object 116"/>
            <p:cNvSpPr txBox="1"/>
            <p:nvPr/>
          </p:nvSpPr>
          <p:spPr>
            <a:xfrm>
              <a:off x="5746023" y="5930932"/>
              <a:ext cx="599427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  <a:tabLst>
                  <a:tab pos="425530" algn="l"/>
                </a:tabLst>
              </a:pPr>
              <a:r>
                <a:rPr sz="1270" spc="-23" dirty="0">
                  <a:latin typeface="Times New Roman"/>
                  <a:cs typeface="Times New Roman"/>
                </a:rPr>
                <a:t>50</a:t>
              </a:r>
              <a:r>
                <a:rPr sz="1270" dirty="0">
                  <a:latin typeface="Times New Roman"/>
                  <a:cs typeface="Times New Roman"/>
                </a:rPr>
                <a:t>	</a:t>
              </a:r>
              <a:r>
                <a:rPr sz="1270" spc="-23" dirty="0">
                  <a:latin typeface="Times New Roman"/>
                  <a:cs typeface="Times New Roman"/>
                </a:rPr>
                <a:t>60</a:t>
              </a:r>
              <a:endParaRPr sz="1270">
                <a:latin typeface="Times New Roman"/>
                <a:cs typeface="Times New Roman"/>
              </a:endParaRPr>
            </a:p>
          </p:txBody>
        </p:sp>
        <p:sp>
          <p:nvSpPr>
            <p:cNvPr id="117" name="object 117"/>
            <p:cNvSpPr txBox="1"/>
            <p:nvPr/>
          </p:nvSpPr>
          <p:spPr>
            <a:xfrm>
              <a:off x="6498969" y="5901681"/>
              <a:ext cx="337430" cy="236139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0307" rIns="0" bIns="0" rtlCol="0">
              <a:spAutoFit/>
            </a:bodyPr>
            <a:lstStyle/>
            <a:p>
              <a:pPr marL="87524">
                <a:spcBef>
                  <a:spcPts val="317"/>
                </a:spcBef>
              </a:pPr>
              <a:r>
                <a:rPr sz="1270" spc="-23" dirty="0">
                  <a:latin typeface="Times New Roman"/>
                  <a:cs typeface="Times New Roman"/>
                </a:rPr>
                <a:t>65</a:t>
              </a:r>
              <a:endParaRPr sz="1270">
                <a:latin typeface="Times New Roman"/>
                <a:cs typeface="Times New Roman"/>
              </a:endParaRPr>
            </a:p>
          </p:txBody>
        </p:sp>
        <p:sp>
          <p:nvSpPr>
            <p:cNvPr id="118" name="object 118"/>
            <p:cNvSpPr txBox="1"/>
            <p:nvPr/>
          </p:nvSpPr>
          <p:spPr>
            <a:xfrm>
              <a:off x="6913558" y="5901681"/>
              <a:ext cx="337430" cy="236139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0307" rIns="0" bIns="0" rtlCol="0">
              <a:spAutoFit/>
            </a:bodyPr>
            <a:lstStyle/>
            <a:p>
              <a:pPr marL="87524">
                <a:spcBef>
                  <a:spcPts val="317"/>
                </a:spcBef>
              </a:pPr>
              <a:r>
                <a:rPr sz="1270" spc="-23" dirty="0">
                  <a:latin typeface="Times New Roman"/>
                  <a:cs typeface="Times New Roman"/>
                </a:rPr>
                <a:t>80</a:t>
              </a:r>
              <a:endParaRPr sz="1270">
                <a:latin typeface="Times New Roman"/>
                <a:cs typeface="Times New Roman"/>
              </a:endParaRPr>
            </a:p>
          </p:txBody>
        </p:sp>
        <p:sp>
          <p:nvSpPr>
            <p:cNvPr id="119" name="object 119"/>
            <p:cNvSpPr txBox="1"/>
            <p:nvPr/>
          </p:nvSpPr>
          <p:spPr>
            <a:xfrm>
              <a:off x="7397234" y="5901681"/>
              <a:ext cx="337430" cy="236139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0307" rIns="0" bIns="0" rtlCol="0">
              <a:spAutoFit/>
            </a:bodyPr>
            <a:lstStyle/>
            <a:p>
              <a:pPr marL="87524">
                <a:spcBef>
                  <a:spcPts val="317"/>
                </a:spcBef>
              </a:pPr>
              <a:r>
                <a:rPr sz="1270" spc="-23" dirty="0">
                  <a:latin typeface="Times New Roman"/>
                  <a:cs typeface="Times New Roman"/>
                </a:rPr>
                <a:t>85</a:t>
              </a:r>
              <a:endParaRPr sz="1270">
                <a:latin typeface="Times New Roman"/>
                <a:cs typeface="Times New Roman"/>
              </a:endParaRPr>
            </a:p>
          </p:txBody>
        </p:sp>
        <p:sp>
          <p:nvSpPr>
            <p:cNvPr id="120" name="object 120"/>
            <p:cNvSpPr txBox="1"/>
            <p:nvPr/>
          </p:nvSpPr>
          <p:spPr>
            <a:xfrm>
              <a:off x="7880922" y="5901681"/>
              <a:ext cx="337430" cy="236139"/>
            </a:xfrm>
            <a:prstGeom prst="rect">
              <a:avLst/>
            </a:prstGeom>
            <a:ln w="9525">
              <a:solidFill>
                <a:srgbClr val="000000"/>
              </a:solidFill>
            </a:ln>
          </p:spPr>
          <p:txBody>
            <a:bodyPr vert="horz" wrap="square" lIns="0" tIns="40307" rIns="0" bIns="0" rtlCol="0">
              <a:spAutoFit/>
            </a:bodyPr>
            <a:lstStyle/>
            <a:p>
              <a:pPr marL="87524">
                <a:spcBef>
                  <a:spcPts val="317"/>
                </a:spcBef>
              </a:pPr>
              <a:r>
                <a:rPr sz="1270" spc="-23" dirty="0">
                  <a:latin typeface="Times New Roman"/>
                  <a:cs typeface="Times New Roman"/>
                </a:rPr>
                <a:t>90</a:t>
              </a:r>
              <a:endParaRPr sz="1270">
                <a:latin typeface="Times New Roman"/>
                <a:cs typeface="Times New Roman"/>
              </a:endParaRPr>
            </a:p>
          </p:txBody>
        </p:sp>
        <p:grpSp>
          <p:nvGrpSpPr>
            <p:cNvPr id="121" name="object 121"/>
            <p:cNvGrpSpPr/>
            <p:nvPr/>
          </p:nvGrpSpPr>
          <p:grpSpPr>
            <a:xfrm>
              <a:off x="2662635" y="4275798"/>
              <a:ext cx="7579501" cy="1626111"/>
              <a:chOff x="1560461" y="4715255"/>
              <a:chExt cx="8358505" cy="1793239"/>
            </a:xfrm>
          </p:grpSpPr>
          <p:sp>
            <p:nvSpPr>
              <p:cNvPr id="122" name="object 122"/>
              <p:cNvSpPr/>
              <p:nvPr/>
            </p:nvSpPr>
            <p:spPr>
              <a:xfrm>
                <a:off x="1576463" y="5589282"/>
                <a:ext cx="7186930" cy="919480"/>
              </a:xfrm>
              <a:custGeom>
                <a:avLst/>
                <a:gdLst/>
                <a:ahLst/>
                <a:cxnLst/>
                <a:rect l="l" t="t" r="r" b="b"/>
                <a:pathLst>
                  <a:path w="7186930" h="919479">
                    <a:moveTo>
                      <a:pt x="180594" y="81534"/>
                    </a:moveTo>
                    <a:lnTo>
                      <a:pt x="179832" y="78486"/>
                    </a:lnTo>
                    <a:lnTo>
                      <a:pt x="176784" y="76200"/>
                    </a:lnTo>
                    <a:lnTo>
                      <a:pt x="173736" y="76962"/>
                    </a:lnTo>
                    <a:lnTo>
                      <a:pt x="171450" y="80010"/>
                    </a:lnTo>
                    <a:lnTo>
                      <a:pt x="32702" y="843445"/>
                    </a:lnTo>
                    <a:lnTo>
                      <a:pt x="0" y="837438"/>
                    </a:lnTo>
                    <a:lnTo>
                      <a:pt x="23622" y="918972"/>
                    </a:lnTo>
                    <a:lnTo>
                      <a:pt x="30480" y="909853"/>
                    </a:lnTo>
                    <a:lnTo>
                      <a:pt x="74676" y="851154"/>
                    </a:lnTo>
                    <a:lnTo>
                      <a:pt x="41821" y="845108"/>
                    </a:lnTo>
                    <a:lnTo>
                      <a:pt x="180594" y="81534"/>
                    </a:lnTo>
                    <a:close/>
                  </a:path>
                  <a:path w="7186930" h="919479">
                    <a:moveTo>
                      <a:pt x="588264" y="839724"/>
                    </a:moveTo>
                    <a:lnTo>
                      <a:pt x="557022" y="842530"/>
                    </a:lnTo>
                    <a:lnTo>
                      <a:pt x="556260" y="842594"/>
                    </a:lnTo>
                    <a:lnTo>
                      <a:pt x="555078" y="842708"/>
                    </a:lnTo>
                    <a:lnTo>
                      <a:pt x="486156" y="80772"/>
                    </a:lnTo>
                    <a:lnTo>
                      <a:pt x="483870" y="77724"/>
                    </a:lnTo>
                    <a:lnTo>
                      <a:pt x="480822" y="76200"/>
                    </a:lnTo>
                    <a:lnTo>
                      <a:pt x="477774" y="77724"/>
                    </a:lnTo>
                    <a:lnTo>
                      <a:pt x="476250" y="81534"/>
                    </a:lnTo>
                    <a:lnTo>
                      <a:pt x="545922" y="843534"/>
                    </a:lnTo>
                    <a:lnTo>
                      <a:pt x="512064" y="846582"/>
                    </a:lnTo>
                    <a:lnTo>
                      <a:pt x="556260" y="917740"/>
                    </a:lnTo>
                    <a:lnTo>
                      <a:pt x="557022" y="918972"/>
                    </a:lnTo>
                    <a:lnTo>
                      <a:pt x="588264" y="839724"/>
                    </a:lnTo>
                    <a:close/>
                  </a:path>
                  <a:path w="7186930" h="919479">
                    <a:moveTo>
                      <a:pt x="1107186" y="835914"/>
                    </a:moveTo>
                    <a:lnTo>
                      <a:pt x="1075182" y="844575"/>
                    </a:lnTo>
                    <a:lnTo>
                      <a:pt x="1074991" y="844626"/>
                    </a:lnTo>
                    <a:lnTo>
                      <a:pt x="866394" y="80010"/>
                    </a:lnTo>
                    <a:lnTo>
                      <a:pt x="864108" y="76962"/>
                    </a:lnTo>
                    <a:lnTo>
                      <a:pt x="861060" y="76200"/>
                    </a:lnTo>
                    <a:lnTo>
                      <a:pt x="858012" y="78486"/>
                    </a:lnTo>
                    <a:lnTo>
                      <a:pt x="857250" y="82296"/>
                    </a:lnTo>
                    <a:lnTo>
                      <a:pt x="1065707" y="847140"/>
                    </a:lnTo>
                    <a:lnTo>
                      <a:pt x="1034034" y="855726"/>
                    </a:lnTo>
                    <a:lnTo>
                      <a:pt x="1078230" y="905294"/>
                    </a:lnTo>
                    <a:lnTo>
                      <a:pt x="1090422" y="918972"/>
                    </a:lnTo>
                    <a:lnTo>
                      <a:pt x="1107186" y="835914"/>
                    </a:lnTo>
                    <a:close/>
                  </a:path>
                  <a:path w="7186930" h="919479">
                    <a:moveTo>
                      <a:pt x="2009394" y="79248"/>
                    </a:moveTo>
                    <a:lnTo>
                      <a:pt x="2006346" y="76200"/>
                    </a:lnTo>
                    <a:lnTo>
                      <a:pt x="2003298" y="76962"/>
                    </a:lnTo>
                    <a:lnTo>
                      <a:pt x="2000250" y="79248"/>
                    </a:lnTo>
                    <a:lnTo>
                      <a:pt x="1721993" y="845756"/>
                    </a:lnTo>
                    <a:lnTo>
                      <a:pt x="1690878" y="834390"/>
                    </a:lnTo>
                    <a:lnTo>
                      <a:pt x="1700022" y="918972"/>
                    </a:lnTo>
                    <a:lnTo>
                      <a:pt x="1717548" y="902309"/>
                    </a:lnTo>
                    <a:lnTo>
                      <a:pt x="1761744" y="860298"/>
                    </a:lnTo>
                    <a:lnTo>
                      <a:pt x="1731035" y="849071"/>
                    </a:lnTo>
                    <a:lnTo>
                      <a:pt x="2009394" y="82296"/>
                    </a:lnTo>
                    <a:lnTo>
                      <a:pt x="2009394" y="79248"/>
                    </a:lnTo>
                    <a:close/>
                  </a:path>
                  <a:path w="7186930" h="919479">
                    <a:moveTo>
                      <a:pt x="2347722" y="842772"/>
                    </a:moveTo>
                    <a:lnTo>
                      <a:pt x="2314956" y="842772"/>
                    </a:lnTo>
                    <a:lnTo>
                      <a:pt x="2314956" y="80772"/>
                    </a:lnTo>
                    <a:lnTo>
                      <a:pt x="2313432" y="77724"/>
                    </a:lnTo>
                    <a:lnTo>
                      <a:pt x="2309622" y="76200"/>
                    </a:lnTo>
                    <a:lnTo>
                      <a:pt x="2306574" y="77724"/>
                    </a:lnTo>
                    <a:lnTo>
                      <a:pt x="2305050" y="80772"/>
                    </a:lnTo>
                    <a:lnTo>
                      <a:pt x="2305050" y="842772"/>
                    </a:lnTo>
                    <a:lnTo>
                      <a:pt x="2271522" y="842772"/>
                    </a:lnTo>
                    <a:lnTo>
                      <a:pt x="2305050" y="909828"/>
                    </a:lnTo>
                    <a:lnTo>
                      <a:pt x="2309622" y="918972"/>
                    </a:lnTo>
                    <a:lnTo>
                      <a:pt x="2314956" y="908304"/>
                    </a:lnTo>
                    <a:lnTo>
                      <a:pt x="2347722" y="842772"/>
                    </a:lnTo>
                    <a:close/>
                  </a:path>
                  <a:path w="7186930" h="919479">
                    <a:moveTo>
                      <a:pt x="2791206" y="837438"/>
                    </a:moveTo>
                    <a:lnTo>
                      <a:pt x="2758465" y="843381"/>
                    </a:lnTo>
                    <a:lnTo>
                      <a:pt x="2618994" y="80010"/>
                    </a:lnTo>
                    <a:lnTo>
                      <a:pt x="2617470" y="76962"/>
                    </a:lnTo>
                    <a:lnTo>
                      <a:pt x="2613660" y="76200"/>
                    </a:lnTo>
                    <a:lnTo>
                      <a:pt x="2610612" y="78486"/>
                    </a:lnTo>
                    <a:lnTo>
                      <a:pt x="2609850" y="81534"/>
                    </a:lnTo>
                    <a:lnTo>
                      <a:pt x="2748623" y="845172"/>
                    </a:lnTo>
                    <a:lnTo>
                      <a:pt x="2715768" y="851154"/>
                    </a:lnTo>
                    <a:lnTo>
                      <a:pt x="2760726" y="910869"/>
                    </a:lnTo>
                    <a:lnTo>
                      <a:pt x="2766822" y="918972"/>
                    </a:lnTo>
                    <a:lnTo>
                      <a:pt x="2791206" y="837438"/>
                    </a:lnTo>
                    <a:close/>
                  </a:path>
                  <a:path w="7186930" h="919479">
                    <a:moveTo>
                      <a:pt x="3310128" y="834390"/>
                    </a:moveTo>
                    <a:lnTo>
                      <a:pt x="3278962" y="845654"/>
                    </a:lnTo>
                    <a:lnTo>
                      <a:pt x="2999994" y="79248"/>
                    </a:lnTo>
                    <a:lnTo>
                      <a:pt x="2997708" y="76962"/>
                    </a:lnTo>
                    <a:lnTo>
                      <a:pt x="2993898" y="76200"/>
                    </a:lnTo>
                    <a:lnTo>
                      <a:pt x="2991612" y="79248"/>
                    </a:lnTo>
                    <a:lnTo>
                      <a:pt x="2990850" y="82296"/>
                    </a:lnTo>
                    <a:lnTo>
                      <a:pt x="3269894" y="848931"/>
                    </a:lnTo>
                    <a:lnTo>
                      <a:pt x="3238500" y="860298"/>
                    </a:lnTo>
                    <a:lnTo>
                      <a:pt x="3283458" y="903033"/>
                    </a:lnTo>
                    <a:lnTo>
                      <a:pt x="3300222" y="918972"/>
                    </a:lnTo>
                    <a:lnTo>
                      <a:pt x="3310128" y="834390"/>
                    </a:lnTo>
                    <a:close/>
                  </a:path>
                  <a:path w="7186930" h="919479">
                    <a:moveTo>
                      <a:pt x="3795522" y="842772"/>
                    </a:moveTo>
                    <a:lnTo>
                      <a:pt x="3762756" y="842772"/>
                    </a:lnTo>
                    <a:lnTo>
                      <a:pt x="3762756" y="80772"/>
                    </a:lnTo>
                    <a:lnTo>
                      <a:pt x="3761232" y="77724"/>
                    </a:lnTo>
                    <a:lnTo>
                      <a:pt x="3757422" y="76200"/>
                    </a:lnTo>
                    <a:lnTo>
                      <a:pt x="3754374" y="77724"/>
                    </a:lnTo>
                    <a:lnTo>
                      <a:pt x="3752850" y="80772"/>
                    </a:lnTo>
                    <a:lnTo>
                      <a:pt x="3752850" y="842772"/>
                    </a:lnTo>
                    <a:lnTo>
                      <a:pt x="3719322" y="842772"/>
                    </a:lnTo>
                    <a:lnTo>
                      <a:pt x="3752850" y="909828"/>
                    </a:lnTo>
                    <a:lnTo>
                      <a:pt x="3757422" y="918972"/>
                    </a:lnTo>
                    <a:lnTo>
                      <a:pt x="3762756" y="908304"/>
                    </a:lnTo>
                    <a:lnTo>
                      <a:pt x="3795522" y="842772"/>
                    </a:lnTo>
                    <a:close/>
                  </a:path>
                  <a:path w="7186930" h="919479">
                    <a:moveTo>
                      <a:pt x="4233672" y="835914"/>
                    </a:moveTo>
                    <a:lnTo>
                      <a:pt x="4200829" y="844029"/>
                    </a:lnTo>
                    <a:lnTo>
                      <a:pt x="3990594" y="3810"/>
                    </a:lnTo>
                    <a:lnTo>
                      <a:pt x="3989070" y="762"/>
                    </a:lnTo>
                    <a:lnTo>
                      <a:pt x="3985260" y="0"/>
                    </a:lnTo>
                    <a:lnTo>
                      <a:pt x="3982212" y="2286"/>
                    </a:lnTo>
                    <a:lnTo>
                      <a:pt x="3981450" y="6096"/>
                    </a:lnTo>
                    <a:lnTo>
                      <a:pt x="4191685" y="846289"/>
                    </a:lnTo>
                    <a:lnTo>
                      <a:pt x="4159758" y="854202"/>
                    </a:lnTo>
                    <a:lnTo>
                      <a:pt x="4203954" y="906373"/>
                    </a:lnTo>
                    <a:lnTo>
                      <a:pt x="4214622" y="918972"/>
                    </a:lnTo>
                    <a:lnTo>
                      <a:pt x="4233672" y="835914"/>
                    </a:lnTo>
                    <a:close/>
                  </a:path>
                  <a:path w="7186930" h="919479">
                    <a:moveTo>
                      <a:pt x="5515356" y="80772"/>
                    </a:moveTo>
                    <a:lnTo>
                      <a:pt x="5513832" y="77724"/>
                    </a:lnTo>
                    <a:lnTo>
                      <a:pt x="5510022" y="76200"/>
                    </a:lnTo>
                    <a:lnTo>
                      <a:pt x="5506974" y="77724"/>
                    </a:lnTo>
                    <a:lnTo>
                      <a:pt x="4722698" y="861987"/>
                    </a:lnTo>
                    <a:lnTo>
                      <a:pt x="4699254" y="838200"/>
                    </a:lnTo>
                    <a:lnTo>
                      <a:pt x="4671822" y="918972"/>
                    </a:lnTo>
                    <a:lnTo>
                      <a:pt x="4712208" y="905637"/>
                    </a:lnTo>
                    <a:lnTo>
                      <a:pt x="4752594" y="892302"/>
                    </a:lnTo>
                    <a:lnTo>
                      <a:pt x="4729505" y="868895"/>
                    </a:lnTo>
                    <a:lnTo>
                      <a:pt x="5513832" y="84582"/>
                    </a:lnTo>
                    <a:lnTo>
                      <a:pt x="5515356" y="80772"/>
                    </a:lnTo>
                    <a:close/>
                  </a:path>
                  <a:path w="7186930" h="919479">
                    <a:moveTo>
                      <a:pt x="5820156" y="80010"/>
                    </a:moveTo>
                    <a:lnTo>
                      <a:pt x="5817870" y="76962"/>
                    </a:lnTo>
                    <a:lnTo>
                      <a:pt x="5814060" y="76200"/>
                    </a:lnTo>
                    <a:lnTo>
                      <a:pt x="5811012" y="78486"/>
                    </a:lnTo>
                    <a:lnTo>
                      <a:pt x="5246281" y="854506"/>
                    </a:lnTo>
                    <a:lnTo>
                      <a:pt x="5219700" y="835152"/>
                    </a:lnTo>
                    <a:lnTo>
                      <a:pt x="5205222" y="918972"/>
                    </a:lnTo>
                    <a:lnTo>
                      <a:pt x="5237988" y="902258"/>
                    </a:lnTo>
                    <a:lnTo>
                      <a:pt x="5281422" y="880110"/>
                    </a:lnTo>
                    <a:lnTo>
                      <a:pt x="5254155" y="860247"/>
                    </a:lnTo>
                    <a:lnTo>
                      <a:pt x="5818632" y="83820"/>
                    </a:lnTo>
                    <a:lnTo>
                      <a:pt x="5820156" y="80010"/>
                    </a:lnTo>
                    <a:close/>
                  </a:path>
                  <a:path w="7186930" h="919479">
                    <a:moveTo>
                      <a:pt x="6200394" y="80010"/>
                    </a:moveTo>
                    <a:lnTo>
                      <a:pt x="6198108" y="76962"/>
                    </a:lnTo>
                    <a:lnTo>
                      <a:pt x="6195060" y="76200"/>
                    </a:lnTo>
                    <a:lnTo>
                      <a:pt x="6192012" y="78486"/>
                    </a:lnTo>
                    <a:lnTo>
                      <a:pt x="5771223" y="850176"/>
                    </a:lnTo>
                    <a:lnTo>
                      <a:pt x="5741670" y="834390"/>
                    </a:lnTo>
                    <a:lnTo>
                      <a:pt x="5738622" y="918972"/>
                    </a:lnTo>
                    <a:lnTo>
                      <a:pt x="5764530" y="900938"/>
                    </a:lnTo>
                    <a:lnTo>
                      <a:pt x="5808726" y="870204"/>
                    </a:lnTo>
                    <a:lnTo>
                      <a:pt x="5779643" y="854671"/>
                    </a:lnTo>
                    <a:lnTo>
                      <a:pt x="6200394" y="83058"/>
                    </a:lnTo>
                    <a:lnTo>
                      <a:pt x="6200394" y="80010"/>
                    </a:lnTo>
                    <a:close/>
                  </a:path>
                  <a:path w="7186930" h="919479">
                    <a:moveTo>
                      <a:pt x="7186409" y="80772"/>
                    </a:moveTo>
                    <a:lnTo>
                      <a:pt x="7110209" y="42672"/>
                    </a:lnTo>
                    <a:lnTo>
                      <a:pt x="7110209" y="76200"/>
                    </a:lnTo>
                    <a:lnTo>
                      <a:pt x="6881609" y="76200"/>
                    </a:lnTo>
                    <a:lnTo>
                      <a:pt x="6878561" y="77724"/>
                    </a:lnTo>
                    <a:lnTo>
                      <a:pt x="6877037" y="80772"/>
                    </a:lnTo>
                    <a:lnTo>
                      <a:pt x="6878561" y="84582"/>
                    </a:lnTo>
                    <a:lnTo>
                      <a:pt x="6881609" y="86106"/>
                    </a:lnTo>
                    <a:lnTo>
                      <a:pt x="7110209" y="86106"/>
                    </a:lnTo>
                    <a:lnTo>
                      <a:pt x="7110209" y="118872"/>
                    </a:lnTo>
                    <a:lnTo>
                      <a:pt x="7127735" y="110109"/>
                    </a:lnTo>
                    <a:lnTo>
                      <a:pt x="7186409" y="8077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3" name="object 123"/>
              <p:cNvSpPr/>
              <p:nvPr/>
            </p:nvSpPr>
            <p:spPr>
              <a:xfrm>
                <a:off x="1560461" y="4715268"/>
                <a:ext cx="8358505" cy="1520190"/>
              </a:xfrm>
              <a:custGeom>
                <a:avLst/>
                <a:gdLst/>
                <a:ahLst/>
                <a:cxnLst/>
                <a:rect l="l" t="t" r="r" b="b"/>
                <a:pathLst>
                  <a:path w="8358505" h="1520189">
                    <a:moveTo>
                      <a:pt x="152400" y="1505712"/>
                    </a:moveTo>
                    <a:lnTo>
                      <a:pt x="0" y="1504950"/>
                    </a:lnTo>
                    <a:lnTo>
                      <a:pt x="0" y="1517904"/>
                    </a:lnTo>
                    <a:lnTo>
                      <a:pt x="152400" y="1518666"/>
                    </a:lnTo>
                    <a:lnTo>
                      <a:pt x="152400" y="1505712"/>
                    </a:lnTo>
                    <a:close/>
                  </a:path>
                  <a:path w="8358505" h="1520189">
                    <a:moveTo>
                      <a:pt x="152400" y="1480566"/>
                    </a:moveTo>
                    <a:lnTo>
                      <a:pt x="0" y="1479804"/>
                    </a:lnTo>
                    <a:lnTo>
                      <a:pt x="0" y="1492758"/>
                    </a:lnTo>
                    <a:lnTo>
                      <a:pt x="152400" y="1492758"/>
                    </a:lnTo>
                    <a:lnTo>
                      <a:pt x="152400" y="1480566"/>
                    </a:lnTo>
                    <a:close/>
                  </a:path>
                  <a:path w="8358505" h="1520189">
                    <a:moveTo>
                      <a:pt x="166878" y="25908"/>
                    </a:moveTo>
                    <a:lnTo>
                      <a:pt x="14478" y="25908"/>
                    </a:lnTo>
                    <a:lnTo>
                      <a:pt x="14478" y="38100"/>
                    </a:lnTo>
                    <a:lnTo>
                      <a:pt x="166878" y="38862"/>
                    </a:lnTo>
                    <a:lnTo>
                      <a:pt x="166878" y="25908"/>
                    </a:lnTo>
                    <a:close/>
                  </a:path>
                  <a:path w="8358505" h="1520189">
                    <a:moveTo>
                      <a:pt x="166878" y="762"/>
                    </a:moveTo>
                    <a:lnTo>
                      <a:pt x="14478" y="0"/>
                    </a:lnTo>
                    <a:lnTo>
                      <a:pt x="14478" y="12954"/>
                    </a:lnTo>
                    <a:lnTo>
                      <a:pt x="166878" y="13716"/>
                    </a:lnTo>
                    <a:lnTo>
                      <a:pt x="166878" y="762"/>
                    </a:lnTo>
                    <a:close/>
                  </a:path>
                  <a:path w="8358505" h="1520189">
                    <a:moveTo>
                      <a:pt x="419100" y="1506474"/>
                    </a:moveTo>
                    <a:lnTo>
                      <a:pt x="266700" y="1505712"/>
                    </a:lnTo>
                    <a:lnTo>
                      <a:pt x="266700" y="1518666"/>
                    </a:lnTo>
                    <a:lnTo>
                      <a:pt x="419100" y="1519428"/>
                    </a:lnTo>
                    <a:lnTo>
                      <a:pt x="419100" y="1506474"/>
                    </a:lnTo>
                    <a:close/>
                  </a:path>
                  <a:path w="8358505" h="1520189">
                    <a:moveTo>
                      <a:pt x="419100" y="1481328"/>
                    </a:moveTo>
                    <a:lnTo>
                      <a:pt x="266700" y="1480566"/>
                    </a:lnTo>
                    <a:lnTo>
                      <a:pt x="266700" y="1493520"/>
                    </a:lnTo>
                    <a:lnTo>
                      <a:pt x="419100" y="1493520"/>
                    </a:lnTo>
                    <a:lnTo>
                      <a:pt x="419100" y="1481328"/>
                    </a:lnTo>
                    <a:close/>
                  </a:path>
                  <a:path w="8358505" h="1520189">
                    <a:moveTo>
                      <a:pt x="433578" y="26670"/>
                    </a:moveTo>
                    <a:lnTo>
                      <a:pt x="281178" y="26670"/>
                    </a:lnTo>
                    <a:lnTo>
                      <a:pt x="281178" y="38862"/>
                    </a:lnTo>
                    <a:lnTo>
                      <a:pt x="433578" y="39624"/>
                    </a:lnTo>
                    <a:lnTo>
                      <a:pt x="433578" y="26670"/>
                    </a:lnTo>
                    <a:close/>
                  </a:path>
                  <a:path w="8358505" h="1520189">
                    <a:moveTo>
                      <a:pt x="433578" y="1524"/>
                    </a:moveTo>
                    <a:lnTo>
                      <a:pt x="281178" y="762"/>
                    </a:lnTo>
                    <a:lnTo>
                      <a:pt x="281178" y="13716"/>
                    </a:lnTo>
                    <a:lnTo>
                      <a:pt x="433578" y="14478"/>
                    </a:lnTo>
                    <a:lnTo>
                      <a:pt x="433578" y="1524"/>
                    </a:lnTo>
                    <a:close/>
                  </a:path>
                  <a:path w="8358505" h="1520189">
                    <a:moveTo>
                      <a:pt x="685800" y="1507236"/>
                    </a:moveTo>
                    <a:lnTo>
                      <a:pt x="533400" y="1507236"/>
                    </a:lnTo>
                    <a:lnTo>
                      <a:pt x="533400" y="1519428"/>
                    </a:lnTo>
                    <a:lnTo>
                      <a:pt x="685800" y="1520190"/>
                    </a:lnTo>
                    <a:lnTo>
                      <a:pt x="685800" y="1507236"/>
                    </a:lnTo>
                    <a:close/>
                  </a:path>
                  <a:path w="8358505" h="1520189">
                    <a:moveTo>
                      <a:pt x="685800" y="1482090"/>
                    </a:moveTo>
                    <a:lnTo>
                      <a:pt x="533400" y="1481328"/>
                    </a:lnTo>
                    <a:lnTo>
                      <a:pt x="533400" y="1494282"/>
                    </a:lnTo>
                    <a:lnTo>
                      <a:pt x="685800" y="1494282"/>
                    </a:lnTo>
                    <a:lnTo>
                      <a:pt x="685800" y="1482090"/>
                    </a:lnTo>
                    <a:close/>
                  </a:path>
                  <a:path w="8358505" h="1520189">
                    <a:moveTo>
                      <a:pt x="700278" y="27432"/>
                    </a:moveTo>
                    <a:lnTo>
                      <a:pt x="547878" y="27432"/>
                    </a:lnTo>
                    <a:lnTo>
                      <a:pt x="547878" y="40386"/>
                    </a:lnTo>
                    <a:lnTo>
                      <a:pt x="700278" y="40386"/>
                    </a:lnTo>
                    <a:lnTo>
                      <a:pt x="700278" y="27432"/>
                    </a:lnTo>
                    <a:close/>
                  </a:path>
                  <a:path w="8358505" h="1520189">
                    <a:moveTo>
                      <a:pt x="700278" y="2286"/>
                    </a:moveTo>
                    <a:lnTo>
                      <a:pt x="547878" y="2286"/>
                    </a:lnTo>
                    <a:lnTo>
                      <a:pt x="547878" y="14478"/>
                    </a:lnTo>
                    <a:lnTo>
                      <a:pt x="700278" y="15240"/>
                    </a:lnTo>
                    <a:lnTo>
                      <a:pt x="700278" y="2286"/>
                    </a:lnTo>
                    <a:close/>
                  </a:path>
                  <a:path w="8358505" h="1520189">
                    <a:moveTo>
                      <a:pt x="952500" y="1482852"/>
                    </a:moveTo>
                    <a:lnTo>
                      <a:pt x="800100" y="1482090"/>
                    </a:lnTo>
                    <a:lnTo>
                      <a:pt x="800100" y="1495044"/>
                    </a:lnTo>
                    <a:lnTo>
                      <a:pt x="952500" y="1495806"/>
                    </a:lnTo>
                    <a:lnTo>
                      <a:pt x="952500" y="1482852"/>
                    </a:lnTo>
                    <a:close/>
                  </a:path>
                  <a:path w="8358505" h="1520189">
                    <a:moveTo>
                      <a:pt x="966978" y="28956"/>
                    </a:moveTo>
                    <a:lnTo>
                      <a:pt x="814578" y="28194"/>
                    </a:lnTo>
                    <a:lnTo>
                      <a:pt x="814578" y="41148"/>
                    </a:lnTo>
                    <a:lnTo>
                      <a:pt x="966978" y="41148"/>
                    </a:lnTo>
                    <a:lnTo>
                      <a:pt x="966978" y="28956"/>
                    </a:lnTo>
                    <a:close/>
                  </a:path>
                  <a:path w="8358505" h="1520189">
                    <a:moveTo>
                      <a:pt x="966978" y="3048"/>
                    </a:moveTo>
                    <a:lnTo>
                      <a:pt x="814578" y="3048"/>
                    </a:lnTo>
                    <a:lnTo>
                      <a:pt x="814578" y="15240"/>
                    </a:lnTo>
                    <a:lnTo>
                      <a:pt x="966978" y="16002"/>
                    </a:lnTo>
                    <a:lnTo>
                      <a:pt x="966978" y="3048"/>
                    </a:lnTo>
                    <a:close/>
                  </a:path>
                  <a:path w="8358505" h="1520189">
                    <a:moveTo>
                      <a:pt x="1233678" y="29718"/>
                    </a:moveTo>
                    <a:lnTo>
                      <a:pt x="1081278" y="28956"/>
                    </a:lnTo>
                    <a:lnTo>
                      <a:pt x="1081278" y="41910"/>
                    </a:lnTo>
                    <a:lnTo>
                      <a:pt x="1233678" y="41910"/>
                    </a:lnTo>
                    <a:lnTo>
                      <a:pt x="1233678" y="29718"/>
                    </a:lnTo>
                    <a:close/>
                  </a:path>
                  <a:path w="8358505" h="1520189">
                    <a:moveTo>
                      <a:pt x="1233678" y="3810"/>
                    </a:moveTo>
                    <a:lnTo>
                      <a:pt x="1081278" y="3810"/>
                    </a:lnTo>
                    <a:lnTo>
                      <a:pt x="1081278" y="16002"/>
                    </a:lnTo>
                    <a:lnTo>
                      <a:pt x="1233678" y="16764"/>
                    </a:lnTo>
                    <a:lnTo>
                      <a:pt x="1233678" y="3810"/>
                    </a:lnTo>
                    <a:close/>
                  </a:path>
                  <a:path w="8358505" h="1520189">
                    <a:moveTo>
                      <a:pt x="1500378" y="30480"/>
                    </a:moveTo>
                    <a:lnTo>
                      <a:pt x="1347978" y="29718"/>
                    </a:lnTo>
                    <a:lnTo>
                      <a:pt x="1347978" y="42672"/>
                    </a:lnTo>
                    <a:lnTo>
                      <a:pt x="1500378" y="42672"/>
                    </a:lnTo>
                    <a:lnTo>
                      <a:pt x="1500378" y="30480"/>
                    </a:lnTo>
                    <a:close/>
                  </a:path>
                  <a:path w="8358505" h="1520189">
                    <a:moveTo>
                      <a:pt x="1500378" y="4572"/>
                    </a:moveTo>
                    <a:lnTo>
                      <a:pt x="1347978" y="4572"/>
                    </a:lnTo>
                    <a:lnTo>
                      <a:pt x="1347978" y="16764"/>
                    </a:lnTo>
                    <a:lnTo>
                      <a:pt x="1500378" y="17526"/>
                    </a:lnTo>
                    <a:lnTo>
                      <a:pt x="1500378" y="4572"/>
                    </a:lnTo>
                    <a:close/>
                  </a:path>
                  <a:path w="8358505" h="1520189">
                    <a:moveTo>
                      <a:pt x="1767078" y="31242"/>
                    </a:moveTo>
                    <a:lnTo>
                      <a:pt x="1614678" y="30480"/>
                    </a:lnTo>
                    <a:lnTo>
                      <a:pt x="1614678" y="43434"/>
                    </a:lnTo>
                    <a:lnTo>
                      <a:pt x="1767078" y="44196"/>
                    </a:lnTo>
                    <a:lnTo>
                      <a:pt x="1767078" y="31242"/>
                    </a:lnTo>
                    <a:close/>
                  </a:path>
                  <a:path w="8358505" h="1520189">
                    <a:moveTo>
                      <a:pt x="1767078" y="6096"/>
                    </a:moveTo>
                    <a:lnTo>
                      <a:pt x="1614678" y="5334"/>
                    </a:lnTo>
                    <a:lnTo>
                      <a:pt x="1614678" y="18288"/>
                    </a:lnTo>
                    <a:lnTo>
                      <a:pt x="1767078" y="18288"/>
                    </a:lnTo>
                    <a:lnTo>
                      <a:pt x="1767078" y="6096"/>
                    </a:lnTo>
                    <a:close/>
                  </a:path>
                  <a:path w="8358505" h="1520189">
                    <a:moveTo>
                      <a:pt x="2033778" y="32004"/>
                    </a:moveTo>
                    <a:lnTo>
                      <a:pt x="1881378" y="31242"/>
                    </a:lnTo>
                    <a:lnTo>
                      <a:pt x="1881378" y="44196"/>
                    </a:lnTo>
                    <a:lnTo>
                      <a:pt x="2033778" y="44958"/>
                    </a:lnTo>
                    <a:lnTo>
                      <a:pt x="2033778" y="32004"/>
                    </a:lnTo>
                    <a:close/>
                  </a:path>
                  <a:path w="8358505" h="1520189">
                    <a:moveTo>
                      <a:pt x="2033778" y="6858"/>
                    </a:moveTo>
                    <a:lnTo>
                      <a:pt x="1881378" y="6096"/>
                    </a:lnTo>
                    <a:lnTo>
                      <a:pt x="1881378" y="19050"/>
                    </a:lnTo>
                    <a:lnTo>
                      <a:pt x="2033778" y="19050"/>
                    </a:lnTo>
                    <a:lnTo>
                      <a:pt x="2033778" y="6858"/>
                    </a:lnTo>
                    <a:close/>
                  </a:path>
                  <a:path w="8358505" h="1520189">
                    <a:moveTo>
                      <a:pt x="2300478" y="32766"/>
                    </a:moveTo>
                    <a:lnTo>
                      <a:pt x="2148078" y="32004"/>
                    </a:lnTo>
                    <a:lnTo>
                      <a:pt x="2148078" y="44958"/>
                    </a:lnTo>
                    <a:lnTo>
                      <a:pt x="2300478" y="45720"/>
                    </a:lnTo>
                    <a:lnTo>
                      <a:pt x="2300478" y="32766"/>
                    </a:lnTo>
                    <a:close/>
                  </a:path>
                  <a:path w="8358505" h="1520189">
                    <a:moveTo>
                      <a:pt x="2300478" y="7620"/>
                    </a:moveTo>
                    <a:lnTo>
                      <a:pt x="2148078" y="6858"/>
                    </a:lnTo>
                    <a:lnTo>
                      <a:pt x="2148078" y="19812"/>
                    </a:lnTo>
                    <a:lnTo>
                      <a:pt x="2300478" y="19812"/>
                    </a:lnTo>
                    <a:lnTo>
                      <a:pt x="2300478" y="7620"/>
                    </a:lnTo>
                    <a:close/>
                  </a:path>
                  <a:path w="8358505" h="1520189">
                    <a:moveTo>
                      <a:pt x="2567178" y="33528"/>
                    </a:moveTo>
                    <a:lnTo>
                      <a:pt x="2414778" y="33528"/>
                    </a:lnTo>
                    <a:lnTo>
                      <a:pt x="2414778" y="45720"/>
                    </a:lnTo>
                    <a:lnTo>
                      <a:pt x="2567178" y="46482"/>
                    </a:lnTo>
                    <a:lnTo>
                      <a:pt x="2567178" y="33528"/>
                    </a:lnTo>
                    <a:close/>
                  </a:path>
                  <a:path w="8358505" h="1520189">
                    <a:moveTo>
                      <a:pt x="2567178" y="8382"/>
                    </a:moveTo>
                    <a:lnTo>
                      <a:pt x="2414778" y="7620"/>
                    </a:lnTo>
                    <a:lnTo>
                      <a:pt x="2414778" y="20574"/>
                    </a:lnTo>
                    <a:lnTo>
                      <a:pt x="2567178" y="20574"/>
                    </a:lnTo>
                    <a:lnTo>
                      <a:pt x="2567178" y="8382"/>
                    </a:lnTo>
                    <a:close/>
                  </a:path>
                  <a:path w="8358505" h="1520189">
                    <a:moveTo>
                      <a:pt x="2833878" y="34290"/>
                    </a:moveTo>
                    <a:lnTo>
                      <a:pt x="2681478" y="34290"/>
                    </a:lnTo>
                    <a:lnTo>
                      <a:pt x="2681478" y="46482"/>
                    </a:lnTo>
                    <a:lnTo>
                      <a:pt x="2833878" y="47244"/>
                    </a:lnTo>
                    <a:lnTo>
                      <a:pt x="2833878" y="34290"/>
                    </a:lnTo>
                    <a:close/>
                  </a:path>
                  <a:path w="8358505" h="1520189">
                    <a:moveTo>
                      <a:pt x="2833878" y="9144"/>
                    </a:moveTo>
                    <a:lnTo>
                      <a:pt x="2681478" y="8382"/>
                    </a:lnTo>
                    <a:lnTo>
                      <a:pt x="2681478" y="21336"/>
                    </a:lnTo>
                    <a:lnTo>
                      <a:pt x="2833878" y="22098"/>
                    </a:lnTo>
                    <a:lnTo>
                      <a:pt x="2833878" y="9144"/>
                    </a:lnTo>
                    <a:close/>
                  </a:path>
                  <a:path w="8358505" h="1520189">
                    <a:moveTo>
                      <a:pt x="3100578" y="35052"/>
                    </a:moveTo>
                    <a:lnTo>
                      <a:pt x="2948178" y="35052"/>
                    </a:lnTo>
                    <a:lnTo>
                      <a:pt x="2948178" y="47244"/>
                    </a:lnTo>
                    <a:lnTo>
                      <a:pt x="3100578" y="48006"/>
                    </a:lnTo>
                    <a:lnTo>
                      <a:pt x="3100578" y="35052"/>
                    </a:lnTo>
                    <a:close/>
                  </a:path>
                  <a:path w="8358505" h="1520189">
                    <a:moveTo>
                      <a:pt x="3100578" y="9906"/>
                    </a:moveTo>
                    <a:lnTo>
                      <a:pt x="2948178" y="9144"/>
                    </a:lnTo>
                    <a:lnTo>
                      <a:pt x="2948178" y="22098"/>
                    </a:lnTo>
                    <a:lnTo>
                      <a:pt x="3100578" y="22860"/>
                    </a:lnTo>
                    <a:lnTo>
                      <a:pt x="3100578" y="9906"/>
                    </a:lnTo>
                    <a:close/>
                  </a:path>
                  <a:path w="8358505" h="1520189">
                    <a:moveTo>
                      <a:pt x="3367278" y="35814"/>
                    </a:moveTo>
                    <a:lnTo>
                      <a:pt x="3214878" y="35814"/>
                    </a:lnTo>
                    <a:lnTo>
                      <a:pt x="3214878" y="48006"/>
                    </a:lnTo>
                    <a:lnTo>
                      <a:pt x="3367278" y="48768"/>
                    </a:lnTo>
                    <a:lnTo>
                      <a:pt x="3367278" y="35814"/>
                    </a:lnTo>
                    <a:close/>
                  </a:path>
                  <a:path w="8358505" h="1520189">
                    <a:moveTo>
                      <a:pt x="3367278" y="10668"/>
                    </a:moveTo>
                    <a:lnTo>
                      <a:pt x="3214878" y="9906"/>
                    </a:lnTo>
                    <a:lnTo>
                      <a:pt x="3214878" y="22860"/>
                    </a:lnTo>
                    <a:lnTo>
                      <a:pt x="3367278" y="23622"/>
                    </a:lnTo>
                    <a:lnTo>
                      <a:pt x="3367278" y="10668"/>
                    </a:lnTo>
                    <a:close/>
                  </a:path>
                  <a:path w="8358505" h="1520189">
                    <a:moveTo>
                      <a:pt x="3633978" y="37338"/>
                    </a:moveTo>
                    <a:lnTo>
                      <a:pt x="3481578" y="36576"/>
                    </a:lnTo>
                    <a:lnTo>
                      <a:pt x="3481578" y="49530"/>
                    </a:lnTo>
                    <a:lnTo>
                      <a:pt x="3633978" y="49530"/>
                    </a:lnTo>
                    <a:lnTo>
                      <a:pt x="3633978" y="37338"/>
                    </a:lnTo>
                    <a:close/>
                  </a:path>
                  <a:path w="8358505" h="1520189">
                    <a:moveTo>
                      <a:pt x="3633978" y="11430"/>
                    </a:moveTo>
                    <a:lnTo>
                      <a:pt x="3481578" y="11430"/>
                    </a:lnTo>
                    <a:lnTo>
                      <a:pt x="3481578" y="23622"/>
                    </a:lnTo>
                    <a:lnTo>
                      <a:pt x="3633978" y="24384"/>
                    </a:lnTo>
                    <a:lnTo>
                      <a:pt x="3633978" y="11430"/>
                    </a:lnTo>
                    <a:close/>
                  </a:path>
                  <a:path w="8358505" h="1520189">
                    <a:moveTo>
                      <a:pt x="3900678" y="38100"/>
                    </a:moveTo>
                    <a:lnTo>
                      <a:pt x="3748278" y="37338"/>
                    </a:lnTo>
                    <a:lnTo>
                      <a:pt x="3748278" y="50292"/>
                    </a:lnTo>
                    <a:lnTo>
                      <a:pt x="3900678" y="50292"/>
                    </a:lnTo>
                    <a:lnTo>
                      <a:pt x="3900678" y="38100"/>
                    </a:lnTo>
                    <a:close/>
                  </a:path>
                  <a:path w="8358505" h="1520189">
                    <a:moveTo>
                      <a:pt x="3900678" y="12192"/>
                    </a:moveTo>
                    <a:lnTo>
                      <a:pt x="3748278" y="12192"/>
                    </a:lnTo>
                    <a:lnTo>
                      <a:pt x="3748278" y="24384"/>
                    </a:lnTo>
                    <a:lnTo>
                      <a:pt x="3900678" y="25146"/>
                    </a:lnTo>
                    <a:lnTo>
                      <a:pt x="3900678" y="12192"/>
                    </a:lnTo>
                    <a:close/>
                  </a:path>
                  <a:path w="8358505" h="1520189">
                    <a:moveTo>
                      <a:pt x="4167378" y="38862"/>
                    </a:moveTo>
                    <a:lnTo>
                      <a:pt x="4014978" y="38100"/>
                    </a:lnTo>
                    <a:lnTo>
                      <a:pt x="4014978" y="51054"/>
                    </a:lnTo>
                    <a:lnTo>
                      <a:pt x="4167378" y="51054"/>
                    </a:lnTo>
                    <a:lnTo>
                      <a:pt x="4167378" y="38862"/>
                    </a:lnTo>
                    <a:close/>
                  </a:path>
                  <a:path w="8358505" h="1520189">
                    <a:moveTo>
                      <a:pt x="4167378" y="12954"/>
                    </a:moveTo>
                    <a:lnTo>
                      <a:pt x="4014978" y="12954"/>
                    </a:lnTo>
                    <a:lnTo>
                      <a:pt x="4014978" y="25146"/>
                    </a:lnTo>
                    <a:lnTo>
                      <a:pt x="4167378" y="25908"/>
                    </a:lnTo>
                    <a:lnTo>
                      <a:pt x="4167378" y="12954"/>
                    </a:lnTo>
                    <a:close/>
                  </a:path>
                  <a:path w="8358505" h="1520189">
                    <a:moveTo>
                      <a:pt x="4434078" y="39624"/>
                    </a:moveTo>
                    <a:lnTo>
                      <a:pt x="4281678" y="38862"/>
                    </a:lnTo>
                    <a:lnTo>
                      <a:pt x="4281678" y="51816"/>
                    </a:lnTo>
                    <a:lnTo>
                      <a:pt x="4434078" y="51816"/>
                    </a:lnTo>
                    <a:lnTo>
                      <a:pt x="4434078" y="39624"/>
                    </a:lnTo>
                    <a:close/>
                  </a:path>
                  <a:path w="8358505" h="1520189">
                    <a:moveTo>
                      <a:pt x="4434078" y="13716"/>
                    </a:moveTo>
                    <a:lnTo>
                      <a:pt x="4281678" y="13716"/>
                    </a:lnTo>
                    <a:lnTo>
                      <a:pt x="4281678" y="25908"/>
                    </a:lnTo>
                    <a:lnTo>
                      <a:pt x="4434078" y="26670"/>
                    </a:lnTo>
                    <a:lnTo>
                      <a:pt x="4434078" y="13716"/>
                    </a:lnTo>
                    <a:close/>
                  </a:path>
                  <a:path w="8358505" h="1520189">
                    <a:moveTo>
                      <a:pt x="4700778" y="40386"/>
                    </a:moveTo>
                    <a:lnTo>
                      <a:pt x="4548378" y="39624"/>
                    </a:lnTo>
                    <a:lnTo>
                      <a:pt x="4548378" y="52578"/>
                    </a:lnTo>
                    <a:lnTo>
                      <a:pt x="4700778" y="53340"/>
                    </a:lnTo>
                    <a:lnTo>
                      <a:pt x="4700778" y="40386"/>
                    </a:lnTo>
                    <a:close/>
                  </a:path>
                  <a:path w="8358505" h="1520189">
                    <a:moveTo>
                      <a:pt x="4700778" y="15240"/>
                    </a:moveTo>
                    <a:lnTo>
                      <a:pt x="4548378" y="14478"/>
                    </a:lnTo>
                    <a:lnTo>
                      <a:pt x="4548378" y="27432"/>
                    </a:lnTo>
                    <a:lnTo>
                      <a:pt x="4700778" y="27432"/>
                    </a:lnTo>
                    <a:lnTo>
                      <a:pt x="4700778" y="15240"/>
                    </a:lnTo>
                    <a:close/>
                  </a:path>
                  <a:path w="8358505" h="1520189">
                    <a:moveTo>
                      <a:pt x="4967478" y="41148"/>
                    </a:moveTo>
                    <a:lnTo>
                      <a:pt x="4815078" y="40386"/>
                    </a:lnTo>
                    <a:lnTo>
                      <a:pt x="4815078" y="53340"/>
                    </a:lnTo>
                    <a:lnTo>
                      <a:pt x="4967478" y="54102"/>
                    </a:lnTo>
                    <a:lnTo>
                      <a:pt x="4967478" y="41148"/>
                    </a:lnTo>
                    <a:close/>
                  </a:path>
                  <a:path w="8358505" h="1520189">
                    <a:moveTo>
                      <a:pt x="4967478" y="16002"/>
                    </a:moveTo>
                    <a:lnTo>
                      <a:pt x="4815078" y="15240"/>
                    </a:lnTo>
                    <a:lnTo>
                      <a:pt x="4815078" y="28194"/>
                    </a:lnTo>
                    <a:lnTo>
                      <a:pt x="4967478" y="28194"/>
                    </a:lnTo>
                    <a:lnTo>
                      <a:pt x="4967478" y="16002"/>
                    </a:lnTo>
                    <a:close/>
                  </a:path>
                  <a:path w="8358505" h="1520189">
                    <a:moveTo>
                      <a:pt x="5234178" y="41910"/>
                    </a:moveTo>
                    <a:lnTo>
                      <a:pt x="5081778" y="41148"/>
                    </a:lnTo>
                    <a:lnTo>
                      <a:pt x="5081778" y="54102"/>
                    </a:lnTo>
                    <a:lnTo>
                      <a:pt x="5234178" y="54864"/>
                    </a:lnTo>
                    <a:lnTo>
                      <a:pt x="5234178" y="41910"/>
                    </a:lnTo>
                    <a:close/>
                  </a:path>
                  <a:path w="8358505" h="1520189">
                    <a:moveTo>
                      <a:pt x="5234178" y="16764"/>
                    </a:moveTo>
                    <a:lnTo>
                      <a:pt x="5081778" y="16002"/>
                    </a:lnTo>
                    <a:lnTo>
                      <a:pt x="5081778" y="28956"/>
                    </a:lnTo>
                    <a:lnTo>
                      <a:pt x="5234178" y="28956"/>
                    </a:lnTo>
                    <a:lnTo>
                      <a:pt x="5234178" y="16764"/>
                    </a:lnTo>
                    <a:close/>
                  </a:path>
                  <a:path w="8358505" h="1520189">
                    <a:moveTo>
                      <a:pt x="5500878" y="42672"/>
                    </a:moveTo>
                    <a:lnTo>
                      <a:pt x="5348478" y="42672"/>
                    </a:lnTo>
                    <a:lnTo>
                      <a:pt x="5348478" y="54864"/>
                    </a:lnTo>
                    <a:lnTo>
                      <a:pt x="5500878" y="55626"/>
                    </a:lnTo>
                    <a:lnTo>
                      <a:pt x="5500878" y="42672"/>
                    </a:lnTo>
                    <a:close/>
                  </a:path>
                  <a:path w="8358505" h="1520189">
                    <a:moveTo>
                      <a:pt x="5500878" y="17526"/>
                    </a:moveTo>
                    <a:lnTo>
                      <a:pt x="5348478" y="16764"/>
                    </a:lnTo>
                    <a:lnTo>
                      <a:pt x="5348478" y="29718"/>
                    </a:lnTo>
                    <a:lnTo>
                      <a:pt x="5500878" y="29718"/>
                    </a:lnTo>
                    <a:lnTo>
                      <a:pt x="5500878" y="17526"/>
                    </a:lnTo>
                    <a:close/>
                  </a:path>
                  <a:path w="8358505" h="1520189">
                    <a:moveTo>
                      <a:pt x="5767578" y="43434"/>
                    </a:moveTo>
                    <a:lnTo>
                      <a:pt x="5615178" y="43434"/>
                    </a:lnTo>
                    <a:lnTo>
                      <a:pt x="5615178" y="55626"/>
                    </a:lnTo>
                    <a:lnTo>
                      <a:pt x="5767578" y="56388"/>
                    </a:lnTo>
                    <a:lnTo>
                      <a:pt x="5767578" y="43434"/>
                    </a:lnTo>
                    <a:close/>
                  </a:path>
                  <a:path w="8358505" h="1520189">
                    <a:moveTo>
                      <a:pt x="5767578" y="18288"/>
                    </a:moveTo>
                    <a:lnTo>
                      <a:pt x="5615178" y="17526"/>
                    </a:lnTo>
                    <a:lnTo>
                      <a:pt x="5615178" y="30480"/>
                    </a:lnTo>
                    <a:lnTo>
                      <a:pt x="5767578" y="31242"/>
                    </a:lnTo>
                    <a:lnTo>
                      <a:pt x="5767578" y="18288"/>
                    </a:lnTo>
                    <a:close/>
                  </a:path>
                  <a:path w="8358505" h="1520189">
                    <a:moveTo>
                      <a:pt x="6034278" y="44196"/>
                    </a:moveTo>
                    <a:lnTo>
                      <a:pt x="5881878" y="44196"/>
                    </a:lnTo>
                    <a:lnTo>
                      <a:pt x="5881878" y="56388"/>
                    </a:lnTo>
                    <a:lnTo>
                      <a:pt x="6034278" y="57150"/>
                    </a:lnTo>
                    <a:lnTo>
                      <a:pt x="6034278" y="44196"/>
                    </a:lnTo>
                    <a:close/>
                  </a:path>
                  <a:path w="8358505" h="1520189">
                    <a:moveTo>
                      <a:pt x="6034278" y="19050"/>
                    </a:moveTo>
                    <a:lnTo>
                      <a:pt x="5881878" y="18288"/>
                    </a:lnTo>
                    <a:lnTo>
                      <a:pt x="5881878" y="31242"/>
                    </a:lnTo>
                    <a:lnTo>
                      <a:pt x="6034278" y="32004"/>
                    </a:lnTo>
                    <a:lnTo>
                      <a:pt x="6034278" y="19050"/>
                    </a:lnTo>
                    <a:close/>
                  </a:path>
                  <a:path w="8358505" h="1520189">
                    <a:moveTo>
                      <a:pt x="6300978" y="44958"/>
                    </a:moveTo>
                    <a:lnTo>
                      <a:pt x="6148578" y="44958"/>
                    </a:lnTo>
                    <a:lnTo>
                      <a:pt x="6148578" y="57150"/>
                    </a:lnTo>
                    <a:lnTo>
                      <a:pt x="6300978" y="57912"/>
                    </a:lnTo>
                    <a:lnTo>
                      <a:pt x="6300978" y="44958"/>
                    </a:lnTo>
                    <a:close/>
                  </a:path>
                  <a:path w="8358505" h="1520189">
                    <a:moveTo>
                      <a:pt x="6300978" y="19812"/>
                    </a:moveTo>
                    <a:lnTo>
                      <a:pt x="6148578" y="19050"/>
                    </a:lnTo>
                    <a:lnTo>
                      <a:pt x="6148578" y="32004"/>
                    </a:lnTo>
                    <a:lnTo>
                      <a:pt x="6300978" y="32766"/>
                    </a:lnTo>
                    <a:lnTo>
                      <a:pt x="6300978" y="19812"/>
                    </a:lnTo>
                    <a:close/>
                  </a:path>
                  <a:path w="8358505" h="1520189">
                    <a:moveTo>
                      <a:pt x="6567678" y="46482"/>
                    </a:moveTo>
                    <a:lnTo>
                      <a:pt x="6415278" y="45720"/>
                    </a:lnTo>
                    <a:lnTo>
                      <a:pt x="6415278" y="58674"/>
                    </a:lnTo>
                    <a:lnTo>
                      <a:pt x="6567678" y="58674"/>
                    </a:lnTo>
                    <a:lnTo>
                      <a:pt x="6567678" y="46482"/>
                    </a:lnTo>
                    <a:close/>
                  </a:path>
                  <a:path w="8358505" h="1520189">
                    <a:moveTo>
                      <a:pt x="6567678" y="20574"/>
                    </a:moveTo>
                    <a:lnTo>
                      <a:pt x="6415278" y="20574"/>
                    </a:lnTo>
                    <a:lnTo>
                      <a:pt x="6415278" y="32766"/>
                    </a:lnTo>
                    <a:lnTo>
                      <a:pt x="6567678" y="33528"/>
                    </a:lnTo>
                    <a:lnTo>
                      <a:pt x="6567678" y="20574"/>
                    </a:lnTo>
                    <a:close/>
                  </a:path>
                  <a:path w="8358505" h="1520189">
                    <a:moveTo>
                      <a:pt x="6834378" y="47244"/>
                    </a:moveTo>
                    <a:lnTo>
                      <a:pt x="6681978" y="46482"/>
                    </a:lnTo>
                    <a:lnTo>
                      <a:pt x="6681978" y="59436"/>
                    </a:lnTo>
                    <a:lnTo>
                      <a:pt x="6834378" y="59436"/>
                    </a:lnTo>
                    <a:lnTo>
                      <a:pt x="6834378" y="47244"/>
                    </a:lnTo>
                    <a:close/>
                  </a:path>
                  <a:path w="8358505" h="1520189">
                    <a:moveTo>
                      <a:pt x="6834378" y="21336"/>
                    </a:moveTo>
                    <a:lnTo>
                      <a:pt x="6681978" y="21336"/>
                    </a:lnTo>
                    <a:lnTo>
                      <a:pt x="6681978" y="33528"/>
                    </a:lnTo>
                    <a:lnTo>
                      <a:pt x="6834378" y="34290"/>
                    </a:lnTo>
                    <a:lnTo>
                      <a:pt x="6834378" y="21336"/>
                    </a:lnTo>
                    <a:close/>
                  </a:path>
                  <a:path w="8358505" h="1520189">
                    <a:moveTo>
                      <a:pt x="7101078" y="48006"/>
                    </a:moveTo>
                    <a:lnTo>
                      <a:pt x="6948678" y="47244"/>
                    </a:lnTo>
                    <a:lnTo>
                      <a:pt x="6948678" y="60198"/>
                    </a:lnTo>
                    <a:lnTo>
                      <a:pt x="7101078" y="60198"/>
                    </a:lnTo>
                    <a:lnTo>
                      <a:pt x="7101078" y="48006"/>
                    </a:lnTo>
                    <a:close/>
                  </a:path>
                  <a:path w="8358505" h="1520189">
                    <a:moveTo>
                      <a:pt x="7101078" y="22098"/>
                    </a:moveTo>
                    <a:lnTo>
                      <a:pt x="6948678" y="22098"/>
                    </a:lnTo>
                    <a:lnTo>
                      <a:pt x="6948678" y="34290"/>
                    </a:lnTo>
                    <a:lnTo>
                      <a:pt x="7101078" y="35052"/>
                    </a:lnTo>
                    <a:lnTo>
                      <a:pt x="7101078" y="22098"/>
                    </a:lnTo>
                    <a:close/>
                  </a:path>
                  <a:path w="8358505" h="1520189">
                    <a:moveTo>
                      <a:pt x="7367778" y="48768"/>
                    </a:moveTo>
                    <a:lnTo>
                      <a:pt x="7215378" y="48006"/>
                    </a:lnTo>
                    <a:lnTo>
                      <a:pt x="7215378" y="60960"/>
                    </a:lnTo>
                    <a:lnTo>
                      <a:pt x="7367778" y="60960"/>
                    </a:lnTo>
                    <a:lnTo>
                      <a:pt x="7367778" y="48768"/>
                    </a:lnTo>
                    <a:close/>
                  </a:path>
                  <a:path w="8358505" h="1520189">
                    <a:moveTo>
                      <a:pt x="7367778" y="22860"/>
                    </a:moveTo>
                    <a:lnTo>
                      <a:pt x="7215378" y="22860"/>
                    </a:lnTo>
                    <a:lnTo>
                      <a:pt x="7215378" y="35814"/>
                    </a:lnTo>
                    <a:lnTo>
                      <a:pt x="7367778" y="35814"/>
                    </a:lnTo>
                    <a:lnTo>
                      <a:pt x="7367778" y="22860"/>
                    </a:lnTo>
                    <a:close/>
                  </a:path>
                  <a:path w="8358505" h="1520189">
                    <a:moveTo>
                      <a:pt x="7634478" y="49530"/>
                    </a:moveTo>
                    <a:lnTo>
                      <a:pt x="7482078" y="48768"/>
                    </a:lnTo>
                    <a:lnTo>
                      <a:pt x="7482078" y="61722"/>
                    </a:lnTo>
                    <a:lnTo>
                      <a:pt x="7634478" y="62484"/>
                    </a:lnTo>
                    <a:lnTo>
                      <a:pt x="7634478" y="49530"/>
                    </a:lnTo>
                    <a:close/>
                  </a:path>
                  <a:path w="8358505" h="1520189">
                    <a:moveTo>
                      <a:pt x="7634478" y="24384"/>
                    </a:moveTo>
                    <a:lnTo>
                      <a:pt x="7482078" y="23622"/>
                    </a:lnTo>
                    <a:lnTo>
                      <a:pt x="7482078" y="36576"/>
                    </a:lnTo>
                    <a:lnTo>
                      <a:pt x="7634478" y="36576"/>
                    </a:lnTo>
                    <a:lnTo>
                      <a:pt x="7634478" y="24384"/>
                    </a:lnTo>
                    <a:close/>
                  </a:path>
                  <a:path w="8358505" h="1520189">
                    <a:moveTo>
                      <a:pt x="7901178" y="50292"/>
                    </a:moveTo>
                    <a:lnTo>
                      <a:pt x="7748778" y="49530"/>
                    </a:lnTo>
                    <a:lnTo>
                      <a:pt x="7748778" y="62484"/>
                    </a:lnTo>
                    <a:lnTo>
                      <a:pt x="7901178" y="63246"/>
                    </a:lnTo>
                    <a:lnTo>
                      <a:pt x="7901178" y="50292"/>
                    </a:lnTo>
                    <a:close/>
                  </a:path>
                  <a:path w="8358505" h="1520189">
                    <a:moveTo>
                      <a:pt x="7901178" y="25146"/>
                    </a:moveTo>
                    <a:lnTo>
                      <a:pt x="7748778" y="24384"/>
                    </a:lnTo>
                    <a:lnTo>
                      <a:pt x="7748778" y="37338"/>
                    </a:lnTo>
                    <a:lnTo>
                      <a:pt x="7901178" y="37338"/>
                    </a:lnTo>
                    <a:lnTo>
                      <a:pt x="7901178" y="25146"/>
                    </a:lnTo>
                    <a:close/>
                  </a:path>
                  <a:path w="8358505" h="1520189">
                    <a:moveTo>
                      <a:pt x="8167878" y="51054"/>
                    </a:moveTo>
                    <a:lnTo>
                      <a:pt x="8015478" y="50292"/>
                    </a:lnTo>
                    <a:lnTo>
                      <a:pt x="8015478" y="63246"/>
                    </a:lnTo>
                    <a:lnTo>
                      <a:pt x="8167878" y="64008"/>
                    </a:lnTo>
                    <a:lnTo>
                      <a:pt x="8167878" y="51054"/>
                    </a:lnTo>
                    <a:close/>
                  </a:path>
                  <a:path w="8358505" h="1520189">
                    <a:moveTo>
                      <a:pt x="8167878" y="25908"/>
                    </a:moveTo>
                    <a:lnTo>
                      <a:pt x="8015478" y="25146"/>
                    </a:lnTo>
                    <a:lnTo>
                      <a:pt x="8015478" y="38100"/>
                    </a:lnTo>
                    <a:lnTo>
                      <a:pt x="8167878" y="38100"/>
                    </a:lnTo>
                    <a:lnTo>
                      <a:pt x="8167878" y="25908"/>
                    </a:lnTo>
                    <a:close/>
                  </a:path>
                  <a:path w="8358505" h="1520189">
                    <a:moveTo>
                      <a:pt x="8358378" y="51816"/>
                    </a:moveTo>
                    <a:lnTo>
                      <a:pt x="8282178" y="51816"/>
                    </a:lnTo>
                    <a:lnTo>
                      <a:pt x="8282178" y="64008"/>
                    </a:lnTo>
                    <a:lnTo>
                      <a:pt x="8358378" y="64770"/>
                    </a:lnTo>
                    <a:lnTo>
                      <a:pt x="8358378" y="51816"/>
                    </a:lnTo>
                    <a:close/>
                  </a:path>
                  <a:path w="8358505" h="1520189">
                    <a:moveTo>
                      <a:pt x="8358378" y="26670"/>
                    </a:moveTo>
                    <a:lnTo>
                      <a:pt x="8282178" y="25908"/>
                    </a:lnTo>
                    <a:lnTo>
                      <a:pt x="8282178" y="38862"/>
                    </a:lnTo>
                    <a:lnTo>
                      <a:pt x="8358378" y="38862"/>
                    </a:lnTo>
                    <a:lnTo>
                      <a:pt x="8358378" y="26670"/>
                    </a:lnTo>
                    <a:close/>
                  </a:path>
                </a:pathLst>
              </a:custGeom>
              <a:solidFill>
                <a:srgbClr val="CC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4" name="object 124"/>
              <p:cNvSpPr/>
              <p:nvPr/>
            </p:nvSpPr>
            <p:spPr>
              <a:xfrm>
                <a:off x="2360561" y="6197358"/>
                <a:ext cx="7543800" cy="62230"/>
              </a:xfrm>
              <a:custGeom>
                <a:avLst/>
                <a:gdLst/>
                <a:ahLst/>
                <a:cxnLst/>
                <a:rect l="l" t="t" r="r" b="b"/>
                <a:pathLst>
                  <a:path w="7543800" h="62229">
                    <a:moveTo>
                      <a:pt x="152400" y="25908"/>
                    </a:moveTo>
                    <a:lnTo>
                      <a:pt x="0" y="25908"/>
                    </a:lnTo>
                    <a:lnTo>
                      <a:pt x="0" y="38100"/>
                    </a:lnTo>
                    <a:lnTo>
                      <a:pt x="152400" y="38862"/>
                    </a:lnTo>
                    <a:lnTo>
                      <a:pt x="152400" y="25908"/>
                    </a:lnTo>
                    <a:close/>
                  </a:path>
                  <a:path w="7543800" h="62229">
                    <a:moveTo>
                      <a:pt x="152400" y="762"/>
                    </a:moveTo>
                    <a:lnTo>
                      <a:pt x="0" y="0"/>
                    </a:lnTo>
                    <a:lnTo>
                      <a:pt x="0" y="12954"/>
                    </a:lnTo>
                    <a:lnTo>
                      <a:pt x="152400" y="13716"/>
                    </a:lnTo>
                    <a:lnTo>
                      <a:pt x="152400" y="762"/>
                    </a:lnTo>
                    <a:close/>
                  </a:path>
                  <a:path w="7543800" h="62229">
                    <a:moveTo>
                      <a:pt x="419100" y="26670"/>
                    </a:moveTo>
                    <a:lnTo>
                      <a:pt x="266700" y="26670"/>
                    </a:lnTo>
                    <a:lnTo>
                      <a:pt x="266700" y="38862"/>
                    </a:lnTo>
                    <a:lnTo>
                      <a:pt x="419100" y="39624"/>
                    </a:lnTo>
                    <a:lnTo>
                      <a:pt x="419100" y="26670"/>
                    </a:lnTo>
                    <a:close/>
                  </a:path>
                  <a:path w="7543800" h="62229">
                    <a:moveTo>
                      <a:pt x="419100" y="1524"/>
                    </a:moveTo>
                    <a:lnTo>
                      <a:pt x="266700" y="762"/>
                    </a:lnTo>
                    <a:lnTo>
                      <a:pt x="266700" y="13716"/>
                    </a:lnTo>
                    <a:lnTo>
                      <a:pt x="419100" y="14478"/>
                    </a:lnTo>
                    <a:lnTo>
                      <a:pt x="419100" y="1524"/>
                    </a:lnTo>
                    <a:close/>
                  </a:path>
                  <a:path w="7543800" h="62229">
                    <a:moveTo>
                      <a:pt x="685800" y="27432"/>
                    </a:moveTo>
                    <a:lnTo>
                      <a:pt x="533400" y="27432"/>
                    </a:lnTo>
                    <a:lnTo>
                      <a:pt x="533400" y="39624"/>
                    </a:lnTo>
                    <a:lnTo>
                      <a:pt x="685800" y="40386"/>
                    </a:lnTo>
                    <a:lnTo>
                      <a:pt x="685800" y="27432"/>
                    </a:lnTo>
                    <a:close/>
                  </a:path>
                  <a:path w="7543800" h="62229">
                    <a:moveTo>
                      <a:pt x="685800" y="2286"/>
                    </a:moveTo>
                    <a:lnTo>
                      <a:pt x="533400" y="1524"/>
                    </a:lnTo>
                    <a:lnTo>
                      <a:pt x="533400" y="14478"/>
                    </a:lnTo>
                    <a:lnTo>
                      <a:pt x="685800" y="15240"/>
                    </a:lnTo>
                    <a:lnTo>
                      <a:pt x="685800" y="2286"/>
                    </a:lnTo>
                    <a:close/>
                  </a:path>
                  <a:path w="7543800" h="62229">
                    <a:moveTo>
                      <a:pt x="952500" y="28956"/>
                    </a:moveTo>
                    <a:lnTo>
                      <a:pt x="800100" y="28194"/>
                    </a:lnTo>
                    <a:lnTo>
                      <a:pt x="800100" y="41148"/>
                    </a:lnTo>
                    <a:lnTo>
                      <a:pt x="952500" y="41148"/>
                    </a:lnTo>
                    <a:lnTo>
                      <a:pt x="952500" y="28956"/>
                    </a:lnTo>
                    <a:close/>
                  </a:path>
                  <a:path w="7543800" h="62229">
                    <a:moveTo>
                      <a:pt x="952500" y="3048"/>
                    </a:moveTo>
                    <a:lnTo>
                      <a:pt x="800100" y="3048"/>
                    </a:lnTo>
                    <a:lnTo>
                      <a:pt x="800100" y="15240"/>
                    </a:lnTo>
                    <a:lnTo>
                      <a:pt x="952500" y="16002"/>
                    </a:lnTo>
                    <a:lnTo>
                      <a:pt x="952500" y="3048"/>
                    </a:lnTo>
                    <a:close/>
                  </a:path>
                  <a:path w="7543800" h="62229">
                    <a:moveTo>
                      <a:pt x="1219200" y="29718"/>
                    </a:moveTo>
                    <a:lnTo>
                      <a:pt x="1066800" y="28956"/>
                    </a:lnTo>
                    <a:lnTo>
                      <a:pt x="1066800" y="41910"/>
                    </a:lnTo>
                    <a:lnTo>
                      <a:pt x="1219200" y="41910"/>
                    </a:lnTo>
                    <a:lnTo>
                      <a:pt x="1219200" y="29718"/>
                    </a:lnTo>
                    <a:close/>
                  </a:path>
                  <a:path w="7543800" h="62229">
                    <a:moveTo>
                      <a:pt x="1219200" y="3810"/>
                    </a:moveTo>
                    <a:lnTo>
                      <a:pt x="1066800" y="3810"/>
                    </a:lnTo>
                    <a:lnTo>
                      <a:pt x="1066800" y="16002"/>
                    </a:lnTo>
                    <a:lnTo>
                      <a:pt x="1219200" y="16764"/>
                    </a:lnTo>
                    <a:lnTo>
                      <a:pt x="1219200" y="3810"/>
                    </a:lnTo>
                    <a:close/>
                  </a:path>
                  <a:path w="7543800" h="62229">
                    <a:moveTo>
                      <a:pt x="1485900" y="30480"/>
                    </a:moveTo>
                    <a:lnTo>
                      <a:pt x="1333500" y="29718"/>
                    </a:lnTo>
                    <a:lnTo>
                      <a:pt x="1333500" y="42672"/>
                    </a:lnTo>
                    <a:lnTo>
                      <a:pt x="1485900" y="42672"/>
                    </a:lnTo>
                    <a:lnTo>
                      <a:pt x="1485900" y="30480"/>
                    </a:lnTo>
                    <a:close/>
                  </a:path>
                  <a:path w="7543800" h="62229">
                    <a:moveTo>
                      <a:pt x="1485900" y="4572"/>
                    </a:moveTo>
                    <a:lnTo>
                      <a:pt x="1333500" y="4572"/>
                    </a:lnTo>
                    <a:lnTo>
                      <a:pt x="1333500" y="16764"/>
                    </a:lnTo>
                    <a:lnTo>
                      <a:pt x="1485900" y="17526"/>
                    </a:lnTo>
                    <a:lnTo>
                      <a:pt x="1485900" y="4572"/>
                    </a:lnTo>
                    <a:close/>
                  </a:path>
                  <a:path w="7543800" h="62229">
                    <a:moveTo>
                      <a:pt x="1752600" y="31242"/>
                    </a:moveTo>
                    <a:lnTo>
                      <a:pt x="1600200" y="30480"/>
                    </a:lnTo>
                    <a:lnTo>
                      <a:pt x="1600200" y="43434"/>
                    </a:lnTo>
                    <a:lnTo>
                      <a:pt x="1752600" y="43434"/>
                    </a:lnTo>
                    <a:lnTo>
                      <a:pt x="1752600" y="31242"/>
                    </a:lnTo>
                    <a:close/>
                  </a:path>
                  <a:path w="7543800" h="62229">
                    <a:moveTo>
                      <a:pt x="1752600" y="5334"/>
                    </a:moveTo>
                    <a:lnTo>
                      <a:pt x="1600200" y="5334"/>
                    </a:lnTo>
                    <a:lnTo>
                      <a:pt x="1600200" y="18288"/>
                    </a:lnTo>
                    <a:lnTo>
                      <a:pt x="1752600" y="18288"/>
                    </a:lnTo>
                    <a:lnTo>
                      <a:pt x="1752600" y="5334"/>
                    </a:lnTo>
                    <a:close/>
                  </a:path>
                  <a:path w="7543800" h="62229">
                    <a:moveTo>
                      <a:pt x="2019300" y="32004"/>
                    </a:moveTo>
                    <a:lnTo>
                      <a:pt x="1866900" y="31242"/>
                    </a:lnTo>
                    <a:lnTo>
                      <a:pt x="1866900" y="44196"/>
                    </a:lnTo>
                    <a:lnTo>
                      <a:pt x="2019300" y="44958"/>
                    </a:lnTo>
                    <a:lnTo>
                      <a:pt x="2019300" y="32004"/>
                    </a:lnTo>
                    <a:close/>
                  </a:path>
                  <a:path w="7543800" h="62229">
                    <a:moveTo>
                      <a:pt x="2019300" y="6858"/>
                    </a:moveTo>
                    <a:lnTo>
                      <a:pt x="1866900" y="6096"/>
                    </a:lnTo>
                    <a:lnTo>
                      <a:pt x="1866900" y="19050"/>
                    </a:lnTo>
                    <a:lnTo>
                      <a:pt x="2019300" y="19050"/>
                    </a:lnTo>
                    <a:lnTo>
                      <a:pt x="2019300" y="6858"/>
                    </a:lnTo>
                    <a:close/>
                  </a:path>
                  <a:path w="7543800" h="62229">
                    <a:moveTo>
                      <a:pt x="2286000" y="32766"/>
                    </a:moveTo>
                    <a:lnTo>
                      <a:pt x="2133600" y="32004"/>
                    </a:lnTo>
                    <a:lnTo>
                      <a:pt x="2133600" y="44958"/>
                    </a:lnTo>
                    <a:lnTo>
                      <a:pt x="2286000" y="45720"/>
                    </a:lnTo>
                    <a:lnTo>
                      <a:pt x="2286000" y="32766"/>
                    </a:lnTo>
                    <a:close/>
                  </a:path>
                  <a:path w="7543800" h="62229">
                    <a:moveTo>
                      <a:pt x="2286000" y="7620"/>
                    </a:moveTo>
                    <a:lnTo>
                      <a:pt x="2133600" y="6858"/>
                    </a:lnTo>
                    <a:lnTo>
                      <a:pt x="2133600" y="19812"/>
                    </a:lnTo>
                    <a:lnTo>
                      <a:pt x="2286000" y="19812"/>
                    </a:lnTo>
                    <a:lnTo>
                      <a:pt x="2286000" y="7620"/>
                    </a:lnTo>
                    <a:close/>
                  </a:path>
                  <a:path w="7543800" h="62229">
                    <a:moveTo>
                      <a:pt x="2552700" y="33528"/>
                    </a:moveTo>
                    <a:lnTo>
                      <a:pt x="2400300" y="32766"/>
                    </a:lnTo>
                    <a:lnTo>
                      <a:pt x="2400300" y="45720"/>
                    </a:lnTo>
                    <a:lnTo>
                      <a:pt x="2552700" y="46482"/>
                    </a:lnTo>
                    <a:lnTo>
                      <a:pt x="2552700" y="33528"/>
                    </a:lnTo>
                    <a:close/>
                  </a:path>
                  <a:path w="7543800" h="62229">
                    <a:moveTo>
                      <a:pt x="2552700" y="8382"/>
                    </a:moveTo>
                    <a:lnTo>
                      <a:pt x="2400300" y="7620"/>
                    </a:lnTo>
                    <a:lnTo>
                      <a:pt x="2400300" y="20574"/>
                    </a:lnTo>
                    <a:lnTo>
                      <a:pt x="2552700" y="20574"/>
                    </a:lnTo>
                    <a:lnTo>
                      <a:pt x="2552700" y="8382"/>
                    </a:lnTo>
                    <a:close/>
                  </a:path>
                  <a:path w="7543800" h="62229">
                    <a:moveTo>
                      <a:pt x="2819400" y="34290"/>
                    </a:moveTo>
                    <a:lnTo>
                      <a:pt x="2667000" y="34290"/>
                    </a:lnTo>
                    <a:lnTo>
                      <a:pt x="2667000" y="46482"/>
                    </a:lnTo>
                    <a:lnTo>
                      <a:pt x="2819400" y="47244"/>
                    </a:lnTo>
                    <a:lnTo>
                      <a:pt x="2819400" y="34290"/>
                    </a:lnTo>
                    <a:close/>
                  </a:path>
                  <a:path w="7543800" h="62229">
                    <a:moveTo>
                      <a:pt x="2819400" y="9144"/>
                    </a:moveTo>
                    <a:lnTo>
                      <a:pt x="2667000" y="8382"/>
                    </a:lnTo>
                    <a:lnTo>
                      <a:pt x="2667000" y="21336"/>
                    </a:lnTo>
                    <a:lnTo>
                      <a:pt x="2819400" y="22098"/>
                    </a:lnTo>
                    <a:lnTo>
                      <a:pt x="2819400" y="9144"/>
                    </a:lnTo>
                    <a:close/>
                  </a:path>
                  <a:path w="7543800" h="62229">
                    <a:moveTo>
                      <a:pt x="3086100" y="35052"/>
                    </a:moveTo>
                    <a:lnTo>
                      <a:pt x="2933700" y="35052"/>
                    </a:lnTo>
                    <a:lnTo>
                      <a:pt x="2933700" y="47244"/>
                    </a:lnTo>
                    <a:lnTo>
                      <a:pt x="3086100" y="48006"/>
                    </a:lnTo>
                    <a:lnTo>
                      <a:pt x="3086100" y="35052"/>
                    </a:lnTo>
                    <a:close/>
                  </a:path>
                  <a:path w="7543800" h="62229">
                    <a:moveTo>
                      <a:pt x="3086100" y="9906"/>
                    </a:moveTo>
                    <a:lnTo>
                      <a:pt x="2933700" y="9144"/>
                    </a:lnTo>
                    <a:lnTo>
                      <a:pt x="2933700" y="22098"/>
                    </a:lnTo>
                    <a:lnTo>
                      <a:pt x="3086100" y="22860"/>
                    </a:lnTo>
                    <a:lnTo>
                      <a:pt x="3086100" y="9906"/>
                    </a:lnTo>
                    <a:close/>
                  </a:path>
                  <a:path w="7543800" h="62229">
                    <a:moveTo>
                      <a:pt x="3352800" y="35814"/>
                    </a:moveTo>
                    <a:lnTo>
                      <a:pt x="3200400" y="35814"/>
                    </a:lnTo>
                    <a:lnTo>
                      <a:pt x="3200400" y="48006"/>
                    </a:lnTo>
                    <a:lnTo>
                      <a:pt x="3352800" y="48768"/>
                    </a:lnTo>
                    <a:lnTo>
                      <a:pt x="3352800" y="35814"/>
                    </a:lnTo>
                    <a:close/>
                  </a:path>
                  <a:path w="7543800" h="62229">
                    <a:moveTo>
                      <a:pt x="3352800" y="10668"/>
                    </a:moveTo>
                    <a:lnTo>
                      <a:pt x="3200400" y="9906"/>
                    </a:lnTo>
                    <a:lnTo>
                      <a:pt x="3200400" y="22860"/>
                    </a:lnTo>
                    <a:lnTo>
                      <a:pt x="3352800" y="23622"/>
                    </a:lnTo>
                    <a:lnTo>
                      <a:pt x="3352800" y="10668"/>
                    </a:lnTo>
                    <a:close/>
                  </a:path>
                  <a:path w="7543800" h="62229">
                    <a:moveTo>
                      <a:pt x="3619500" y="36576"/>
                    </a:moveTo>
                    <a:lnTo>
                      <a:pt x="3467100" y="36576"/>
                    </a:lnTo>
                    <a:lnTo>
                      <a:pt x="3467100" y="48768"/>
                    </a:lnTo>
                    <a:lnTo>
                      <a:pt x="3619500" y="49530"/>
                    </a:lnTo>
                    <a:lnTo>
                      <a:pt x="3619500" y="36576"/>
                    </a:lnTo>
                    <a:close/>
                  </a:path>
                  <a:path w="7543800" h="62229">
                    <a:moveTo>
                      <a:pt x="3619500" y="11430"/>
                    </a:moveTo>
                    <a:lnTo>
                      <a:pt x="3467100" y="10668"/>
                    </a:lnTo>
                    <a:lnTo>
                      <a:pt x="3467100" y="23622"/>
                    </a:lnTo>
                    <a:lnTo>
                      <a:pt x="3619500" y="24384"/>
                    </a:lnTo>
                    <a:lnTo>
                      <a:pt x="3619500" y="11430"/>
                    </a:lnTo>
                    <a:close/>
                  </a:path>
                  <a:path w="7543800" h="62229">
                    <a:moveTo>
                      <a:pt x="3886200" y="38100"/>
                    </a:moveTo>
                    <a:lnTo>
                      <a:pt x="3733800" y="37338"/>
                    </a:lnTo>
                    <a:lnTo>
                      <a:pt x="3733800" y="50292"/>
                    </a:lnTo>
                    <a:lnTo>
                      <a:pt x="3886200" y="50292"/>
                    </a:lnTo>
                    <a:lnTo>
                      <a:pt x="3886200" y="38100"/>
                    </a:lnTo>
                    <a:close/>
                  </a:path>
                  <a:path w="7543800" h="62229">
                    <a:moveTo>
                      <a:pt x="3886200" y="12192"/>
                    </a:moveTo>
                    <a:lnTo>
                      <a:pt x="3733800" y="12192"/>
                    </a:lnTo>
                    <a:lnTo>
                      <a:pt x="3733800" y="24384"/>
                    </a:lnTo>
                    <a:lnTo>
                      <a:pt x="3886200" y="25146"/>
                    </a:lnTo>
                    <a:lnTo>
                      <a:pt x="3886200" y="12192"/>
                    </a:lnTo>
                    <a:close/>
                  </a:path>
                  <a:path w="7543800" h="62229">
                    <a:moveTo>
                      <a:pt x="4152900" y="38862"/>
                    </a:moveTo>
                    <a:lnTo>
                      <a:pt x="4000500" y="38100"/>
                    </a:lnTo>
                    <a:lnTo>
                      <a:pt x="4000500" y="51054"/>
                    </a:lnTo>
                    <a:lnTo>
                      <a:pt x="4152900" y="51054"/>
                    </a:lnTo>
                    <a:lnTo>
                      <a:pt x="4152900" y="38862"/>
                    </a:lnTo>
                    <a:close/>
                  </a:path>
                  <a:path w="7543800" h="62229">
                    <a:moveTo>
                      <a:pt x="4152900" y="12954"/>
                    </a:moveTo>
                    <a:lnTo>
                      <a:pt x="4000500" y="12954"/>
                    </a:lnTo>
                    <a:lnTo>
                      <a:pt x="4000500" y="25146"/>
                    </a:lnTo>
                    <a:lnTo>
                      <a:pt x="4152900" y="25908"/>
                    </a:lnTo>
                    <a:lnTo>
                      <a:pt x="4152900" y="12954"/>
                    </a:lnTo>
                    <a:close/>
                  </a:path>
                  <a:path w="7543800" h="62229">
                    <a:moveTo>
                      <a:pt x="4419600" y="39624"/>
                    </a:moveTo>
                    <a:lnTo>
                      <a:pt x="4267200" y="38862"/>
                    </a:lnTo>
                    <a:lnTo>
                      <a:pt x="4267200" y="51816"/>
                    </a:lnTo>
                    <a:lnTo>
                      <a:pt x="4419600" y="51816"/>
                    </a:lnTo>
                    <a:lnTo>
                      <a:pt x="4419600" y="39624"/>
                    </a:lnTo>
                    <a:close/>
                  </a:path>
                  <a:path w="7543800" h="62229">
                    <a:moveTo>
                      <a:pt x="4419600" y="13716"/>
                    </a:moveTo>
                    <a:lnTo>
                      <a:pt x="4267200" y="13716"/>
                    </a:lnTo>
                    <a:lnTo>
                      <a:pt x="4267200" y="25908"/>
                    </a:lnTo>
                    <a:lnTo>
                      <a:pt x="4419600" y="26670"/>
                    </a:lnTo>
                    <a:lnTo>
                      <a:pt x="4419600" y="13716"/>
                    </a:lnTo>
                    <a:close/>
                  </a:path>
                  <a:path w="7543800" h="62229">
                    <a:moveTo>
                      <a:pt x="4686300" y="40386"/>
                    </a:moveTo>
                    <a:lnTo>
                      <a:pt x="4533900" y="39624"/>
                    </a:lnTo>
                    <a:lnTo>
                      <a:pt x="4533900" y="52578"/>
                    </a:lnTo>
                    <a:lnTo>
                      <a:pt x="4686300" y="52578"/>
                    </a:lnTo>
                    <a:lnTo>
                      <a:pt x="4686300" y="40386"/>
                    </a:lnTo>
                    <a:close/>
                  </a:path>
                  <a:path w="7543800" h="62229">
                    <a:moveTo>
                      <a:pt x="4686300" y="14478"/>
                    </a:moveTo>
                    <a:lnTo>
                      <a:pt x="4533900" y="14478"/>
                    </a:lnTo>
                    <a:lnTo>
                      <a:pt x="4533900" y="27432"/>
                    </a:lnTo>
                    <a:lnTo>
                      <a:pt x="4686300" y="27432"/>
                    </a:lnTo>
                    <a:lnTo>
                      <a:pt x="4686300" y="14478"/>
                    </a:lnTo>
                    <a:close/>
                  </a:path>
                  <a:path w="7543800" h="62229">
                    <a:moveTo>
                      <a:pt x="4953000" y="41148"/>
                    </a:moveTo>
                    <a:lnTo>
                      <a:pt x="4800600" y="40386"/>
                    </a:lnTo>
                    <a:lnTo>
                      <a:pt x="4800600" y="53340"/>
                    </a:lnTo>
                    <a:lnTo>
                      <a:pt x="4953000" y="54102"/>
                    </a:lnTo>
                    <a:lnTo>
                      <a:pt x="4953000" y="41148"/>
                    </a:lnTo>
                    <a:close/>
                  </a:path>
                  <a:path w="7543800" h="62229">
                    <a:moveTo>
                      <a:pt x="4953000" y="16002"/>
                    </a:moveTo>
                    <a:lnTo>
                      <a:pt x="4800600" y="15240"/>
                    </a:lnTo>
                    <a:lnTo>
                      <a:pt x="4800600" y="28194"/>
                    </a:lnTo>
                    <a:lnTo>
                      <a:pt x="4953000" y="28194"/>
                    </a:lnTo>
                    <a:lnTo>
                      <a:pt x="4953000" y="16002"/>
                    </a:lnTo>
                    <a:close/>
                  </a:path>
                  <a:path w="7543800" h="62229">
                    <a:moveTo>
                      <a:pt x="5219700" y="41910"/>
                    </a:moveTo>
                    <a:lnTo>
                      <a:pt x="5067300" y="41148"/>
                    </a:lnTo>
                    <a:lnTo>
                      <a:pt x="5067300" y="54102"/>
                    </a:lnTo>
                    <a:lnTo>
                      <a:pt x="5219700" y="54864"/>
                    </a:lnTo>
                    <a:lnTo>
                      <a:pt x="5219700" y="41910"/>
                    </a:lnTo>
                    <a:close/>
                  </a:path>
                  <a:path w="7543800" h="62229">
                    <a:moveTo>
                      <a:pt x="5219700" y="16764"/>
                    </a:moveTo>
                    <a:lnTo>
                      <a:pt x="5067300" y="16002"/>
                    </a:lnTo>
                    <a:lnTo>
                      <a:pt x="5067300" y="28956"/>
                    </a:lnTo>
                    <a:lnTo>
                      <a:pt x="5219700" y="28956"/>
                    </a:lnTo>
                    <a:lnTo>
                      <a:pt x="5219700" y="16764"/>
                    </a:lnTo>
                    <a:close/>
                  </a:path>
                  <a:path w="7543800" h="62229">
                    <a:moveTo>
                      <a:pt x="5486400" y="42672"/>
                    </a:moveTo>
                    <a:lnTo>
                      <a:pt x="5334000" y="41910"/>
                    </a:lnTo>
                    <a:lnTo>
                      <a:pt x="5334000" y="54864"/>
                    </a:lnTo>
                    <a:lnTo>
                      <a:pt x="5486400" y="55626"/>
                    </a:lnTo>
                    <a:lnTo>
                      <a:pt x="5486400" y="42672"/>
                    </a:lnTo>
                    <a:close/>
                  </a:path>
                  <a:path w="7543800" h="62229">
                    <a:moveTo>
                      <a:pt x="5486400" y="17526"/>
                    </a:moveTo>
                    <a:lnTo>
                      <a:pt x="5334000" y="16764"/>
                    </a:lnTo>
                    <a:lnTo>
                      <a:pt x="5334000" y="29718"/>
                    </a:lnTo>
                    <a:lnTo>
                      <a:pt x="5486400" y="29718"/>
                    </a:lnTo>
                    <a:lnTo>
                      <a:pt x="5486400" y="17526"/>
                    </a:lnTo>
                    <a:close/>
                  </a:path>
                  <a:path w="7543800" h="62229">
                    <a:moveTo>
                      <a:pt x="5753100" y="43434"/>
                    </a:moveTo>
                    <a:lnTo>
                      <a:pt x="5600700" y="43434"/>
                    </a:lnTo>
                    <a:lnTo>
                      <a:pt x="5600700" y="55626"/>
                    </a:lnTo>
                    <a:lnTo>
                      <a:pt x="5753100" y="56388"/>
                    </a:lnTo>
                    <a:lnTo>
                      <a:pt x="5753100" y="43434"/>
                    </a:lnTo>
                    <a:close/>
                  </a:path>
                  <a:path w="7543800" h="62229">
                    <a:moveTo>
                      <a:pt x="5753100" y="18288"/>
                    </a:moveTo>
                    <a:lnTo>
                      <a:pt x="5600700" y="17526"/>
                    </a:lnTo>
                    <a:lnTo>
                      <a:pt x="5600700" y="30480"/>
                    </a:lnTo>
                    <a:lnTo>
                      <a:pt x="5753100" y="31242"/>
                    </a:lnTo>
                    <a:lnTo>
                      <a:pt x="5753100" y="18288"/>
                    </a:lnTo>
                    <a:close/>
                  </a:path>
                  <a:path w="7543800" h="62229">
                    <a:moveTo>
                      <a:pt x="6019800" y="44196"/>
                    </a:moveTo>
                    <a:lnTo>
                      <a:pt x="5867400" y="44196"/>
                    </a:lnTo>
                    <a:lnTo>
                      <a:pt x="5867400" y="56388"/>
                    </a:lnTo>
                    <a:lnTo>
                      <a:pt x="6019800" y="57150"/>
                    </a:lnTo>
                    <a:lnTo>
                      <a:pt x="6019800" y="44196"/>
                    </a:lnTo>
                    <a:close/>
                  </a:path>
                  <a:path w="7543800" h="62229">
                    <a:moveTo>
                      <a:pt x="6019800" y="19050"/>
                    </a:moveTo>
                    <a:lnTo>
                      <a:pt x="5867400" y="18288"/>
                    </a:lnTo>
                    <a:lnTo>
                      <a:pt x="5867400" y="31242"/>
                    </a:lnTo>
                    <a:lnTo>
                      <a:pt x="6019800" y="32004"/>
                    </a:lnTo>
                    <a:lnTo>
                      <a:pt x="6019800" y="19050"/>
                    </a:lnTo>
                    <a:close/>
                  </a:path>
                  <a:path w="7543800" h="62229">
                    <a:moveTo>
                      <a:pt x="6286500" y="44958"/>
                    </a:moveTo>
                    <a:lnTo>
                      <a:pt x="6134100" y="44958"/>
                    </a:lnTo>
                    <a:lnTo>
                      <a:pt x="6134100" y="57150"/>
                    </a:lnTo>
                    <a:lnTo>
                      <a:pt x="6286500" y="57912"/>
                    </a:lnTo>
                    <a:lnTo>
                      <a:pt x="6286500" y="44958"/>
                    </a:lnTo>
                    <a:close/>
                  </a:path>
                  <a:path w="7543800" h="62229">
                    <a:moveTo>
                      <a:pt x="6286500" y="19812"/>
                    </a:moveTo>
                    <a:lnTo>
                      <a:pt x="6134100" y="19050"/>
                    </a:lnTo>
                    <a:lnTo>
                      <a:pt x="6134100" y="32004"/>
                    </a:lnTo>
                    <a:lnTo>
                      <a:pt x="6286500" y="32766"/>
                    </a:lnTo>
                    <a:lnTo>
                      <a:pt x="6286500" y="19812"/>
                    </a:lnTo>
                    <a:close/>
                  </a:path>
                  <a:path w="7543800" h="62229">
                    <a:moveTo>
                      <a:pt x="6553200" y="45720"/>
                    </a:moveTo>
                    <a:lnTo>
                      <a:pt x="6400800" y="45720"/>
                    </a:lnTo>
                    <a:lnTo>
                      <a:pt x="6400800" y="58674"/>
                    </a:lnTo>
                    <a:lnTo>
                      <a:pt x="6553200" y="58674"/>
                    </a:lnTo>
                    <a:lnTo>
                      <a:pt x="6553200" y="45720"/>
                    </a:lnTo>
                    <a:close/>
                  </a:path>
                  <a:path w="7543800" h="62229">
                    <a:moveTo>
                      <a:pt x="6553200" y="20574"/>
                    </a:moveTo>
                    <a:lnTo>
                      <a:pt x="6400800" y="20574"/>
                    </a:lnTo>
                    <a:lnTo>
                      <a:pt x="6400800" y="32766"/>
                    </a:lnTo>
                    <a:lnTo>
                      <a:pt x="6553200" y="33528"/>
                    </a:lnTo>
                    <a:lnTo>
                      <a:pt x="6553200" y="20574"/>
                    </a:lnTo>
                    <a:close/>
                  </a:path>
                  <a:path w="7543800" h="62229">
                    <a:moveTo>
                      <a:pt x="6819900" y="47244"/>
                    </a:moveTo>
                    <a:lnTo>
                      <a:pt x="6667500" y="46482"/>
                    </a:lnTo>
                    <a:lnTo>
                      <a:pt x="6667500" y="59436"/>
                    </a:lnTo>
                    <a:lnTo>
                      <a:pt x="6819900" y="59436"/>
                    </a:lnTo>
                    <a:lnTo>
                      <a:pt x="6819900" y="47244"/>
                    </a:lnTo>
                    <a:close/>
                  </a:path>
                  <a:path w="7543800" h="62229">
                    <a:moveTo>
                      <a:pt x="6819900" y="21336"/>
                    </a:moveTo>
                    <a:lnTo>
                      <a:pt x="6667500" y="21336"/>
                    </a:lnTo>
                    <a:lnTo>
                      <a:pt x="6667500" y="33528"/>
                    </a:lnTo>
                    <a:lnTo>
                      <a:pt x="6819900" y="34290"/>
                    </a:lnTo>
                    <a:lnTo>
                      <a:pt x="6819900" y="21336"/>
                    </a:lnTo>
                    <a:close/>
                  </a:path>
                  <a:path w="7543800" h="62229">
                    <a:moveTo>
                      <a:pt x="7086600" y="48006"/>
                    </a:moveTo>
                    <a:lnTo>
                      <a:pt x="6934200" y="47244"/>
                    </a:lnTo>
                    <a:lnTo>
                      <a:pt x="6934200" y="60198"/>
                    </a:lnTo>
                    <a:lnTo>
                      <a:pt x="7086600" y="60198"/>
                    </a:lnTo>
                    <a:lnTo>
                      <a:pt x="7086600" y="48006"/>
                    </a:lnTo>
                    <a:close/>
                  </a:path>
                  <a:path w="7543800" h="62229">
                    <a:moveTo>
                      <a:pt x="7086600" y="22098"/>
                    </a:moveTo>
                    <a:lnTo>
                      <a:pt x="6934200" y="22098"/>
                    </a:lnTo>
                    <a:lnTo>
                      <a:pt x="6934200" y="34290"/>
                    </a:lnTo>
                    <a:lnTo>
                      <a:pt x="7086600" y="35052"/>
                    </a:lnTo>
                    <a:lnTo>
                      <a:pt x="7086600" y="22098"/>
                    </a:lnTo>
                    <a:close/>
                  </a:path>
                  <a:path w="7543800" h="62229">
                    <a:moveTo>
                      <a:pt x="7353300" y="48768"/>
                    </a:moveTo>
                    <a:lnTo>
                      <a:pt x="7200900" y="48006"/>
                    </a:lnTo>
                    <a:lnTo>
                      <a:pt x="7200900" y="60960"/>
                    </a:lnTo>
                    <a:lnTo>
                      <a:pt x="7353300" y="60960"/>
                    </a:lnTo>
                    <a:lnTo>
                      <a:pt x="7353300" y="48768"/>
                    </a:lnTo>
                    <a:close/>
                  </a:path>
                  <a:path w="7543800" h="62229">
                    <a:moveTo>
                      <a:pt x="7353300" y="22860"/>
                    </a:moveTo>
                    <a:lnTo>
                      <a:pt x="7200900" y="22860"/>
                    </a:lnTo>
                    <a:lnTo>
                      <a:pt x="7200900" y="35052"/>
                    </a:lnTo>
                    <a:lnTo>
                      <a:pt x="7353300" y="35814"/>
                    </a:lnTo>
                    <a:lnTo>
                      <a:pt x="7353300" y="22860"/>
                    </a:lnTo>
                    <a:close/>
                  </a:path>
                  <a:path w="7543800" h="62229">
                    <a:moveTo>
                      <a:pt x="7543800" y="49530"/>
                    </a:moveTo>
                    <a:lnTo>
                      <a:pt x="7467600" y="48768"/>
                    </a:lnTo>
                    <a:lnTo>
                      <a:pt x="7467600" y="61722"/>
                    </a:lnTo>
                    <a:lnTo>
                      <a:pt x="7543800" y="61722"/>
                    </a:lnTo>
                    <a:lnTo>
                      <a:pt x="7543800" y="49530"/>
                    </a:lnTo>
                    <a:close/>
                  </a:path>
                  <a:path w="7543800" h="62229">
                    <a:moveTo>
                      <a:pt x="7543800" y="23622"/>
                    </a:moveTo>
                    <a:lnTo>
                      <a:pt x="7467600" y="23622"/>
                    </a:lnTo>
                    <a:lnTo>
                      <a:pt x="7467600" y="36576"/>
                    </a:lnTo>
                    <a:lnTo>
                      <a:pt x="7543800" y="36576"/>
                    </a:lnTo>
                    <a:lnTo>
                      <a:pt x="7543800" y="23622"/>
                    </a:lnTo>
                    <a:close/>
                  </a:path>
                </a:pathLst>
              </a:custGeom>
              <a:solidFill>
                <a:srgbClr val="CC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26" name="object 126"/>
            <p:cNvSpPr txBox="1"/>
            <p:nvPr/>
          </p:nvSpPr>
          <p:spPr>
            <a:xfrm>
              <a:off x="2255180" y="1252290"/>
              <a:ext cx="2079857" cy="346464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2176" b="1" spc="-54" dirty="0" err="1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初始</a:t>
              </a:r>
              <a:r>
                <a:rPr sz="2176" b="1" spc="-45" dirty="0" err="1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B+树</a:t>
              </a:r>
              <a:endParaRPr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1950232" y="4273737"/>
              <a:ext cx="138196" cy="35701"/>
            </a:xfrm>
            <a:custGeom>
              <a:avLst/>
              <a:gdLst/>
              <a:ahLst/>
              <a:cxnLst/>
              <a:rect l="l" t="t" r="r" b="b"/>
              <a:pathLst>
                <a:path w="152400" h="39370">
                  <a:moveTo>
                    <a:pt x="152400" y="25908"/>
                  </a:moveTo>
                  <a:lnTo>
                    <a:pt x="0" y="25146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152400" h="39370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2954"/>
                  </a:lnTo>
                  <a:lnTo>
                    <a:pt x="152400" y="762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192076" y="4274428"/>
              <a:ext cx="138196" cy="35701"/>
            </a:xfrm>
            <a:custGeom>
              <a:avLst/>
              <a:gdLst/>
              <a:ahLst/>
              <a:cxnLst/>
              <a:rect l="l" t="t" r="r" b="b"/>
              <a:pathLst>
                <a:path w="152400" h="39370">
                  <a:moveTo>
                    <a:pt x="152400" y="25908"/>
                  </a:moveTo>
                  <a:lnTo>
                    <a:pt x="0" y="25146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152400" h="39370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2954"/>
                  </a:lnTo>
                  <a:lnTo>
                    <a:pt x="152400" y="762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433920" y="4275119"/>
              <a:ext cx="138196" cy="35701"/>
            </a:xfrm>
            <a:custGeom>
              <a:avLst/>
              <a:gdLst/>
              <a:ahLst/>
              <a:cxnLst/>
              <a:rect l="l" t="t" r="r" b="b"/>
              <a:pathLst>
                <a:path w="152400" h="39370">
                  <a:moveTo>
                    <a:pt x="152400" y="25908"/>
                  </a:moveTo>
                  <a:lnTo>
                    <a:pt x="0" y="25908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152400" h="39370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3716"/>
                  </a:lnTo>
                  <a:lnTo>
                    <a:pt x="152400" y="762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950232" y="5615625"/>
              <a:ext cx="125528" cy="34549"/>
            </a:xfrm>
            <a:custGeom>
              <a:avLst/>
              <a:gdLst/>
              <a:ahLst/>
              <a:cxnLst/>
              <a:rect l="l" t="t" r="r" b="b"/>
              <a:pathLst>
                <a:path w="138430" h="38100">
                  <a:moveTo>
                    <a:pt x="137922" y="25908"/>
                  </a:moveTo>
                  <a:lnTo>
                    <a:pt x="0" y="25209"/>
                  </a:lnTo>
                  <a:lnTo>
                    <a:pt x="0" y="38100"/>
                  </a:lnTo>
                  <a:lnTo>
                    <a:pt x="137922" y="38100"/>
                  </a:lnTo>
                  <a:lnTo>
                    <a:pt x="137922" y="25908"/>
                  </a:lnTo>
                  <a:close/>
                </a:path>
                <a:path w="138430" h="38100">
                  <a:moveTo>
                    <a:pt x="137922" y="0"/>
                  </a:moveTo>
                  <a:lnTo>
                    <a:pt x="0" y="0"/>
                  </a:lnTo>
                  <a:lnTo>
                    <a:pt x="0" y="12255"/>
                  </a:lnTo>
                  <a:lnTo>
                    <a:pt x="137922" y="12954"/>
                  </a:lnTo>
                  <a:lnTo>
                    <a:pt x="137922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178947" y="5616316"/>
              <a:ext cx="138196" cy="34549"/>
            </a:xfrm>
            <a:custGeom>
              <a:avLst/>
              <a:gdLst/>
              <a:ahLst/>
              <a:cxnLst/>
              <a:rect l="l" t="t" r="r" b="b"/>
              <a:pathLst>
                <a:path w="152400" h="38100">
                  <a:moveTo>
                    <a:pt x="152400" y="25908"/>
                  </a:moveTo>
                  <a:lnTo>
                    <a:pt x="0" y="25146"/>
                  </a:lnTo>
                  <a:lnTo>
                    <a:pt x="0" y="38100"/>
                  </a:lnTo>
                  <a:lnTo>
                    <a:pt x="152400" y="38100"/>
                  </a:lnTo>
                  <a:lnTo>
                    <a:pt x="152400" y="25908"/>
                  </a:lnTo>
                  <a:close/>
                </a:path>
                <a:path w="152400" h="38100">
                  <a:moveTo>
                    <a:pt x="152400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152400" y="12954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420791" y="5617006"/>
              <a:ext cx="138196" cy="35701"/>
            </a:xfrm>
            <a:custGeom>
              <a:avLst/>
              <a:gdLst/>
              <a:ahLst/>
              <a:cxnLst/>
              <a:rect l="l" t="t" r="r" b="b"/>
              <a:pathLst>
                <a:path w="152400" h="39370">
                  <a:moveTo>
                    <a:pt x="152400" y="25908"/>
                  </a:moveTo>
                  <a:lnTo>
                    <a:pt x="0" y="25146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152400" h="39370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2954"/>
                  </a:lnTo>
                  <a:lnTo>
                    <a:pt x="152400" y="762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3" name="object 133"/>
            <p:cNvSpPr txBox="1"/>
            <p:nvPr/>
          </p:nvSpPr>
          <p:spPr>
            <a:xfrm>
              <a:off x="9146347" y="3904280"/>
              <a:ext cx="959314" cy="736118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1814" b="1" spc="-27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非叶结点</a:t>
              </a:r>
              <a:endParaRPr sz="1814">
                <a:latin typeface="Lantinghei SC Heavy"/>
                <a:cs typeface="Lantinghei SC Heavy"/>
              </a:endParaRPr>
            </a:p>
            <a:p>
              <a:pPr marL="25912">
                <a:spcBef>
                  <a:spcPts val="1301"/>
                </a:spcBef>
              </a:pPr>
              <a:r>
                <a:rPr sz="1814" b="1" spc="-27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叶子结点</a:t>
              </a:r>
              <a:endParaRPr sz="1814">
                <a:latin typeface="Lantinghei SC Heavy"/>
                <a:cs typeface="Lantinghei SC Heavy"/>
              </a:endParaRPr>
            </a:p>
          </p:txBody>
        </p:sp>
        <p:sp>
          <p:nvSpPr>
            <p:cNvPr id="134" name="object 134"/>
            <p:cNvSpPr txBox="1"/>
            <p:nvPr/>
          </p:nvSpPr>
          <p:spPr>
            <a:xfrm>
              <a:off x="9264525" y="5689075"/>
              <a:ext cx="713439" cy="56940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 marR="4607">
                <a:spcBef>
                  <a:spcPts val="86"/>
                </a:spcBef>
              </a:pPr>
              <a:r>
                <a:rPr sz="1814" b="1" spc="-32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主文件的记录</a:t>
              </a:r>
              <a:endParaRPr sz="1814">
                <a:latin typeface="Lantinghei SC Heavy"/>
                <a:cs typeface="Lantinghei SC Heav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99059" y="2540281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80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1E5EBC87-F254-90F2-6580-6F31651B74DB}"/>
              </a:ext>
            </a:extLst>
          </p:cNvPr>
          <p:cNvGrpSpPr/>
          <p:nvPr/>
        </p:nvGrpSpPr>
        <p:grpSpPr>
          <a:xfrm>
            <a:off x="5186102" y="2515867"/>
            <a:ext cx="1934751" cy="621885"/>
            <a:chOff x="5186102" y="2515867"/>
            <a:chExt cx="1934751" cy="621885"/>
          </a:xfrm>
        </p:grpSpPr>
        <p:sp>
          <p:nvSpPr>
            <p:cNvPr id="5" name="object 5"/>
            <p:cNvSpPr/>
            <p:nvPr/>
          </p:nvSpPr>
          <p:spPr>
            <a:xfrm>
              <a:off x="5186102" y="2515867"/>
              <a:ext cx="193475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" name="object 6"/>
            <p:cNvSpPr/>
            <p:nvPr/>
          </p:nvSpPr>
          <p:spPr>
            <a:xfrm>
              <a:off x="5186102" y="2826809"/>
              <a:ext cx="193475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" name="object 7"/>
            <p:cNvSpPr/>
            <p:nvPr/>
          </p:nvSpPr>
          <p:spPr>
            <a:xfrm>
              <a:off x="5186102" y="3137752"/>
              <a:ext cx="193475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/>
            <p:cNvSpPr/>
            <p:nvPr/>
          </p:nvSpPr>
          <p:spPr>
            <a:xfrm>
              <a:off x="5186102" y="2515867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/>
            <p:cNvSpPr/>
            <p:nvPr/>
          </p:nvSpPr>
          <p:spPr>
            <a:xfrm>
              <a:off x="7120853" y="2515867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/>
            <p:cNvSpPr/>
            <p:nvPr/>
          </p:nvSpPr>
          <p:spPr>
            <a:xfrm>
              <a:off x="6130675" y="2515867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" name="object 11"/>
            <p:cNvSpPr/>
            <p:nvPr/>
          </p:nvSpPr>
          <p:spPr>
            <a:xfrm>
              <a:off x="5680155" y="2515867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" name="object 12"/>
            <p:cNvSpPr/>
            <p:nvPr/>
          </p:nvSpPr>
          <p:spPr>
            <a:xfrm>
              <a:off x="6627491" y="2515867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/>
            <p:cNvSpPr/>
            <p:nvPr/>
          </p:nvSpPr>
          <p:spPr>
            <a:xfrm>
              <a:off x="5456967" y="2826809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6106" y="2826809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5" name="object 15"/>
            <p:cNvSpPr/>
            <p:nvPr/>
          </p:nvSpPr>
          <p:spPr>
            <a:xfrm>
              <a:off x="6401540" y="2826809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0679" y="2826809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40701" y="3369460"/>
            <a:ext cx="92591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  <a:tabLst>
                <a:tab pos="613246" algn="l"/>
              </a:tabLst>
            </a:pPr>
            <a:r>
              <a:rPr sz="1451" spc="-23" dirty="0">
                <a:latin typeface="Times New Roman"/>
                <a:cs typeface="Times New Roman"/>
              </a:rPr>
              <a:t>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60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E29747F4-DBE1-9783-6E1A-FD8BF462B4DF}"/>
              </a:ext>
            </a:extLst>
          </p:cNvPr>
          <p:cNvGrpSpPr/>
          <p:nvPr/>
        </p:nvGrpSpPr>
        <p:grpSpPr>
          <a:xfrm>
            <a:off x="3527745" y="3345045"/>
            <a:ext cx="1934751" cy="621885"/>
            <a:chOff x="3527745" y="3345045"/>
            <a:chExt cx="1934751" cy="621885"/>
          </a:xfrm>
        </p:grpSpPr>
        <p:sp>
          <p:nvSpPr>
            <p:cNvPr id="19" name="object 19"/>
            <p:cNvSpPr/>
            <p:nvPr/>
          </p:nvSpPr>
          <p:spPr>
            <a:xfrm>
              <a:off x="3527745" y="3345045"/>
              <a:ext cx="193475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0" name="object 20"/>
            <p:cNvSpPr/>
            <p:nvPr/>
          </p:nvSpPr>
          <p:spPr>
            <a:xfrm>
              <a:off x="3527745" y="3655988"/>
              <a:ext cx="193475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1" name="object 21"/>
            <p:cNvSpPr/>
            <p:nvPr/>
          </p:nvSpPr>
          <p:spPr>
            <a:xfrm>
              <a:off x="3527745" y="3966930"/>
              <a:ext cx="193475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/>
            <p:cNvSpPr/>
            <p:nvPr/>
          </p:nvSpPr>
          <p:spPr>
            <a:xfrm>
              <a:off x="3527745" y="3345045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3" name="object 23"/>
            <p:cNvSpPr/>
            <p:nvPr/>
          </p:nvSpPr>
          <p:spPr>
            <a:xfrm>
              <a:off x="5462496" y="3345045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2318" y="3345045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5" name="object 25"/>
            <p:cNvSpPr/>
            <p:nvPr/>
          </p:nvSpPr>
          <p:spPr>
            <a:xfrm>
              <a:off x="4021798" y="3345045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6" name="object 26"/>
            <p:cNvSpPr/>
            <p:nvPr/>
          </p:nvSpPr>
          <p:spPr>
            <a:xfrm>
              <a:off x="4969134" y="3345045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98610" y="3655988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8" name="object 28"/>
            <p:cNvSpPr/>
            <p:nvPr/>
          </p:nvSpPr>
          <p:spPr>
            <a:xfrm>
              <a:off x="4247749" y="3655988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9" name="object 29"/>
            <p:cNvSpPr/>
            <p:nvPr/>
          </p:nvSpPr>
          <p:spPr>
            <a:xfrm>
              <a:off x="4743183" y="3655988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0" name="object 30"/>
            <p:cNvSpPr/>
            <p:nvPr/>
          </p:nvSpPr>
          <p:spPr>
            <a:xfrm>
              <a:off x="5192322" y="3655988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650122" y="3369460"/>
            <a:ext cx="1422848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95010">
              <a:spcBef>
                <a:spcPts val="91"/>
              </a:spcBef>
              <a:tabLst>
                <a:tab pos="567757" algn="l"/>
                <a:tab pos="1040503" algn="l"/>
              </a:tabLst>
            </a:pPr>
            <a:r>
              <a:rPr sz="1451" spc="-23" dirty="0">
                <a:latin typeface="Times New Roman"/>
                <a:cs typeface="Times New Roman"/>
              </a:rPr>
              <a:t>100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140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93D1F247-7378-33A3-9DB7-F00F3B479D8A}"/>
              </a:ext>
            </a:extLst>
          </p:cNvPr>
          <p:cNvGrpSpPr/>
          <p:nvPr/>
        </p:nvGrpSpPr>
        <p:grpSpPr>
          <a:xfrm>
            <a:off x="6637165" y="3345045"/>
            <a:ext cx="1934751" cy="621885"/>
            <a:chOff x="6637165" y="3345045"/>
            <a:chExt cx="1934751" cy="621885"/>
          </a:xfrm>
        </p:grpSpPr>
        <p:sp>
          <p:nvSpPr>
            <p:cNvPr id="33" name="object 33"/>
            <p:cNvSpPr/>
            <p:nvPr/>
          </p:nvSpPr>
          <p:spPr>
            <a:xfrm>
              <a:off x="6637165" y="3345045"/>
              <a:ext cx="193475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4" name="object 34"/>
            <p:cNvSpPr/>
            <p:nvPr/>
          </p:nvSpPr>
          <p:spPr>
            <a:xfrm>
              <a:off x="6637165" y="3655988"/>
              <a:ext cx="193475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5" name="object 35"/>
            <p:cNvSpPr/>
            <p:nvPr/>
          </p:nvSpPr>
          <p:spPr>
            <a:xfrm>
              <a:off x="6637165" y="3966930"/>
              <a:ext cx="193475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6" name="object 36"/>
            <p:cNvSpPr/>
            <p:nvPr/>
          </p:nvSpPr>
          <p:spPr>
            <a:xfrm>
              <a:off x="6637165" y="3345045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7" name="object 37"/>
            <p:cNvSpPr/>
            <p:nvPr/>
          </p:nvSpPr>
          <p:spPr>
            <a:xfrm>
              <a:off x="8571916" y="3345045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8" name="object 38"/>
            <p:cNvSpPr/>
            <p:nvPr/>
          </p:nvSpPr>
          <p:spPr>
            <a:xfrm>
              <a:off x="7581726" y="3345045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9" name="object 39"/>
            <p:cNvSpPr/>
            <p:nvPr/>
          </p:nvSpPr>
          <p:spPr>
            <a:xfrm>
              <a:off x="7131206" y="3345045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0" name="object 40"/>
            <p:cNvSpPr/>
            <p:nvPr/>
          </p:nvSpPr>
          <p:spPr>
            <a:xfrm>
              <a:off x="8078543" y="3345045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1" name="object 41"/>
            <p:cNvSpPr/>
            <p:nvPr/>
          </p:nvSpPr>
          <p:spPr>
            <a:xfrm>
              <a:off x="6908019" y="3655988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2" name="object 42"/>
            <p:cNvSpPr/>
            <p:nvPr/>
          </p:nvSpPr>
          <p:spPr>
            <a:xfrm>
              <a:off x="7357157" y="3655988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3" name="object 43"/>
            <p:cNvSpPr/>
            <p:nvPr/>
          </p:nvSpPr>
          <p:spPr>
            <a:xfrm>
              <a:off x="7852591" y="3655988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4" name="object 44"/>
            <p:cNvSpPr/>
            <p:nvPr/>
          </p:nvSpPr>
          <p:spPr>
            <a:xfrm>
              <a:off x="8301730" y="3655988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778572" y="4657911"/>
            <a:ext cx="371403" cy="232069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36277" rIns="0" bIns="0" rtlCol="0">
            <a:spAutoFit/>
          </a:bodyPr>
          <a:lstStyle/>
          <a:p>
            <a:pPr marL="95586">
              <a:spcBef>
                <a:spcPts val="286"/>
              </a:spcBef>
            </a:pPr>
            <a:r>
              <a:rPr sz="1270" b="1" spc="-23" dirty="0">
                <a:solidFill>
                  <a:srgbClr val="CC0000"/>
                </a:solidFill>
                <a:latin typeface="Arial"/>
                <a:cs typeface="Arial"/>
              </a:rPr>
              <a:t>19</a:t>
            </a:r>
            <a:endParaRPr sz="127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11522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18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64D875E8-7DA4-5996-EB35-C73ECFC599F4}"/>
              </a:ext>
            </a:extLst>
          </p:cNvPr>
          <p:cNvGrpSpPr/>
          <p:nvPr/>
        </p:nvGrpSpPr>
        <p:grpSpPr>
          <a:xfrm>
            <a:off x="2698566" y="4657911"/>
            <a:ext cx="1451064" cy="621885"/>
            <a:chOff x="2698566" y="4657911"/>
            <a:chExt cx="1451064" cy="621885"/>
          </a:xfrm>
        </p:grpSpPr>
        <p:sp>
          <p:nvSpPr>
            <p:cNvPr id="48" name="object 48"/>
            <p:cNvSpPr/>
            <p:nvPr/>
          </p:nvSpPr>
          <p:spPr>
            <a:xfrm>
              <a:off x="2698566" y="4657911"/>
              <a:ext cx="1451063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9" name="object 49"/>
            <p:cNvSpPr/>
            <p:nvPr/>
          </p:nvSpPr>
          <p:spPr>
            <a:xfrm>
              <a:off x="2698566" y="4968854"/>
              <a:ext cx="1451063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0" name="object 50"/>
            <p:cNvSpPr/>
            <p:nvPr/>
          </p:nvSpPr>
          <p:spPr>
            <a:xfrm>
              <a:off x="2698566" y="5279796"/>
              <a:ext cx="1451063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1" name="object 51"/>
            <p:cNvSpPr/>
            <p:nvPr/>
          </p:nvSpPr>
          <p:spPr>
            <a:xfrm>
              <a:off x="2698566" y="4657911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2" name="object 52"/>
            <p:cNvSpPr/>
            <p:nvPr/>
          </p:nvSpPr>
          <p:spPr>
            <a:xfrm>
              <a:off x="4149630" y="4657911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3" name="object 53"/>
            <p:cNvSpPr/>
            <p:nvPr/>
          </p:nvSpPr>
          <p:spPr>
            <a:xfrm>
              <a:off x="3406823" y="4657911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4" name="object 54"/>
            <p:cNvSpPr/>
            <p:nvPr/>
          </p:nvSpPr>
          <p:spPr>
            <a:xfrm>
              <a:off x="3070315" y="4657911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5" name="object 55"/>
            <p:cNvSpPr/>
            <p:nvPr/>
          </p:nvSpPr>
          <p:spPr>
            <a:xfrm>
              <a:off x="3778572" y="4657911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6" name="object 56"/>
            <p:cNvSpPr/>
            <p:nvPr/>
          </p:nvSpPr>
          <p:spPr>
            <a:xfrm>
              <a:off x="2901715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7" name="object 57"/>
            <p:cNvSpPr/>
            <p:nvPr/>
          </p:nvSpPr>
          <p:spPr>
            <a:xfrm>
              <a:off x="3238915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8" name="object 58"/>
            <p:cNvSpPr/>
            <p:nvPr/>
          </p:nvSpPr>
          <p:spPr>
            <a:xfrm>
              <a:off x="3609972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9" name="object 59"/>
            <p:cNvSpPr/>
            <p:nvPr/>
          </p:nvSpPr>
          <p:spPr>
            <a:xfrm>
              <a:off x="3947172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369880" y="4683017"/>
            <a:ext cx="142515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  <a:tab pos="1171790" algn="l"/>
              </a:tabLst>
            </a:pPr>
            <a:r>
              <a:rPr sz="1270" spc="-23" dirty="0">
                <a:latin typeface="Times New Roman"/>
                <a:cs typeface="Times New Roman"/>
              </a:rPr>
              <a:t>20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30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40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01685132-C3CF-E13F-EADA-5BCB5E78C9A9}"/>
              </a:ext>
            </a:extLst>
          </p:cNvPr>
          <p:cNvGrpSpPr/>
          <p:nvPr/>
        </p:nvGrpSpPr>
        <p:grpSpPr>
          <a:xfrm>
            <a:off x="4356923" y="4657911"/>
            <a:ext cx="1451064" cy="621885"/>
            <a:chOff x="4356923" y="4657911"/>
            <a:chExt cx="1451064" cy="621885"/>
          </a:xfrm>
        </p:grpSpPr>
        <p:sp>
          <p:nvSpPr>
            <p:cNvPr id="62" name="object 62"/>
            <p:cNvSpPr/>
            <p:nvPr/>
          </p:nvSpPr>
          <p:spPr>
            <a:xfrm>
              <a:off x="4356923" y="4657911"/>
              <a:ext cx="1451063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3" name="object 63"/>
            <p:cNvSpPr/>
            <p:nvPr/>
          </p:nvSpPr>
          <p:spPr>
            <a:xfrm>
              <a:off x="4356923" y="4968854"/>
              <a:ext cx="1451063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4" name="object 64"/>
            <p:cNvSpPr/>
            <p:nvPr/>
          </p:nvSpPr>
          <p:spPr>
            <a:xfrm>
              <a:off x="4356923" y="5279796"/>
              <a:ext cx="1451063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5" name="object 65"/>
            <p:cNvSpPr/>
            <p:nvPr/>
          </p:nvSpPr>
          <p:spPr>
            <a:xfrm>
              <a:off x="4356923" y="4657911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6" name="object 66"/>
            <p:cNvSpPr/>
            <p:nvPr/>
          </p:nvSpPr>
          <p:spPr>
            <a:xfrm>
              <a:off x="5807987" y="4657911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7" name="object 67"/>
            <p:cNvSpPr/>
            <p:nvPr/>
          </p:nvSpPr>
          <p:spPr>
            <a:xfrm>
              <a:off x="5065180" y="4657911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8" name="object 68"/>
            <p:cNvSpPr/>
            <p:nvPr/>
          </p:nvSpPr>
          <p:spPr>
            <a:xfrm>
              <a:off x="4728672" y="4657911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9" name="object 69"/>
            <p:cNvSpPr/>
            <p:nvPr/>
          </p:nvSpPr>
          <p:spPr>
            <a:xfrm>
              <a:off x="5436929" y="4657911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0" name="object 70"/>
            <p:cNvSpPr/>
            <p:nvPr/>
          </p:nvSpPr>
          <p:spPr>
            <a:xfrm>
              <a:off x="4560072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1" name="object 71"/>
            <p:cNvSpPr/>
            <p:nvPr/>
          </p:nvSpPr>
          <p:spPr>
            <a:xfrm>
              <a:off x="4897272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2" name="object 72"/>
            <p:cNvSpPr/>
            <p:nvPr/>
          </p:nvSpPr>
          <p:spPr>
            <a:xfrm>
              <a:off x="5268329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3" name="object 73"/>
            <p:cNvSpPr/>
            <p:nvPr/>
          </p:nvSpPr>
          <p:spPr>
            <a:xfrm>
              <a:off x="5605529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5959139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86186AE0-04DB-C789-B419-95163E654E1D}"/>
              </a:ext>
            </a:extLst>
          </p:cNvPr>
          <p:cNvGrpSpPr/>
          <p:nvPr/>
        </p:nvGrpSpPr>
        <p:grpSpPr>
          <a:xfrm>
            <a:off x="5946183" y="4657911"/>
            <a:ext cx="1451064" cy="621885"/>
            <a:chOff x="5946183" y="4657911"/>
            <a:chExt cx="1451064" cy="621885"/>
          </a:xfrm>
        </p:grpSpPr>
        <p:sp>
          <p:nvSpPr>
            <p:cNvPr id="76" name="object 76"/>
            <p:cNvSpPr/>
            <p:nvPr/>
          </p:nvSpPr>
          <p:spPr>
            <a:xfrm>
              <a:off x="5946183" y="4657911"/>
              <a:ext cx="1451063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7" name="object 77"/>
            <p:cNvSpPr/>
            <p:nvPr/>
          </p:nvSpPr>
          <p:spPr>
            <a:xfrm>
              <a:off x="5946183" y="4968854"/>
              <a:ext cx="1451063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8" name="object 78"/>
            <p:cNvSpPr/>
            <p:nvPr/>
          </p:nvSpPr>
          <p:spPr>
            <a:xfrm>
              <a:off x="5946183" y="5279796"/>
              <a:ext cx="1451063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9" name="object 79"/>
            <p:cNvSpPr/>
            <p:nvPr/>
          </p:nvSpPr>
          <p:spPr>
            <a:xfrm>
              <a:off x="5946183" y="4657911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0" name="object 80"/>
            <p:cNvSpPr/>
            <p:nvPr/>
          </p:nvSpPr>
          <p:spPr>
            <a:xfrm>
              <a:off x="7397247" y="4657911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1" name="object 81"/>
            <p:cNvSpPr/>
            <p:nvPr/>
          </p:nvSpPr>
          <p:spPr>
            <a:xfrm>
              <a:off x="6654440" y="4657911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2" name="object 82"/>
            <p:cNvSpPr/>
            <p:nvPr/>
          </p:nvSpPr>
          <p:spPr>
            <a:xfrm>
              <a:off x="6317932" y="4657911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3" name="object 83"/>
            <p:cNvSpPr/>
            <p:nvPr/>
          </p:nvSpPr>
          <p:spPr>
            <a:xfrm>
              <a:off x="7026189" y="4657911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4" name="object 84"/>
            <p:cNvSpPr/>
            <p:nvPr/>
          </p:nvSpPr>
          <p:spPr>
            <a:xfrm>
              <a:off x="6149332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5" name="object 85"/>
            <p:cNvSpPr/>
            <p:nvPr/>
          </p:nvSpPr>
          <p:spPr>
            <a:xfrm>
              <a:off x="6486532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6" name="object 86"/>
            <p:cNvSpPr/>
            <p:nvPr/>
          </p:nvSpPr>
          <p:spPr>
            <a:xfrm>
              <a:off x="6857589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7" name="object 87"/>
            <p:cNvSpPr/>
            <p:nvPr/>
          </p:nvSpPr>
          <p:spPr>
            <a:xfrm>
              <a:off x="7194789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7548387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85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BA8F2AD1-BB4D-7E54-30E6-FE4E5C8B2F69}"/>
              </a:ext>
            </a:extLst>
          </p:cNvPr>
          <p:cNvGrpSpPr/>
          <p:nvPr/>
        </p:nvGrpSpPr>
        <p:grpSpPr>
          <a:xfrm>
            <a:off x="2698566" y="2995420"/>
            <a:ext cx="7462610" cy="2284376"/>
            <a:chOff x="2698566" y="2995420"/>
            <a:chExt cx="7462610" cy="2284376"/>
          </a:xfrm>
        </p:grpSpPr>
        <p:sp>
          <p:nvSpPr>
            <p:cNvPr id="90" name="object 90"/>
            <p:cNvSpPr/>
            <p:nvPr/>
          </p:nvSpPr>
          <p:spPr>
            <a:xfrm>
              <a:off x="7535431" y="4657912"/>
              <a:ext cx="1451063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1" name="object 91"/>
            <p:cNvSpPr/>
            <p:nvPr/>
          </p:nvSpPr>
          <p:spPr>
            <a:xfrm>
              <a:off x="7535431" y="4968854"/>
              <a:ext cx="1451063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2" name="object 92"/>
            <p:cNvSpPr/>
            <p:nvPr/>
          </p:nvSpPr>
          <p:spPr>
            <a:xfrm>
              <a:off x="7535431" y="5279796"/>
              <a:ext cx="1451063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3" name="object 93"/>
            <p:cNvSpPr/>
            <p:nvPr/>
          </p:nvSpPr>
          <p:spPr>
            <a:xfrm>
              <a:off x="7535431" y="4657912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4" name="object 94"/>
            <p:cNvSpPr/>
            <p:nvPr/>
          </p:nvSpPr>
          <p:spPr>
            <a:xfrm>
              <a:off x="8986495" y="4657912"/>
              <a:ext cx="0" cy="621884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5" name="object 95"/>
            <p:cNvSpPr/>
            <p:nvPr/>
          </p:nvSpPr>
          <p:spPr>
            <a:xfrm>
              <a:off x="8243688" y="4657912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6" name="object 96"/>
            <p:cNvSpPr/>
            <p:nvPr/>
          </p:nvSpPr>
          <p:spPr>
            <a:xfrm>
              <a:off x="7907180" y="4657912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7" name="object 97"/>
            <p:cNvSpPr/>
            <p:nvPr/>
          </p:nvSpPr>
          <p:spPr>
            <a:xfrm>
              <a:off x="8615437" y="4657912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8" name="object 98"/>
            <p:cNvSpPr/>
            <p:nvPr/>
          </p:nvSpPr>
          <p:spPr>
            <a:xfrm>
              <a:off x="7738581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9" name="object 99"/>
            <p:cNvSpPr/>
            <p:nvPr/>
          </p:nvSpPr>
          <p:spPr>
            <a:xfrm>
              <a:off x="8075780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446838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784037" y="4968854"/>
              <a:ext cx="0" cy="310942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698566" y="2995420"/>
              <a:ext cx="7462610" cy="2181201"/>
            </a:xfrm>
            <a:custGeom>
              <a:avLst/>
              <a:gdLst/>
              <a:ahLst/>
              <a:cxnLst/>
              <a:rect l="l" t="t" r="r" b="b"/>
              <a:pathLst>
                <a:path w="8229600" h="2405379">
                  <a:moveTo>
                    <a:pt x="1072134" y="919734"/>
                  </a:moveTo>
                  <a:lnTo>
                    <a:pt x="1070610" y="915924"/>
                  </a:lnTo>
                  <a:lnTo>
                    <a:pt x="1067562" y="914400"/>
                  </a:lnTo>
                  <a:lnTo>
                    <a:pt x="1063752" y="915924"/>
                  </a:lnTo>
                  <a:lnTo>
                    <a:pt x="55219" y="1780260"/>
                  </a:lnTo>
                  <a:lnTo>
                    <a:pt x="33528" y="1754886"/>
                  </a:lnTo>
                  <a:lnTo>
                    <a:pt x="0" y="1833372"/>
                  </a:lnTo>
                  <a:lnTo>
                    <a:pt x="43434" y="1822602"/>
                  </a:lnTo>
                  <a:lnTo>
                    <a:pt x="83058" y="1812798"/>
                  </a:lnTo>
                  <a:lnTo>
                    <a:pt x="61556" y="1787664"/>
                  </a:lnTo>
                  <a:lnTo>
                    <a:pt x="1069848" y="922782"/>
                  </a:lnTo>
                  <a:lnTo>
                    <a:pt x="1072134" y="919734"/>
                  </a:lnTo>
                  <a:close/>
                </a:path>
                <a:path w="8229600" h="2405379">
                  <a:moveTo>
                    <a:pt x="1828800" y="2366772"/>
                  </a:moveTo>
                  <a:lnTo>
                    <a:pt x="1752600" y="2328672"/>
                  </a:lnTo>
                  <a:lnTo>
                    <a:pt x="1752600" y="2362200"/>
                  </a:lnTo>
                  <a:lnTo>
                    <a:pt x="1524000" y="2362200"/>
                  </a:lnTo>
                  <a:lnTo>
                    <a:pt x="1520952" y="2363724"/>
                  </a:lnTo>
                  <a:lnTo>
                    <a:pt x="1519428" y="2366772"/>
                  </a:lnTo>
                  <a:lnTo>
                    <a:pt x="1520952" y="2370582"/>
                  </a:lnTo>
                  <a:lnTo>
                    <a:pt x="1524000" y="2372106"/>
                  </a:lnTo>
                  <a:lnTo>
                    <a:pt x="1752600" y="2372106"/>
                  </a:lnTo>
                  <a:lnTo>
                    <a:pt x="1752600" y="2404872"/>
                  </a:lnTo>
                  <a:lnTo>
                    <a:pt x="1770126" y="2396109"/>
                  </a:lnTo>
                  <a:lnTo>
                    <a:pt x="1828800" y="2366772"/>
                  </a:lnTo>
                  <a:close/>
                </a:path>
                <a:path w="8229600" h="2405379">
                  <a:moveTo>
                    <a:pt x="1834896" y="1748790"/>
                  </a:moveTo>
                  <a:lnTo>
                    <a:pt x="1804111" y="1761490"/>
                  </a:lnTo>
                  <a:lnTo>
                    <a:pt x="1452372" y="917448"/>
                  </a:lnTo>
                  <a:lnTo>
                    <a:pt x="1450086" y="914400"/>
                  </a:lnTo>
                  <a:lnTo>
                    <a:pt x="1446276" y="915162"/>
                  </a:lnTo>
                  <a:lnTo>
                    <a:pt x="1443228" y="917448"/>
                  </a:lnTo>
                  <a:lnTo>
                    <a:pt x="1443990" y="921258"/>
                  </a:lnTo>
                  <a:lnTo>
                    <a:pt x="1795614" y="1765007"/>
                  </a:lnTo>
                  <a:lnTo>
                    <a:pt x="1764792" y="1777746"/>
                  </a:lnTo>
                  <a:lnTo>
                    <a:pt x="1808988" y="1816150"/>
                  </a:lnTo>
                  <a:lnTo>
                    <a:pt x="1828800" y="1833372"/>
                  </a:lnTo>
                  <a:lnTo>
                    <a:pt x="1834896" y="1748790"/>
                  </a:lnTo>
                  <a:close/>
                </a:path>
                <a:path w="8229600" h="2405379">
                  <a:moveTo>
                    <a:pt x="2900172" y="3810"/>
                  </a:moveTo>
                  <a:lnTo>
                    <a:pt x="2898648" y="762"/>
                  </a:lnTo>
                  <a:lnTo>
                    <a:pt x="2894838" y="0"/>
                  </a:lnTo>
                  <a:lnTo>
                    <a:pt x="988479" y="366420"/>
                  </a:lnTo>
                  <a:lnTo>
                    <a:pt x="982218" y="333756"/>
                  </a:lnTo>
                  <a:lnTo>
                    <a:pt x="914400" y="385572"/>
                  </a:lnTo>
                  <a:lnTo>
                    <a:pt x="972312" y="402183"/>
                  </a:lnTo>
                  <a:lnTo>
                    <a:pt x="996696" y="409194"/>
                  </a:lnTo>
                  <a:lnTo>
                    <a:pt x="990371" y="376262"/>
                  </a:lnTo>
                  <a:lnTo>
                    <a:pt x="2897124" y="9144"/>
                  </a:lnTo>
                  <a:lnTo>
                    <a:pt x="2900172" y="7620"/>
                  </a:lnTo>
                  <a:lnTo>
                    <a:pt x="2900172" y="3810"/>
                  </a:lnTo>
                  <a:close/>
                </a:path>
                <a:path w="8229600" h="2405379">
                  <a:moveTo>
                    <a:pt x="3581400" y="2366772"/>
                  </a:moveTo>
                  <a:lnTo>
                    <a:pt x="3505200" y="2328672"/>
                  </a:lnTo>
                  <a:lnTo>
                    <a:pt x="3505200" y="2362200"/>
                  </a:lnTo>
                  <a:lnTo>
                    <a:pt x="3276600" y="2362200"/>
                  </a:lnTo>
                  <a:lnTo>
                    <a:pt x="3273552" y="2363724"/>
                  </a:lnTo>
                  <a:lnTo>
                    <a:pt x="3272028" y="2366772"/>
                  </a:lnTo>
                  <a:lnTo>
                    <a:pt x="3273552" y="2370582"/>
                  </a:lnTo>
                  <a:lnTo>
                    <a:pt x="3276600" y="2372106"/>
                  </a:lnTo>
                  <a:lnTo>
                    <a:pt x="3505200" y="2372106"/>
                  </a:lnTo>
                  <a:lnTo>
                    <a:pt x="3505200" y="2404872"/>
                  </a:lnTo>
                  <a:lnTo>
                    <a:pt x="3522726" y="2396109"/>
                  </a:lnTo>
                  <a:lnTo>
                    <a:pt x="3581400" y="2366772"/>
                  </a:lnTo>
                  <a:close/>
                </a:path>
                <a:path w="8229600" h="2405379">
                  <a:moveTo>
                    <a:pt x="3581400" y="1833372"/>
                  </a:moveTo>
                  <a:lnTo>
                    <a:pt x="3532632" y="1764030"/>
                  </a:lnTo>
                  <a:lnTo>
                    <a:pt x="3516960" y="1793024"/>
                  </a:lnTo>
                  <a:lnTo>
                    <a:pt x="1907286" y="915162"/>
                  </a:lnTo>
                  <a:lnTo>
                    <a:pt x="1904238" y="914400"/>
                  </a:lnTo>
                  <a:lnTo>
                    <a:pt x="1901190" y="916686"/>
                  </a:lnTo>
                  <a:lnTo>
                    <a:pt x="1900428" y="920496"/>
                  </a:lnTo>
                  <a:lnTo>
                    <a:pt x="1902714" y="923544"/>
                  </a:lnTo>
                  <a:lnTo>
                    <a:pt x="3512426" y="1801431"/>
                  </a:lnTo>
                  <a:lnTo>
                    <a:pt x="3496818" y="1830324"/>
                  </a:lnTo>
                  <a:lnTo>
                    <a:pt x="3527298" y="1831416"/>
                  </a:lnTo>
                  <a:lnTo>
                    <a:pt x="3530346" y="1831530"/>
                  </a:lnTo>
                  <a:lnTo>
                    <a:pt x="3581400" y="1833372"/>
                  </a:lnTo>
                  <a:close/>
                </a:path>
                <a:path w="8229600" h="2405379">
                  <a:moveTo>
                    <a:pt x="4343400" y="385572"/>
                  </a:moveTo>
                  <a:lnTo>
                    <a:pt x="4284726" y="324612"/>
                  </a:lnTo>
                  <a:lnTo>
                    <a:pt x="4273575" y="355409"/>
                  </a:lnTo>
                  <a:lnTo>
                    <a:pt x="3278124" y="0"/>
                  </a:lnTo>
                  <a:lnTo>
                    <a:pt x="3275076" y="762"/>
                  </a:lnTo>
                  <a:lnTo>
                    <a:pt x="3272028" y="3048"/>
                  </a:lnTo>
                  <a:lnTo>
                    <a:pt x="3272790" y="6858"/>
                  </a:lnTo>
                  <a:lnTo>
                    <a:pt x="3275076" y="9144"/>
                  </a:lnTo>
                  <a:lnTo>
                    <a:pt x="4270299" y="364464"/>
                  </a:lnTo>
                  <a:lnTo>
                    <a:pt x="4258818" y="396240"/>
                  </a:lnTo>
                  <a:lnTo>
                    <a:pt x="4287774" y="392582"/>
                  </a:lnTo>
                  <a:lnTo>
                    <a:pt x="4288536" y="392480"/>
                  </a:lnTo>
                  <a:lnTo>
                    <a:pt x="4343400" y="385572"/>
                  </a:lnTo>
                  <a:close/>
                </a:path>
                <a:path w="8229600" h="2405379">
                  <a:moveTo>
                    <a:pt x="5334000" y="1833372"/>
                  </a:moveTo>
                  <a:lnTo>
                    <a:pt x="5311140" y="1751838"/>
                  </a:lnTo>
                  <a:lnTo>
                    <a:pt x="5286362" y="1774266"/>
                  </a:lnTo>
                  <a:lnTo>
                    <a:pt x="4499610" y="915924"/>
                  </a:lnTo>
                  <a:lnTo>
                    <a:pt x="4496562" y="914400"/>
                  </a:lnTo>
                  <a:lnTo>
                    <a:pt x="4492752" y="915924"/>
                  </a:lnTo>
                  <a:lnTo>
                    <a:pt x="4491228" y="918972"/>
                  </a:lnTo>
                  <a:lnTo>
                    <a:pt x="4492752" y="922782"/>
                  </a:lnTo>
                  <a:lnTo>
                    <a:pt x="5279136" y="1780794"/>
                  </a:lnTo>
                  <a:lnTo>
                    <a:pt x="5254752" y="1802892"/>
                  </a:lnTo>
                  <a:lnTo>
                    <a:pt x="5295900" y="1818716"/>
                  </a:lnTo>
                  <a:lnTo>
                    <a:pt x="5334000" y="1833372"/>
                  </a:lnTo>
                  <a:close/>
                </a:path>
                <a:path w="8229600" h="2405379">
                  <a:moveTo>
                    <a:pt x="7315200" y="1757172"/>
                  </a:moveTo>
                  <a:lnTo>
                    <a:pt x="7255764" y="1696974"/>
                  </a:lnTo>
                  <a:lnTo>
                    <a:pt x="7245236" y="1727885"/>
                  </a:lnTo>
                  <a:lnTo>
                    <a:pt x="4878324" y="914400"/>
                  </a:lnTo>
                  <a:lnTo>
                    <a:pt x="4875276" y="915162"/>
                  </a:lnTo>
                  <a:lnTo>
                    <a:pt x="4872228" y="917448"/>
                  </a:lnTo>
                  <a:lnTo>
                    <a:pt x="4872990" y="921258"/>
                  </a:lnTo>
                  <a:lnTo>
                    <a:pt x="4875276" y="923544"/>
                  </a:lnTo>
                  <a:lnTo>
                    <a:pt x="7242048" y="1737233"/>
                  </a:lnTo>
                  <a:lnTo>
                    <a:pt x="7231380" y="1768602"/>
                  </a:lnTo>
                  <a:lnTo>
                    <a:pt x="7259574" y="1764753"/>
                  </a:lnTo>
                  <a:lnTo>
                    <a:pt x="7315200" y="1757172"/>
                  </a:lnTo>
                  <a:close/>
                </a:path>
                <a:path w="8229600" h="2405379">
                  <a:moveTo>
                    <a:pt x="7848587" y="1833372"/>
                  </a:moveTo>
                  <a:lnTo>
                    <a:pt x="7789913" y="1772412"/>
                  </a:lnTo>
                  <a:lnTo>
                    <a:pt x="7778509" y="1803908"/>
                  </a:lnTo>
                  <a:lnTo>
                    <a:pt x="5487911" y="990600"/>
                  </a:lnTo>
                  <a:lnTo>
                    <a:pt x="5484863" y="991362"/>
                  </a:lnTo>
                  <a:lnTo>
                    <a:pt x="5481815" y="993648"/>
                  </a:lnTo>
                  <a:lnTo>
                    <a:pt x="5482577" y="997458"/>
                  </a:lnTo>
                  <a:lnTo>
                    <a:pt x="5484863" y="999744"/>
                  </a:lnTo>
                  <a:lnTo>
                    <a:pt x="7775473" y="1812290"/>
                  </a:lnTo>
                  <a:lnTo>
                    <a:pt x="7764005" y="1844040"/>
                  </a:lnTo>
                  <a:lnTo>
                    <a:pt x="7792961" y="1840382"/>
                  </a:lnTo>
                  <a:lnTo>
                    <a:pt x="7793723" y="1840280"/>
                  </a:lnTo>
                  <a:lnTo>
                    <a:pt x="7848587" y="1833372"/>
                  </a:lnTo>
                  <a:close/>
                </a:path>
                <a:path w="8229600" h="2405379">
                  <a:moveTo>
                    <a:pt x="8229600" y="1757172"/>
                  </a:moveTo>
                  <a:lnTo>
                    <a:pt x="8172450" y="1694688"/>
                  </a:lnTo>
                  <a:lnTo>
                    <a:pt x="8160474" y="1725955"/>
                  </a:lnTo>
                  <a:lnTo>
                    <a:pt x="6022086" y="914400"/>
                  </a:lnTo>
                  <a:lnTo>
                    <a:pt x="6018276" y="915162"/>
                  </a:lnTo>
                  <a:lnTo>
                    <a:pt x="6015228" y="917448"/>
                  </a:lnTo>
                  <a:lnTo>
                    <a:pt x="6015990" y="921258"/>
                  </a:lnTo>
                  <a:lnTo>
                    <a:pt x="6018276" y="923544"/>
                  </a:lnTo>
                  <a:lnTo>
                    <a:pt x="8156930" y="1735201"/>
                  </a:lnTo>
                  <a:lnTo>
                    <a:pt x="8145018" y="1766316"/>
                  </a:lnTo>
                  <a:lnTo>
                    <a:pt x="8174736" y="1763102"/>
                  </a:lnTo>
                  <a:lnTo>
                    <a:pt x="8229600" y="1757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03" name="object 10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3991" y="5107051"/>
              <a:ext cx="211441" cy="69098"/>
            </a:xfrm>
            <a:prstGeom prst="rect">
              <a:avLst/>
            </a:prstGeom>
          </p:spPr>
        </p:pic>
      </p:grpSp>
      <p:sp>
        <p:nvSpPr>
          <p:cNvPr id="104" name="object 104"/>
          <p:cNvSpPr/>
          <p:nvPr/>
        </p:nvSpPr>
        <p:spPr>
          <a:xfrm>
            <a:off x="2698566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10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5" name="object 105"/>
          <p:cNvSpPr txBox="1"/>
          <p:nvPr/>
        </p:nvSpPr>
        <p:spPr>
          <a:xfrm>
            <a:off x="2774799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3182253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10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7" name="object 107"/>
          <p:cNvSpPr txBox="1"/>
          <p:nvPr/>
        </p:nvSpPr>
        <p:spPr>
          <a:xfrm>
            <a:off x="3258487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4771513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30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186102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40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669790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084379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6498969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913558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39723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880922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2677145" y="5068367"/>
            <a:ext cx="6517115" cy="833785"/>
          </a:xfrm>
          <a:custGeom>
            <a:avLst/>
            <a:gdLst/>
            <a:ahLst/>
            <a:cxnLst/>
            <a:rect l="l" t="t" r="r" b="b"/>
            <a:pathLst>
              <a:path w="7186930" h="919479">
                <a:moveTo>
                  <a:pt x="180594" y="81534"/>
                </a:moveTo>
                <a:lnTo>
                  <a:pt x="179832" y="78486"/>
                </a:lnTo>
                <a:lnTo>
                  <a:pt x="176784" y="76200"/>
                </a:lnTo>
                <a:lnTo>
                  <a:pt x="173736" y="76962"/>
                </a:lnTo>
                <a:lnTo>
                  <a:pt x="171450" y="80010"/>
                </a:lnTo>
                <a:lnTo>
                  <a:pt x="32702" y="843445"/>
                </a:lnTo>
                <a:lnTo>
                  <a:pt x="0" y="837438"/>
                </a:lnTo>
                <a:lnTo>
                  <a:pt x="23622" y="918972"/>
                </a:lnTo>
                <a:lnTo>
                  <a:pt x="30480" y="909853"/>
                </a:lnTo>
                <a:lnTo>
                  <a:pt x="74676" y="851154"/>
                </a:lnTo>
                <a:lnTo>
                  <a:pt x="41821" y="845108"/>
                </a:lnTo>
                <a:lnTo>
                  <a:pt x="180594" y="81534"/>
                </a:lnTo>
                <a:close/>
              </a:path>
              <a:path w="7186930" h="919479">
                <a:moveTo>
                  <a:pt x="588264" y="839724"/>
                </a:moveTo>
                <a:lnTo>
                  <a:pt x="557022" y="842530"/>
                </a:lnTo>
                <a:lnTo>
                  <a:pt x="556260" y="842594"/>
                </a:lnTo>
                <a:lnTo>
                  <a:pt x="555078" y="842708"/>
                </a:lnTo>
                <a:lnTo>
                  <a:pt x="486156" y="80772"/>
                </a:lnTo>
                <a:lnTo>
                  <a:pt x="483870" y="77724"/>
                </a:lnTo>
                <a:lnTo>
                  <a:pt x="480822" y="76200"/>
                </a:lnTo>
                <a:lnTo>
                  <a:pt x="477774" y="77724"/>
                </a:lnTo>
                <a:lnTo>
                  <a:pt x="476250" y="81534"/>
                </a:lnTo>
                <a:lnTo>
                  <a:pt x="545922" y="843534"/>
                </a:lnTo>
                <a:lnTo>
                  <a:pt x="512064" y="846582"/>
                </a:lnTo>
                <a:lnTo>
                  <a:pt x="556260" y="917740"/>
                </a:lnTo>
                <a:lnTo>
                  <a:pt x="557022" y="918972"/>
                </a:lnTo>
                <a:lnTo>
                  <a:pt x="588264" y="839724"/>
                </a:lnTo>
                <a:close/>
              </a:path>
              <a:path w="7186930" h="919479">
                <a:moveTo>
                  <a:pt x="1107186" y="835914"/>
                </a:moveTo>
                <a:lnTo>
                  <a:pt x="1075182" y="844575"/>
                </a:lnTo>
                <a:lnTo>
                  <a:pt x="1074991" y="844626"/>
                </a:lnTo>
                <a:lnTo>
                  <a:pt x="866394" y="80010"/>
                </a:lnTo>
                <a:lnTo>
                  <a:pt x="864108" y="76962"/>
                </a:lnTo>
                <a:lnTo>
                  <a:pt x="861060" y="76200"/>
                </a:lnTo>
                <a:lnTo>
                  <a:pt x="858012" y="78486"/>
                </a:lnTo>
                <a:lnTo>
                  <a:pt x="857250" y="82296"/>
                </a:lnTo>
                <a:lnTo>
                  <a:pt x="1065707" y="847140"/>
                </a:lnTo>
                <a:lnTo>
                  <a:pt x="1034034" y="855726"/>
                </a:lnTo>
                <a:lnTo>
                  <a:pt x="1078230" y="905294"/>
                </a:lnTo>
                <a:lnTo>
                  <a:pt x="1090422" y="918972"/>
                </a:lnTo>
                <a:lnTo>
                  <a:pt x="1107186" y="835914"/>
                </a:lnTo>
                <a:close/>
              </a:path>
              <a:path w="7186930" h="919479">
                <a:moveTo>
                  <a:pt x="1973580" y="846582"/>
                </a:moveTo>
                <a:lnTo>
                  <a:pt x="1940471" y="843572"/>
                </a:lnTo>
                <a:lnTo>
                  <a:pt x="1931314" y="842733"/>
                </a:lnTo>
                <a:lnTo>
                  <a:pt x="1898142" y="839724"/>
                </a:lnTo>
                <a:lnTo>
                  <a:pt x="1928622" y="918972"/>
                </a:lnTo>
                <a:lnTo>
                  <a:pt x="1930146" y="916508"/>
                </a:lnTo>
                <a:lnTo>
                  <a:pt x="1973580" y="846582"/>
                </a:lnTo>
                <a:close/>
              </a:path>
              <a:path w="7186930" h="919479">
                <a:moveTo>
                  <a:pt x="2010156" y="81534"/>
                </a:moveTo>
                <a:lnTo>
                  <a:pt x="2008632" y="77724"/>
                </a:lnTo>
                <a:lnTo>
                  <a:pt x="2005584" y="76200"/>
                </a:lnTo>
                <a:lnTo>
                  <a:pt x="2001774" y="77724"/>
                </a:lnTo>
                <a:lnTo>
                  <a:pt x="2000250" y="80772"/>
                </a:lnTo>
                <a:lnTo>
                  <a:pt x="1931314" y="842733"/>
                </a:lnTo>
                <a:lnTo>
                  <a:pt x="1939290" y="843457"/>
                </a:lnTo>
                <a:lnTo>
                  <a:pt x="1940471" y="843572"/>
                </a:lnTo>
                <a:lnTo>
                  <a:pt x="2010156" y="81534"/>
                </a:lnTo>
                <a:close/>
              </a:path>
              <a:path w="7186930" h="919479">
                <a:moveTo>
                  <a:pt x="2347722" y="842772"/>
                </a:moveTo>
                <a:lnTo>
                  <a:pt x="2314956" y="842772"/>
                </a:lnTo>
                <a:lnTo>
                  <a:pt x="2314956" y="80772"/>
                </a:lnTo>
                <a:lnTo>
                  <a:pt x="2313432" y="77724"/>
                </a:lnTo>
                <a:lnTo>
                  <a:pt x="2309622" y="76200"/>
                </a:lnTo>
                <a:lnTo>
                  <a:pt x="2306574" y="77724"/>
                </a:lnTo>
                <a:lnTo>
                  <a:pt x="2305050" y="80772"/>
                </a:lnTo>
                <a:lnTo>
                  <a:pt x="2305050" y="842772"/>
                </a:lnTo>
                <a:lnTo>
                  <a:pt x="2271522" y="842772"/>
                </a:lnTo>
                <a:lnTo>
                  <a:pt x="2305050" y="909828"/>
                </a:lnTo>
                <a:lnTo>
                  <a:pt x="2309622" y="918972"/>
                </a:lnTo>
                <a:lnTo>
                  <a:pt x="2314956" y="908304"/>
                </a:lnTo>
                <a:lnTo>
                  <a:pt x="2347722" y="842772"/>
                </a:lnTo>
                <a:close/>
              </a:path>
              <a:path w="7186930" h="919479">
                <a:moveTo>
                  <a:pt x="2791206" y="837438"/>
                </a:moveTo>
                <a:lnTo>
                  <a:pt x="2758465" y="843381"/>
                </a:lnTo>
                <a:lnTo>
                  <a:pt x="2618994" y="80010"/>
                </a:lnTo>
                <a:lnTo>
                  <a:pt x="2617470" y="76962"/>
                </a:lnTo>
                <a:lnTo>
                  <a:pt x="2613660" y="76200"/>
                </a:lnTo>
                <a:lnTo>
                  <a:pt x="2610612" y="78486"/>
                </a:lnTo>
                <a:lnTo>
                  <a:pt x="2609850" y="81534"/>
                </a:lnTo>
                <a:lnTo>
                  <a:pt x="2748623" y="845172"/>
                </a:lnTo>
                <a:lnTo>
                  <a:pt x="2715768" y="851154"/>
                </a:lnTo>
                <a:lnTo>
                  <a:pt x="2760726" y="910869"/>
                </a:lnTo>
                <a:lnTo>
                  <a:pt x="2766822" y="918972"/>
                </a:lnTo>
                <a:lnTo>
                  <a:pt x="2791206" y="837438"/>
                </a:lnTo>
                <a:close/>
              </a:path>
              <a:path w="7186930" h="919479">
                <a:moveTo>
                  <a:pt x="3310128" y="834390"/>
                </a:moveTo>
                <a:lnTo>
                  <a:pt x="3278962" y="845654"/>
                </a:lnTo>
                <a:lnTo>
                  <a:pt x="2999994" y="79248"/>
                </a:lnTo>
                <a:lnTo>
                  <a:pt x="2997708" y="76962"/>
                </a:lnTo>
                <a:lnTo>
                  <a:pt x="2993898" y="76200"/>
                </a:lnTo>
                <a:lnTo>
                  <a:pt x="2991612" y="79248"/>
                </a:lnTo>
                <a:lnTo>
                  <a:pt x="2990850" y="82296"/>
                </a:lnTo>
                <a:lnTo>
                  <a:pt x="3269894" y="848931"/>
                </a:lnTo>
                <a:lnTo>
                  <a:pt x="3238500" y="860298"/>
                </a:lnTo>
                <a:lnTo>
                  <a:pt x="3283458" y="903033"/>
                </a:lnTo>
                <a:lnTo>
                  <a:pt x="3300222" y="918972"/>
                </a:lnTo>
                <a:lnTo>
                  <a:pt x="3310128" y="834390"/>
                </a:lnTo>
                <a:close/>
              </a:path>
              <a:path w="7186930" h="919479">
                <a:moveTo>
                  <a:pt x="3795522" y="842772"/>
                </a:moveTo>
                <a:lnTo>
                  <a:pt x="3762756" y="842772"/>
                </a:lnTo>
                <a:lnTo>
                  <a:pt x="3762756" y="80772"/>
                </a:lnTo>
                <a:lnTo>
                  <a:pt x="3761232" y="77724"/>
                </a:lnTo>
                <a:lnTo>
                  <a:pt x="3757422" y="76200"/>
                </a:lnTo>
                <a:lnTo>
                  <a:pt x="3754374" y="77724"/>
                </a:lnTo>
                <a:lnTo>
                  <a:pt x="3752850" y="80772"/>
                </a:lnTo>
                <a:lnTo>
                  <a:pt x="3752850" y="842772"/>
                </a:lnTo>
                <a:lnTo>
                  <a:pt x="3719322" y="842772"/>
                </a:lnTo>
                <a:lnTo>
                  <a:pt x="3752850" y="909828"/>
                </a:lnTo>
                <a:lnTo>
                  <a:pt x="3757422" y="918972"/>
                </a:lnTo>
                <a:lnTo>
                  <a:pt x="3762756" y="908304"/>
                </a:lnTo>
                <a:lnTo>
                  <a:pt x="3795522" y="842772"/>
                </a:lnTo>
                <a:close/>
              </a:path>
              <a:path w="7186930" h="919479">
                <a:moveTo>
                  <a:pt x="4233672" y="835914"/>
                </a:moveTo>
                <a:lnTo>
                  <a:pt x="4200829" y="844029"/>
                </a:lnTo>
                <a:lnTo>
                  <a:pt x="3990594" y="3810"/>
                </a:lnTo>
                <a:lnTo>
                  <a:pt x="3989070" y="762"/>
                </a:lnTo>
                <a:lnTo>
                  <a:pt x="3985260" y="0"/>
                </a:lnTo>
                <a:lnTo>
                  <a:pt x="3982212" y="2286"/>
                </a:lnTo>
                <a:lnTo>
                  <a:pt x="3981450" y="6096"/>
                </a:lnTo>
                <a:lnTo>
                  <a:pt x="4191685" y="846289"/>
                </a:lnTo>
                <a:lnTo>
                  <a:pt x="4159758" y="854202"/>
                </a:lnTo>
                <a:lnTo>
                  <a:pt x="4203954" y="906373"/>
                </a:lnTo>
                <a:lnTo>
                  <a:pt x="4214622" y="918972"/>
                </a:lnTo>
                <a:lnTo>
                  <a:pt x="4233672" y="835914"/>
                </a:lnTo>
                <a:close/>
              </a:path>
              <a:path w="7186930" h="919479">
                <a:moveTo>
                  <a:pt x="5515356" y="80772"/>
                </a:moveTo>
                <a:lnTo>
                  <a:pt x="5513832" y="77724"/>
                </a:lnTo>
                <a:lnTo>
                  <a:pt x="5510022" y="76200"/>
                </a:lnTo>
                <a:lnTo>
                  <a:pt x="5506974" y="77724"/>
                </a:lnTo>
                <a:lnTo>
                  <a:pt x="4722698" y="861987"/>
                </a:lnTo>
                <a:lnTo>
                  <a:pt x="4699254" y="838200"/>
                </a:lnTo>
                <a:lnTo>
                  <a:pt x="4671822" y="918972"/>
                </a:lnTo>
                <a:lnTo>
                  <a:pt x="4712208" y="905637"/>
                </a:lnTo>
                <a:lnTo>
                  <a:pt x="4752594" y="892302"/>
                </a:lnTo>
                <a:lnTo>
                  <a:pt x="4729505" y="868895"/>
                </a:lnTo>
                <a:lnTo>
                  <a:pt x="5513832" y="84582"/>
                </a:lnTo>
                <a:lnTo>
                  <a:pt x="5515356" y="80772"/>
                </a:lnTo>
                <a:close/>
              </a:path>
              <a:path w="7186930" h="919479">
                <a:moveTo>
                  <a:pt x="5820156" y="80010"/>
                </a:moveTo>
                <a:lnTo>
                  <a:pt x="5817870" y="76962"/>
                </a:lnTo>
                <a:lnTo>
                  <a:pt x="5814060" y="76200"/>
                </a:lnTo>
                <a:lnTo>
                  <a:pt x="5811012" y="78486"/>
                </a:lnTo>
                <a:lnTo>
                  <a:pt x="5246281" y="854506"/>
                </a:lnTo>
                <a:lnTo>
                  <a:pt x="5219700" y="835152"/>
                </a:lnTo>
                <a:lnTo>
                  <a:pt x="5205222" y="918972"/>
                </a:lnTo>
                <a:lnTo>
                  <a:pt x="5237988" y="902258"/>
                </a:lnTo>
                <a:lnTo>
                  <a:pt x="5281422" y="880110"/>
                </a:lnTo>
                <a:lnTo>
                  <a:pt x="5254155" y="860247"/>
                </a:lnTo>
                <a:lnTo>
                  <a:pt x="5818632" y="83820"/>
                </a:lnTo>
                <a:lnTo>
                  <a:pt x="5820156" y="80010"/>
                </a:lnTo>
                <a:close/>
              </a:path>
              <a:path w="7186930" h="919479">
                <a:moveTo>
                  <a:pt x="6200394" y="80010"/>
                </a:moveTo>
                <a:lnTo>
                  <a:pt x="6198108" y="76962"/>
                </a:lnTo>
                <a:lnTo>
                  <a:pt x="6195060" y="76200"/>
                </a:lnTo>
                <a:lnTo>
                  <a:pt x="6192012" y="78486"/>
                </a:lnTo>
                <a:lnTo>
                  <a:pt x="5771223" y="850176"/>
                </a:lnTo>
                <a:lnTo>
                  <a:pt x="5741670" y="834390"/>
                </a:lnTo>
                <a:lnTo>
                  <a:pt x="5738622" y="918972"/>
                </a:lnTo>
                <a:lnTo>
                  <a:pt x="5764530" y="900938"/>
                </a:lnTo>
                <a:lnTo>
                  <a:pt x="5808726" y="870204"/>
                </a:lnTo>
                <a:lnTo>
                  <a:pt x="5779643" y="854671"/>
                </a:lnTo>
                <a:lnTo>
                  <a:pt x="6200394" y="83058"/>
                </a:lnTo>
                <a:lnTo>
                  <a:pt x="6200394" y="80010"/>
                </a:lnTo>
                <a:close/>
              </a:path>
              <a:path w="7186930" h="919479">
                <a:moveTo>
                  <a:pt x="7186409" y="80772"/>
                </a:moveTo>
                <a:lnTo>
                  <a:pt x="7110209" y="42672"/>
                </a:lnTo>
                <a:lnTo>
                  <a:pt x="7110209" y="76200"/>
                </a:lnTo>
                <a:lnTo>
                  <a:pt x="6881609" y="76200"/>
                </a:lnTo>
                <a:lnTo>
                  <a:pt x="6878561" y="77724"/>
                </a:lnTo>
                <a:lnTo>
                  <a:pt x="6877037" y="80772"/>
                </a:lnTo>
                <a:lnTo>
                  <a:pt x="6878561" y="84582"/>
                </a:lnTo>
                <a:lnTo>
                  <a:pt x="6881609" y="86106"/>
                </a:lnTo>
                <a:lnTo>
                  <a:pt x="7110209" y="86106"/>
                </a:lnTo>
                <a:lnTo>
                  <a:pt x="7110209" y="118872"/>
                </a:lnTo>
                <a:lnTo>
                  <a:pt x="7127735" y="110109"/>
                </a:lnTo>
                <a:lnTo>
                  <a:pt x="7186409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17" name="object 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303282"/>
              </p:ext>
            </p:extLst>
          </p:nvPr>
        </p:nvGraphicFramePr>
        <p:xfrm>
          <a:off x="3592525" y="5897362"/>
          <a:ext cx="1098085" cy="285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3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b="1" spc="-25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19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0307" marB="0">
                    <a:lnL w="9525">
                      <a:solidFill>
                        <a:srgbClr val="CC0000"/>
                      </a:solidFill>
                      <a:prstDash val="solid"/>
                    </a:lnL>
                    <a:lnR w="9525">
                      <a:solidFill>
                        <a:srgbClr val="CC0000"/>
                      </a:solidFill>
                      <a:prstDash val="solid"/>
                    </a:lnR>
                    <a:lnT w="9525">
                      <a:solidFill>
                        <a:srgbClr val="CC0000"/>
                      </a:solidFill>
                      <a:prstDash val="solid"/>
                    </a:lnT>
                    <a:lnB w="9525">
                      <a:solidFill>
                        <a:srgbClr val="CC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CC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8" name="object 118"/>
          <p:cNvSpPr/>
          <p:nvPr/>
        </p:nvSpPr>
        <p:spPr>
          <a:xfrm>
            <a:off x="1950232" y="4273737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9" name="object 119"/>
          <p:cNvSpPr/>
          <p:nvPr/>
        </p:nvSpPr>
        <p:spPr>
          <a:xfrm>
            <a:off x="2192076" y="4274428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0" name="object 120"/>
          <p:cNvSpPr/>
          <p:nvPr/>
        </p:nvSpPr>
        <p:spPr>
          <a:xfrm>
            <a:off x="2433920" y="4275119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908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3716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1" name="object 121"/>
          <p:cNvSpPr/>
          <p:nvPr/>
        </p:nvSpPr>
        <p:spPr>
          <a:xfrm>
            <a:off x="1950232" y="5615625"/>
            <a:ext cx="125528" cy="34549"/>
          </a:xfrm>
          <a:custGeom>
            <a:avLst/>
            <a:gdLst/>
            <a:ahLst/>
            <a:cxnLst/>
            <a:rect l="l" t="t" r="r" b="b"/>
            <a:pathLst>
              <a:path w="138430" h="38100">
                <a:moveTo>
                  <a:pt x="137922" y="25908"/>
                </a:moveTo>
                <a:lnTo>
                  <a:pt x="0" y="25209"/>
                </a:lnTo>
                <a:lnTo>
                  <a:pt x="0" y="38100"/>
                </a:lnTo>
                <a:lnTo>
                  <a:pt x="137922" y="38100"/>
                </a:lnTo>
                <a:lnTo>
                  <a:pt x="137922" y="25908"/>
                </a:lnTo>
                <a:close/>
              </a:path>
              <a:path w="138430" h="38100">
                <a:moveTo>
                  <a:pt x="137922" y="0"/>
                </a:moveTo>
                <a:lnTo>
                  <a:pt x="0" y="0"/>
                </a:lnTo>
                <a:lnTo>
                  <a:pt x="0" y="12255"/>
                </a:lnTo>
                <a:lnTo>
                  <a:pt x="137922" y="12954"/>
                </a:lnTo>
                <a:lnTo>
                  <a:pt x="137922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2" name="object 122"/>
          <p:cNvSpPr/>
          <p:nvPr/>
        </p:nvSpPr>
        <p:spPr>
          <a:xfrm>
            <a:off x="2178947" y="5616316"/>
            <a:ext cx="138196" cy="34549"/>
          </a:xfrm>
          <a:custGeom>
            <a:avLst/>
            <a:gdLst/>
            <a:ahLst/>
            <a:cxnLst/>
            <a:rect l="l" t="t" r="r" b="b"/>
            <a:pathLst>
              <a:path w="152400" h="3810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100"/>
                </a:lnTo>
                <a:lnTo>
                  <a:pt x="152400" y="25908"/>
                </a:lnTo>
                <a:close/>
              </a:path>
              <a:path w="152400" h="38100">
                <a:moveTo>
                  <a:pt x="152400" y="0"/>
                </a:moveTo>
                <a:lnTo>
                  <a:pt x="0" y="0"/>
                </a:lnTo>
                <a:lnTo>
                  <a:pt x="0" y="12192"/>
                </a:lnTo>
                <a:lnTo>
                  <a:pt x="152400" y="12954"/>
                </a:lnTo>
                <a:lnTo>
                  <a:pt x="152400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3" name="object 123"/>
          <p:cNvSpPr/>
          <p:nvPr/>
        </p:nvSpPr>
        <p:spPr>
          <a:xfrm>
            <a:off x="2420791" y="5617006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38BC23F7-90C8-9D2D-5DD4-7CFFE6D5D209}"/>
              </a:ext>
            </a:extLst>
          </p:cNvPr>
          <p:cNvGrpSpPr/>
          <p:nvPr/>
        </p:nvGrpSpPr>
        <p:grpSpPr>
          <a:xfrm>
            <a:off x="2662635" y="4275810"/>
            <a:ext cx="7579501" cy="1557232"/>
            <a:chOff x="2662635" y="4275810"/>
            <a:chExt cx="7579501" cy="1557232"/>
          </a:xfrm>
        </p:grpSpPr>
        <p:sp>
          <p:nvSpPr>
            <p:cNvPr id="125" name="object 125"/>
            <p:cNvSpPr/>
            <p:nvPr/>
          </p:nvSpPr>
          <p:spPr>
            <a:xfrm>
              <a:off x="3799992" y="5137453"/>
              <a:ext cx="224569" cy="695589"/>
            </a:xfrm>
            <a:custGeom>
              <a:avLst/>
              <a:gdLst/>
              <a:ahLst/>
              <a:cxnLst/>
              <a:rect l="l" t="t" r="r" b="b"/>
              <a:pathLst>
                <a:path w="247650" h="767079">
                  <a:moveTo>
                    <a:pt x="215748" y="692490"/>
                  </a:moveTo>
                  <a:lnTo>
                    <a:pt x="9143" y="3810"/>
                  </a:lnTo>
                  <a:lnTo>
                    <a:pt x="6857" y="762"/>
                  </a:lnTo>
                  <a:lnTo>
                    <a:pt x="3809" y="0"/>
                  </a:lnTo>
                  <a:lnTo>
                    <a:pt x="761" y="2286"/>
                  </a:lnTo>
                  <a:lnTo>
                    <a:pt x="0" y="6096"/>
                  </a:lnTo>
                  <a:lnTo>
                    <a:pt x="206743" y="695239"/>
                  </a:lnTo>
                  <a:lnTo>
                    <a:pt x="215748" y="692490"/>
                  </a:lnTo>
                  <a:close/>
                </a:path>
                <a:path w="247650" h="767079">
                  <a:moveTo>
                    <a:pt x="219456" y="751953"/>
                  </a:moveTo>
                  <a:lnTo>
                    <a:pt x="219456" y="708660"/>
                  </a:lnTo>
                  <a:lnTo>
                    <a:pt x="216408" y="710184"/>
                  </a:lnTo>
                  <a:lnTo>
                    <a:pt x="212598" y="710184"/>
                  </a:lnTo>
                  <a:lnTo>
                    <a:pt x="210312" y="707136"/>
                  </a:lnTo>
                  <a:lnTo>
                    <a:pt x="206743" y="695239"/>
                  </a:lnTo>
                  <a:lnTo>
                    <a:pt x="175260" y="704850"/>
                  </a:lnTo>
                  <a:lnTo>
                    <a:pt x="219456" y="751953"/>
                  </a:lnTo>
                  <a:close/>
                </a:path>
                <a:path w="247650" h="767079">
                  <a:moveTo>
                    <a:pt x="219456" y="708660"/>
                  </a:moveTo>
                  <a:lnTo>
                    <a:pt x="219456" y="704850"/>
                  </a:lnTo>
                  <a:lnTo>
                    <a:pt x="215748" y="692490"/>
                  </a:lnTo>
                  <a:lnTo>
                    <a:pt x="206743" y="695239"/>
                  </a:lnTo>
                  <a:lnTo>
                    <a:pt x="210312" y="707136"/>
                  </a:lnTo>
                  <a:lnTo>
                    <a:pt x="212598" y="710184"/>
                  </a:lnTo>
                  <a:lnTo>
                    <a:pt x="216408" y="710184"/>
                  </a:lnTo>
                  <a:lnTo>
                    <a:pt x="219456" y="708660"/>
                  </a:lnTo>
                  <a:close/>
                </a:path>
                <a:path w="247650" h="767079">
                  <a:moveTo>
                    <a:pt x="247650" y="682752"/>
                  </a:moveTo>
                  <a:lnTo>
                    <a:pt x="215748" y="692490"/>
                  </a:lnTo>
                  <a:lnTo>
                    <a:pt x="219456" y="704850"/>
                  </a:lnTo>
                  <a:lnTo>
                    <a:pt x="219456" y="751953"/>
                  </a:lnTo>
                  <a:lnTo>
                    <a:pt x="233172" y="766572"/>
                  </a:lnTo>
                  <a:lnTo>
                    <a:pt x="247650" y="6827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662635" y="4275810"/>
              <a:ext cx="7579501" cy="1378510"/>
            </a:xfrm>
            <a:custGeom>
              <a:avLst/>
              <a:gdLst/>
              <a:ahLst/>
              <a:cxnLst/>
              <a:rect l="l" t="t" r="r" b="b"/>
              <a:pathLst>
                <a:path w="8358505" h="1520189">
                  <a:moveTo>
                    <a:pt x="152400" y="1505712"/>
                  </a:moveTo>
                  <a:lnTo>
                    <a:pt x="0" y="1504950"/>
                  </a:lnTo>
                  <a:lnTo>
                    <a:pt x="0" y="1517904"/>
                  </a:lnTo>
                  <a:lnTo>
                    <a:pt x="152400" y="1518666"/>
                  </a:lnTo>
                  <a:lnTo>
                    <a:pt x="152400" y="1505712"/>
                  </a:lnTo>
                  <a:close/>
                </a:path>
                <a:path w="8358505" h="1520189">
                  <a:moveTo>
                    <a:pt x="152400" y="1480566"/>
                  </a:moveTo>
                  <a:lnTo>
                    <a:pt x="0" y="1479804"/>
                  </a:lnTo>
                  <a:lnTo>
                    <a:pt x="0" y="1492758"/>
                  </a:lnTo>
                  <a:lnTo>
                    <a:pt x="152400" y="1492758"/>
                  </a:lnTo>
                  <a:lnTo>
                    <a:pt x="152400" y="1480566"/>
                  </a:lnTo>
                  <a:close/>
                </a:path>
                <a:path w="8358505" h="1520189">
                  <a:moveTo>
                    <a:pt x="166878" y="25908"/>
                  </a:moveTo>
                  <a:lnTo>
                    <a:pt x="14478" y="25908"/>
                  </a:lnTo>
                  <a:lnTo>
                    <a:pt x="14478" y="38100"/>
                  </a:lnTo>
                  <a:lnTo>
                    <a:pt x="166878" y="38862"/>
                  </a:lnTo>
                  <a:lnTo>
                    <a:pt x="166878" y="25908"/>
                  </a:lnTo>
                  <a:close/>
                </a:path>
                <a:path w="8358505" h="1520189">
                  <a:moveTo>
                    <a:pt x="166878" y="762"/>
                  </a:moveTo>
                  <a:lnTo>
                    <a:pt x="14478" y="0"/>
                  </a:lnTo>
                  <a:lnTo>
                    <a:pt x="14478" y="12954"/>
                  </a:lnTo>
                  <a:lnTo>
                    <a:pt x="166878" y="13716"/>
                  </a:lnTo>
                  <a:lnTo>
                    <a:pt x="166878" y="762"/>
                  </a:lnTo>
                  <a:close/>
                </a:path>
                <a:path w="8358505" h="1520189">
                  <a:moveTo>
                    <a:pt x="419100" y="1506474"/>
                  </a:moveTo>
                  <a:lnTo>
                    <a:pt x="266700" y="1505712"/>
                  </a:lnTo>
                  <a:lnTo>
                    <a:pt x="266700" y="1518666"/>
                  </a:lnTo>
                  <a:lnTo>
                    <a:pt x="419100" y="1519428"/>
                  </a:lnTo>
                  <a:lnTo>
                    <a:pt x="419100" y="1506474"/>
                  </a:lnTo>
                  <a:close/>
                </a:path>
                <a:path w="8358505" h="1520189">
                  <a:moveTo>
                    <a:pt x="419100" y="1481328"/>
                  </a:moveTo>
                  <a:lnTo>
                    <a:pt x="266700" y="1480566"/>
                  </a:lnTo>
                  <a:lnTo>
                    <a:pt x="266700" y="1493520"/>
                  </a:lnTo>
                  <a:lnTo>
                    <a:pt x="419100" y="1493520"/>
                  </a:lnTo>
                  <a:lnTo>
                    <a:pt x="419100" y="1481328"/>
                  </a:lnTo>
                  <a:close/>
                </a:path>
                <a:path w="8358505" h="1520189">
                  <a:moveTo>
                    <a:pt x="433578" y="26670"/>
                  </a:moveTo>
                  <a:lnTo>
                    <a:pt x="281178" y="26670"/>
                  </a:lnTo>
                  <a:lnTo>
                    <a:pt x="281178" y="38862"/>
                  </a:lnTo>
                  <a:lnTo>
                    <a:pt x="433578" y="39624"/>
                  </a:lnTo>
                  <a:lnTo>
                    <a:pt x="433578" y="26670"/>
                  </a:lnTo>
                  <a:close/>
                </a:path>
                <a:path w="8358505" h="1520189">
                  <a:moveTo>
                    <a:pt x="433578" y="1524"/>
                  </a:moveTo>
                  <a:lnTo>
                    <a:pt x="281178" y="762"/>
                  </a:lnTo>
                  <a:lnTo>
                    <a:pt x="281178" y="13716"/>
                  </a:lnTo>
                  <a:lnTo>
                    <a:pt x="433578" y="14478"/>
                  </a:lnTo>
                  <a:lnTo>
                    <a:pt x="433578" y="1524"/>
                  </a:lnTo>
                  <a:close/>
                </a:path>
                <a:path w="8358505" h="1520189">
                  <a:moveTo>
                    <a:pt x="685800" y="1507236"/>
                  </a:moveTo>
                  <a:lnTo>
                    <a:pt x="533400" y="1507236"/>
                  </a:lnTo>
                  <a:lnTo>
                    <a:pt x="533400" y="1519428"/>
                  </a:lnTo>
                  <a:lnTo>
                    <a:pt x="685800" y="1520190"/>
                  </a:lnTo>
                  <a:lnTo>
                    <a:pt x="685800" y="1507236"/>
                  </a:lnTo>
                  <a:close/>
                </a:path>
                <a:path w="8358505" h="1520189">
                  <a:moveTo>
                    <a:pt x="685800" y="1482090"/>
                  </a:moveTo>
                  <a:lnTo>
                    <a:pt x="533400" y="1481328"/>
                  </a:lnTo>
                  <a:lnTo>
                    <a:pt x="533400" y="1494282"/>
                  </a:lnTo>
                  <a:lnTo>
                    <a:pt x="685800" y="1494282"/>
                  </a:lnTo>
                  <a:lnTo>
                    <a:pt x="685800" y="1482090"/>
                  </a:lnTo>
                  <a:close/>
                </a:path>
                <a:path w="8358505" h="1520189">
                  <a:moveTo>
                    <a:pt x="700278" y="27432"/>
                  </a:moveTo>
                  <a:lnTo>
                    <a:pt x="547878" y="27432"/>
                  </a:lnTo>
                  <a:lnTo>
                    <a:pt x="547878" y="40386"/>
                  </a:lnTo>
                  <a:lnTo>
                    <a:pt x="700278" y="40386"/>
                  </a:lnTo>
                  <a:lnTo>
                    <a:pt x="700278" y="27432"/>
                  </a:lnTo>
                  <a:close/>
                </a:path>
                <a:path w="8358505" h="1520189">
                  <a:moveTo>
                    <a:pt x="700278" y="2286"/>
                  </a:moveTo>
                  <a:lnTo>
                    <a:pt x="547878" y="2286"/>
                  </a:lnTo>
                  <a:lnTo>
                    <a:pt x="547878" y="14478"/>
                  </a:lnTo>
                  <a:lnTo>
                    <a:pt x="700278" y="15240"/>
                  </a:lnTo>
                  <a:lnTo>
                    <a:pt x="700278" y="2286"/>
                  </a:lnTo>
                  <a:close/>
                </a:path>
                <a:path w="8358505" h="1520189">
                  <a:moveTo>
                    <a:pt x="952500" y="1482852"/>
                  </a:moveTo>
                  <a:lnTo>
                    <a:pt x="800100" y="1482090"/>
                  </a:lnTo>
                  <a:lnTo>
                    <a:pt x="800100" y="1495044"/>
                  </a:lnTo>
                  <a:lnTo>
                    <a:pt x="952500" y="1495806"/>
                  </a:lnTo>
                  <a:lnTo>
                    <a:pt x="952500" y="1482852"/>
                  </a:lnTo>
                  <a:close/>
                </a:path>
                <a:path w="8358505" h="1520189">
                  <a:moveTo>
                    <a:pt x="966978" y="28956"/>
                  </a:moveTo>
                  <a:lnTo>
                    <a:pt x="814578" y="28194"/>
                  </a:lnTo>
                  <a:lnTo>
                    <a:pt x="814578" y="41148"/>
                  </a:lnTo>
                  <a:lnTo>
                    <a:pt x="966978" y="41148"/>
                  </a:lnTo>
                  <a:lnTo>
                    <a:pt x="966978" y="28956"/>
                  </a:lnTo>
                  <a:close/>
                </a:path>
                <a:path w="8358505" h="1520189">
                  <a:moveTo>
                    <a:pt x="966978" y="3048"/>
                  </a:moveTo>
                  <a:lnTo>
                    <a:pt x="814578" y="3048"/>
                  </a:lnTo>
                  <a:lnTo>
                    <a:pt x="814578" y="15240"/>
                  </a:lnTo>
                  <a:lnTo>
                    <a:pt x="966978" y="16002"/>
                  </a:lnTo>
                  <a:lnTo>
                    <a:pt x="966978" y="3048"/>
                  </a:lnTo>
                  <a:close/>
                </a:path>
                <a:path w="8358505" h="1520189">
                  <a:moveTo>
                    <a:pt x="1233678" y="29718"/>
                  </a:moveTo>
                  <a:lnTo>
                    <a:pt x="1081278" y="28956"/>
                  </a:lnTo>
                  <a:lnTo>
                    <a:pt x="1081278" y="41910"/>
                  </a:lnTo>
                  <a:lnTo>
                    <a:pt x="1233678" y="41910"/>
                  </a:lnTo>
                  <a:lnTo>
                    <a:pt x="1233678" y="29718"/>
                  </a:lnTo>
                  <a:close/>
                </a:path>
                <a:path w="8358505" h="1520189">
                  <a:moveTo>
                    <a:pt x="1233678" y="3810"/>
                  </a:moveTo>
                  <a:lnTo>
                    <a:pt x="1081278" y="3810"/>
                  </a:lnTo>
                  <a:lnTo>
                    <a:pt x="1081278" y="16002"/>
                  </a:lnTo>
                  <a:lnTo>
                    <a:pt x="1233678" y="16764"/>
                  </a:lnTo>
                  <a:lnTo>
                    <a:pt x="1233678" y="3810"/>
                  </a:lnTo>
                  <a:close/>
                </a:path>
                <a:path w="8358505" h="1520189">
                  <a:moveTo>
                    <a:pt x="1500378" y="30480"/>
                  </a:moveTo>
                  <a:lnTo>
                    <a:pt x="1347978" y="29718"/>
                  </a:lnTo>
                  <a:lnTo>
                    <a:pt x="1347978" y="42672"/>
                  </a:lnTo>
                  <a:lnTo>
                    <a:pt x="1500378" y="42672"/>
                  </a:lnTo>
                  <a:lnTo>
                    <a:pt x="1500378" y="30480"/>
                  </a:lnTo>
                  <a:close/>
                </a:path>
                <a:path w="8358505" h="1520189">
                  <a:moveTo>
                    <a:pt x="1500378" y="4572"/>
                  </a:moveTo>
                  <a:lnTo>
                    <a:pt x="1347978" y="4572"/>
                  </a:lnTo>
                  <a:lnTo>
                    <a:pt x="1347978" y="16764"/>
                  </a:lnTo>
                  <a:lnTo>
                    <a:pt x="1500378" y="17526"/>
                  </a:lnTo>
                  <a:lnTo>
                    <a:pt x="1500378" y="4572"/>
                  </a:lnTo>
                  <a:close/>
                </a:path>
                <a:path w="8358505" h="1520189">
                  <a:moveTo>
                    <a:pt x="1767078" y="31242"/>
                  </a:moveTo>
                  <a:lnTo>
                    <a:pt x="1614678" y="30480"/>
                  </a:lnTo>
                  <a:lnTo>
                    <a:pt x="1614678" y="43434"/>
                  </a:lnTo>
                  <a:lnTo>
                    <a:pt x="1767078" y="44196"/>
                  </a:lnTo>
                  <a:lnTo>
                    <a:pt x="1767078" y="31242"/>
                  </a:lnTo>
                  <a:close/>
                </a:path>
                <a:path w="8358505" h="1520189">
                  <a:moveTo>
                    <a:pt x="1767078" y="6096"/>
                  </a:moveTo>
                  <a:lnTo>
                    <a:pt x="1614678" y="5334"/>
                  </a:lnTo>
                  <a:lnTo>
                    <a:pt x="1614678" y="18288"/>
                  </a:lnTo>
                  <a:lnTo>
                    <a:pt x="1767078" y="18288"/>
                  </a:lnTo>
                  <a:lnTo>
                    <a:pt x="1767078" y="6096"/>
                  </a:lnTo>
                  <a:close/>
                </a:path>
                <a:path w="8358505" h="1520189">
                  <a:moveTo>
                    <a:pt x="2033778" y="32004"/>
                  </a:moveTo>
                  <a:lnTo>
                    <a:pt x="1881378" y="31242"/>
                  </a:lnTo>
                  <a:lnTo>
                    <a:pt x="1881378" y="44196"/>
                  </a:lnTo>
                  <a:lnTo>
                    <a:pt x="2033778" y="44958"/>
                  </a:lnTo>
                  <a:lnTo>
                    <a:pt x="2033778" y="32004"/>
                  </a:lnTo>
                  <a:close/>
                </a:path>
                <a:path w="8358505" h="1520189">
                  <a:moveTo>
                    <a:pt x="2033778" y="6858"/>
                  </a:moveTo>
                  <a:lnTo>
                    <a:pt x="1881378" y="6096"/>
                  </a:lnTo>
                  <a:lnTo>
                    <a:pt x="1881378" y="19050"/>
                  </a:lnTo>
                  <a:lnTo>
                    <a:pt x="2033778" y="19050"/>
                  </a:lnTo>
                  <a:lnTo>
                    <a:pt x="2033778" y="6858"/>
                  </a:lnTo>
                  <a:close/>
                </a:path>
                <a:path w="8358505" h="1520189">
                  <a:moveTo>
                    <a:pt x="2300478" y="32766"/>
                  </a:moveTo>
                  <a:lnTo>
                    <a:pt x="2148078" y="32004"/>
                  </a:lnTo>
                  <a:lnTo>
                    <a:pt x="2148078" y="44958"/>
                  </a:lnTo>
                  <a:lnTo>
                    <a:pt x="2300478" y="45720"/>
                  </a:lnTo>
                  <a:lnTo>
                    <a:pt x="2300478" y="32766"/>
                  </a:lnTo>
                  <a:close/>
                </a:path>
                <a:path w="8358505" h="1520189">
                  <a:moveTo>
                    <a:pt x="2300478" y="7620"/>
                  </a:moveTo>
                  <a:lnTo>
                    <a:pt x="2148078" y="6858"/>
                  </a:lnTo>
                  <a:lnTo>
                    <a:pt x="2148078" y="19812"/>
                  </a:lnTo>
                  <a:lnTo>
                    <a:pt x="2300478" y="19812"/>
                  </a:lnTo>
                  <a:lnTo>
                    <a:pt x="2300478" y="7620"/>
                  </a:lnTo>
                  <a:close/>
                </a:path>
                <a:path w="8358505" h="1520189">
                  <a:moveTo>
                    <a:pt x="2567178" y="33528"/>
                  </a:moveTo>
                  <a:lnTo>
                    <a:pt x="2414778" y="33528"/>
                  </a:lnTo>
                  <a:lnTo>
                    <a:pt x="2414778" y="45720"/>
                  </a:lnTo>
                  <a:lnTo>
                    <a:pt x="2567178" y="46482"/>
                  </a:lnTo>
                  <a:lnTo>
                    <a:pt x="2567178" y="33528"/>
                  </a:lnTo>
                  <a:close/>
                </a:path>
                <a:path w="8358505" h="1520189">
                  <a:moveTo>
                    <a:pt x="2567178" y="8382"/>
                  </a:moveTo>
                  <a:lnTo>
                    <a:pt x="2414778" y="7620"/>
                  </a:lnTo>
                  <a:lnTo>
                    <a:pt x="2414778" y="20574"/>
                  </a:lnTo>
                  <a:lnTo>
                    <a:pt x="2567178" y="20574"/>
                  </a:lnTo>
                  <a:lnTo>
                    <a:pt x="2567178" y="8382"/>
                  </a:lnTo>
                  <a:close/>
                </a:path>
                <a:path w="8358505" h="1520189">
                  <a:moveTo>
                    <a:pt x="2833878" y="34290"/>
                  </a:moveTo>
                  <a:lnTo>
                    <a:pt x="2681478" y="34290"/>
                  </a:lnTo>
                  <a:lnTo>
                    <a:pt x="2681478" y="46482"/>
                  </a:lnTo>
                  <a:lnTo>
                    <a:pt x="2833878" y="47244"/>
                  </a:lnTo>
                  <a:lnTo>
                    <a:pt x="2833878" y="34290"/>
                  </a:lnTo>
                  <a:close/>
                </a:path>
                <a:path w="8358505" h="1520189">
                  <a:moveTo>
                    <a:pt x="2833878" y="9144"/>
                  </a:moveTo>
                  <a:lnTo>
                    <a:pt x="2681478" y="8382"/>
                  </a:lnTo>
                  <a:lnTo>
                    <a:pt x="2681478" y="21336"/>
                  </a:lnTo>
                  <a:lnTo>
                    <a:pt x="2833878" y="22098"/>
                  </a:lnTo>
                  <a:lnTo>
                    <a:pt x="2833878" y="9144"/>
                  </a:lnTo>
                  <a:close/>
                </a:path>
                <a:path w="8358505" h="1520189">
                  <a:moveTo>
                    <a:pt x="3100578" y="35052"/>
                  </a:moveTo>
                  <a:lnTo>
                    <a:pt x="2948178" y="35052"/>
                  </a:lnTo>
                  <a:lnTo>
                    <a:pt x="2948178" y="47244"/>
                  </a:lnTo>
                  <a:lnTo>
                    <a:pt x="3100578" y="48006"/>
                  </a:lnTo>
                  <a:lnTo>
                    <a:pt x="3100578" y="35052"/>
                  </a:lnTo>
                  <a:close/>
                </a:path>
                <a:path w="8358505" h="1520189">
                  <a:moveTo>
                    <a:pt x="3100578" y="9906"/>
                  </a:moveTo>
                  <a:lnTo>
                    <a:pt x="2948178" y="9144"/>
                  </a:lnTo>
                  <a:lnTo>
                    <a:pt x="2948178" y="22098"/>
                  </a:lnTo>
                  <a:lnTo>
                    <a:pt x="3100578" y="22860"/>
                  </a:lnTo>
                  <a:lnTo>
                    <a:pt x="3100578" y="9906"/>
                  </a:lnTo>
                  <a:close/>
                </a:path>
                <a:path w="8358505" h="1520189">
                  <a:moveTo>
                    <a:pt x="3367278" y="35814"/>
                  </a:moveTo>
                  <a:lnTo>
                    <a:pt x="3214878" y="35814"/>
                  </a:lnTo>
                  <a:lnTo>
                    <a:pt x="3214878" y="48006"/>
                  </a:lnTo>
                  <a:lnTo>
                    <a:pt x="3367278" y="48768"/>
                  </a:lnTo>
                  <a:lnTo>
                    <a:pt x="3367278" y="35814"/>
                  </a:lnTo>
                  <a:close/>
                </a:path>
                <a:path w="8358505" h="1520189">
                  <a:moveTo>
                    <a:pt x="3367278" y="10668"/>
                  </a:moveTo>
                  <a:lnTo>
                    <a:pt x="3214878" y="9906"/>
                  </a:lnTo>
                  <a:lnTo>
                    <a:pt x="3214878" y="22860"/>
                  </a:lnTo>
                  <a:lnTo>
                    <a:pt x="3367278" y="23622"/>
                  </a:lnTo>
                  <a:lnTo>
                    <a:pt x="3367278" y="10668"/>
                  </a:lnTo>
                  <a:close/>
                </a:path>
                <a:path w="8358505" h="1520189">
                  <a:moveTo>
                    <a:pt x="3633978" y="37338"/>
                  </a:moveTo>
                  <a:lnTo>
                    <a:pt x="3481578" y="36576"/>
                  </a:lnTo>
                  <a:lnTo>
                    <a:pt x="3481578" y="49530"/>
                  </a:lnTo>
                  <a:lnTo>
                    <a:pt x="3633978" y="49530"/>
                  </a:lnTo>
                  <a:lnTo>
                    <a:pt x="3633978" y="37338"/>
                  </a:lnTo>
                  <a:close/>
                </a:path>
                <a:path w="8358505" h="1520189">
                  <a:moveTo>
                    <a:pt x="3633978" y="11430"/>
                  </a:moveTo>
                  <a:lnTo>
                    <a:pt x="3481578" y="11430"/>
                  </a:lnTo>
                  <a:lnTo>
                    <a:pt x="3481578" y="23622"/>
                  </a:lnTo>
                  <a:lnTo>
                    <a:pt x="3633978" y="24384"/>
                  </a:lnTo>
                  <a:lnTo>
                    <a:pt x="3633978" y="11430"/>
                  </a:lnTo>
                  <a:close/>
                </a:path>
                <a:path w="8358505" h="1520189">
                  <a:moveTo>
                    <a:pt x="3900678" y="38100"/>
                  </a:moveTo>
                  <a:lnTo>
                    <a:pt x="3748278" y="37338"/>
                  </a:lnTo>
                  <a:lnTo>
                    <a:pt x="3748278" y="50292"/>
                  </a:lnTo>
                  <a:lnTo>
                    <a:pt x="3900678" y="50292"/>
                  </a:lnTo>
                  <a:lnTo>
                    <a:pt x="3900678" y="38100"/>
                  </a:lnTo>
                  <a:close/>
                </a:path>
                <a:path w="8358505" h="1520189">
                  <a:moveTo>
                    <a:pt x="3900678" y="12192"/>
                  </a:moveTo>
                  <a:lnTo>
                    <a:pt x="3748278" y="12192"/>
                  </a:lnTo>
                  <a:lnTo>
                    <a:pt x="3748278" y="24384"/>
                  </a:lnTo>
                  <a:lnTo>
                    <a:pt x="3900678" y="25146"/>
                  </a:lnTo>
                  <a:lnTo>
                    <a:pt x="3900678" y="12192"/>
                  </a:lnTo>
                  <a:close/>
                </a:path>
                <a:path w="8358505" h="1520189">
                  <a:moveTo>
                    <a:pt x="4167378" y="38862"/>
                  </a:moveTo>
                  <a:lnTo>
                    <a:pt x="4014978" y="38100"/>
                  </a:lnTo>
                  <a:lnTo>
                    <a:pt x="4014978" y="51054"/>
                  </a:lnTo>
                  <a:lnTo>
                    <a:pt x="4167378" y="51054"/>
                  </a:lnTo>
                  <a:lnTo>
                    <a:pt x="4167378" y="38862"/>
                  </a:lnTo>
                  <a:close/>
                </a:path>
                <a:path w="8358505" h="1520189">
                  <a:moveTo>
                    <a:pt x="4167378" y="12954"/>
                  </a:moveTo>
                  <a:lnTo>
                    <a:pt x="4014978" y="12954"/>
                  </a:lnTo>
                  <a:lnTo>
                    <a:pt x="4014978" y="25146"/>
                  </a:lnTo>
                  <a:lnTo>
                    <a:pt x="4167378" y="25908"/>
                  </a:lnTo>
                  <a:lnTo>
                    <a:pt x="4167378" y="12954"/>
                  </a:lnTo>
                  <a:close/>
                </a:path>
                <a:path w="8358505" h="1520189">
                  <a:moveTo>
                    <a:pt x="4434078" y="39624"/>
                  </a:moveTo>
                  <a:lnTo>
                    <a:pt x="4281678" y="38862"/>
                  </a:lnTo>
                  <a:lnTo>
                    <a:pt x="4281678" y="51816"/>
                  </a:lnTo>
                  <a:lnTo>
                    <a:pt x="4434078" y="51816"/>
                  </a:lnTo>
                  <a:lnTo>
                    <a:pt x="4434078" y="39624"/>
                  </a:lnTo>
                  <a:close/>
                </a:path>
                <a:path w="8358505" h="1520189">
                  <a:moveTo>
                    <a:pt x="4434078" y="13716"/>
                  </a:moveTo>
                  <a:lnTo>
                    <a:pt x="4281678" y="13716"/>
                  </a:lnTo>
                  <a:lnTo>
                    <a:pt x="4281678" y="25908"/>
                  </a:lnTo>
                  <a:lnTo>
                    <a:pt x="4434078" y="26670"/>
                  </a:lnTo>
                  <a:lnTo>
                    <a:pt x="4434078" y="13716"/>
                  </a:lnTo>
                  <a:close/>
                </a:path>
                <a:path w="8358505" h="1520189">
                  <a:moveTo>
                    <a:pt x="4700778" y="40386"/>
                  </a:moveTo>
                  <a:lnTo>
                    <a:pt x="4548378" y="39624"/>
                  </a:lnTo>
                  <a:lnTo>
                    <a:pt x="4548378" y="52578"/>
                  </a:lnTo>
                  <a:lnTo>
                    <a:pt x="4700778" y="53340"/>
                  </a:lnTo>
                  <a:lnTo>
                    <a:pt x="4700778" y="40386"/>
                  </a:lnTo>
                  <a:close/>
                </a:path>
                <a:path w="8358505" h="1520189">
                  <a:moveTo>
                    <a:pt x="4700778" y="15240"/>
                  </a:moveTo>
                  <a:lnTo>
                    <a:pt x="4548378" y="14478"/>
                  </a:lnTo>
                  <a:lnTo>
                    <a:pt x="4548378" y="27432"/>
                  </a:lnTo>
                  <a:lnTo>
                    <a:pt x="4700778" y="27432"/>
                  </a:lnTo>
                  <a:lnTo>
                    <a:pt x="4700778" y="15240"/>
                  </a:lnTo>
                  <a:close/>
                </a:path>
                <a:path w="8358505" h="1520189">
                  <a:moveTo>
                    <a:pt x="4967478" y="41148"/>
                  </a:moveTo>
                  <a:lnTo>
                    <a:pt x="4815078" y="40386"/>
                  </a:lnTo>
                  <a:lnTo>
                    <a:pt x="4815078" y="53340"/>
                  </a:lnTo>
                  <a:lnTo>
                    <a:pt x="4967478" y="54102"/>
                  </a:lnTo>
                  <a:lnTo>
                    <a:pt x="4967478" y="41148"/>
                  </a:lnTo>
                  <a:close/>
                </a:path>
                <a:path w="8358505" h="1520189">
                  <a:moveTo>
                    <a:pt x="4967478" y="16002"/>
                  </a:moveTo>
                  <a:lnTo>
                    <a:pt x="4815078" y="15240"/>
                  </a:lnTo>
                  <a:lnTo>
                    <a:pt x="4815078" y="28194"/>
                  </a:lnTo>
                  <a:lnTo>
                    <a:pt x="4967478" y="28194"/>
                  </a:lnTo>
                  <a:lnTo>
                    <a:pt x="4967478" y="16002"/>
                  </a:lnTo>
                  <a:close/>
                </a:path>
                <a:path w="8358505" h="1520189">
                  <a:moveTo>
                    <a:pt x="5234178" y="41910"/>
                  </a:moveTo>
                  <a:lnTo>
                    <a:pt x="5081778" y="41148"/>
                  </a:lnTo>
                  <a:lnTo>
                    <a:pt x="5081778" y="54102"/>
                  </a:lnTo>
                  <a:lnTo>
                    <a:pt x="5234178" y="54864"/>
                  </a:lnTo>
                  <a:lnTo>
                    <a:pt x="5234178" y="41910"/>
                  </a:lnTo>
                  <a:close/>
                </a:path>
                <a:path w="8358505" h="1520189">
                  <a:moveTo>
                    <a:pt x="5234178" y="16764"/>
                  </a:moveTo>
                  <a:lnTo>
                    <a:pt x="5081778" y="16002"/>
                  </a:lnTo>
                  <a:lnTo>
                    <a:pt x="5081778" y="28956"/>
                  </a:lnTo>
                  <a:lnTo>
                    <a:pt x="5234178" y="28956"/>
                  </a:lnTo>
                  <a:lnTo>
                    <a:pt x="5234178" y="16764"/>
                  </a:lnTo>
                  <a:close/>
                </a:path>
                <a:path w="8358505" h="1520189">
                  <a:moveTo>
                    <a:pt x="5500878" y="42672"/>
                  </a:moveTo>
                  <a:lnTo>
                    <a:pt x="5348478" y="42672"/>
                  </a:lnTo>
                  <a:lnTo>
                    <a:pt x="5348478" y="54864"/>
                  </a:lnTo>
                  <a:lnTo>
                    <a:pt x="5500878" y="55626"/>
                  </a:lnTo>
                  <a:lnTo>
                    <a:pt x="5500878" y="42672"/>
                  </a:lnTo>
                  <a:close/>
                </a:path>
                <a:path w="8358505" h="1520189">
                  <a:moveTo>
                    <a:pt x="5500878" y="17526"/>
                  </a:moveTo>
                  <a:lnTo>
                    <a:pt x="5348478" y="16764"/>
                  </a:lnTo>
                  <a:lnTo>
                    <a:pt x="5348478" y="29718"/>
                  </a:lnTo>
                  <a:lnTo>
                    <a:pt x="5500878" y="29718"/>
                  </a:lnTo>
                  <a:lnTo>
                    <a:pt x="5500878" y="17526"/>
                  </a:lnTo>
                  <a:close/>
                </a:path>
                <a:path w="8358505" h="1520189">
                  <a:moveTo>
                    <a:pt x="5767578" y="43434"/>
                  </a:moveTo>
                  <a:lnTo>
                    <a:pt x="5615178" y="43434"/>
                  </a:lnTo>
                  <a:lnTo>
                    <a:pt x="5615178" y="55626"/>
                  </a:lnTo>
                  <a:lnTo>
                    <a:pt x="5767578" y="56388"/>
                  </a:lnTo>
                  <a:lnTo>
                    <a:pt x="5767578" y="43434"/>
                  </a:lnTo>
                  <a:close/>
                </a:path>
                <a:path w="8358505" h="1520189">
                  <a:moveTo>
                    <a:pt x="5767578" y="18288"/>
                  </a:moveTo>
                  <a:lnTo>
                    <a:pt x="5615178" y="17526"/>
                  </a:lnTo>
                  <a:lnTo>
                    <a:pt x="5615178" y="30480"/>
                  </a:lnTo>
                  <a:lnTo>
                    <a:pt x="5767578" y="31242"/>
                  </a:lnTo>
                  <a:lnTo>
                    <a:pt x="5767578" y="18288"/>
                  </a:lnTo>
                  <a:close/>
                </a:path>
                <a:path w="8358505" h="1520189">
                  <a:moveTo>
                    <a:pt x="6034278" y="44196"/>
                  </a:moveTo>
                  <a:lnTo>
                    <a:pt x="5881878" y="44196"/>
                  </a:lnTo>
                  <a:lnTo>
                    <a:pt x="5881878" y="56388"/>
                  </a:lnTo>
                  <a:lnTo>
                    <a:pt x="6034278" y="57150"/>
                  </a:lnTo>
                  <a:lnTo>
                    <a:pt x="6034278" y="44196"/>
                  </a:lnTo>
                  <a:close/>
                </a:path>
                <a:path w="8358505" h="1520189">
                  <a:moveTo>
                    <a:pt x="6034278" y="19050"/>
                  </a:moveTo>
                  <a:lnTo>
                    <a:pt x="5881878" y="18288"/>
                  </a:lnTo>
                  <a:lnTo>
                    <a:pt x="5881878" y="31242"/>
                  </a:lnTo>
                  <a:lnTo>
                    <a:pt x="6034278" y="32004"/>
                  </a:lnTo>
                  <a:lnTo>
                    <a:pt x="6034278" y="19050"/>
                  </a:lnTo>
                  <a:close/>
                </a:path>
                <a:path w="8358505" h="1520189">
                  <a:moveTo>
                    <a:pt x="6300978" y="44958"/>
                  </a:moveTo>
                  <a:lnTo>
                    <a:pt x="6148578" y="44958"/>
                  </a:lnTo>
                  <a:lnTo>
                    <a:pt x="6148578" y="57150"/>
                  </a:lnTo>
                  <a:lnTo>
                    <a:pt x="6300978" y="57912"/>
                  </a:lnTo>
                  <a:lnTo>
                    <a:pt x="6300978" y="44958"/>
                  </a:lnTo>
                  <a:close/>
                </a:path>
                <a:path w="8358505" h="1520189">
                  <a:moveTo>
                    <a:pt x="6300978" y="19812"/>
                  </a:moveTo>
                  <a:lnTo>
                    <a:pt x="6148578" y="19050"/>
                  </a:lnTo>
                  <a:lnTo>
                    <a:pt x="6148578" y="32004"/>
                  </a:lnTo>
                  <a:lnTo>
                    <a:pt x="6300978" y="32766"/>
                  </a:lnTo>
                  <a:lnTo>
                    <a:pt x="6300978" y="19812"/>
                  </a:lnTo>
                  <a:close/>
                </a:path>
                <a:path w="8358505" h="1520189">
                  <a:moveTo>
                    <a:pt x="6567678" y="46482"/>
                  </a:moveTo>
                  <a:lnTo>
                    <a:pt x="6415278" y="45720"/>
                  </a:lnTo>
                  <a:lnTo>
                    <a:pt x="6415278" y="58674"/>
                  </a:lnTo>
                  <a:lnTo>
                    <a:pt x="6567678" y="58674"/>
                  </a:lnTo>
                  <a:lnTo>
                    <a:pt x="6567678" y="46482"/>
                  </a:lnTo>
                  <a:close/>
                </a:path>
                <a:path w="8358505" h="1520189">
                  <a:moveTo>
                    <a:pt x="6567678" y="20574"/>
                  </a:moveTo>
                  <a:lnTo>
                    <a:pt x="6415278" y="20574"/>
                  </a:lnTo>
                  <a:lnTo>
                    <a:pt x="6415278" y="32766"/>
                  </a:lnTo>
                  <a:lnTo>
                    <a:pt x="6567678" y="33528"/>
                  </a:lnTo>
                  <a:lnTo>
                    <a:pt x="6567678" y="20574"/>
                  </a:lnTo>
                  <a:close/>
                </a:path>
                <a:path w="8358505" h="1520189">
                  <a:moveTo>
                    <a:pt x="6834378" y="47244"/>
                  </a:moveTo>
                  <a:lnTo>
                    <a:pt x="6681978" y="46482"/>
                  </a:lnTo>
                  <a:lnTo>
                    <a:pt x="6681978" y="59436"/>
                  </a:lnTo>
                  <a:lnTo>
                    <a:pt x="6834378" y="59436"/>
                  </a:lnTo>
                  <a:lnTo>
                    <a:pt x="6834378" y="47244"/>
                  </a:lnTo>
                  <a:close/>
                </a:path>
                <a:path w="8358505" h="1520189">
                  <a:moveTo>
                    <a:pt x="6834378" y="21336"/>
                  </a:moveTo>
                  <a:lnTo>
                    <a:pt x="6681978" y="21336"/>
                  </a:lnTo>
                  <a:lnTo>
                    <a:pt x="6681978" y="33528"/>
                  </a:lnTo>
                  <a:lnTo>
                    <a:pt x="6834378" y="34290"/>
                  </a:lnTo>
                  <a:lnTo>
                    <a:pt x="6834378" y="21336"/>
                  </a:lnTo>
                  <a:close/>
                </a:path>
                <a:path w="8358505" h="1520189">
                  <a:moveTo>
                    <a:pt x="7101078" y="48006"/>
                  </a:moveTo>
                  <a:lnTo>
                    <a:pt x="6948678" y="47244"/>
                  </a:lnTo>
                  <a:lnTo>
                    <a:pt x="6948678" y="60198"/>
                  </a:lnTo>
                  <a:lnTo>
                    <a:pt x="7101078" y="60198"/>
                  </a:lnTo>
                  <a:lnTo>
                    <a:pt x="7101078" y="48006"/>
                  </a:lnTo>
                  <a:close/>
                </a:path>
                <a:path w="8358505" h="1520189">
                  <a:moveTo>
                    <a:pt x="7101078" y="22098"/>
                  </a:moveTo>
                  <a:lnTo>
                    <a:pt x="6948678" y="22098"/>
                  </a:lnTo>
                  <a:lnTo>
                    <a:pt x="6948678" y="34290"/>
                  </a:lnTo>
                  <a:lnTo>
                    <a:pt x="7101078" y="35052"/>
                  </a:lnTo>
                  <a:lnTo>
                    <a:pt x="7101078" y="22098"/>
                  </a:lnTo>
                  <a:close/>
                </a:path>
                <a:path w="8358505" h="1520189">
                  <a:moveTo>
                    <a:pt x="7367778" y="48768"/>
                  </a:moveTo>
                  <a:lnTo>
                    <a:pt x="7215378" y="48006"/>
                  </a:lnTo>
                  <a:lnTo>
                    <a:pt x="7215378" y="60960"/>
                  </a:lnTo>
                  <a:lnTo>
                    <a:pt x="7367778" y="60960"/>
                  </a:lnTo>
                  <a:lnTo>
                    <a:pt x="7367778" y="48768"/>
                  </a:lnTo>
                  <a:close/>
                </a:path>
                <a:path w="8358505" h="1520189">
                  <a:moveTo>
                    <a:pt x="7367778" y="22860"/>
                  </a:moveTo>
                  <a:lnTo>
                    <a:pt x="7215378" y="22860"/>
                  </a:lnTo>
                  <a:lnTo>
                    <a:pt x="7215378" y="35814"/>
                  </a:lnTo>
                  <a:lnTo>
                    <a:pt x="7367778" y="35814"/>
                  </a:lnTo>
                  <a:lnTo>
                    <a:pt x="7367778" y="22860"/>
                  </a:lnTo>
                  <a:close/>
                </a:path>
                <a:path w="8358505" h="1520189">
                  <a:moveTo>
                    <a:pt x="7634478" y="49530"/>
                  </a:moveTo>
                  <a:lnTo>
                    <a:pt x="7482078" y="48768"/>
                  </a:lnTo>
                  <a:lnTo>
                    <a:pt x="7482078" y="61722"/>
                  </a:lnTo>
                  <a:lnTo>
                    <a:pt x="7634478" y="62484"/>
                  </a:lnTo>
                  <a:lnTo>
                    <a:pt x="7634478" y="49530"/>
                  </a:lnTo>
                  <a:close/>
                </a:path>
                <a:path w="8358505" h="1520189">
                  <a:moveTo>
                    <a:pt x="7634478" y="24384"/>
                  </a:moveTo>
                  <a:lnTo>
                    <a:pt x="7482078" y="23622"/>
                  </a:lnTo>
                  <a:lnTo>
                    <a:pt x="7482078" y="36576"/>
                  </a:lnTo>
                  <a:lnTo>
                    <a:pt x="7634478" y="36576"/>
                  </a:lnTo>
                  <a:lnTo>
                    <a:pt x="7634478" y="24384"/>
                  </a:lnTo>
                  <a:close/>
                </a:path>
                <a:path w="8358505" h="1520189">
                  <a:moveTo>
                    <a:pt x="7901178" y="50292"/>
                  </a:moveTo>
                  <a:lnTo>
                    <a:pt x="7748778" y="49530"/>
                  </a:lnTo>
                  <a:lnTo>
                    <a:pt x="7748778" y="62484"/>
                  </a:lnTo>
                  <a:lnTo>
                    <a:pt x="7901178" y="63246"/>
                  </a:lnTo>
                  <a:lnTo>
                    <a:pt x="7901178" y="50292"/>
                  </a:lnTo>
                  <a:close/>
                </a:path>
                <a:path w="8358505" h="1520189">
                  <a:moveTo>
                    <a:pt x="7901178" y="25146"/>
                  </a:moveTo>
                  <a:lnTo>
                    <a:pt x="7748778" y="24384"/>
                  </a:lnTo>
                  <a:lnTo>
                    <a:pt x="7748778" y="37338"/>
                  </a:lnTo>
                  <a:lnTo>
                    <a:pt x="7901178" y="37338"/>
                  </a:lnTo>
                  <a:lnTo>
                    <a:pt x="7901178" y="25146"/>
                  </a:lnTo>
                  <a:close/>
                </a:path>
                <a:path w="8358505" h="1520189">
                  <a:moveTo>
                    <a:pt x="8167878" y="51054"/>
                  </a:moveTo>
                  <a:lnTo>
                    <a:pt x="8015478" y="50292"/>
                  </a:lnTo>
                  <a:lnTo>
                    <a:pt x="8015478" y="63246"/>
                  </a:lnTo>
                  <a:lnTo>
                    <a:pt x="8167878" y="64008"/>
                  </a:lnTo>
                  <a:lnTo>
                    <a:pt x="8167878" y="51054"/>
                  </a:lnTo>
                  <a:close/>
                </a:path>
                <a:path w="8358505" h="1520189">
                  <a:moveTo>
                    <a:pt x="8167878" y="25908"/>
                  </a:moveTo>
                  <a:lnTo>
                    <a:pt x="8015478" y="25146"/>
                  </a:lnTo>
                  <a:lnTo>
                    <a:pt x="8015478" y="38100"/>
                  </a:lnTo>
                  <a:lnTo>
                    <a:pt x="8167878" y="38100"/>
                  </a:lnTo>
                  <a:lnTo>
                    <a:pt x="8167878" y="25908"/>
                  </a:lnTo>
                  <a:close/>
                </a:path>
                <a:path w="8358505" h="1520189">
                  <a:moveTo>
                    <a:pt x="8358378" y="51816"/>
                  </a:moveTo>
                  <a:lnTo>
                    <a:pt x="8282178" y="51816"/>
                  </a:lnTo>
                  <a:lnTo>
                    <a:pt x="8282178" y="64008"/>
                  </a:lnTo>
                  <a:lnTo>
                    <a:pt x="8358378" y="64770"/>
                  </a:lnTo>
                  <a:lnTo>
                    <a:pt x="8358378" y="51816"/>
                  </a:lnTo>
                  <a:close/>
                </a:path>
                <a:path w="8358505" h="1520189">
                  <a:moveTo>
                    <a:pt x="8358378" y="26670"/>
                  </a:moveTo>
                  <a:lnTo>
                    <a:pt x="8282178" y="25908"/>
                  </a:lnTo>
                  <a:lnTo>
                    <a:pt x="8282178" y="38862"/>
                  </a:lnTo>
                  <a:lnTo>
                    <a:pt x="8358378" y="38862"/>
                  </a:lnTo>
                  <a:lnTo>
                    <a:pt x="8358378" y="2667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388167" y="5619771"/>
              <a:ext cx="6840726" cy="56430"/>
            </a:xfrm>
            <a:custGeom>
              <a:avLst/>
              <a:gdLst/>
              <a:ahLst/>
              <a:cxnLst/>
              <a:rect l="l" t="t" r="r" b="b"/>
              <a:pathLst>
                <a:path w="7543800" h="62229">
                  <a:moveTo>
                    <a:pt x="152400" y="25908"/>
                  </a:moveTo>
                  <a:lnTo>
                    <a:pt x="0" y="25908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7543800" h="62229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3716"/>
                  </a:lnTo>
                  <a:lnTo>
                    <a:pt x="152400" y="762"/>
                  </a:lnTo>
                  <a:close/>
                </a:path>
                <a:path w="7543800" h="62229">
                  <a:moveTo>
                    <a:pt x="419100" y="26670"/>
                  </a:moveTo>
                  <a:lnTo>
                    <a:pt x="266700" y="26670"/>
                  </a:lnTo>
                  <a:lnTo>
                    <a:pt x="266700" y="38862"/>
                  </a:lnTo>
                  <a:lnTo>
                    <a:pt x="419100" y="39624"/>
                  </a:lnTo>
                  <a:lnTo>
                    <a:pt x="419100" y="26670"/>
                  </a:lnTo>
                  <a:close/>
                </a:path>
                <a:path w="7543800" h="62229">
                  <a:moveTo>
                    <a:pt x="419100" y="1524"/>
                  </a:moveTo>
                  <a:lnTo>
                    <a:pt x="266700" y="762"/>
                  </a:lnTo>
                  <a:lnTo>
                    <a:pt x="266700" y="13716"/>
                  </a:lnTo>
                  <a:lnTo>
                    <a:pt x="419100" y="14478"/>
                  </a:lnTo>
                  <a:lnTo>
                    <a:pt x="419100" y="1524"/>
                  </a:lnTo>
                  <a:close/>
                </a:path>
                <a:path w="7543800" h="62229">
                  <a:moveTo>
                    <a:pt x="685800" y="27432"/>
                  </a:moveTo>
                  <a:lnTo>
                    <a:pt x="533400" y="27432"/>
                  </a:lnTo>
                  <a:lnTo>
                    <a:pt x="533400" y="39624"/>
                  </a:lnTo>
                  <a:lnTo>
                    <a:pt x="685800" y="40386"/>
                  </a:lnTo>
                  <a:lnTo>
                    <a:pt x="685800" y="27432"/>
                  </a:lnTo>
                  <a:close/>
                </a:path>
                <a:path w="7543800" h="62229">
                  <a:moveTo>
                    <a:pt x="685800" y="2286"/>
                  </a:moveTo>
                  <a:lnTo>
                    <a:pt x="533400" y="1524"/>
                  </a:lnTo>
                  <a:lnTo>
                    <a:pt x="533400" y="14478"/>
                  </a:lnTo>
                  <a:lnTo>
                    <a:pt x="685800" y="15240"/>
                  </a:lnTo>
                  <a:lnTo>
                    <a:pt x="685800" y="2286"/>
                  </a:lnTo>
                  <a:close/>
                </a:path>
                <a:path w="7543800" h="62229">
                  <a:moveTo>
                    <a:pt x="952500" y="28956"/>
                  </a:moveTo>
                  <a:lnTo>
                    <a:pt x="800100" y="28194"/>
                  </a:lnTo>
                  <a:lnTo>
                    <a:pt x="800100" y="41148"/>
                  </a:lnTo>
                  <a:lnTo>
                    <a:pt x="952500" y="41148"/>
                  </a:lnTo>
                  <a:lnTo>
                    <a:pt x="952500" y="28956"/>
                  </a:lnTo>
                  <a:close/>
                </a:path>
                <a:path w="7543800" h="62229">
                  <a:moveTo>
                    <a:pt x="952500" y="3048"/>
                  </a:moveTo>
                  <a:lnTo>
                    <a:pt x="800100" y="3048"/>
                  </a:lnTo>
                  <a:lnTo>
                    <a:pt x="800100" y="15240"/>
                  </a:lnTo>
                  <a:lnTo>
                    <a:pt x="952500" y="16002"/>
                  </a:lnTo>
                  <a:lnTo>
                    <a:pt x="952500" y="3048"/>
                  </a:lnTo>
                  <a:close/>
                </a:path>
                <a:path w="7543800" h="62229">
                  <a:moveTo>
                    <a:pt x="1219200" y="29718"/>
                  </a:moveTo>
                  <a:lnTo>
                    <a:pt x="1066800" y="28956"/>
                  </a:lnTo>
                  <a:lnTo>
                    <a:pt x="1066800" y="41910"/>
                  </a:lnTo>
                  <a:lnTo>
                    <a:pt x="1219200" y="41910"/>
                  </a:lnTo>
                  <a:lnTo>
                    <a:pt x="1219200" y="29718"/>
                  </a:lnTo>
                  <a:close/>
                </a:path>
                <a:path w="7543800" h="62229">
                  <a:moveTo>
                    <a:pt x="1219200" y="3810"/>
                  </a:moveTo>
                  <a:lnTo>
                    <a:pt x="1066800" y="3810"/>
                  </a:lnTo>
                  <a:lnTo>
                    <a:pt x="1066800" y="16002"/>
                  </a:lnTo>
                  <a:lnTo>
                    <a:pt x="1219200" y="16764"/>
                  </a:lnTo>
                  <a:lnTo>
                    <a:pt x="1219200" y="3810"/>
                  </a:lnTo>
                  <a:close/>
                </a:path>
                <a:path w="7543800" h="62229">
                  <a:moveTo>
                    <a:pt x="1485900" y="30480"/>
                  </a:moveTo>
                  <a:lnTo>
                    <a:pt x="1333500" y="29718"/>
                  </a:lnTo>
                  <a:lnTo>
                    <a:pt x="1333500" y="42672"/>
                  </a:lnTo>
                  <a:lnTo>
                    <a:pt x="1485900" y="42672"/>
                  </a:lnTo>
                  <a:lnTo>
                    <a:pt x="1485900" y="30480"/>
                  </a:lnTo>
                  <a:close/>
                </a:path>
                <a:path w="7543800" h="62229">
                  <a:moveTo>
                    <a:pt x="1485900" y="4572"/>
                  </a:moveTo>
                  <a:lnTo>
                    <a:pt x="1333500" y="4572"/>
                  </a:lnTo>
                  <a:lnTo>
                    <a:pt x="1333500" y="16764"/>
                  </a:lnTo>
                  <a:lnTo>
                    <a:pt x="1485900" y="17526"/>
                  </a:lnTo>
                  <a:lnTo>
                    <a:pt x="1485900" y="4572"/>
                  </a:lnTo>
                  <a:close/>
                </a:path>
                <a:path w="7543800" h="62229">
                  <a:moveTo>
                    <a:pt x="1752600" y="31242"/>
                  </a:moveTo>
                  <a:lnTo>
                    <a:pt x="1600200" y="30480"/>
                  </a:lnTo>
                  <a:lnTo>
                    <a:pt x="1600200" y="43434"/>
                  </a:lnTo>
                  <a:lnTo>
                    <a:pt x="1752600" y="43434"/>
                  </a:lnTo>
                  <a:lnTo>
                    <a:pt x="1752600" y="31242"/>
                  </a:lnTo>
                  <a:close/>
                </a:path>
                <a:path w="7543800" h="62229">
                  <a:moveTo>
                    <a:pt x="1752600" y="5334"/>
                  </a:moveTo>
                  <a:lnTo>
                    <a:pt x="1600200" y="5334"/>
                  </a:lnTo>
                  <a:lnTo>
                    <a:pt x="1600200" y="18288"/>
                  </a:lnTo>
                  <a:lnTo>
                    <a:pt x="1752600" y="18288"/>
                  </a:lnTo>
                  <a:lnTo>
                    <a:pt x="1752600" y="5334"/>
                  </a:lnTo>
                  <a:close/>
                </a:path>
                <a:path w="7543800" h="62229">
                  <a:moveTo>
                    <a:pt x="2019300" y="32004"/>
                  </a:moveTo>
                  <a:lnTo>
                    <a:pt x="1866900" y="31242"/>
                  </a:lnTo>
                  <a:lnTo>
                    <a:pt x="1866900" y="44196"/>
                  </a:lnTo>
                  <a:lnTo>
                    <a:pt x="2019300" y="44958"/>
                  </a:lnTo>
                  <a:lnTo>
                    <a:pt x="2019300" y="32004"/>
                  </a:lnTo>
                  <a:close/>
                </a:path>
                <a:path w="7543800" h="62229">
                  <a:moveTo>
                    <a:pt x="2019300" y="6858"/>
                  </a:moveTo>
                  <a:lnTo>
                    <a:pt x="1866900" y="6096"/>
                  </a:lnTo>
                  <a:lnTo>
                    <a:pt x="1866900" y="19050"/>
                  </a:lnTo>
                  <a:lnTo>
                    <a:pt x="2019300" y="19050"/>
                  </a:lnTo>
                  <a:lnTo>
                    <a:pt x="2019300" y="6858"/>
                  </a:lnTo>
                  <a:close/>
                </a:path>
                <a:path w="7543800" h="62229">
                  <a:moveTo>
                    <a:pt x="2286000" y="32766"/>
                  </a:moveTo>
                  <a:lnTo>
                    <a:pt x="2133600" y="32004"/>
                  </a:lnTo>
                  <a:lnTo>
                    <a:pt x="2133600" y="44958"/>
                  </a:lnTo>
                  <a:lnTo>
                    <a:pt x="2286000" y="45720"/>
                  </a:lnTo>
                  <a:lnTo>
                    <a:pt x="2286000" y="32766"/>
                  </a:lnTo>
                  <a:close/>
                </a:path>
                <a:path w="7543800" h="62229">
                  <a:moveTo>
                    <a:pt x="2286000" y="7620"/>
                  </a:moveTo>
                  <a:lnTo>
                    <a:pt x="2133600" y="6858"/>
                  </a:lnTo>
                  <a:lnTo>
                    <a:pt x="2133600" y="19812"/>
                  </a:lnTo>
                  <a:lnTo>
                    <a:pt x="2286000" y="19812"/>
                  </a:lnTo>
                  <a:lnTo>
                    <a:pt x="2286000" y="7620"/>
                  </a:lnTo>
                  <a:close/>
                </a:path>
                <a:path w="7543800" h="62229">
                  <a:moveTo>
                    <a:pt x="2552700" y="33528"/>
                  </a:moveTo>
                  <a:lnTo>
                    <a:pt x="2400300" y="32766"/>
                  </a:lnTo>
                  <a:lnTo>
                    <a:pt x="2400300" y="45720"/>
                  </a:lnTo>
                  <a:lnTo>
                    <a:pt x="2552700" y="46482"/>
                  </a:lnTo>
                  <a:lnTo>
                    <a:pt x="2552700" y="33528"/>
                  </a:lnTo>
                  <a:close/>
                </a:path>
                <a:path w="7543800" h="62229">
                  <a:moveTo>
                    <a:pt x="2552700" y="8382"/>
                  </a:moveTo>
                  <a:lnTo>
                    <a:pt x="2400300" y="7620"/>
                  </a:lnTo>
                  <a:lnTo>
                    <a:pt x="2400300" y="20574"/>
                  </a:lnTo>
                  <a:lnTo>
                    <a:pt x="2552700" y="20574"/>
                  </a:lnTo>
                  <a:lnTo>
                    <a:pt x="2552700" y="8382"/>
                  </a:lnTo>
                  <a:close/>
                </a:path>
                <a:path w="7543800" h="62229">
                  <a:moveTo>
                    <a:pt x="2819400" y="34290"/>
                  </a:moveTo>
                  <a:lnTo>
                    <a:pt x="2667000" y="34290"/>
                  </a:lnTo>
                  <a:lnTo>
                    <a:pt x="2667000" y="46482"/>
                  </a:lnTo>
                  <a:lnTo>
                    <a:pt x="2819400" y="47244"/>
                  </a:lnTo>
                  <a:lnTo>
                    <a:pt x="2819400" y="34290"/>
                  </a:lnTo>
                  <a:close/>
                </a:path>
                <a:path w="7543800" h="62229">
                  <a:moveTo>
                    <a:pt x="2819400" y="9144"/>
                  </a:moveTo>
                  <a:lnTo>
                    <a:pt x="2667000" y="8382"/>
                  </a:lnTo>
                  <a:lnTo>
                    <a:pt x="2667000" y="21336"/>
                  </a:lnTo>
                  <a:lnTo>
                    <a:pt x="2819400" y="22098"/>
                  </a:lnTo>
                  <a:lnTo>
                    <a:pt x="2819400" y="9144"/>
                  </a:lnTo>
                  <a:close/>
                </a:path>
                <a:path w="7543800" h="62229">
                  <a:moveTo>
                    <a:pt x="3086100" y="35052"/>
                  </a:moveTo>
                  <a:lnTo>
                    <a:pt x="2933700" y="35052"/>
                  </a:lnTo>
                  <a:lnTo>
                    <a:pt x="2933700" y="47244"/>
                  </a:lnTo>
                  <a:lnTo>
                    <a:pt x="3086100" y="48006"/>
                  </a:lnTo>
                  <a:lnTo>
                    <a:pt x="3086100" y="35052"/>
                  </a:lnTo>
                  <a:close/>
                </a:path>
                <a:path w="7543800" h="62229">
                  <a:moveTo>
                    <a:pt x="3086100" y="9906"/>
                  </a:moveTo>
                  <a:lnTo>
                    <a:pt x="2933700" y="9144"/>
                  </a:lnTo>
                  <a:lnTo>
                    <a:pt x="2933700" y="22098"/>
                  </a:lnTo>
                  <a:lnTo>
                    <a:pt x="3086100" y="22860"/>
                  </a:lnTo>
                  <a:lnTo>
                    <a:pt x="3086100" y="9906"/>
                  </a:lnTo>
                  <a:close/>
                </a:path>
                <a:path w="7543800" h="62229">
                  <a:moveTo>
                    <a:pt x="3352800" y="35814"/>
                  </a:moveTo>
                  <a:lnTo>
                    <a:pt x="3200400" y="35814"/>
                  </a:lnTo>
                  <a:lnTo>
                    <a:pt x="3200400" y="48006"/>
                  </a:lnTo>
                  <a:lnTo>
                    <a:pt x="3352800" y="48768"/>
                  </a:lnTo>
                  <a:lnTo>
                    <a:pt x="3352800" y="35814"/>
                  </a:lnTo>
                  <a:close/>
                </a:path>
                <a:path w="7543800" h="62229">
                  <a:moveTo>
                    <a:pt x="3352800" y="10668"/>
                  </a:moveTo>
                  <a:lnTo>
                    <a:pt x="3200400" y="9906"/>
                  </a:lnTo>
                  <a:lnTo>
                    <a:pt x="3200400" y="22860"/>
                  </a:lnTo>
                  <a:lnTo>
                    <a:pt x="3352800" y="23622"/>
                  </a:lnTo>
                  <a:lnTo>
                    <a:pt x="3352800" y="10668"/>
                  </a:lnTo>
                  <a:close/>
                </a:path>
                <a:path w="7543800" h="62229">
                  <a:moveTo>
                    <a:pt x="3619500" y="36576"/>
                  </a:moveTo>
                  <a:lnTo>
                    <a:pt x="3467100" y="36576"/>
                  </a:lnTo>
                  <a:lnTo>
                    <a:pt x="3467100" y="48768"/>
                  </a:lnTo>
                  <a:lnTo>
                    <a:pt x="3619500" y="49530"/>
                  </a:lnTo>
                  <a:lnTo>
                    <a:pt x="3619500" y="36576"/>
                  </a:lnTo>
                  <a:close/>
                </a:path>
                <a:path w="7543800" h="62229">
                  <a:moveTo>
                    <a:pt x="3619500" y="11430"/>
                  </a:moveTo>
                  <a:lnTo>
                    <a:pt x="3467100" y="10668"/>
                  </a:lnTo>
                  <a:lnTo>
                    <a:pt x="3467100" y="23622"/>
                  </a:lnTo>
                  <a:lnTo>
                    <a:pt x="3619500" y="24384"/>
                  </a:lnTo>
                  <a:lnTo>
                    <a:pt x="3619500" y="11430"/>
                  </a:lnTo>
                  <a:close/>
                </a:path>
                <a:path w="7543800" h="62229">
                  <a:moveTo>
                    <a:pt x="3886200" y="38100"/>
                  </a:moveTo>
                  <a:lnTo>
                    <a:pt x="3733800" y="37338"/>
                  </a:lnTo>
                  <a:lnTo>
                    <a:pt x="3733800" y="50292"/>
                  </a:lnTo>
                  <a:lnTo>
                    <a:pt x="3886200" y="50292"/>
                  </a:lnTo>
                  <a:lnTo>
                    <a:pt x="3886200" y="38100"/>
                  </a:lnTo>
                  <a:close/>
                </a:path>
                <a:path w="7543800" h="62229">
                  <a:moveTo>
                    <a:pt x="3886200" y="12192"/>
                  </a:moveTo>
                  <a:lnTo>
                    <a:pt x="3733800" y="12192"/>
                  </a:lnTo>
                  <a:lnTo>
                    <a:pt x="3733800" y="24384"/>
                  </a:lnTo>
                  <a:lnTo>
                    <a:pt x="3886200" y="25146"/>
                  </a:lnTo>
                  <a:lnTo>
                    <a:pt x="3886200" y="12192"/>
                  </a:lnTo>
                  <a:close/>
                </a:path>
                <a:path w="7543800" h="62229">
                  <a:moveTo>
                    <a:pt x="4152900" y="38862"/>
                  </a:moveTo>
                  <a:lnTo>
                    <a:pt x="4000500" y="38100"/>
                  </a:lnTo>
                  <a:lnTo>
                    <a:pt x="4000500" y="51054"/>
                  </a:lnTo>
                  <a:lnTo>
                    <a:pt x="4152900" y="51054"/>
                  </a:lnTo>
                  <a:lnTo>
                    <a:pt x="4152900" y="38862"/>
                  </a:lnTo>
                  <a:close/>
                </a:path>
                <a:path w="7543800" h="62229">
                  <a:moveTo>
                    <a:pt x="4152900" y="12954"/>
                  </a:moveTo>
                  <a:lnTo>
                    <a:pt x="4000500" y="12954"/>
                  </a:lnTo>
                  <a:lnTo>
                    <a:pt x="4000500" y="25146"/>
                  </a:lnTo>
                  <a:lnTo>
                    <a:pt x="4152900" y="25908"/>
                  </a:lnTo>
                  <a:lnTo>
                    <a:pt x="4152900" y="12954"/>
                  </a:lnTo>
                  <a:close/>
                </a:path>
                <a:path w="7543800" h="62229">
                  <a:moveTo>
                    <a:pt x="4419600" y="39624"/>
                  </a:moveTo>
                  <a:lnTo>
                    <a:pt x="4267200" y="38862"/>
                  </a:lnTo>
                  <a:lnTo>
                    <a:pt x="4267200" y="51816"/>
                  </a:lnTo>
                  <a:lnTo>
                    <a:pt x="4419600" y="51816"/>
                  </a:lnTo>
                  <a:lnTo>
                    <a:pt x="4419600" y="39624"/>
                  </a:lnTo>
                  <a:close/>
                </a:path>
                <a:path w="7543800" h="62229">
                  <a:moveTo>
                    <a:pt x="4419600" y="13716"/>
                  </a:moveTo>
                  <a:lnTo>
                    <a:pt x="4267200" y="13716"/>
                  </a:lnTo>
                  <a:lnTo>
                    <a:pt x="4267200" y="25908"/>
                  </a:lnTo>
                  <a:lnTo>
                    <a:pt x="4419600" y="26670"/>
                  </a:lnTo>
                  <a:lnTo>
                    <a:pt x="4419600" y="13716"/>
                  </a:lnTo>
                  <a:close/>
                </a:path>
                <a:path w="7543800" h="62229">
                  <a:moveTo>
                    <a:pt x="4686300" y="40386"/>
                  </a:moveTo>
                  <a:lnTo>
                    <a:pt x="4533900" y="39624"/>
                  </a:lnTo>
                  <a:lnTo>
                    <a:pt x="4533900" y="52578"/>
                  </a:lnTo>
                  <a:lnTo>
                    <a:pt x="4686300" y="52578"/>
                  </a:lnTo>
                  <a:lnTo>
                    <a:pt x="4686300" y="40386"/>
                  </a:lnTo>
                  <a:close/>
                </a:path>
                <a:path w="7543800" h="62229">
                  <a:moveTo>
                    <a:pt x="4686300" y="14478"/>
                  </a:moveTo>
                  <a:lnTo>
                    <a:pt x="4533900" y="14478"/>
                  </a:lnTo>
                  <a:lnTo>
                    <a:pt x="4533900" y="27432"/>
                  </a:lnTo>
                  <a:lnTo>
                    <a:pt x="4686300" y="27432"/>
                  </a:lnTo>
                  <a:lnTo>
                    <a:pt x="4686300" y="14478"/>
                  </a:lnTo>
                  <a:close/>
                </a:path>
                <a:path w="7543800" h="62229">
                  <a:moveTo>
                    <a:pt x="4953000" y="41148"/>
                  </a:moveTo>
                  <a:lnTo>
                    <a:pt x="4800600" y="40386"/>
                  </a:lnTo>
                  <a:lnTo>
                    <a:pt x="4800600" y="53340"/>
                  </a:lnTo>
                  <a:lnTo>
                    <a:pt x="4953000" y="54102"/>
                  </a:lnTo>
                  <a:lnTo>
                    <a:pt x="4953000" y="41148"/>
                  </a:lnTo>
                  <a:close/>
                </a:path>
                <a:path w="7543800" h="62229">
                  <a:moveTo>
                    <a:pt x="4953000" y="16002"/>
                  </a:moveTo>
                  <a:lnTo>
                    <a:pt x="4800600" y="15240"/>
                  </a:lnTo>
                  <a:lnTo>
                    <a:pt x="4800600" y="28194"/>
                  </a:lnTo>
                  <a:lnTo>
                    <a:pt x="4953000" y="28194"/>
                  </a:lnTo>
                  <a:lnTo>
                    <a:pt x="4953000" y="16002"/>
                  </a:lnTo>
                  <a:close/>
                </a:path>
                <a:path w="7543800" h="62229">
                  <a:moveTo>
                    <a:pt x="5219700" y="41910"/>
                  </a:moveTo>
                  <a:lnTo>
                    <a:pt x="5067300" y="41148"/>
                  </a:lnTo>
                  <a:lnTo>
                    <a:pt x="5067300" y="54102"/>
                  </a:lnTo>
                  <a:lnTo>
                    <a:pt x="5219700" y="54864"/>
                  </a:lnTo>
                  <a:lnTo>
                    <a:pt x="5219700" y="41910"/>
                  </a:lnTo>
                  <a:close/>
                </a:path>
                <a:path w="7543800" h="62229">
                  <a:moveTo>
                    <a:pt x="5219700" y="16764"/>
                  </a:moveTo>
                  <a:lnTo>
                    <a:pt x="5067300" y="16002"/>
                  </a:lnTo>
                  <a:lnTo>
                    <a:pt x="5067300" y="28956"/>
                  </a:lnTo>
                  <a:lnTo>
                    <a:pt x="5219700" y="28956"/>
                  </a:lnTo>
                  <a:lnTo>
                    <a:pt x="5219700" y="16764"/>
                  </a:lnTo>
                  <a:close/>
                </a:path>
                <a:path w="7543800" h="62229">
                  <a:moveTo>
                    <a:pt x="5486400" y="42672"/>
                  </a:moveTo>
                  <a:lnTo>
                    <a:pt x="5334000" y="41910"/>
                  </a:lnTo>
                  <a:lnTo>
                    <a:pt x="5334000" y="54864"/>
                  </a:lnTo>
                  <a:lnTo>
                    <a:pt x="5486400" y="55626"/>
                  </a:lnTo>
                  <a:lnTo>
                    <a:pt x="5486400" y="42672"/>
                  </a:lnTo>
                  <a:close/>
                </a:path>
                <a:path w="7543800" h="62229">
                  <a:moveTo>
                    <a:pt x="5486400" y="17526"/>
                  </a:moveTo>
                  <a:lnTo>
                    <a:pt x="5334000" y="16764"/>
                  </a:lnTo>
                  <a:lnTo>
                    <a:pt x="5334000" y="29718"/>
                  </a:lnTo>
                  <a:lnTo>
                    <a:pt x="5486400" y="29718"/>
                  </a:lnTo>
                  <a:lnTo>
                    <a:pt x="5486400" y="17526"/>
                  </a:lnTo>
                  <a:close/>
                </a:path>
                <a:path w="7543800" h="62229">
                  <a:moveTo>
                    <a:pt x="5753100" y="43434"/>
                  </a:moveTo>
                  <a:lnTo>
                    <a:pt x="5600700" y="43434"/>
                  </a:lnTo>
                  <a:lnTo>
                    <a:pt x="5600700" y="55626"/>
                  </a:lnTo>
                  <a:lnTo>
                    <a:pt x="5753100" y="56388"/>
                  </a:lnTo>
                  <a:lnTo>
                    <a:pt x="5753100" y="43434"/>
                  </a:lnTo>
                  <a:close/>
                </a:path>
                <a:path w="7543800" h="62229">
                  <a:moveTo>
                    <a:pt x="5753100" y="18288"/>
                  </a:moveTo>
                  <a:lnTo>
                    <a:pt x="5600700" y="17526"/>
                  </a:lnTo>
                  <a:lnTo>
                    <a:pt x="5600700" y="30480"/>
                  </a:lnTo>
                  <a:lnTo>
                    <a:pt x="5753100" y="31242"/>
                  </a:lnTo>
                  <a:lnTo>
                    <a:pt x="5753100" y="18288"/>
                  </a:lnTo>
                  <a:close/>
                </a:path>
                <a:path w="7543800" h="62229">
                  <a:moveTo>
                    <a:pt x="6019800" y="44196"/>
                  </a:moveTo>
                  <a:lnTo>
                    <a:pt x="5867400" y="44196"/>
                  </a:lnTo>
                  <a:lnTo>
                    <a:pt x="5867400" y="56388"/>
                  </a:lnTo>
                  <a:lnTo>
                    <a:pt x="6019800" y="57150"/>
                  </a:lnTo>
                  <a:lnTo>
                    <a:pt x="6019800" y="44196"/>
                  </a:lnTo>
                  <a:close/>
                </a:path>
                <a:path w="7543800" h="62229">
                  <a:moveTo>
                    <a:pt x="6019800" y="19050"/>
                  </a:moveTo>
                  <a:lnTo>
                    <a:pt x="5867400" y="18288"/>
                  </a:lnTo>
                  <a:lnTo>
                    <a:pt x="5867400" y="31242"/>
                  </a:lnTo>
                  <a:lnTo>
                    <a:pt x="6019800" y="32004"/>
                  </a:lnTo>
                  <a:lnTo>
                    <a:pt x="6019800" y="19050"/>
                  </a:lnTo>
                  <a:close/>
                </a:path>
                <a:path w="7543800" h="62229">
                  <a:moveTo>
                    <a:pt x="6286500" y="44958"/>
                  </a:moveTo>
                  <a:lnTo>
                    <a:pt x="6134100" y="44958"/>
                  </a:lnTo>
                  <a:lnTo>
                    <a:pt x="6134100" y="57150"/>
                  </a:lnTo>
                  <a:lnTo>
                    <a:pt x="6286500" y="57912"/>
                  </a:lnTo>
                  <a:lnTo>
                    <a:pt x="6286500" y="44958"/>
                  </a:lnTo>
                  <a:close/>
                </a:path>
                <a:path w="7543800" h="62229">
                  <a:moveTo>
                    <a:pt x="6286500" y="19812"/>
                  </a:moveTo>
                  <a:lnTo>
                    <a:pt x="6134100" y="19050"/>
                  </a:lnTo>
                  <a:lnTo>
                    <a:pt x="6134100" y="32004"/>
                  </a:lnTo>
                  <a:lnTo>
                    <a:pt x="6286500" y="32766"/>
                  </a:lnTo>
                  <a:lnTo>
                    <a:pt x="6286500" y="19812"/>
                  </a:lnTo>
                  <a:close/>
                </a:path>
                <a:path w="7543800" h="62229">
                  <a:moveTo>
                    <a:pt x="6553200" y="45720"/>
                  </a:moveTo>
                  <a:lnTo>
                    <a:pt x="6400800" y="45720"/>
                  </a:lnTo>
                  <a:lnTo>
                    <a:pt x="6400800" y="58674"/>
                  </a:lnTo>
                  <a:lnTo>
                    <a:pt x="6553200" y="58674"/>
                  </a:lnTo>
                  <a:lnTo>
                    <a:pt x="6553200" y="45720"/>
                  </a:lnTo>
                  <a:close/>
                </a:path>
                <a:path w="7543800" h="62229">
                  <a:moveTo>
                    <a:pt x="6553200" y="20574"/>
                  </a:moveTo>
                  <a:lnTo>
                    <a:pt x="6400800" y="20574"/>
                  </a:lnTo>
                  <a:lnTo>
                    <a:pt x="6400800" y="32766"/>
                  </a:lnTo>
                  <a:lnTo>
                    <a:pt x="6553200" y="33528"/>
                  </a:lnTo>
                  <a:lnTo>
                    <a:pt x="6553200" y="20574"/>
                  </a:lnTo>
                  <a:close/>
                </a:path>
                <a:path w="7543800" h="62229">
                  <a:moveTo>
                    <a:pt x="6819900" y="47244"/>
                  </a:moveTo>
                  <a:lnTo>
                    <a:pt x="6667500" y="46482"/>
                  </a:lnTo>
                  <a:lnTo>
                    <a:pt x="6667500" y="59436"/>
                  </a:lnTo>
                  <a:lnTo>
                    <a:pt x="6819900" y="59436"/>
                  </a:lnTo>
                  <a:lnTo>
                    <a:pt x="6819900" y="47244"/>
                  </a:lnTo>
                  <a:close/>
                </a:path>
                <a:path w="7543800" h="62229">
                  <a:moveTo>
                    <a:pt x="6819900" y="21336"/>
                  </a:moveTo>
                  <a:lnTo>
                    <a:pt x="6667500" y="21336"/>
                  </a:lnTo>
                  <a:lnTo>
                    <a:pt x="6667500" y="33528"/>
                  </a:lnTo>
                  <a:lnTo>
                    <a:pt x="6819900" y="34290"/>
                  </a:lnTo>
                  <a:lnTo>
                    <a:pt x="6819900" y="21336"/>
                  </a:lnTo>
                  <a:close/>
                </a:path>
                <a:path w="7543800" h="62229">
                  <a:moveTo>
                    <a:pt x="7086600" y="48006"/>
                  </a:moveTo>
                  <a:lnTo>
                    <a:pt x="6934200" y="47244"/>
                  </a:lnTo>
                  <a:lnTo>
                    <a:pt x="6934200" y="60198"/>
                  </a:lnTo>
                  <a:lnTo>
                    <a:pt x="7086600" y="60198"/>
                  </a:lnTo>
                  <a:lnTo>
                    <a:pt x="7086600" y="48006"/>
                  </a:lnTo>
                  <a:close/>
                </a:path>
                <a:path w="7543800" h="62229">
                  <a:moveTo>
                    <a:pt x="7086600" y="22098"/>
                  </a:moveTo>
                  <a:lnTo>
                    <a:pt x="6934200" y="22098"/>
                  </a:lnTo>
                  <a:lnTo>
                    <a:pt x="6934200" y="34290"/>
                  </a:lnTo>
                  <a:lnTo>
                    <a:pt x="7086600" y="35052"/>
                  </a:lnTo>
                  <a:lnTo>
                    <a:pt x="7086600" y="22098"/>
                  </a:lnTo>
                  <a:close/>
                </a:path>
                <a:path w="7543800" h="62229">
                  <a:moveTo>
                    <a:pt x="7353300" y="48768"/>
                  </a:moveTo>
                  <a:lnTo>
                    <a:pt x="7200900" y="48006"/>
                  </a:lnTo>
                  <a:lnTo>
                    <a:pt x="7200900" y="60960"/>
                  </a:lnTo>
                  <a:lnTo>
                    <a:pt x="7353300" y="60960"/>
                  </a:lnTo>
                  <a:lnTo>
                    <a:pt x="7353300" y="48768"/>
                  </a:lnTo>
                  <a:close/>
                </a:path>
                <a:path w="7543800" h="62229">
                  <a:moveTo>
                    <a:pt x="7353300" y="22860"/>
                  </a:moveTo>
                  <a:lnTo>
                    <a:pt x="7200900" y="22860"/>
                  </a:lnTo>
                  <a:lnTo>
                    <a:pt x="7200900" y="35052"/>
                  </a:lnTo>
                  <a:lnTo>
                    <a:pt x="7353300" y="35814"/>
                  </a:lnTo>
                  <a:lnTo>
                    <a:pt x="7353300" y="22860"/>
                  </a:lnTo>
                  <a:close/>
                </a:path>
                <a:path w="7543800" h="62229">
                  <a:moveTo>
                    <a:pt x="7543800" y="49530"/>
                  </a:moveTo>
                  <a:lnTo>
                    <a:pt x="7467600" y="48768"/>
                  </a:lnTo>
                  <a:lnTo>
                    <a:pt x="7467600" y="61722"/>
                  </a:lnTo>
                  <a:lnTo>
                    <a:pt x="7543800" y="61722"/>
                  </a:lnTo>
                  <a:lnTo>
                    <a:pt x="7543800" y="49530"/>
                  </a:lnTo>
                  <a:close/>
                </a:path>
                <a:path w="7543800" h="62229">
                  <a:moveTo>
                    <a:pt x="7543800" y="23622"/>
                  </a:moveTo>
                  <a:lnTo>
                    <a:pt x="7467600" y="23622"/>
                  </a:lnTo>
                  <a:lnTo>
                    <a:pt x="7467600" y="36576"/>
                  </a:lnTo>
                  <a:lnTo>
                    <a:pt x="7543800" y="36576"/>
                  </a:lnTo>
                  <a:lnTo>
                    <a:pt x="7543800" y="23622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28" name="object 128"/>
          <p:cNvSpPr txBox="1"/>
          <p:nvPr/>
        </p:nvSpPr>
        <p:spPr>
          <a:xfrm>
            <a:off x="9146347" y="3904280"/>
            <a:ext cx="959314" cy="736118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非叶结点</a:t>
            </a:r>
            <a:endParaRPr sz="1814">
              <a:latin typeface="Lantinghei SC Heavy"/>
              <a:cs typeface="Lantinghei SC Heavy"/>
            </a:endParaRPr>
          </a:p>
          <a:p>
            <a:pPr marL="25912">
              <a:spcBef>
                <a:spcPts val="1301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叶子结点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9264525" y="5689075"/>
            <a:ext cx="713439" cy="56940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 marR="4607">
              <a:spcBef>
                <a:spcPts val="86"/>
              </a:spcBef>
            </a:pPr>
            <a:r>
              <a:rPr sz="1814" b="1" spc="-32" dirty="0">
                <a:solidFill>
                  <a:srgbClr val="CC0000"/>
                </a:solidFill>
                <a:latin typeface="Lantinghei SC Heavy"/>
                <a:cs typeface="Lantinghei SC Heavy"/>
              </a:rPr>
              <a:t>主文件的记录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190920" y="1089218"/>
            <a:ext cx="3692724" cy="477289"/>
          </a:xfrm>
          <a:prstGeom prst="rect">
            <a:avLst/>
          </a:prstGeom>
        </p:spPr>
        <p:txBody>
          <a:bodyPr vert="horz" wrap="square" lIns="0" tIns="141076" rIns="0" bIns="0" rtlCol="0">
            <a:spAutoFit/>
          </a:bodyPr>
          <a:lstStyle/>
          <a:p>
            <a:pPr marL="11516">
              <a:spcBef>
                <a:spcPts val="1111"/>
              </a:spcBef>
            </a:pPr>
            <a:r>
              <a:rPr lang="zh-CN" altLang="en-US" sz="2176" b="1" spc="-32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简单插入：插入</a:t>
            </a:r>
            <a:r>
              <a:rPr lang="en-US" altLang="zh-CN" sz="2176" b="1" spc="-32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19</a:t>
            </a:r>
            <a:endParaRPr sz="2176" dirty="0">
              <a:latin typeface="SimHei" panose="02010609060101010101" pitchFamily="49" charset="-122"/>
              <a:ea typeface="SimHei" panose="02010609060101010101" pitchFamily="49" charset="-122"/>
              <a:cs typeface="Lantinghei SC Heav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5751F-3557-6167-91B1-A0955BE1F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A7D4137-6DC5-8D54-DADE-3D071A10F1CF}"/>
              </a:ext>
            </a:extLst>
          </p:cNvPr>
          <p:cNvSpPr txBox="1"/>
          <p:nvPr/>
        </p:nvSpPr>
        <p:spPr>
          <a:xfrm>
            <a:off x="5199059" y="2540281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80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944BB5E-5647-5D0E-8581-4B5D8BF56299}"/>
              </a:ext>
            </a:extLst>
          </p:cNvPr>
          <p:cNvSpPr/>
          <p:nvPr/>
        </p:nvSpPr>
        <p:spPr>
          <a:xfrm>
            <a:off x="5186102" y="2515867"/>
            <a:ext cx="193475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06CF307-39C4-03B3-4479-69B0D2984955}"/>
              </a:ext>
            </a:extLst>
          </p:cNvPr>
          <p:cNvSpPr/>
          <p:nvPr/>
        </p:nvSpPr>
        <p:spPr>
          <a:xfrm>
            <a:off x="5186102" y="2826809"/>
            <a:ext cx="193475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6874185-99BE-49BB-0AAB-CDC8225D9C5D}"/>
              </a:ext>
            </a:extLst>
          </p:cNvPr>
          <p:cNvSpPr/>
          <p:nvPr/>
        </p:nvSpPr>
        <p:spPr>
          <a:xfrm>
            <a:off x="5186102" y="3137752"/>
            <a:ext cx="193475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39258CB-83D8-3BDB-E2CA-DE6C21545EE0}"/>
              </a:ext>
            </a:extLst>
          </p:cNvPr>
          <p:cNvSpPr/>
          <p:nvPr/>
        </p:nvSpPr>
        <p:spPr>
          <a:xfrm>
            <a:off x="5186102" y="2515867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B4C06BC-B54C-A37E-28C5-C37451064D2F}"/>
              </a:ext>
            </a:extLst>
          </p:cNvPr>
          <p:cNvSpPr/>
          <p:nvPr/>
        </p:nvSpPr>
        <p:spPr>
          <a:xfrm>
            <a:off x="7120853" y="2515867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B34FFBE-3F7F-4EF4-47D7-9FD7C297A66A}"/>
              </a:ext>
            </a:extLst>
          </p:cNvPr>
          <p:cNvSpPr/>
          <p:nvPr/>
        </p:nvSpPr>
        <p:spPr>
          <a:xfrm>
            <a:off x="6130675" y="2515867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6FB3C01-E0F8-73D0-8818-2E4FA79B83EB}"/>
              </a:ext>
            </a:extLst>
          </p:cNvPr>
          <p:cNvSpPr/>
          <p:nvPr/>
        </p:nvSpPr>
        <p:spPr>
          <a:xfrm>
            <a:off x="5680155" y="2515867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307DF67-527D-A2A8-E2A4-53E7935A06B7}"/>
              </a:ext>
            </a:extLst>
          </p:cNvPr>
          <p:cNvSpPr/>
          <p:nvPr/>
        </p:nvSpPr>
        <p:spPr>
          <a:xfrm>
            <a:off x="6627491" y="2515867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716D164-EAFC-707D-709C-D46E4F3F1739}"/>
              </a:ext>
            </a:extLst>
          </p:cNvPr>
          <p:cNvSpPr/>
          <p:nvPr/>
        </p:nvSpPr>
        <p:spPr>
          <a:xfrm>
            <a:off x="5456967" y="2826809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2FE2B86-5006-2E2D-57FB-39D07B8F8F54}"/>
              </a:ext>
            </a:extLst>
          </p:cNvPr>
          <p:cNvSpPr/>
          <p:nvPr/>
        </p:nvSpPr>
        <p:spPr>
          <a:xfrm>
            <a:off x="5906106" y="2826809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F02CDCC-06D3-959F-A84A-DC1A3B52CF56}"/>
              </a:ext>
            </a:extLst>
          </p:cNvPr>
          <p:cNvSpPr/>
          <p:nvPr/>
        </p:nvSpPr>
        <p:spPr>
          <a:xfrm>
            <a:off x="6401540" y="2826809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B4FC1A3-4B28-8E7F-56D4-13561CA3184F}"/>
              </a:ext>
            </a:extLst>
          </p:cNvPr>
          <p:cNvSpPr/>
          <p:nvPr/>
        </p:nvSpPr>
        <p:spPr>
          <a:xfrm>
            <a:off x="6850679" y="2826809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F1525CE-C0E3-C68A-27AE-A847D093FFE8}"/>
              </a:ext>
            </a:extLst>
          </p:cNvPr>
          <p:cNvSpPr txBox="1"/>
          <p:nvPr/>
        </p:nvSpPr>
        <p:spPr>
          <a:xfrm>
            <a:off x="3540701" y="3371533"/>
            <a:ext cx="1422848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  <a:tabLst>
                <a:tab pos="604033" algn="l"/>
                <a:tab pos="1087144" algn="l"/>
              </a:tabLst>
            </a:pPr>
            <a:r>
              <a:rPr sz="1451" spc="-23" dirty="0">
                <a:latin typeface="Times New Roman"/>
                <a:cs typeface="Times New Roman"/>
              </a:rPr>
              <a:t>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b="1" spc="-23" dirty="0">
                <a:solidFill>
                  <a:srgbClr val="CC0000"/>
                </a:solidFill>
                <a:latin typeface="Arial"/>
                <a:cs typeface="Arial"/>
              </a:rPr>
              <a:t>30</a:t>
            </a:r>
            <a:r>
              <a:rPr sz="1451" b="1" dirty="0">
                <a:solidFill>
                  <a:srgbClr val="CC0000"/>
                </a:solidFill>
                <a:latin typeface="Arial"/>
                <a:cs typeface="Arial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60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2D5E3EB-1F44-2D63-41EB-348ABD50F0C6}"/>
              </a:ext>
            </a:extLst>
          </p:cNvPr>
          <p:cNvSpPr/>
          <p:nvPr/>
        </p:nvSpPr>
        <p:spPr>
          <a:xfrm>
            <a:off x="3527745" y="3345045"/>
            <a:ext cx="193475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7AE7434-05F9-3DD3-385B-8B9C64105993}"/>
              </a:ext>
            </a:extLst>
          </p:cNvPr>
          <p:cNvSpPr/>
          <p:nvPr/>
        </p:nvSpPr>
        <p:spPr>
          <a:xfrm>
            <a:off x="3527745" y="3655988"/>
            <a:ext cx="193475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508F2B4-1F08-005B-C61C-5C8DC1BB5E03}"/>
              </a:ext>
            </a:extLst>
          </p:cNvPr>
          <p:cNvSpPr/>
          <p:nvPr/>
        </p:nvSpPr>
        <p:spPr>
          <a:xfrm>
            <a:off x="3527745" y="3966930"/>
            <a:ext cx="193475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4ED8261-8429-AD94-0EB6-F95F54F86223}"/>
              </a:ext>
            </a:extLst>
          </p:cNvPr>
          <p:cNvSpPr/>
          <p:nvPr/>
        </p:nvSpPr>
        <p:spPr>
          <a:xfrm>
            <a:off x="3527745" y="3345045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4150F5F8-9DD6-C625-5A55-F9CC29CC1352}"/>
              </a:ext>
            </a:extLst>
          </p:cNvPr>
          <p:cNvSpPr/>
          <p:nvPr/>
        </p:nvSpPr>
        <p:spPr>
          <a:xfrm>
            <a:off x="5462496" y="3345045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86F5F8B-3C8A-CA88-EB9D-8911CF5FFA5D}"/>
              </a:ext>
            </a:extLst>
          </p:cNvPr>
          <p:cNvSpPr/>
          <p:nvPr/>
        </p:nvSpPr>
        <p:spPr>
          <a:xfrm>
            <a:off x="4472318" y="3345045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5DC0320D-2389-99EB-077B-7B8EFD40FE37}"/>
              </a:ext>
            </a:extLst>
          </p:cNvPr>
          <p:cNvSpPr/>
          <p:nvPr/>
        </p:nvSpPr>
        <p:spPr>
          <a:xfrm>
            <a:off x="4021798" y="3345045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CEBDD93A-60BA-F7CB-DD6F-B483E26A9359}"/>
              </a:ext>
            </a:extLst>
          </p:cNvPr>
          <p:cNvSpPr/>
          <p:nvPr/>
        </p:nvSpPr>
        <p:spPr>
          <a:xfrm>
            <a:off x="4969134" y="3345045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4D749C37-C101-5E29-D058-9899F9B83B93}"/>
              </a:ext>
            </a:extLst>
          </p:cNvPr>
          <p:cNvSpPr/>
          <p:nvPr/>
        </p:nvSpPr>
        <p:spPr>
          <a:xfrm>
            <a:off x="3798610" y="3655988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4F73616-AB63-11B9-895D-1EED1C081713}"/>
              </a:ext>
            </a:extLst>
          </p:cNvPr>
          <p:cNvSpPr/>
          <p:nvPr/>
        </p:nvSpPr>
        <p:spPr>
          <a:xfrm>
            <a:off x="4247749" y="3655988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26BF4D15-DCDB-6245-2B62-1ECC48466BF9}"/>
              </a:ext>
            </a:extLst>
          </p:cNvPr>
          <p:cNvSpPr/>
          <p:nvPr/>
        </p:nvSpPr>
        <p:spPr>
          <a:xfrm>
            <a:off x="4743183" y="3655988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58636433-16B6-052E-74E2-A194BEBEE041}"/>
              </a:ext>
            </a:extLst>
          </p:cNvPr>
          <p:cNvSpPr/>
          <p:nvPr/>
        </p:nvSpPr>
        <p:spPr>
          <a:xfrm>
            <a:off x="5192322" y="3655988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F32AED51-07C6-E2C5-50AA-A3E4547E62EC}"/>
              </a:ext>
            </a:extLst>
          </p:cNvPr>
          <p:cNvSpPr txBox="1"/>
          <p:nvPr/>
        </p:nvSpPr>
        <p:spPr>
          <a:xfrm>
            <a:off x="6650122" y="3369460"/>
            <a:ext cx="1422848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95010">
              <a:spcBef>
                <a:spcPts val="91"/>
              </a:spcBef>
              <a:tabLst>
                <a:tab pos="567757" algn="l"/>
                <a:tab pos="1040503" algn="l"/>
              </a:tabLst>
            </a:pPr>
            <a:r>
              <a:rPr sz="1451" spc="-23" dirty="0">
                <a:latin typeface="Times New Roman"/>
                <a:cs typeface="Times New Roman"/>
              </a:rPr>
              <a:t>100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140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3A7BE623-0A76-C7FB-5374-C97218B53737}"/>
              </a:ext>
            </a:extLst>
          </p:cNvPr>
          <p:cNvSpPr/>
          <p:nvPr/>
        </p:nvSpPr>
        <p:spPr>
          <a:xfrm>
            <a:off x="6637165" y="3345045"/>
            <a:ext cx="193475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17A812DE-14FD-AA70-C763-1D408C61369B}"/>
              </a:ext>
            </a:extLst>
          </p:cNvPr>
          <p:cNvSpPr/>
          <p:nvPr/>
        </p:nvSpPr>
        <p:spPr>
          <a:xfrm>
            <a:off x="6637165" y="3655988"/>
            <a:ext cx="193475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F44A660-F20D-746F-414B-FEC5DD2689DA}"/>
              </a:ext>
            </a:extLst>
          </p:cNvPr>
          <p:cNvSpPr/>
          <p:nvPr/>
        </p:nvSpPr>
        <p:spPr>
          <a:xfrm>
            <a:off x="6637165" y="3966930"/>
            <a:ext cx="193475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BB3797F3-00E0-B83F-4A62-869ECE18C71D}"/>
              </a:ext>
            </a:extLst>
          </p:cNvPr>
          <p:cNvSpPr/>
          <p:nvPr/>
        </p:nvSpPr>
        <p:spPr>
          <a:xfrm>
            <a:off x="6637165" y="3345045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301A167D-BBC9-A7FE-EDCC-11A909776369}"/>
              </a:ext>
            </a:extLst>
          </p:cNvPr>
          <p:cNvSpPr/>
          <p:nvPr/>
        </p:nvSpPr>
        <p:spPr>
          <a:xfrm>
            <a:off x="8571916" y="3345045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7044CEF6-57FA-7FCE-E669-C1CF1A0EFD2A}"/>
              </a:ext>
            </a:extLst>
          </p:cNvPr>
          <p:cNvSpPr/>
          <p:nvPr/>
        </p:nvSpPr>
        <p:spPr>
          <a:xfrm>
            <a:off x="7581726" y="3345045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3B32B55B-7A0F-0E61-EE71-7D65B1422016}"/>
              </a:ext>
            </a:extLst>
          </p:cNvPr>
          <p:cNvSpPr/>
          <p:nvPr/>
        </p:nvSpPr>
        <p:spPr>
          <a:xfrm>
            <a:off x="7131206" y="3345045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B40934F9-A9E0-85C8-C560-6BC50327D0FA}"/>
              </a:ext>
            </a:extLst>
          </p:cNvPr>
          <p:cNvSpPr/>
          <p:nvPr/>
        </p:nvSpPr>
        <p:spPr>
          <a:xfrm>
            <a:off x="8078543" y="3345045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03A6CA34-A863-8180-0ED0-585B0CD66318}"/>
              </a:ext>
            </a:extLst>
          </p:cNvPr>
          <p:cNvSpPr/>
          <p:nvPr/>
        </p:nvSpPr>
        <p:spPr>
          <a:xfrm>
            <a:off x="6908019" y="3655988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6E0BE26B-D675-3E27-A8DC-7F64FBAAF9B7}"/>
              </a:ext>
            </a:extLst>
          </p:cNvPr>
          <p:cNvSpPr/>
          <p:nvPr/>
        </p:nvSpPr>
        <p:spPr>
          <a:xfrm>
            <a:off x="7357157" y="3655988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7FB1DD98-748D-2511-C51B-D47A0E80A6C6}"/>
              </a:ext>
            </a:extLst>
          </p:cNvPr>
          <p:cNvSpPr/>
          <p:nvPr/>
        </p:nvSpPr>
        <p:spPr>
          <a:xfrm>
            <a:off x="7852591" y="3655988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CDD12E8B-191F-5205-51F1-D6EC8C27A736}"/>
              </a:ext>
            </a:extLst>
          </p:cNvPr>
          <p:cNvSpPr/>
          <p:nvPr/>
        </p:nvSpPr>
        <p:spPr>
          <a:xfrm>
            <a:off x="8301730" y="3655988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7006AFA7-9D51-15BA-8083-914550D5E44A}"/>
              </a:ext>
            </a:extLst>
          </p:cNvPr>
          <p:cNvSpPr txBox="1"/>
          <p:nvPr/>
        </p:nvSpPr>
        <p:spPr>
          <a:xfrm>
            <a:off x="2227835" y="4683017"/>
            <a:ext cx="142515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  <a:tab pos="1171790" algn="l"/>
              </a:tabLst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18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19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8871FF09-1D8A-367F-1E84-15BDE9904ED5}"/>
              </a:ext>
            </a:extLst>
          </p:cNvPr>
          <p:cNvSpPr/>
          <p:nvPr/>
        </p:nvSpPr>
        <p:spPr>
          <a:xfrm>
            <a:off x="2214878" y="4657911"/>
            <a:ext cx="1451063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9B4688FE-F217-791C-C7B9-458ADA169167}"/>
              </a:ext>
            </a:extLst>
          </p:cNvPr>
          <p:cNvSpPr/>
          <p:nvPr/>
        </p:nvSpPr>
        <p:spPr>
          <a:xfrm>
            <a:off x="2214878" y="4968854"/>
            <a:ext cx="1451063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E89C156F-FB38-FC73-B4BD-C80E371B45B7}"/>
              </a:ext>
            </a:extLst>
          </p:cNvPr>
          <p:cNvSpPr/>
          <p:nvPr/>
        </p:nvSpPr>
        <p:spPr>
          <a:xfrm>
            <a:off x="2214878" y="5279796"/>
            <a:ext cx="1451063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B16BA8C1-1709-FC70-FC42-CA761BFDE658}"/>
              </a:ext>
            </a:extLst>
          </p:cNvPr>
          <p:cNvSpPr/>
          <p:nvPr/>
        </p:nvSpPr>
        <p:spPr>
          <a:xfrm>
            <a:off x="2214878" y="4657911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68C7E92B-07CF-7D15-60E0-AE37A3245B0D}"/>
              </a:ext>
            </a:extLst>
          </p:cNvPr>
          <p:cNvSpPr/>
          <p:nvPr/>
        </p:nvSpPr>
        <p:spPr>
          <a:xfrm>
            <a:off x="3665942" y="4657911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99C7D0A6-9CBB-1FE7-FE95-11C0E4C831B3}"/>
              </a:ext>
            </a:extLst>
          </p:cNvPr>
          <p:cNvSpPr/>
          <p:nvPr/>
        </p:nvSpPr>
        <p:spPr>
          <a:xfrm>
            <a:off x="2923135" y="4657911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AB12D021-4D60-E99B-E645-AD8029D83FC0}"/>
              </a:ext>
            </a:extLst>
          </p:cNvPr>
          <p:cNvSpPr/>
          <p:nvPr/>
        </p:nvSpPr>
        <p:spPr>
          <a:xfrm>
            <a:off x="2586627" y="4657911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B7642AB6-3686-68D6-5CC6-A8879D8E8734}"/>
              </a:ext>
            </a:extLst>
          </p:cNvPr>
          <p:cNvSpPr/>
          <p:nvPr/>
        </p:nvSpPr>
        <p:spPr>
          <a:xfrm>
            <a:off x="3294884" y="4657911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DEC7B3EF-5A10-DB74-66C9-26145CBB72F3}"/>
              </a:ext>
            </a:extLst>
          </p:cNvPr>
          <p:cNvSpPr/>
          <p:nvPr/>
        </p:nvSpPr>
        <p:spPr>
          <a:xfrm>
            <a:off x="2418027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F8F46BAB-F328-641E-93B9-EE93C5AEFE35}"/>
              </a:ext>
            </a:extLst>
          </p:cNvPr>
          <p:cNvSpPr/>
          <p:nvPr/>
        </p:nvSpPr>
        <p:spPr>
          <a:xfrm>
            <a:off x="2755227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D59248A5-82A9-61BF-5DF6-4430465837D9}"/>
              </a:ext>
            </a:extLst>
          </p:cNvPr>
          <p:cNvSpPr/>
          <p:nvPr/>
        </p:nvSpPr>
        <p:spPr>
          <a:xfrm>
            <a:off x="3126284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75FF5A20-BD35-7A52-60D3-058926217FCB}"/>
              </a:ext>
            </a:extLst>
          </p:cNvPr>
          <p:cNvSpPr/>
          <p:nvPr/>
        </p:nvSpPr>
        <p:spPr>
          <a:xfrm>
            <a:off x="3463484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D29415B3-F33C-D5BD-3BD2-7ABF5E1430B8}"/>
              </a:ext>
            </a:extLst>
          </p:cNvPr>
          <p:cNvSpPr txBox="1"/>
          <p:nvPr/>
        </p:nvSpPr>
        <p:spPr>
          <a:xfrm>
            <a:off x="3918150" y="4683017"/>
            <a:ext cx="711136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59885">
              <a:spcBef>
                <a:spcPts val="86"/>
              </a:spcBef>
              <a:tabLst>
                <a:tab pos="432438" algn="l"/>
              </a:tabLst>
            </a:pPr>
            <a:r>
              <a:rPr sz="1270" spc="-23" dirty="0">
                <a:latin typeface="Times New Roman"/>
                <a:cs typeface="Times New Roman"/>
              </a:rPr>
              <a:t>20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b="1" spc="-23" dirty="0">
                <a:solidFill>
                  <a:srgbClr val="CC0000"/>
                </a:solidFill>
                <a:latin typeface="Arial"/>
                <a:cs typeface="Arial"/>
              </a:rPr>
              <a:t>25</a:t>
            </a:r>
            <a:endParaRPr sz="1270">
              <a:latin typeface="Arial"/>
              <a:cs typeface="Arial"/>
            </a:endParaRPr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F6A4DFC9-D304-ED74-F821-8747AE1DA402}"/>
              </a:ext>
            </a:extLst>
          </p:cNvPr>
          <p:cNvSpPr/>
          <p:nvPr/>
        </p:nvSpPr>
        <p:spPr>
          <a:xfrm>
            <a:off x="3873236" y="4657911"/>
            <a:ext cx="1424575" cy="0"/>
          </a:xfrm>
          <a:custGeom>
            <a:avLst/>
            <a:gdLst/>
            <a:ahLst/>
            <a:cxnLst/>
            <a:rect l="l" t="t" r="r" b="b"/>
            <a:pathLst>
              <a:path w="1570989">
                <a:moveTo>
                  <a:pt x="0" y="0"/>
                </a:moveTo>
                <a:lnTo>
                  <a:pt x="157048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4279DA5B-3C65-064D-86AB-188EC5300B43}"/>
              </a:ext>
            </a:extLst>
          </p:cNvPr>
          <p:cNvSpPr/>
          <p:nvPr/>
        </p:nvSpPr>
        <p:spPr>
          <a:xfrm>
            <a:off x="3873236" y="4968854"/>
            <a:ext cx="1424575" cy="0"/>
          </a:xfrm>
          <a:custGeom>
            <a:avLst/>
            <a:gdLst/>
            <a:ahLst/>
            <a:cxnLst/>
            <a:rect l="l" t="t" r="r" b="b"/>
            <a:pathLst>
              <a:path w="1570989">
                <a:moveTo>
                  <a:pt x="0" y="0"/>
                </a:moveTo>
                <a:lnTo>
                  <a:pt x="1570482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3288FD00-7E3E-9AAF-F4F1-EBB12082957B}"/>
              </a:ext>
            </a:extLst>
          </p:cNvPr>
          <p:cNvSpPr/>
          <p:nvPr/>
        </p:nvSpPr>
        <p:spPr>
          <a:xfrm>
            <a:off x="3873236" y="5279796"/>
            <a:ext cx="1424575" cy="0"/>
          </a:xfrm>
          <a:custGeom>
            <a:avLst/>
            <a:gdLst/>
            <a:ahLst/>
            <a:cxnLst/>
            <a:rect l="l" t="t" r="r" b="b"/>
            <a:pathLst>
              <a:path w="1570989">
                <a:moveTo>
                  <a:pt x="0" y="0"/>
                </a:moveTo>
                <a:lnTo>
                  <a:pt x="157048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F794F658-B051-597C-5F97-F17F29AB1B06}"/>
              </a:ext>
            </a:extLst>
          </p:cNvPr>
          <p:cNvSpPr/>
          <p:nvPr/>
        </p:nvSpPr>
        <p:spPr>
          <a:xfrm>
            <a:off x="3873236" y="4657911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8A9332D1-FE52-5770-A86E-D9FF339462BF}"/>
              </a:ext>
            </a:extLst>
          </p:cNvPr>
          <p:cNvSpPr/>
          <p:nvPr/>
        </p:nvSpPr>
        <p:spPr>
          <a:xfrm>
            <a:off x="5297351" y="4657911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D412C109-7767-2F35-9E64-7ECC8B463CA3}"/>
              </a:ext>
            </a:extLst>
          </p:cNvPr>
          <p:cNvSpPr/>
          <p:nvPr/>
        </p:nvSpPr>
        <p:spPr>
          <a:xfrm>
            <a:off x="4634699" y="4657911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CC164C3D-DF2C-C116-2348-B9211ADCDBB6}"/>
              </a:ext>
            </a:extLst>
          </p:cNvPr>
          <p:cNvSpPr/>
          <p:nvPr/>
        </p:nvSpPr>
        <p:spPr>
          <a:xfrm>
            <a:off x="4244985" y="4657911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C7A9721E-584E-6300-918D-28C14E7CDDD8}"/>
              </a:ext>
            </a:extLst>
          </p:cNvPr>
          <p:cNvSpPr/>
          <p:nvPr/>
        </p:nvSpPr>
        <p:spPr>
          <a:xfrm>
            <a:off x="4966370" y="4657911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1E239BE5-37C8-AB77-D1D3-18184C1976D4}"/>
              </a:ext>
            </a:extLst>
          </p:cNvPr>
          <p:cNvSpPr/>
          <p:nvPr/>
        </p:nvSpPr>
        <p:spPr>
          <a:xfrm>
            <a:off x="4076385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F4642CCB-50A9-E68C-0233-742F5E93FFD7}"/>
              </a:ext>
            </a:extLst>
          </p:cNvPr>
          <p:cNvSpPr/>
          <p:nvPr/>
        </p:nvSpPr>
        <p:spPr>
          <a:xfrm>
            <a:off x="4413585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29C355ED-1FFA-F559-5918-8952E1D1E8A8}"/>
              </a:ext>
            </a:extLst>
          </p:cNvPr>
          <p:cNvSpPr/>
          <p:nvPr/>
        </p:nvSpPr>
        <p:spPr>
          <a:xfrm>
            <a:off x="4800535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474E7123-BFE4-D688-F8DF-3AB113FA2D8D}"/>
              </a:ext>
            </a:extLst>
          </p:cNvPr>
          <p:cNvSpPr/>
          <p:nvPr/>
        </p:nvSpPr>
        <p:spPr>
          <a:xfrm>
            <a:off x="5131515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49BDA6E2-045F-C80A-DD92-124DFCF5EE0D}"/>
              </a:ext>
            </a:extLst>
          </p:cNvPr>
          <p:cNvSpPr txBox="1"/>
          <p:nvPr/>
        </p:nvSpPr>
        <p:spPr>
          <a:xfrm>
            <a:off x="6857416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75" name="object 75">
            <a:extLst>
              <a:ext uri="{FF2B5EF4-FFF2-40B4-BE49-F238E27FC236}">
                <a16:creationId xmlns:a16="http://schemas.microsoft.com/office/drawing/2014/main" id="{70F5B017-5AE0-BF92-4B91-8D42EA380817}"/>
              </a:ext>
            </a:extLst>
          </p:cNvPr>
          <p:cNvSpPr/>
          <p:nvPr/>
        </p:nvSpPr>
        <p:spPr>
          <a:xfrm>
            <a:off x="6844460" y="4657911"/>
            <a:ext cx="1451063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76" name="object 76">
            <a:extLst>
              <a:ext uri="{FF2B5EF4-FFF2-40B4-BE49-F238E27FC236}">
                <a16:creationId xmlns:a16="http://schemas.microsoft.com/office/drawing/2014/main" id="{1A1AC388-8E79-253E-1444-B1DD302D65F2}"/>
              </a:ext>
            </a:extLst>
          </p:cNvPr>
          <p:cNvSpPr/>
          <p:nvPr/>
        </p:nvSpPr>
        <p:spPr>
          <a:xfrm>
            <a:off x="6844460" y="4968854"/>
            <a:ext cx="1451063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77" name="object 77">
            <a:extLst>
              <a:ext uri="{FF2B5EF4-FFF2-40B4-BE49-F238E27FC236}">
                <a16:creationId xmlns:a16="http://schemas.microsoft.com/office/drawing/2014/main" id="{A116700B-1291-2832-BD6F-E5FBF7FF6959}"/>
              </a:ext>
            </a:extLst>
          </p:cNvPr>
          <p:cNvSpPr/>
          <p:nvPr/>
        </p:nvSpPr>
        <p:spPr>
          <a:xfrm>
            <a:off x="6844460" y="5279796"/>
            <a:ext cx="1451063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78" name="object 78">
            <a:extLst>
              <a:ext uri="{FF2B5EF4-FFF2-40B4-BE49-F238E27FC236}">
                <a16:creationId xmlns:a16="http://schemas.microsoft.com/office/drawing/2014/main" id="{CCFF040F-B6AF-E604-96A6-5DC92CFAFDB7}"/>
              </a:ext>
            </a:extLst>
          </p:cNvPr>
          <p:cNvSpPr/>
          <p:nvPr/>
        </p:nvSpPr>
        <p:spPr>
          <a:xfrm>
            <a:off x="6844460" y="4657911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79" name="object 79">
            <a:extLst>
              <a:ext uri="{FF2B5EF4-FFF2-40B4-BE49-F238E27FC236}">
                <a16:creationId xmlns:a16="http://schemas.microsoft.com/office/drawing/2014/main" id="{4F7B86BC-5896-885A-5FC0-B7A3F055300B}"/>
              </a:ext>
            </a:extLst>
          </p:cNvPr>
          <p:cNvSpPr/>
          <p:nvPr/>
        </p:nvSpPr>
        <p:spPr>
          <a:xfrm>
            <a:off x="8295524" y="4657911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80" name="object 80">
            <a:extLst>
              <a:ext uri="{FF2B5EF4-FFF2-40B4-BE49-F238E27FC236}">
                <a16:creationId xmlns:a16="http://schemas.microsoft.com/office/drawing/2014/main" id="{BC42FB46-E2CF-0D60-B73F-7B569265CB50}"/>
              </a:ext>
            </a:extLst>
          </p:cNvPr>
          <p:cNvSpPr/>
          <p:nvPr/>
        </p:nvSpPr>
        <p:spPr>
          <a:xfrm>
            <a:off x="7552706" y="4657911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81" name="object 81">
            <a:extLst>
              <a:ext uri="{FF2B5EF4-FFF2-40B4-BE49-F238E27FC236}">
                <a16:creationId xmlns:a16="http://schemas.microsoft.com/office/drawing/2014/main" id="{4582AEC9-2A4F-8F8C-4B17-3E7BE713EFD6}"/>
              </a:ext>
            </a:extLst>
          </p:cNvPr>
          <p:cNvSpPr/>
          <p:nvPr/>
        </p:nvSpPr>
        <p:spPr>
          <a:xfrm>
            <a:off x="7216197" y="4657911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82" name="object 82">
            <a:extLst>
              <a:ext uri="{FF2B5EF4-FFF2-40B4-BE49-F238E27FC236}">
                <a16:creationId xmlns:a16="http://schemas.microsoft.com/office/drawing/2014/main" id="{A795BD09-D15F-A891-FEDB-3F52F142D3C4}"/>
              </a:ext>
            </a:extLst>
          </p:cNvPr>
          <p:cNvSpPr/>
          <p:nvPr/>
        </p:nvSpPr>
        <p:spPr>
          <a:xfrm>
            <a:off x="7924454" y="4657911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83" name="object 83">
            <a:extLst>
              <a:ext uri="{FF2B5EF4-FFF2-40B4-BE49-F238E27FC236}">
                <a16:creationId xmlns:a16="http://schemas.microsoft.com/office/drawing/2014/main" id="{A22D04B4-F795-F173-A43B-7366EC847CBC}"/>
              </a:ext>
            </a:extLst>
          </p:cNvPr>
          <p:cNvSpPr/>
          <p:nvPr/>
        </p:nvSpPr>
        <p:spPr>
          <a:xfrm>
            <a:off x="7047598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84" name="object 84">
            <a:extLst>
              <a:ext uri="{FF2B5EF4-FFF2-40B4-BE49-F238E27FC236}">
                <a16:creationId xmlns:a16="http://schemas.microsoft.com/office/drawing/2014/main" id="{C304A599-F19D-8362-23BC-8CBDBDE19810}"/>
              </a:ext>
            </a:extLst>
          </p:cNvPr>
          <p:cNvSpPr/>
          <p:nvPr/>
        </p:nvSpPr>
        <p:spPr>
          <a:xfrm>
            <a:off x="7384797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85" name="object 85">
            <a:extLst>
              <a:ext uri="{FF2B5EF4-FFF2-40B4-BE49-F238E27FC236}">
                <a16:creationId xmlns:a16="http://schemas.microsoft.com/office/drawing/2014/main" id="{8067B688-A367-E621-338C-93C457B251FF}"/>
              </a:ext>
            </a:extLst>
          </p:cNvPr>
          <p:cNvSpPr/>
          <p:nvPr/>
        </p:nvSpPr>
        <p:spPr>
          <a:xfrm>
            <a:off x="7755855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86" name="object 86">
            <a:extLst>
              <a:ext uri="{FF2B5EF4-FFF2-40B4-BE49-F238E27FC236}">
                <a16:creationId xmlns:a16="http://schemas.microsoft.com/office/drawing/2014/main" id="{CCFE11E1-99C6-815E-721C-1A52BF22E7E8}"/>
              </a:ext>
            </a:extLst>
          </p:cNvPr>
          <p:cNvSpPr/>
          <p:nvPr/>
        </p:nvSpPr>
        <p:spPr>
          <a:xfrm>
            <a:off x="8093054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87" name="object 87">
            <a:extLst>
              <a:ext uri="{FF2B5EF4-FFF2-40B4-BE49-F238E27FC236}">
                <a16:creationId xmlns:a16="http://schemas.microsoft.com/office/drawing/2014/main" id="{357167CD-20E8-EF0A-7771-05C9CFFF3289}"/>
              </a:ext>
            </a:extLst>
          </p:cNvPr>
          <p:cNvSpPr txBox="1"/>
          <p:nvPr/>
        </p:nvSpPr>
        <p:spPr>
          <a:xfrm>
            <a:off x="844666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85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89" name="object 89">
            <a:extLst>
              <a:ext uri="{FF2B5EF4-FFF2-40B4-BE49-F238E27FC236}">
                <a16:creationId xmlns:a16="http://schemas.microsoft.com/office/drawing/2014/main" id="{C48F58F7-93BB-CE18-32E8-CC0EC1DC8BFB}"/>
              </a:ext>
            </a:extLst>
          </p:cNvPr>
          <p:cNvSpPr/>
          <p:nvPr/>
        </p:nvSpPr>
        <p:spPr>
          <a:xfrm>
            <a:off x="8433708" y="4657912"/>
            <a:ext cx="1451063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90" name="object 90">
            <a:extLst>
              <a:ext uri="{FF2B5EF4-FFF2-40B4-BE49-F238E27FC236}">
                <a16:creationId xmlns:a16="http://schemas.microsoft.com/office/drawing/2014/main" id="{CAD505B3-A3BD-74AD-23F9-947156441AF3}"/>
              </a:ext>
            </a:extLst>
          </p:cNvPr>
          <p:cNvSpPr/>
          <p:nvPr/>
        </p:nvSpPr>
        <p:spPr>
          <a:xfrm>
            <a:off x="8433708" y="4968854"/>
            <a:ext cx="1451063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91" name="object 91">
            <a:extLst>
              <a:ext uri="{FF2B5EF4-FFF2-40B4-BE49-F238E27FC236}">
                <a16:creationId xmlns:a16="http://schemas.microsoft.com/office/drawing/2014/main" id="{93313203-C690-8D48-6330-7E2358AE49AA}"/>
              </a:ext>
            </a:extLst>
          </p:cNvPr>
          <p:cNvSpPr/>
          <p:nvPr/>
        </p:nvSpPr>
        <p:spPr>
          <a:xfrm>
            <a:off x="8433708" y="5279796"/>
            <a:ext cx="1451063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92" name="object 92">
            <a:extLst>
              <a:ext uri="{FF2B5EF4-FFF2-40B4-BE49-F238E27FC236}">
                <a16:creationId xmlns:a16="http://schemas.microsoft.com/office/drawing/2014/main" id="{BC3DE2AD-D1B8-20CA-58F3-2A0E70E456D5}"/>
              </a:ext>
            </a:extLst>
          </p:cNvPr>
          <p:cNvSpPr/>
          <p:nvPr/>
        </p:nvSpPr>
        <p:spPr>
          <a:xfrm>
            <a:off x="8433708" y="4657912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333461BB-1058-57A2-8175-4E68A6514CB4}"/>
              </a:ext>
            </a:extLst>
          </p:cNvPr>
          <p:cNvSpPr/>
          <p:nvPr/>
        </p:nvSpPr>
        <p:spPr>
          <a:xfrm>
            <a:off x="9884772" y="4657912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94" name="object 94">
            <a:extLst>
              <a:ext uri="{FF2B5EF4-FFF2-40B4-BE49-F238E27FC236}">
                <a16:creationId xmlns:a16="http://schemas.microsoft.com/office/drawing/2014/main" id="{7BBE443E-CB59-C160-2D4E-6078420BD26A}"/>
              </a:ext>
            </a:extLst>
          </p:cNvPr>
          <p:cNvSpPr/>
          <p:nvPr/>
        </p:nvSpPr>
        <p:spPr>
          <a:xfrm>
            <a:off x="9141966" y="4657912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95" name="object 95">
            <a:extLst>
              <a:ext uri="{FF2B5EF4-FFF2-40B4-BE49-F238E27FC236}">
                <a16:creationId xmlns:a16="http://schemas.microsoft.com/office/drawing/2014/main" id="{3FCB33E2-C090-2F4F-CC4F-DD2633B7E2F9}"/>
              </a:ext>
            </a:extLst>
          </p:cNvPr>
          <p:cNvSpPr/>
          <p:nvPr/>
        </p:nvSpPr>
        <p:spPr>
          <a:xfrm>
            <a:off x="8805457" y="4657912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96" name="object 96">
            <a:extLst>
              <a:ext uri="{FF2B5EF4-FFF2-40B4-BE49-F238E27FC236}">
                <a16:creationId xmlns:a16="http://schemas.microsoft.com/office/drawing/2014/main" id="{A74B95BE-1B05-0485-530A-A256C558F304}"/>
              </a:ext>
            </a:extLst>
          </p:cNvPr>
          <p:cNvSpPr/>
          <p:nvPr/>
        </p:nvSpPr>
        <p:spPr>
          <a:xfrm>
            <a:off x="9513714" y="4657912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97" name="object 97">
            <a:extLst>
              <a:ext uri="{FF2B5EF4-FFF2-40B4-BE49-F238E27FC236}">
                <a16:creationId xmlns:a16="http://schemas.microsoft.com/office/drawing/2014/main" id="{342ECE5B-1100-B8BE-BB2F-E1B8C078F4C3}"/>
              </a:ext>
            </a:extLst>
          </p:cNvPr>
          <p:cNvSpPr/>
          <p:nvPr/>
        </p:nvSpPr>
        <p:spPr>
          <a:xfrm>
            <a:off x="8636857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98" name="object 98">
            <a:extLst>
              <a:ext uri="{FF2B5EF4-FFF2-40B4-BE49-F238E27FC236}">
                <a16:creationId xmlns:a16="http://schemas.microsoft.com/office/drawing/2014/main" id="{A11B7147-E00E-0415-0643-F89148F12253}"/>
              </a:ext>
            </a:extLst>
          </p:cNvPr>
          <p:cNvSpPr/>
          <p:nvPr/>
        </p:nvSpPr>
        <p:spPr>
          <a:xfrm>
            <a:off x="8974057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99" name="object 99">
            <a:extLst>
              <a:ext uri="{FF2B5EF4-FFF2-40B4-BE49-F238E27FC236}">
                <a16:creationId xmlns:a16="http://schemas.microsoft.com/office/drawing/2014/main" id="{C6337AF5-3C07-4CDB-DB96-5C0796B51394}"/>
              </a:ext>
            </a:extLst>
          </p:cNvPr>
          <p:cNvSpPr/>
          <p:nvPr/>
        </p:nvSpPr>
        <p:spPr>
          <a:xfrm>
            <a:off x="9345114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0" name="object 100">
            <a:extLst>
              <a:ext uri="{FF2B5EF4-FFF2-40B4-BE49-F238E27FC236}">
                <a16:creationId xmlns:a16="http://schemas.microsoft.com/office/drawing/2014/main" id="{135862AB-468D-9B2A-CBC7-284ED206D0E5}"/>
              </a:ext>
            </a:extLst>
          </p:cNvPr>
          <p:cNvSpPr/>
          <p:nvPr/>
        </p:nvSpPr>
        <p:spPr>
          <a:xfrm>
            <a:off x="9682314" y="496885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1" name="object 101">
            <a:extLst>
              <a:ext uri="{FF2B5EF4-FFF2-40B4-BE49-F238E27FC236}">
                <a16:creationId xmlns:a16="http://schemas.microsoft.com/office/drawing/2014/main" id="{256063C9-70A6-0F30-2F9A-8766A3F47282}"/>
              </a:ext>
            </a:extLst>
          </p:cNvPr>
          <p:cNvSpPr/>
          <p:nvPr/>
        </p:nvSpPr>
        <p:spPr>
          <a:xfrm>
            <a:off x="2698566" y="2995420"/>
            <a:ext cx="7462610" cy="2181201"/>
          </a:xfrm>
          <a:custGeom>
            <a:avLst/>
            <a:gdLst/>
            <a:ahLst/>
            <a:cxnLst/>
            <a:rect l="l" t="t" r="r" b="b"/>
            <a:pathLst>
              <a:path w="8229600" h="2405379">
                <a:moveTo>
                  <a:pt x="1072134" y="919734"/>
                </a:moveTo>
                <a:lnTo>
                  <a:pt x="1070610" y="915924"/>
                </a:lnTo>
                <a:lnTo>
                  <a:pt x="1067562" y="914400"/>
                </a:lnTo>
                <a:lnTo>
                  <a:pt x="1063752" y="915924"/>
                </a:lnTo>
                <a:lnTo>
                  <a:pt x="55219" y="1780260"/>
                </a:lnTo>
                <a:lnTo>
                  <a:pt x="33528" y="1754886"/>
                </a:lnTo>
                <a:lnTo>
                  <a:pt x="0" y="1833372"/>
                </a:lnTo>
                <a:lnTo>
                  <a:pt x="43434" y="1822602"/>
                </a:lnTo>
                <a:lnTo>
                  <a:pt x="83058" y="1812798"/>
                </a:lnTo>
                <a:lnTo>
                  <a:pt x="61556" y="1787664"/>
                </a:lnTo>
                <a:lnTo>
                  <a:pt x="1069848" y="922782"/>
                </a:lnTo>
                <a:lnTo>
                  <a:pt x="1072134" y="919734"/>
                </a:lnTo>
                <a:close/>
              </a:path>
              <a:path w="8229600" h="2405379">
                <a:moveTo>
                  <a:pt x="1295400" y="2366772"/>
                </a:moveTo>
                <a:lnTo>
                  <a:pt x="1219200" y="2328672"/>
                </a:lnTo>
                <a:lnTo>
                  <a:pt x="1219200" y="2362200"/>
                </a:lnTo>
                <a:lnTo>
                  <a:pt x="990600" y="2362200"/>
                </a:lnTo>
                <a:lnTo>
                  <a:pt x="987552" y="2363724"/>
                </a:lnTo>
                <a:lnTo>
                  <a:pt x="986028" y="2366772"/>
                </a:lnTo>
                <a:lnTo>
                  <a:pt x="987552" y="2370582"/>
                </a:lnTo>
                <a:lnTo>
                  <a:pt x="990600" y="2372106"/>
                </a:lnTo>
                <a:lnTo>
                  <a:pt x="1219200" y="2372106"/>
                </a:lnTo>
                <a:lnTo>
                  <a:pt x="1219200" y="2404872"/>
                </a:lnTo>
                <a:lnTo>
                  <a:pt x="1236726" y="2396109"/>
                </a:lnTo>
                <a:lnTo>
                  <a:pt x="1295400" y="2366772"/>
                </a:lnTo>
                <a:close/>
              </a:path>
              <a:path w="8229600" h="2405379">
                <a:moveTo>
                  <a:pt x="1834896" y="1748790"/>
                </a:moveTo>
                <a:lnTo>
                  <a:pt x="1804111" y="1761490"/>
                </a:lnTo>
                <a:lnTo>
                  <a:pt x="1452372" y="917448"/>
                </a:lnTo>
                <a:lnTo>
                  <a:pt x="1450086" y="914400"/>
                </a:lnTo>
                <a:lnTo>
                  <a:pt x="1446276" y="915162"/>
                </a:lnTo>
                <a:lnTo>
                  <a:pt x="1443228" y="917448"/>
                </a:lnTo>
                <a:lnTo>
                  <a:pt x="1443990" y="921258"/>
                </a:lnTo>
                <a:lnTo>
                  <a:pt x="1795614" y="1765007"/>
                </a:lnTo>
                <a:lnTo>
                  <a:pt x="1764792" y="1777746"/>
                </a:lnTo>
                <a:lnTo>
                  <a:pt x="1808988" y="1816150"/>
                </a:lnTo>
                <a:lnTo>
                  <a:pt x="1828800" y="1833372"/>
                </a:lnTo>
                <a:lnTo>
                  <a:pt x="1834896" y="1748790"/>
                </a:lnTo>
                <a:close/>
              </a:path>
              <a:path w="8229600" h="2405379">
                <a:moveTo>
                  <a:pt x="2900172" y="3810"/>
                </a:moveTo>
                <a:lnTo>
                  <a:pt x="2898648" y="762"/>
                </a:lnTo>
                <a:lnTo>
                  <a:pt x="2894838" y="0"/>
                </a:lnTo>
                <a:lnTo>
                  <a:pt x="988479" y="366420"/>
                </a:lnTo>
                <a:lnTo>
                  <a:pt x="982218" y="333756"/>
                </a:lnTo>
                <a:lnTo>
                  <a:pt x="914400" y="385572"/>
                </a:lnTo>
                <a:lnTo>
                  <a:pt x="972312" y="402183"/>
                </a:lnTo>
                <a:lnTo>
                  <a:pt x="996696" y="409194"/>
                </a:lnTo>
                <a:lnTo>
                  <a:pt x="990371" y="376262"/>
                </a:lnTo>
                <a:lnTo>
                  <a:pt x="2897124" y="9144"/>
                </a:lnTo>
                <a:lnTo>
                  <a:pt x="2900172" y="7620"/>
                </a:lnTo>
                <a:lnTo>
                  <a:pt x="2900172" y="3810"/>
                </a:lnTo>
                <a:close/>
              </a:path>
              <a:path w="8229600" h="2405379">
                <a:moveTo>
                  <a:pt x="4343400" y="385572"/>
                </a:moveTo>
                <a:lnTo>
                  <a:pt x="4284726" y="324612"/>
                </a:lnTo>
                <a:lnTo>
                  <a:pt x="4273575" y="355409"/>
                </a:lnTo>
                <a:lnTo>
                  <a:pt x="3278124" y="0"/>
                </a:lnTo>
                <a:lnTo>
                  <a:pt x="3275076" y="762"/>
                </a:lnTo>
                <a:lnTo>
                  <a:pt x="3272028" y="3048"/>
                </a:lnTo>
                <a:lnTo>
                  <a:pt x="3272790" y="6858"/>
                </a:lnTo>
                <a:lnTo>
                  <a:pt x="3275076" y="9144"/>
                </a:lnTo>
                <a:lnTo>
                  <a:pt x="4270299" y="364464"/>
                </a:lnTo>
                <a:lnTo>
                  <a:pt x="4258818" y="396240"/>
                </a:lnTo>
                <a:lnTo>
                  <a:pt x="4287774" y="392582"/>
                </a:lnTo>
                <a:lnTo>
                  <a:pt x="4288536" y="392480"/>
                </a:lnTo>
                <a:lnTo>
                  <a:pt x="4343400" y="385572"/>
                </a:lnTo>
                <a:close/>
              </a:path>
              <a:path w="8229600" h="2405379">
                <a:moveTo>
                  <a:pt x="4572000" y="1833372"/>
                </a:moveTo>
                <a:lnTo>
                  <a:pt x="4517136" y="1768602"/>
                </a:lnTo>
                <a:lnTo>
                  <a:pt x="4504042" y="1799450"/>
                </a:lnTo>
                <a:lnTo>
                  <a:pt x="2440686" y="915162"/>
                </a:lnTo>
                <a:lnTo>
                  <a:pt x="2436876" y="914400"/>
                </a:lnTo>
                <a:lnTo>
                  <a:pt x="2434590" y="917448"/>
                </a:lnTo>
                <a:lnTo>
                  <a:pt x="2433828" y="921258"/>
                </a:lnTo>
                <a:lnTo>
                  <a:pt x="2436876" y="923544"/>
                </a:lnTo>
                <a:lnTo>
                  <a:pt x="4500461" y="1807933"/>
                </a:lnTo>
                <a:lnTo>
                  <a:pt x="4487418" y="1838706"/>
                </a:lnTo>
                <a:lnTo>
                  <a:pt x="4515612" y="1836928"/>
                </a:lnTo>
                <a:lnTo>
                  <a:pt x="4517136" y="1836826"/>
                </a:lnTo>
                <a:lnTo>
                  <a:pt x="4518660" y="1836724"/>
                </a:lnTo>
                <a:lnTo>
                  <a:pt x="4572000" y="1833372"/>
                </a:lnTo>
                <a:close/>
              </a:path>
              <a:path w="8229600" h="2405379">
                <a:moveTo>
                  <a:pt x="6324600" y="1833372"/>
                </a:moveTo>
                <a:lnTo>
                  <a:pt x="6273546" y="1765554"/>
                </a:lnTo>
                <a:lnTo>
                  <a:pt x="6259042" y="1794878"/>
                </a:lnTo>
                <a:lnTo>
                  <a:pt x="4498086" y="915162"/>
                </a:lnTo>
                <a:lnTo>
                  <a:pt x="4494276" y="914400"/>
                </a:lnTo>
                <a:lnTo>
                  <a:pt x="4491990" y="917448"/>
                </a:lnTo>
                <a:lnTo>
                  <a:pt x="4491228" y="920496"/>
                </a:lnTo>
                <a:lnTo>
                  <a:pt x="4494276" y="923544"/>
                </a:lnTo>
                <a:lnTo>
                  <a:pt x="6254508" y="1804035"/>
                </a:lnTo>
                <a:lnTo>
                  <a:pt x="6240018" y="1833372"/>
                </a:lnTo>
                <a:lnTo>
                  <a:pt x="6272784" y="1833372"/>
                </a:lnTo>
                <a:lnTo>
                  <a:pt x="6324600" y="1833372"/>
                </a:lnTo>
                <a:close/>
              </a:path>
              <a:path w="8229600" h="2405379">
                <a:moveTo>
                  <a:pt x="7315200" y="1757172"/>
                </a:moveTo>
                <a:lnTo>
                  <a:pt x="7255764" y="1696974"/>
                </a:lnTo>
                <a:lnTo>
                  <a:pt x="7245236" y="1727885"/>
                </a:lnTo>
                <a:lnTo>
                  <a:pt x="4878324" y="914400"/>
                </a:lnTo>
                <a:lnTo>
                  <a:pt x="4875276" y="915162"/>
                </a:lnTo>
                <a:lnTo>
                  <a:pt x="4872228" y="917448"/>
                </a:lnTo>
                <a:lnTo>
                  <a:pt x="4872990" y="921258"/>
                </a:lnTo>
                <a:lnTo>
                  <a:pt x="4875276" y="923544"/>
                </a:lnTo>
                <a:lnTo>
                  <a:pt x="7242048" y="1737233"/>
                </a:lnTo>
                <a:lnTo>
                  <a:pt x="7231380" y="1768602"/>
                </a:lnTo>
                <a:lnTo>
                  <a:pt x="7259574" y="1764753"/>
                </a:lnTo>
                <a:lnTo>
                  <a:pt x="7315200" y="1757172"/>
                </a:lnTo>
                <a:close/>
              </a:path>
              <a:path w="8229600" h="2405379">
                <a:moveTo>
                  <a:pt x="7848587" y="1833372"/>
                </a:moveTo>
                <a:lnTo>
                  <a:pt x="7789913" y="1772412"/>
                </a:lnTo>
                <a:lnTo>
                  <a:pt x="7778509" y="1803908"/>
                </a:lnTo>
                <a:lnTo>
                  <a:pt x="5487911" y="990600"/>
                </a:lnTo>
                <a:lnTo>
                  <a:pt x="5484863" y="991362"/>
                </a:lnTo>
                <a:lnTo>
                  <a:pt x="5481815" y="993648"/>
                </a:lnTo>
                <a:lnTo>
                  <a:pt x="5482577" y="997458"/>
                </a:lnTo>
                <a:lnTo>
                  <a:pt x="5484863" y="999744"/>
                </a:lnTo>
                <a:lnTo>
                  <a:pt x="7775473" y="1812290"/>
                </a:lnTo>
                <a:lnTo>
                  <a:pt x="7764005" y="1844040"/>
                </a:lnTo>
                <a:lnTo>
                  <a:pt x="7792961" y="1840382"/>
                </a:lnTo>
                <a:lnTo>
                  <a:pt x="7793723" y="1840280"/>
                </a:lnTo>
                <a:lnTo>
                  <a:pt x="7848587" y="1833372"/>
                </a:lnTo>
                <a:close/>
              </a:path>
              <a:path w="8229600" h="2405379">
                <a:moveTo>
                  <a:pt x="8229600" y="1757172"/>
                </a:moveTo>
                <a:lnTo>
                  <a:pt x="8172450" y="1694688"/>
                </a:lnTo>
                <a:lnTo>
                  <a:pt x="8160474" y="1725955"/>
                </a:lnTo>
                <a:lnTo>
                  <a:pt x="6022086" y="914400"/>
                </a:lnTo>
                <a:lnTo>
                  <a:pt x="6018276" y="915162"/>
                </a:lnTo>
                <a:lnTo>
                  <a:pt x="6015228" y="917448"/>
                </a:lnTo>
                <a:lnTo>
                  <a:pt x="6015990" y="921258"/>
                </a:lnTo>
                <a:lnTo>
                  <a:pt x="6018276" y="923544"/>
                </a:lnTo>
                <a:lnTo>
                  <a:pt x="8156930" y="1735201"/>
                </a:lnTo>
                <a:lnTo>
                  <a:pt x="8145018" y="1766316"/>
                </a:lnTo>
                <a:lnTo>
                  <a:pt x="8174736" y="1763102"/>
                </a:lnTo>
                <a:lnTo>
                  <a:pt x="8229600" y="17571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pic>
        <p:nvPicPr>
          <p:cNvPr id="102" name="object 102">
            <a:extLst>
              <a:ext uri="{FF2B5EF4-FFF2-40B4-BE49-F238E27FC236}">
                <a16:creationId xmlns:a16="http://schemas.microsoft.com/office/drawing/2014/main" id="{1014646D-2DAB-B593-15B2-683F38E6C8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9483" y="5107051"/>
            <a:ext cx="211441" cy="69098"/>
          </a:xfrm>
          <a:prstGeom prst="rect">
            <a:avLst/>
          </a:prstGeom>
        </p:spPr>
      </p:pic>
      <p:sp>
        <p:nvSpPr>
          <p:cNvPr id="103" name="object 103">
            <a:extLst>
              <a:ext uri="{FF2B5EF4-FFF2-40B4-BE49-F238E27FC236}">
                <a16:creationId xmlns:a16="http://schemas.microsoft.com/office/drawing/2014/main" id="{FAA81C1C-BBBB-531B-90AC-967B1B1B35C8}"/>
              </a:ext>
            </a:extLst>
          </p:cNvPr>
          <p:cNvSpPr/>
          <p:nvPr/>
        </p:nvSpPr>
        <p:spPr>
          <a:xfrm>
            <a:off x="2214878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09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4" name="object 104">
            <a:extLst>
              <a:ext uri="{FF2B5EF4-FFF2-40B4-BE49-F238E27FC236}">
                <a16:creationId xmlns:a16="http://schemas.microsoft.com/office/drawing/2014/main" id="{3F7B7D00-AB0F-8ABE-D949-2ABB9BDCA4B6}"/>
              </a:ext>
            </a:extLst>
          </p:cNvPr>
          <p:cNvSpPr txBox="1"/>
          <p:nvPr/>
        </p:nvSpPr>
        <p:spPr>
          <a:xfrm>
            <a:off x="2291111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5" name="object 105">
            <a:extLst>
              <a:ext uri="{FF2B5EF4-FFF2-40B4-BE49-F238E27FC236}">
                <a16:creationId xmlns:a16="http://schemas.microsoft.com/office/drawing/2014/main" id="{46CAF3DB-1FF9-D4CB-2075-205AC7551702}"/>
              </a:ext>
            </a:extLst>
          </p:cNvPr>
          <p:cNvSpPr/>
          <p:nvPr/>
        </p:nvSpPr>
        <p:spPr>
          <a:xfrm>
            <a:off x="2698566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10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6" name="object 106">
            <a:extLst>
              <a:ext uri="{FF2B5EF4-FFF2-40B4-BE49-F238E27FC236}">
                <a16:creationId xmlns:a16="http://schemas.microsoft.com/office/drawing/2014/main" id="{88070FCF-F1D2-C179-6493-B1950E9C125F}"/>
              </a:ext>
            </a:extLst>
          </p:cNvPr>
          <p:cNvSpPr txBox="1"/>
          <p:nvPr/>
        </p:nvSpPr>
        <p:spPr>
          <a:xfrm>
            <a:off x="2774799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7" name="object 107">
            <a:extLst>
              <a:ext uri="{FF2B5EF4-FFF2-40B4-BE49-F238E27FC236}">
                <a16:creationId xmlns:a16="http://schemas.microsoft.com/office/drawing/2014/main" id="{CE9CDB0A-C96C-3E1C-F055-EC8BB2BA7002}"/>
              </a:ext>
            </a:extLst>
          </p:cNvPr>
          <p:cNvSpPr txBox="1"/>
          <p:nvPr/>
        </p:nvSpPr>
        <p:spPr>
          <a:xfrm>
            <a:off x="4279534" y="5901681"/>
            <a:ext cx="354128" cy="236139"/>
          </a:xfrm>
          <a:prstGeom prst="rect">
            <a:avLst/>
          </a:prstGeom>
          <a:ln w="9525">
            <a:solidFill>
              <a:srgbClr val="CC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solidFill>
                  <a:srgbClr val="CC0000"/>
                </a:solidFill>
                <a:latin typeface="Arial"/>
                <a:cs typeface="Arial"/>
              </a:rPr>
              <a:t>25</a:t>
            </a:r>
            <a:endParaRPr sz="1270">
              <a:latin typeface="Arial"/>
              <a:cs typeface="Arial"/>
            </a:endParaRPr>
          </a:p>
        </p:txBody>
      </p:sp>
      <p:sp>
        <p:nvSpPr>
          <p:cNvPr id="108" name="object 108">
            <a:extLst>
              <a:ext uri="{FF2B5EF4-FFF2-40B4-BE49-F238E27FC236}">
                <a16:creationId xmlns:a16="http://schemas.microsoft.com/office/drawing/2014/main" id="{5975A1B1-76BA-92B7-9C46-FD08CFB73009}"/>
              </a:ext>
            </a:extLst>
          </p:cNvPr>
          <p:cNvSpPr txBox="1"/>
          <p:nvPr/>
        </p:nvSpPr>
        <p:spPr>
          <a:xfrm>
            <a:off x="470241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30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9" name="object 109">
            <a:extLst>
              <a:ext uri="{FF2B5EF4-FFF2-40B4-BE49-F238E27FC236}">
                <a16:creationId xmlns:a16="http://schemas.microsoft.com/office/drawing/2014/main" id="{0C313FD6-DFFE-D2E3-697B-79601E2A6E71}"/>
              </a:ext>
            </a:extLst>
          </p:cNvPr>
          <p:cNvSpPr txBox="1"/>
          <p:nvPr/>
        </p:nvSpPr>
        <p:spPr>
          <a:xfrm>
            <a:off x="511700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40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0" name="object 110">
            <a:extLst>
              <a:ext uri="{FF2B5EF4-FFF2-40B4-BE49-F238E27FC236}">
                <a16:creationId xmlns:a16="http://schemas.microsoft.com/office/drawing/2014/main" id="{9A48AC9B-73F4-327E-B65E-B1630C64FFDA}"/>
              </a:ext>
            </a:extLst>
          </p:cNvPr>
          <p:cNvSpPr txBox="1"/>
          <p:nvPr/>
        </p:nvSpPr>
        <p:spPr>
          <a:xfrm>
            <a:off x="6982656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1" name="object 111">
            <a:extLst>
              <a:ext uri="{FF2B5EF4-FFF2-40B4-BE49-F238E27FC236}">
                <a16:creationId xmlns:a16="http://schemas.microsoft.com/office/drawing/2014/main" id="{C7DFE630-7BEC-15AD-1CFF-4A94DB35D8D8}"/>
              </a:ext>
            </a:extLst>
          </p:cNvPr>
          <p:cNvSpPr txBox="1"/>
          <p:nvPr/>
        </p:nvSpPr>
        <p:spPr>
          <a:xfrm>
            <a:off x="739723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2" name="object 112">
            <a:extLst>
              <a:ext uri="{FF2B5EF4-FFF2-40B4-BE49-F238E27FC236}">
                <a16:creationId xmlns:a16="http://schemas.microsoft.com/office/drawing/2014/main" id="{FF4ACCB4-C696-01A0-E58F-8D3FCA41C546}"/>
              </a:ext>
            </a:extLst>
          </p:cNvPr>
          <p:cNvSpPr txBox="1"/>
          <p:nvPr/>
        </p:nvSpPr>
        <p:spPr>
          <a:xfrm>
            <a:off x="7811823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3" name="object 113">
            <a:extLst>
              <a:ext uri="{FF2B5EF4-FFF2-40B4-BE49-F238E27FC236}">
                <a16:creationId xmlns:a16="http://schemas.microsoft.com/office/drawing/2014/main" id="{7693BB20-4FC3-758A-F4C1-753C3B94F7A1}"/>
              </a:ext>
            </a:extLst>
          </p:cNvPr>
          <p:cNvSpPr txBox="1"/>
          <p:nvPr/>
        </p:nvSpPr>
        <p:spPr>
          <a:xfrm>
            <a:off x="8295511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4" name="object 114">
            <a:extLst>
              <a:ext uri="{FF2B5EF4-FFF2-40B4-BE49-F238E27FC236}">
                <a16:creationId xmlns:a16="http://schemas.microsoft.com/office/drawing/2014/main" id="{DEC5D9B0-3C77-B326-A6DB-A4C7B2D8B008}"/>
              </a:ext>
            </a:extLst>
          </p:cNvPr>
          <p:cNvSpPr txBox="1"/>
          <p:nvPr/>
        </p:nvSpPr>
        <p:spPr>
          <a:xfrm>
            <a:off x="8779199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5" name="object 115">
            <a:extLst>
              <a:ext uri="{FF2B5EF4-FFF2-40B4-BE49-F238E27FC236}">
                <a16:creationId xmlns:a16="http://schemas.microsoft.com/office/drawing/2014/main" id="{D9B465D5-14DB-B23F-C616-820ECFD4637E}"/>
              </a:ext>
            </a:extLst>
          </p:cNvPr>
          <p:cNvSpPr/>
          <p:nvPr/>
        </p:nvSpPr>
        <p:spPr>
          <a:xfrm>
            <a:off x="2193458" y="5068367"/>
            <a:ext cx="7346294" cy="833785"/>
          </a:xfrm>
          <a:custGeom>
            <a:avLst/>
            <a:gdLst/>
            <a:ahLst/>
            <a:cxnLst/>
            <a:rect l="l" t="t" r="r" b="b"/>
            <a:pathLst>
              <a:path w="8101330" h="919479">
                <a:moveTo>
                  <a:pt x="180594" y="81534"/>
                </a:moveTo>
                <a:lnTo>
                  <a:pt x="179832" y="78486"/>
                </a:lnTo>
                <a:lnTo>
                  <a:pt x="176784" y="76200"/>
                </a:lnTo>
                <a:lnTo>
                  <a:pt x="173736" y="76962"/>
                </a:lnTo>
                <a:lnTo>
                  <a:pt x="171450" y="80010"/>
                </a:lnTo>
                <a:lnTo>
                  <a:pt x="32702" y="843445"/>
                </a:lnTo>
                <a:lnTo>
                  <a:pt x="0" y="837438"/>
                </a:lnTo>
                <a:lnTo>
                  <a:pt x="23622" y="918972"/>
                </a:lnTo>
                <a:lnTo>
                  <a:pt x="30480" y="909853"/>
                </a:lnTo>
                <a:lnTo>
                  <a:pt x="74676" y="851154"/>
                </a:lnTo>
                <a:lnTo>
                  <a:pt x="41821" y="845108"/>
                </a:lnTo>
                <a:lnTo>
                  <a:pt x="180594" y="81534"/>
                </a:lnTo>
                <a:close/>
              </a:path>
              <a:path w="8101330" h="919479">
                <a:moveTo>
                  <a:pt x="588264" y="839724"/>
                </a:moveTo>
                <a:lnTo>
                  <a:pt x="557022" y="842530"/>
                </a:lnTo>
                <a:lnTo>
                  <a:pt x="556260" y="842594"/>
                </a:lnTo>
                <a:lnTo>
                  <a:pt x="555078" y="842708"/>
                </a:lnTo>
                <a:lnTo>
                  <a:pt x="486156" y="80772"/>
                </a:lnTo>
                <a:lnTo>
                  <a:pt x="483870" y="77724"/>
                </a:lnTo>
                <a:lnTo>
                  <a:pt x="480822" y="76200"/>
                </a:lnTo>
                <a:lnTo>
                  <a:pt x="477774" y="77724"/>
                </a:lnTo>
                <a:lnTo>
                  <a:pt x="476250" y="81534"/>
                </a:lnTo>
                <a:lnTo>
                  <a:pt x="545922" y="843534"/>
                </a:lnTo>
                <a:lnTo>
                  <a:pt x="512064" y="846582"/>
                </a:lnTo>
                <a:lnTo>
                  <a:pt x="556260" y="917740"/>
                </a:lnTo>
                <a:lnTo>
                  <a:pt x="557022" y="918972"/>
                </a:lnTo>
                <a:lnTo>
                  <a:pt x="588264" y="839724"/>
                </a:lnTo>
                <a:close/>
              </a:path>
              <a:path w="8101330" h="919479">
                <a:moveTo>
                  <a:pt x="1107186" y="835914"/>
                </a:moveTo>
                <a:lnTo>
                  <a:pt x="1075182" y="844575"/>
                </a:lnTo>
                <a:lnTo>
                  <a:pt x="1074991" y="844626"/>
                </a:lnTo>
                <a:lnTo>
                  <a:pt x="866394" y="80010"/>
                </a:lnTo>
                <a:lnTo>
                  <a:pt x="864108" y="76962"/>
                </a:lnTo>
                <a:lnTo>
                  <a:pt x="861060" y="76200"/>
                </a:lnTo>
                <a:lnTo>
                  <a:pt x="858012" y="78486"/>
                </a:lnTo>
                <a:lnTo>
                  <a:pt x="857250" y="82296"/>
                </a:lnTo>
                <a:lnTo>
                  <a:pt x="1065707" y="847140"/>
                </a:lnTo>
                <a:lnTo>
                  <a:pt x="1034034" y="855726"/>
                </a:lnTo>
                <a:lnTo>
                  <a:pt x="1078230" y="905294"/>
                </a:lnTo>
                <a:lnTo>
                  <a:pt x="1090422" y="918972"/>
                </a:lnTo>
                <a:lnTo>
                  <a:pt x="1107186" y="835914"/>
                </a:lnTo>
                <a:close/>
              </a:path>
              <a:path w="8101330" h="919479">
                <a:moveTo>
                  <a:pt x="1973580" y="846582"/>
                </a:moveTo>
                <a:lnTo>
                  <a:pt x="1940471" y="843572"/>
                </a:lnTo>
                <a:lnTo>
                  <a:pt x="1931314" y="842733"/>
                </a:lnTo>
                <a:lnTo>
                  <a:pt x="1898142" y="839724"/>
                </a:lnTo>
                <a:lnTo>
                  <a:pt x="1928622" y="918972"/>
                </a:lnTo>
                <a:lnTo>
                  <a:pt x="1930146" y="916508"/>
                </a:lnTo>
                <a:lnTo>
                  <a:pt x="1973580" y="846582"/>
                </a:lnTo>
                <a:close/>
              </a:path>
              <a:path w="8101330" h="919479">
                <a:moveTo>
                  <a:pt x="2010156" y="81534"/>
                </a:moveTo>
                <a:lnTo>
                  <a:pt x="2008632" y="77724"/>
                </a:lnTo>
                <a:lnTo>
                  <a:pt x="2005584" y="76200"/>
                </a:lnTo>
                <a:lnTo>
                  <a:pt x="2001774" y="77724"/>
                </a:lnTo>
                <a:lnTo>
                  <a:pt x="2000250" y="80772"/>
                </a:lnTo>
                <a:lnTo>
                  <a:pt x="1931314" y="842733"/>
                </a:lnTo>
                <a:lnTo>
                  <a:pt x="1939290" y="843457"/>
                </a:lnTo>
                <a:lnTo>
                  <a:pt x="1940471" y="843572"/>
                </a:lnTo>
                <a:lnTo>
                  <a:pt x="2010156" y="81534"/>
                </a:lnTo>
                <a:close/>
              </a:path>
              <a:path w="8101330" h="919479">
                <a:moveTo>
                  <a:pt x="2347722" y="842772"/>
                </a:moveTo>
                <a:lnTo>
                  <a:pt x="2314956" y="842772"/>
                </a:lnTo>
                <a:lnTo>
                  <a:pt x="2314956" y="80772"/>
                </a:lnTo>
                <a:lnTo>
                  <a:pt x="2313432" y="77724"/>
                </a:lnTo>
                <a:lnTo>
                  <a:pt x="2309622" y="76200"/>
                </a:lnTo>
                <a:lnTo>
                  <a:pt x="2306574" y="77724"/>
                </a:lnTo>
                <a:lnTo>
                  <a:pt x="2305050" y="80772"/>
                </a:lnTo>
                <a:lnTo>
                  <a:pt x="2305050" y="842772"/>
                </a:lnTo>
                <a:lnTo>
                  <a:pt x="2271522" y="842772"/>
                </a:lnTo>
                <a:lnTo>
                  <a:pt x="2305050" y="909828"/>
                </a:lnTo>
                <a:lnTo>
                  <a:pt x="2309622" y="918972"/>
                </a:lnTo>
                <a:lnTo>
                  <a:pt x="2314956" y="908304"/>
                </a:lnTo>
                <a:lnTo>
                  <a:pt x="2347722" y="842772"/>
                </a:lnTo>
                <a:close/>
              </a:path>
              <a:path w="8101330" h="919479">
                <a:moveTo>
                  <a:pt x="3686556" y="81534"/>
                </a:moveTo>
                <a:lnTo>
                  <a:pt x="3685032" y="77724"/>
                </a:lnTo>
                <a:lnTo>
                  <a:pt x="3681984" y="76200"/>
                </a:lnTo>
                <a:lnTo>
                  <a:pt x="3678174" y="77724"/>
                </a:lnTo>
                <a:lnTo>
                  <a:pt x="2819908" y="864323"/>
                </a:lnTo>
                <a:lnTo>
                  <a:pt x="2797302" y="839724"/>
                </a:lnTo>
                <a:lnTo>
                  <a:pt x="2766822" y="918972"/>
                </a:lnTo>
                <a:lnTo>
                  <a:pt x="2809494" y="907110"/>
                </a:lnTo>
                <a:lnTo>
                  <a:pt x="2849118" y="896112"/>
                </a:lnTo>
                <a:lnTo>
                  <a:pt x="2826499" y="871499"/>
                </a:lnTo>
                <a:lnTo>
                  <a:pt x="3685032" y="84582"/>
                </a:lnTo>
                <a:lnTo>
                  <a:pt x="3686556" y="81534"/>
                </a:lnTo>
                <a:close/>
              </a:path>
              <a:path w="8101330" h="919479">
                <a:moveTo>
                  <a:pt x="3991356" y="80772"/>
                </a:moveTo>
                <a:lnTo>
                  <a:pt x="3989070" y="76962"/>
                </a:lnTo>
                <a:lnTo>
                  <a:pt x="3986022" y="76200"/>
                </a:lnTo>
                <a:lnTo>
                  <a:pt x="3982212" y="77724"/>
                </a:lnTo>
                <a:lnTo>
                  <a:pt x="3344913" y="857224"/>
                </a:lnTo>
                <a:lnTo>
                  <a:pt x="3319272" y="835914"/>
                </a:lnTo>
                <a:lnTo>
                  <a:pt x="3300222" y="918972"/>
                </a:lnTo>
                <a:lnTo>
                  <a:pt x="3336036" y="903160"/>
                </a:lnTo>
                <a:lnTo>
                  <a:pt x="3377946" y="884682"/>
                </a:lnTo>
                <a:lnTo>
                  <a:pt x="3352419" y="863460"/>
                </a:lnTo>
                <a:lnTo>
                  <a:pt x="3989832" y="83820"/>
                </a:lnTo>
                <a:lnTo>
                  <a:pt x="3991356" y="80772"/>
                </a:lnTo>
                <a:close/>
              </a:path>
              <a:path w="8101330" h="919479">
                <a:moveTo>
                  <a:pt x="5319509" y="842772"/>
                </a:moveTo>
                <a:lnTo>
                  <a:pt x="5286743" y="842772"/>
                </a:lnTo>
                <a:lnTo>
                  <a:pt x="5286743" y="80772"/>
                </a:lnTo>
                <a:lnTo>
                  <a:pt x="5285219" y="77724"/>
                </a:lnTo>
                <a:lnTo>
                  <a:pt x="5281409" y="76200"/>
                </a:lnTo>
                <a:lnTo>
                  <a:pt x="5278361" y="77724"/>
                </a:lnTo>
                <a:lnTo>
                  <a:pt x="5276837" y="80772"/>
                </a:lnTo>
                <a:lnTo>
                  <a:pt x="5276837" y="842772"/>
                </a:lnTo>
                <a:lnTo>
                  <a:pt x="5243309" y="842772"/>
                </a:lnTo>
                <a:lnTo>
                  <a:pt x="5276837" y="909828"/>
                </a:lnTo>
                <a:lnTo>
                  <a:pt x="5281409" y="918972"/>
                </a:lnTo>
                <a:lnTo>
                  <a:pt x="5286743" y="908304"/>
                </a:lnTo>
                <a:lnTo>
                  <a:pt x="5319509" y="842772"/>
                </a:lnTo>
                <a:close/>
              </a:path>
              <a:path w="8101330" h="919479">
                <a:moveTo>
                  <a:pt x="5757672" y="835914"/>
                </a:moveTo>
                <a:lnTo>
                  <a:pt x="5724830" y="844029"/>
                </a:lnTo>
                <a:lnTo>
                  <a:pt x="5514594" y="3810"/>
                </a:lnTo>
                <a:lnTo>
                  <a:pt x="5513070" y="762"/>
                </a:lnTo>
                <a:lnTo>
                  <a:pt x="5509260" y="0"/>
                </a:lnTo>
                <a:lnTo>
                  <a:pt x="5506212" y="2286"/>
                </a:lnTo>
                <a:lnTo>
                  <a:pt x="5505450" y="6096"/>
                </a:lnTo>
                <a:lnTo>
                  <a:pt x="5715686" y="846289"/>
                </a:lnTo>
                <a:lnTo>
                  <a:pt x="5683758" y="854202"/>
                </a:lnTo>
                <a:lnTo>
                  <a:pt x="5727954" y="906373"/>
                </a:lnTo>
                <a:lnTo>
                  <a:pt x="5738622" y="918972"/>
                </a:lnTo>
                <a:lnTo>
                  <a:pt x="5757672" y="835914"/>
                </a:lnTo>
                <a:close/>
              </a:path>
              <a:path w="8101330" h="919479">
                <a:moveTo>
                  <a:pt x="7039356" y="80772"/>
                </a:moveTo>
                <a:lnTo>
                  <a:pt x="7037832" y="77724"/>
                </a:lnTo>
                <a:lnTo>
                  <a:pt x="7034022" y="76200"/>
                </a:lnTo>
                <a:lnTo>
                  <a:pt x="7030974" y="77724"/>
                </a:lnTo>
                <a:lnTo>
                  <a:pt x="6246698" y="861987"/>
                </a:lnTo>
                <a:lnTo>
                  <a:pt x="6223254" y="838200"/>
                </a:lnTo>
                <a:lnTo>
                  <a:pt x="6195822" y="918972"/>
                </a:lnTo>
                <a:lnTo>
                  <a:pt x="6236208" y="905637"/>
                </a:lnTo>
                <a:lnTo>
                  <a:pt x="6276594" y="892302"/>
                </a:lnTo>
                <a:lnTo>
                  <a:pt x="6253505" y="868895"/>
                </a:lnTo>
                <a:lnTo>
                  <a:pt x="7037832" y="84582"/>
                </a:lnTo>
                <a:lnTo>
                  <a:pt x="7039356" y="80772"/>
                </a:lnTo>
                <a:close/>
              </a:path>
              <a:path w="8101330" h="919479">
                <a:moveTo>
                  <a:pt x="7344156" y="80010"/>
                </a:moveTo>
                <a:lnTo>
                  <a:pt x="7341870" y="76962"/>
                </a:lnTo>
                <a:lnTo>
                  <a:pt x="7338060" y="76200"/>
                </a:lnTo>
                <a:lnTo>
                  <a:pt x="7335012" y="78486"/>
                </a:lnTo>
                <a:lnTo>
                  <a:pt x="6770281" y="854506"/>
                </a:lnTo>
                <a:lnTo>
                  <a:pt x="6743700" y="835152"/>
                </a:lnTo>
                <a:lnTo>
                  <a:pt x="6729222" y="918972"/>
                </a:lnTo>
                <a:lnTo>
                  <a:pt x="6761988" y="902258"/>
                </a:lnTo>
                <a:lnTo>
                  <a:pt x="6805422" y="880110"/>
                </a:lnTo>
                <a:lnTo>
                  <a:pt x="6778155" y="860247"/>
                </a:lnTo>
                <a:lnTo>
                  <a:pt x="7342632" y="83820"/>
                </a:lnTo>
                <a:lnTo>
                  <a:pt x="7344156" y="80010"/>
                </a:lnTo>
                <a:close/>
              </a:path>
              <a:path w="8101330" h="919479">
                <a:moveTo>
                  <a:pt x="7724381" y="80010"/>
                </a:moveTo>
                <a:lnTo>
                  <a:pt x="7722095" y="76962"/>
                </a:lnTo>
                <a:lnTo>
                  <a:pt x="7719047" y="76200"/>
                </a:lnTo>
                <a:lnTo>
                  <a:pt x="7715999" y="78486"/>
                </a:lnTo>
                <a:lnTo>
                  <a:pt x="7295210" y="850176"/>
                </a:lnTo>
                <a:lnTo>
                  <a:pt x="7265657" y="834390"/>
                </a:lnTo>
                <a:lnTo>
                  <a:pt x="7262609" y="918972"/>
                </a:lnTo>
                <a:lnTo>
                  <a:pt x="7288517" y="900938"/>
                </a:lnTo>
                <a:lnTo>
                  <a:pt x="7332713" y="870204"/>
                </a:lnTo>
                <a:lnTo>
                  <a:pt x="7303630" y="854671"/>
                </a:lnTo>
                <a:lnTo>
                  <a:pt x="7724381" y="83058"/>
                </a:lnTo>
                <a:lnTo>
                  <a:pt x="7724381" y="80010"/>
                </a:lnTo>
                <a:close/>
              </a:path>
              <a:path w="8101330" h="919479">
                <a:moveTo>
                  <a:pt x="8100809" y="80772"/>
                </a:moveTo>
                <a:lnTo>
                  <a:pt x="8024609" y="42672"/>
                </a:lnTo>
                <a:lnTo>
                  <a:pt x="8024609" y="76200"/>
                </a:lnTo>
                <a:lnTo>
                  <a:pt x="7796009" y="76200"/>
                </a:lnTo>
                <a:lnTo>
                  <a:pt x="7792961" y="77724"/>
                </a:lnTo>
                <a:lnTo>
                  <a:pt x="7791437" y="80772"/>
                </a:lnTo>
                <a:lnTo>
                  <a:pt x="7792961" y="84582"/>
                </a:lnTo>
                <a:lnTo>
                  <a:pt x="7796009" y="86106"/>
                </a:lnTo>
                <a:lnTo>
                  <a:pt x="8024609" y="86106"/>
                </a:lnTo>
                <a:lnTo>
                  <a:pt x="8024609" y="118872"/>
                </a:lnTo>
                <a:lnTo>
                  <a:pt x="8042135" y="110109"/>
                </a:lnTo>
                <a:lnTo>
                  <a:pt x="8100809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16" name="object 116">
            <a:extLst>
              <a:ext uri="{FF2B5EF4-FFF2-40B4-BE49-F238E27FC236}">
                <a16:creationId xmlns:a16="http://schemas.microsoft.com/office/drawing/2014/main" id="{299435BD-405A-5C32-2292-0E01F00E4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073925"/>
              </p:ext>
            </p:extLst>
          </p:nvPr>
        </p:nvGraphicFramePr>
        <p:xfrm>
          <a:off x="3108837" y="5897362"/>
          <a:ext cx="1097510" cy="285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3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" name="object 117">
            <a:extLst>
              <a:ext uri="{FF2B5EF4-FFF2-40B4-BE49-F238E27FC236}">
                <a16:creationId xmlns:a16="http://schemas.microsoft.com/office/drawing/2014/main" id="{12003C15-9913-BC63-AB36-AA633B449A56}"/>
              </a:ext>
            </a:extLst>
          </p:cNvPr>
          <p:cNvSpPr/>
          <p:nvPr/>
        </p:nvSpPr>
        <p:spPr>
          <a:xfrm>
            <a:off x="3316304" y="5137454"/>
            <a:ext cx="224569" cy="695589"/>
          </a:xfrm>
          <a:custGeom>
            <a:avLst/>
            <a:gdLst/>
            <a:ahLst/>
            <a:cxnLst/>
            <a:rect l="l" t="t" r="r" b="b"/>
            <a:pathLst>
              <a:path w="247650" h="767079">
                <a:moveTo>
                  <a:pt x="215748" y="692490"/>
                </a:moveTo>
                <a:lnTo>
                  <a:pt x="9143" y="3810"/>
                </a:lnTo>
                <a:lnTo>
                  <a:pt x="6857" y="762"/>
                </a:lnTo>
                <a:lnTo>
                  <a:pt x="3809" y="0"/>
                </a:lnTo>
                <a:lnTo>
                  <a:pt x="761" y="2286"/>
                </a:lnTo>
                <a:lnTo>
                  <a:pt x="0" y="6096"/>
                </a:lnTo>
                <a:lnTo>
                  <a:pt x="206743" y="695239"/>
                </a:lnTo>
                <a:lnTo>
                  <a:pt x="215748" y="692490"/>
                </a:lnTo>
                <a:close/>
              </a:path>
              <a:path w="247650" h="767079">
                <a:moveTo>
                  <a:pt x="219456" y="751953"/>
                </a:moveTo>
                <a:lnTo>
                  <a:pt x="219456" y="708660"/>
                </a:lnTo>
                <a:lnTo>
                  <a:pt x="216408" y="710184"/>
                </a:lnTo>
                <a:lnTo>
                  <a:pt x="212598" y="710184"/>
                </a:lnTo>
                <a:lnTo>
                  <a:pt x="210312" y="707136"/>
                </a:lnTo>
                <a:lnTo>
                  <a:pt x="206743" y="695239"/>
                </a:lnTo>
                <a:lnTo>
                  <a:pt x="175260" y="704850"/>
                </a:lnTo>
                <a:lnTo>
                  <a:pt x="219456" y="751953"/>
                </a:lnTo>
                <a:close/>
              </a:path>
              <a:path w="247650" h="767079">
                <a:moveTo>
                  <a:pt x="219456" y="708660"/>
                </a:moveTo>
                <a:lnTo>
                  <a:pt x="219456" y="704850"/>
                </a:lnTo>
                <a:lnTo>
                  <a:pt x="215748" y="692490"/>
                </a:lnTo>
                <a:lnTo>
                  <a:pt x="206743" y="695239"/>
                </a:lnTo>
                <a:lnTo>
                  <a:pt x="210312" y="707136"/>
                </a:lnTo>
                <a:lnTo>
                  <a:pt x="212598" y="710184"/>
                </a:lnTo>
                <a:lnTo>
                  <a:pt x="216408" y="710184"/>
                </a:lnTo>
                <a:lnTo>
                  <a:pt x="219456" y="708660"/>
                </a:lnTo>
                <a:close/>
              </a:path>
              <a:path w="247650" h="767079">
                <a:moveTo>
                  <a:pt x="247650" y="682752"/>
                </a:moveTo>
                <a:lnTo>
                  <a:pt x="215748" y="692490"/>
                </a:lnTo>
                <a:lnTo>
                  <a:pt x="219456" y="704850"/>
                </a:lnTo>
                <a:lnTo>
                  <a:pt x="219456" y="751953"/>
                </a:lnTo>
                <a:lnTo>
                  <a:pt x="233172" y="766572"/>
                </a:lnTo>
                <a:lnTo>
                  <a:pt x="247650" y="682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8" name="object 118">
            <a:extLst>
              <a:ext uri="{FF2B5EF4-FFF2-40B4-BE49-F238E27FC236}">
                <a16:creationId xmlns:a16="http://schemas.microsoft.com/office/drawing/2014/main" id="{AE43BB6A-7C48-E743-CA34-63B6225370FB}"/>
              </a:ext>
            </a:extLst>
          </p:cNvPr>
          <p:cNvSpPr txBox="1"/>
          <p:nvPr/>
        </p:nvSpPr>
        <p:spPr>
          <a:xfrm>
            <a:off x="6568067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9" name="object 119">
            <a:extLst>
              <a:ext uri="{FF2B5EF4-FFF2-40B4-BE49-F238E27FC236}">
                <a16:creationId xmlns:a16="http://schemas.microsoft.com/office/drawing/2014/main" id="{284DF361-19EF-E6C5-BC7A-9A7D00D2053C}"/>
              </a:ext>
            </a:extLst>
          </p:cNvPr>
          <p:cNvSpPr/>
          <p:nvPr/>
        </p:nvSpPr>
        <p:spPr>
          <a:xfrm>
            <a:off x="6080233" y="5137454"/>
            <a:ext cx="626491" cy="764687"/>
          </a:xfrm>
          <a:custGeom>
            <a:avLst/>
            <a:gdLst/>
            <a:ahLst/>
            <a:cxnLst/>
            <a:rect l="l" t="t" r="r" b="b"/>
            <a:pathLst>
              <a:path w="690879" h="843279">
                <a:moveTo>
                  <a:pt x="645851" y="781238"/>
                </a:moveTo>
                <a:lnTo>
                  <a:pt x="8382" y="1524"/>
                </a:lnTo>
                <a:lnTo>
                  <a:pt x="5334" y="0"/>
                </a:lnTo>
                <a:lnTo>
                  <a:pt x="1524" y="762"/>
                </a:lnTo>
                <a:lnTo>
                  <a:pt x="0" y="4572"/>
                </a:lnTo>
                <a:lnTo>
                  <a:pt x="762" y="7620"/>
                </a:lnTo>
                <a:lnTo>
                  <a:pt x="638757" y="787058"/>
                </a:lnTo>
                <a:lnTo>
                  <a:pt x="645851" y="781238"/>
                </a:lnTo>
                <a:close/>
              </a:path>
              <a:path w="690879" h="843279">
                <a:moveTo>
                  <a:pt x="655320" y="827307"/>
                </a:moveTo>
                <a:lnTo>
                  <a:pt x="655320" y="794004"/>
                </a:lnTo>
                <a:lnTo>
                  <a:pt x="653796" y="797814"/>
                </a:lnTo>
                <a:lnTo>
                  <a:pt x="649986" y="798576"/>
                </a:lnTo>
                <a:lnTo>
                  <a:pt x="646938" y="797052"/>
                </a:lnTo>
                <a:lnTo>
                  <a:pt x="638757" y="787058"/>
                </a:lnTo>
                <a:lnTo>
                  <a:pt x="612648" y="808482"/>
                </a:lnTo>
                <a:lnTo>
                  <a:pt x="655320" y="827307"/>
                </a:lnTo>
                <a:close/>
              </a:path>
              <a:path w="690879" h="843279">
                <a:moveTo>
                  <a:pt x="655320" y="794004"/>
                </a:moveTo>
                <a:lnTo>
                  <a:pt x="653796" y="790956"/>
                </a:lnTo>
                <a:lnTo>
                  <a:pt x="645851" y="781238"/>
                </a:lnTo>
                <a:lnTo>
                  <a:pt x="638757" y="787058"/>
                </a:lnTo>
                <a:lnTo>
                  <a:pt x="646938" y="797052"/>
                </a:lnTo>
                <a:lnTo>
                  <a:pt x="649986" y="798576"/>
                </a:lnTo>
                <a:lnTo>
                  <a:pt x="653796" y="797814"/>
                </a:lnTo>
                <a:lnTo>
                  <a:pt x="655320" y="794004"/>
                </a:lnTo>
                <a:close/>
              </a:path>
              <a:path w="690879" h="843279">
                <a:moveTo>
                  <a:pt x="690372" y="842772"/>
                </a:moveTo>
                <a:lnTo>
                  <a:pt x="672084" y="759714"/>
                </a:lnTo>
                <a:lnTo>
                  <a:pt x="645851" y="781238"/>
                </a:lnTo>
                <a:lnTo>
                  <a:pt x="653796" y="790956"/>
                </a:lnTo>
                <a:lnTo>
                  <a:pt x="655320" y="794004"/>
                </a:lnTo>
                <a:lnTo>
                  <a:pt x="655320" y="827307"/>
                </a:lnTo>
                <a:lnTo>
                  <a:pt x="690372" y="842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0" name="object 120">
            <a:extLst>
              <a:ext uri="{FF2B5EF4-FFF2-40B4-BE49-F238E27FC236}">
                <a16:creationId xmlns:a16="http://schemas.microsoft.com/office/drawing/2014/main" id="{58C77A44-698D-DA85-520E-01FF6BAE32F7}"/>
              </a:ext>
            </a:extLst>
          </p:cNvPr>
          <p:cNvSpPr txBox="1"/>
          <p:nvPr/>
        </p:nvSpPr>
        <p:spPr>
          <a:xfrm>
            <a:off x="5413435" y="4655378"/>
            <a:ext cx="101344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84645">
              <a:spcBef>
                <a:spcPts val="86"/>
              </a:spcBef>
              <a:tabLst>
                <a:tab pos="439349" algn="l"/>
                <a:tab pos="772747" algn="l"/>
              </a:tabLst>
            </a:pPr>
            <a:r>
              <a:rPr sz="1270" spc="-23" dirty="0">
                <a:latin typeface="Times New Roman"/>
                <a:cs typeface="Times New Roman"/>
              </a:rPr>
              <a:t>30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40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21" name="object 121">
            <a:extLst>
              <a:ext uri="{FF2B5EF4-FFF2-40B4-BE49-F238E27FC236}">
                <a16:creationId xmlns:a16="http://schemas.microsoft.com/office/drawing/2014/main" id="{24F28F2C-B9E6-5ABA-6B13-2D99E1D19F3E}"/>
              </a:ext>
            </a:extLst>
          </p:cNvPr>
          <p:cNvSpPr/>
          <p:nvPr/>
        </p:nvSpPr>
        <p:spPr>
          <a:xfrm>
            <a:off x="1950232" y="4273737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2" name="object 122">
            <a:extLst>
              <a:ext uri="{FF2B5EF4-FFF2-40B4-BE49-F238E27FC236}">
                <a16:creationId xmlns:a16="http://schemas.microsoft.com/office/drawing/2014/main" id="{4C57888B-6AEC-2F9A-6D18-43E898E6F3BE}"/>
              </a:ext>
            </a:extLst>
          </p:cNvPr>
          <p:cNvSpPr/>
          <p:nvPr/>
        </p:nvSpPr>
        <p:spPr>
          <a:xfrm>
            <a:off x="1950232" y="5615625"/>
            <a:ext cx="125528" cy="34549"/>
          </a:xfrm>
          <a:custGeom>
            <a:avLst/>
            <a:gdLst/>
            <a:ahLst/>
            <a:cxnLst/>
            <a:rect l="l" t="t" r="r" b="b"/>
            <a:pathLst>
              <a:path w="138430" h="38100">
                <a:moveTo>
                  <a:pt x="137922" y="25908"/>
                </a:moveTo>
                <a:lnTo>
                  <a:pt x="0" y="25209"/>
                </a:lnTo>
                <a:lnTo>
                  <a:pt x="0" y="38100"/>
                </a:lnTo>
                <a:lnTo>
                  <a:pt x="137922" y="38100"/>
                </a:lnTo>
                <a:lnTo>
                  <a:pt x="137922" y="25908"/>
                </a:lnTo>
                <a:close/>
              </a:path>
              <a:path w="138430" h="38100">
                <a:moveTo>
                  <a:pt x="137922" y="0"/>
                </a:moveTo>
                <a:lnTo>
                  <a:pt x="0" y="0"/>
                </a:lnTo>
                <a:lnTo>
                  <a:pt x="0" y="12255"/>
                </a:lnTo>
                <a:lnTo>
                  <a:pt x="137922" y="12954"/>
                </a:lnTo>
                <a:lnTo>
                  <a:pt x="137922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4" name="object 124">
            <a:extLst>
              <a:ext uri="{FF2B5EF4-FFF2-40B4-BE49-F238E27FC236}">
                <a16:creationId xmlns:a16="http://schemas.microsoft.com/office/drawing/2014/main" id="{0F8EE956-B8E1-B949-FB48-39AB9EF90440}"/>
              </a:ext>
            </a:extLst>
          </p:cNvPr>
          <p:cNvSpPr/>
          <p:nvPr/>
        </p:nvSpPr>
        <p:spPr>
          <a:xfrm>
            <a:off x="5393398" y="4630964"/>
            <a:ext cx="1381965" cy="0"/>
          </a:xfrm>
          <a:custGeom>
            <a:avLst/>
            <a:gdLst/>
            <a:ahLst/>
            <a:cxnLst/>
            <a:rect l="l" t="t" r="r" b="b"/>
            <a:pathLst>
              <a:path w="152400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5" name="object 125">
            <a:extLst>
              <a:ext uri="{FF2B5EF4-FFF2-40B4-BE49-F238E27FC236}">
                <a16:creationId xmlns:a16="http://schemas.microsoft.com/office/drawing/2014/main" id="{FEC32A78-4B0C-6F0F-E423-6440C4CF61E8}"/>
              </a:ext>
            </a:extLst>
          </p:cNvPr>
          <p:cNvSpPr/>
          <p:nvPr/>
        </p:nvSpPr>
        <p:spPr>
          <a:xfrm>
            <a:off x="5393398" y="4941906"/>
            <a:ext cx="1381965" cy="0"/>
          </a:xfrm>
          <a:custGeom>
            <a:avLst/>
            <a:gdLst/>
            <a:ahLst/>
            <a:cxnLst/>
            <a:rect l="l" t="t" r="r" b="b"/>
            <a:pathLst>
              <a:path w="152400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6" name="object 126">
            <a:extLst>
              <a:ext uri="{FF2B5EF4-FFF2-40B4-BE49-F238E27FC236}">
                <a16:creationId xmlns:a16="http://schemas.microsoft.com/office/drawing/2014/main" id="{0760923F-31E0-526E-90DD-1BB6F93B26A0}"/>
              </a:ext>
            </a:extLst>
          </p:cNvPr>
          <p:cNvSpPr/>
          <p:nvPr/>
        </p:nvSpPr>
        <p:spPr>
          <a:xfrm>
            <a:off x="5393398" y="5252848"/>
            <a:ext cx="1381965" cy="0"/>
          </a:xfrm>
          <a:custGeom>
            <a:avLst/>
            <a:gdLst/>
            <a:ahLst/>
            <a:cxnLst/>
            <a:rect l="l" t="t" r="r" b="b"/>
            <a:pathLst>
              <a:path w="152400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7" name="object 127">
            <a:extLst>
              <a:ext uri="{FF2B5EF4-FFF2-40B4-BE49-F238E27FC236}">
                <a16:creationId xmlns:a16="http://schemas.microsoft.com/office/drawing/2014/main" id="{D421CACB-E405-07FB-F4C8-91B74A2A8359}"/>
              </a:ext>
            </a:extLst>
          </p:cNvPr>
          <p:cNvSpPr/>
          <p:nvPr/>
        </p:nvSpPr>
        <p:spPr>
          <a:xfrm>
            <a:off x="5393398" y="4630964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8" name="object 128">
            <a:extLst>
              <a:ext uri="{FF2B5EF4-FFF2-40B4-BE49-F238E27FC236}">
                <a16:creationId xmlns:a16="http://schemas.microsoft.com/office/drawing/2014/main" id="{192CDFEE-7E45-814C-5B87-6CDC024651B5}"/>
              </a:ext>
            </a:extLst>
          </p:cNvPr>
          <p:cNvSpPr/>
          <p:nvPr/>
        </p:nvSpPr>
        <p:spPr>
          <a:xfrm>
            <a:off x="6775362" y="4630964"/>
            <a:ext cx="0" cy="62188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BF2C9EB6-E91A-C697-5093-D05B6EDE4787}"/>
              </a:ext>
            </a:extLst>
          </p:cNvPr>
          <p:cNvSpPr/>
          <p:nvPr/>
        </p:nvSpPr>
        <p:spPr>
          <a:xfrm>
            <a:off x="6101655" y="463096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CB42C63A-6CAD-AB44-90D6-1A797BFC3AAA}"/>
              </a:ext>
            </a:extLst>
          </p:cNvPr>
          <p:cNvSpPr/>
          <p:nvPr/>
        </p:nvSpPr>
        <p:spPr>
          <a:xfrm>
            <a:off x="5765146" y="463096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31" name="object 131">
            <a:extLst>
              <a:ext uri="{FF2B5EF4-FFF2-40B4-BE49-F238E27FC236}">
                <a16:creationId xmlns:a16="http://schemas.microsoft.com/office/drawing/2014/main" id="{9F6AE908-CDDF-F774-A02F-879037BBF15B}"/>
              </a:ext>
            </a:extLst>
          </p:cNvPr>
          <p:cNvSpPr/>
          <p:nvPr/>
        </p:nvSpPr>
        <p:spPr>
          <a:xfrm>
            <a:off x="6432635" y="4630964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32" name="object 132">
            <a:extLst>
              <a:ext uri="{FF2B5EF4-FFF2-40B4-BE49-F238E27FC236}">
                <a16:creationId xmlns:a16="http://schemas.microsoft.com/office/drawing/2014/main" id="{E1C57B25-6B4D-8BE8-7786-803D478BD347}"/>
              </a:ext>
            </a:extLst>
          </p:cNvPr>
          <p:cNvSpPr/>
          <p:nvPr/>
        </p:nvSpPr>
        <p:spPr>
          <a:xfrm>
            <a:off x="5596547" y="4941906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33" name="object 133">
            <a:extLst>
              <a:ext uri="{FF2B5EF4-FFF2-40B4-BE49-F238E27FC236}">
                <a16:creationId xmlns:a16="http://schemas.microsoft.com/office/drawing/2014/main" id="{58990B93-C68B-3634-B386-5813315E5B0F}"/>
              </a:ext>
            </a:extLst>
          </p:cNvPr>
          <p:cNvSpPr/>
          <p:nvPr/>
        </p:nvSpPr>
        <p:spPr>
          <a:xfrm>
            <a:off x="5933746" y="4941906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34" name="object 134">
            <a:extLst>
              <a:ext uri="{FF2B5EF4-FFF2-40B4-BE49-F238E27FC236}">
                <a16:creationId xmlns:a16="http://schemas.microsoft.com/office/drawing/2014/main" id="{6FC78C78-E1D9-90A7-F198-C52C3FC01B11}"/>
              </a:ext>
            </a:extLst>
          </p:cNvPr>
          <p:cNvSpPr/>
          <p:nvPr/>
        </p:nvSpPr>
        <p:spPr>
          <a:xfrm>
            <a:off x="6267490" y="4941906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35" name="object 135">
            <a:extLst>
              <a:ext uri="{FF2B5EF4-FFF2-40B4-BE49-F238E27FC236}">
                <a16:creationId xmlns:a16="http://schemas.microsoft.com/office/drawing/2014/main" id="{E49D756D-1536-6DCA-C3B5-043E7AF5671A}"/>
              </a:ext>
            </a:extLst>
          </p:cNvPr>
          <p:cNvSpPr/>
          <p:nvPr/>
        </p:nvSpPr>
        <p:spPr>
          <a:xfrm>
            <a:off x="6598471" y="4941906"/>
            <a:ext cx="0" cy="31094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pic>
        <p:nvPicPr>
          <p:cNvPr id="136" name="object 136">
            <a:extLst>
              <a:ext uri="{FF2B5EF4-FFF2-40B4-BE49-F238E27FC236}">
                <a16:creationId xmlns:a16="http://schemas.microsoft.com/office/drawing/2014/main" id="{B3477F8D-AB77-F6BF-B73C-1A73505BFF9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2118" y="5107051"/>
            <a:ext cx="211441" cy="69098"/>
          </a:xfrm>
          <a:prstGeom prst="rect">
            <a:avLst/>
          </a:prstGeom>
        </p:spPr>
      </p:pic>
      <p:sp>
        <p:nvSpPr>
          <p:cNvPr id="137" name="object 137">
            <a:extLst>
              <a:ext uri="{FF2B5EF4-FFF2-40B4-BE49-F238E27FC236}">
                <a16:creationId xmlns:a16="http://schemas.microsoft.com/office/drawing/2014/main" id="{9828043B-478A-74F1-71B2-FFAB2D93A907}"/>
              </a:ext>
            </a:extLst>
          </p:cNvPr>
          <p:cNvSpPr/>
          <p:nvPr/>
        </p:nvSpPr>
        <p:spPr>
          <a:xfrm>
            <a:off x="4483374" y="3816296"/>
            <a:ext cx="910369" cy="841846"/>
          </a:xfrm>
          <a:custGeom>
            <a:avLst/>
            <a:gdLst/>
            <a:ahLst/>
            <a:cxnLst/>
            <a:rect l="l" t="t" r="r" b="b"/>
            <a:pathLst>
              <a:path w="1003935" h="928370">
                <a:moveTo>
                  <a:pt x="932541" y="836835"/>
                </a:moveTo>
                <a:lnTo>
                  <a:pt x="25908" y="0"/>
                </a:lnTo>
                <a:lnTo>
                  <a:pt x="0" y="28194"/>
                </a:lnTo>
                <a:lnTo>
                  <a:pt x="906633" y="865029"/>
                </a:lnTo>
                <a:lnTo>
                  <a:pt x="932541" y="836835"/>
                </a:lnTo>
                <a:close/>
              </a:path>
              <a:path w="1003935" h="928370">
                <a:moveTo>
                  <a:pt x="946404" y="911787"/>
                </a:moveTo>
                <a:lnTo>
                  <a:pt x="946404" y="849630"/>
                </a:lnTo>
                <a:lnTo>
                  <a:pt x="920496" y="877824"/>
                </a:lnTo>
                <a:lnTo>
                  <a:pt x="906633" y="865029"/>
                </a:lnTo>
                <a:lnTo>
                  <a:pt x="880872" y="893063"/>
                </a:lnTo>
                <a:lnTo>
                  <a:pt x="946404" y="911787"/>
                </a:lnTo>
                <a:close/>
              </a:path>
              <a:path w="1003935" h="928370">
                <a:moveTo>
                  <a:pt x="946404" y="849630"/>
                </a:moveTo>
                <a:lnTo>
                  <a:pt x="932541" y="836835"/>
                </a:lnTo>
                <a:lnTo>
                  <a:pt x="906633" y="865029"/>
                </a:lnTo>
                <a:lnTo>
                  <a:pt x="920496" y="877824"/>
                </a:lnTo>
                <a:lnTo>
                  <a:pt x="946404" y="849630"/>
                </a:lnTo>
                <a:close/>
              </a:path>
              <a:path w="1003935" h="928370">
                <a:moveTo>
                  <a:pt x="1003554" y="928116"/>
                </a:moveTo>
                <a:lnTo>
                  <a:pt x="958596" y="808481"/>
                </a:lnTo>
                <a:lnTo>
                  <a:pt x="932541" y="836835"/>
                </a:lnTo>
                <a:lnTo>
                  <a:pt x="946404" y="849630"/>
                </a:lnTo>
                <a:lnTo>
                  <a:pt x="946404" y="911787"/>
                </a:lnTo>
                <a:lnTo>
                  <a:pt x="1003554" y="92811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38" name="object 138">
            <a:extLst>
              <a:ext uri="{FF2B5EF4-FFF2-40B4-BE49-F238E27FC236}">
                <a16:creationId xmlns:a16="http://schemas.microsoft.com/office/drawing/2014/main" id="{BB463CD2-E449-2D90-DD7E-E1EAE7E35E2C}"/>
              </a:ext>
            </a:extLst>
          </p:cNvPr>
          <p:cNvSpPr/>
          <p:nvPr/>
        </p:nvSpPr>
        <p:spPr>
          <a:xfrm>
            <a:off x="2178948" y="4274428"/>
            <a:ext cx="8063188" cy="1376782"/>
          </a:xfrm>
          <a:custGeom>
            <a:avLst/>
            <a:gdLst/>
            <a:ahLst/>
            <a:cxnLst/>
            <a:rect l="l" t="t" r="r" b="b"/>
            <a:pathLst>
              <a:path w="8891905" h="1518285">
                <a:moveTo>
                  <a:pt x="152400" y="1505712"/>
                </a:moveTo>
                <a:lnTo>
                  <a:pt x="0" y="1504950"/>
                </a:lnTo>
                <a:lnTo>
                  <a:pt x="0" y="1517904"/>
                </a:lnTo>
                <a:lnTo>
                  <a:pt x="152400" y="1517904"/>
                </a:lnTo>
                <a:lnTo>
                  <a:pt x="152400" y="1505712"/>
                </a:lnTo>
                <a:close/>
              </a:path>
              <a:path w="8891905" h="1518285">
                <a:moveTo>
                  <a:pt x="152400" y="1479804"/>
                </a:moveTo>
                <a:lnTo>
                  <a:pt x="0" y="1479804"/>
                </a:lnTo>
                <a:lnTo>
                  <a:pt x="0" y="1491996"/>
                </a:lnTo>
                <a:lnTo>
                  <a:pt x="152400" y="1492758"/>
                </a:lnTo>
                <a:lnTo>
                  <a:pt x="152400" y="1479804"/>
                </a:lnTo>
                <a:close/>
              </a:path>
              <a:path w="8891905" h="1518285">
                <a:moveTo>
                  <a:pt x="166878" y="25908"/>
                </a:moveTo>
                <a:lnTo>
                  <a:pt x="14478" y="25146"/>
                </a:lnTo>
                <a:lnTo>
                  <a:pt x="14478" y="38100"/>
                </a:lnTo>
                <a:lnTo>
                  <a:pt x="166878" y="38862"/>
                </a:lnTo>
                <a:lnTo>
                  <a:pt x="166878" y="25908"/>
                </a:lnTo>
                <a:close/>
              </a:path>
              <a:path w="8891905" h="1518285">
                <a:moveTo>
                  <a:pt x="166878" y="762"/>
                </a:moveTo>
                <a:lnTo>
                  <a:pt x="14478" y="0"/>
                </a:lnTo>
                <a:lnTo>
                  <a:pt x="14478" y="12954"/>
                </a:lnTo>
                <a:lnTo>
                  <a:pt x="166878" y="12954"/>
                </a:lnTo>
                <a:lnTo>
                  <a:pt x="166878" y="762"/>
                </a:lnTo>
                <a:close/>
              </a:path>
              <a:path w="8891905" h="1518285">
                <a:moveTo>
                  <a:pt x="419100" y="1481328"/>
                </a:moveTo>
                <a:lnTo>
                  <a:pt x="266700" y="1480566"/>
                </a:lnTo>
                <a:lnTo>
                  <a:pt x="266700" y="1493520"/>
                </a:lnTo>
                <a:lnTo>
                  <a:pt x="419100" y="1493520"/>
                </a:lnTo>
                <a:lnTo>
                  <a:pt x="419100" y="1481328"/>
                </a:lnTo>
                <a:close/>
              </a:path>
              <a:path w="8891905" h="1518285">
                <a:moveTo>
                  <a:pt x="433578" y="26670"/>
                </a:moveTo>
                <a:lnTo>
                  <a:pt x="281178" y="26670"/>
                </a:lnTo>
                <a:lnTo>
                  <a:pt x="281178" y="38862"/>
                </a:lnTo>
                <a:lnTo>
                  <a:pt x="433578" y="39624"/>
                </a:lnTo>
                <a:lnTo>
                  <a:pt x="433578" y="26670"/>
                </a:lnTo>
                <a:close/>
              </a:path>
              <a:path w="8891905" h="1518285">
                <a:moveTo>
                  <a:pt x="433578" y="1524"/>
                </a:moveTo>
                <a:lnTo>
                  <a:pt x="281178" y="762"/>
                </a:lnTo>
                <a:lnTo>
                  <a:pt x="281178" y="13716"/>
                </a:lnTo>
                <a:lnTo>
                  <a:pt x="433578" y="14478"/>
                </a:lnTo>
                <a:lnTo>
                  <a:pt x="433578" y="1524"/>
                </a:lnTo>
                <a:close/>
              </a:path>
              <a:path w="8891905" h="1518285">
                <a:moveTo>
                  <a:pt x="700278" y="27432"/>
                </a:moveTo>
                <a:lnTo>
                  <a:pt x="547878" y="27432"/>
                </a:lnTo>
                <a:lnTo>
                  <a:pt x="547878" y="39624"/>
                </a:lnTo>
                <a:lnTo>
                  <a:pt x="700278" y="40386"/>
                </a:lnTo>
                <a:lnTo>
                  <a:pt x="700278" y="27432"/>
                </a:lnTo>
                <a:close/>
              </a:path>
              <a:path w="8891905" h="1518285">
                <a:moveTo>
                  <a:pt x="700278" y="2286"/>
                </a:moveTo>
                <a:lnTo>
                  <a:pt x="547878" y="1524"/>
                </a:lnTo>
                <a:lnTo>
                  <a:pt x="547878" y="14478"/>
                </a:lnTo>
                <a:lnTo>
                  <a:pt x="700278" y="15240"/>
                </a:lnTo>
                <a:lnTo>
                  <a:pt x="700278" y="2286"/>
                </a:lnTo>
                <a:close/>
              </a:path>
              <a:path w="8891905" h="1518285">
                <a:moveTo>
                  <a:pt x="966978" y="28194"/>
                </a:moveTo>
                <a:lnTo>
                  <a:pt x="814578" y="28194"/>
                </a:lnTo>
                <a:lnTo>
                  <a:pt x="814578" y="40386"/>
                </a:lnTo>
                <a:lnTo>
                  <a:pt x="966978" y="41148"/>
                </a:lnTo>
                <a:lnTo>
                  <a:pt x="966978" y="28194"/>
                </a:lnTo>
                <a:close/>
              </a:path>
              <a:path w="8891905" h="1518285">
                <a:moveTo>
                  <a:pt x="966978" y="3048"/>
                </a:moveTo>
                <a:lnTo>
                  <a:pt x="814578" y="2286"/>
                </a:lnTo>
                <a:lnTo>
                  <a:pt x="814578" y="15240"/>
                </a:lnTo>
                <a:lnTo>
                  <a:pt x="966978" y="16002"/>
                </a:lnTo>
                <a:lnTo>
                  <a:pt x="966978" y="3048"/>
                </a:lnTo>
                <a:close/>
              </a:path>
              <a:path w="8891905" h="1518285">
                <a:moveTo>
                  <a:pt x="1233678" y="28956"/>
                </a:moveTo>
                <a:lnTo>
                  <a:pt x="1081278" y="28956"/>
                </a:lnTo>
                <a:lnTo>
                  <a:pt x="1081278" y="41910"/>
                </a:lnTo>
                <a:lnTo>
                  <a:pt x="1233678" y="41910"/>
                </a:lnTo>
                <a:lnTo>
                  <a:pt x="1233678" y="28956"/>
                </a:lnTo>
                <a:close/>
              </a:path>
              <a:path w="8891905" h="1518285">
                <a:moveTo>
                  <a:pt x="1233678" y="3810"/>
                </a:moveTo>
                <a:lnTo>
                  <a:pt x="1081278" y="3810"/>
                </a:lnTo>
                <a:lnTo>
                  <a:pt x="1081278" y="16002"/>
                </a:lnTo>
                <a:lnTo>
                  <a:pt x="1233678" y="16764"/>
                </a:lnTo>
                <a:lnTo>
                  <a:pt x="1233678" y="3810"/>
                </a:lnTo>
                <a:close/>
              </a:path>
              <a:path w="8891905" h="1518285">
                <a:moveTo>
                  <a:pt x="1500378" y="30480"/>
                </a:moveTo>
                <a:lnTo>
                  <a:pt x="1347978" y="29718"/>
                </a:lnTo>
                <a:lnTo>
                  <a:pt x="1347978" y="42672"/>
                </a:lnTo>
                <a:lnTo>
                  <a:pt x="1500378" y="42672"/>
                </a:lnTo>
                <a:lnTo>
                  <a:pt x="1500378" y="30480"/>
                </a:lnTo>
                <a:close/>
              </a:path>
              <a:path w="8891905" h="1518285">
                <a:moveTo>
                  <a:pt x="1500378" y="4572"/>
                </a:moveTo>
                <a:lnTo>
                  <a:pt x="1347978" y="4572"/>
                </a:lnTo>
                <a:lnTo>
                  <a:pt x="1347978" y="16764"/>
                </a:lnTo>
                <a:lnTo>
                  <a:pt x="1500378" y="17526"/>
                </a:lnTo>
                <a:lnTo>
                  <a:pt x="1500378" y="4572"/>
                </a:lnTo>
                <a:close/>
              </a:path>
              <a:path w="8891905" h="1518285">
                <a:moveTo>
                  <a:pt x="1767078" y="31242"/>
                </a:moveTo>
                <a:lnTo>
                  <a:pt x="1614678" y="30480"/>
                </a:lnTo>
                <a:lnTo>
                  <a:pt x="1614678" y="43434"/>
                </a:lnTo>
                <a:lnTo>
                  <a:pt x="1767078" y="43434"/>
                </a:lnTo>
                <a:lnTo>
                  <a:pt x="1767078" y="31242"/>
                </a:lnTo>
                <a:close/>
              </a:path>
              <a:path w="8891905" h="1518285">
                <a:moveTo>
                  <a:pt x="1767078" y="5334"/>
                </a:moveTo>
                <a:lnTo>
                  <a:pt x="1614678" y="5334"/>
                </a:lnTo>
                <a:lnTo>
                  <a:pt x="1614678" y="17526"/>
                </a:lnTo>
                <a:lnTo>
                  <a:pt x="1767078" y="18288"/>
                </a:lnTo>
                <a:lnTo>
                  <a:pt x="1767078" y="5334"/>
                </a:lnTo>
                <a:close/>
              </a:path>
              <a:path w="8891905" h="1518285">
                <a:moveTo>
                  <a:pt x="2033778" y="32004"/>
                </a:moveTo>
                <a:lnTo>
                  <a:pt x="1881378" y="31242"/>
                </a:lnTo>
                <a:lnTo>
                  <a:pt x="1881378" y="44196"/>
                </a:lnTo>
                <a:lnTo>
                  <a:pt x="2033778" y="44196"/>
                </a:lnTo>
                <a:lnTo>
                  <a:pt x="2033778" y="32004"/>
                </a:lnTo>
                <a:close/>
              </a:path>
              <a:path w="8891905" h="1518285">
                <a:moveTo>
                  <a:pt x="2033778" y="6096"/>
                </a:moveTo>
                <a:lnTo>
                  <a:pt x="1881378" y="6096"/>
                </a:lnTo>
                <a:lnTo>
                  <a:pt x="1881378" y="18288"/>
                </a:lnTo>
                <a:lnTo>
                  <a:pt x="2033778" y="19050"/>
                </a:lnTo>
                <a:lnTo>
                  <a:pt x="2033778" y="6096"/>
                </a:lnTo>
                <a:close/>
              </a:path>
              <a:path w="8891905" h="1518285">
                <a:moveTo>
                  <a:pt x="2300478" y="32766"/>
                </a:moveTo>
                <a:lnTo>
                  <a:pt x="2148078" y="32004"/>
                </a:lnTo>
                <a:lnTo>
                  <a:pt x="2148078" y="44958"/>
                </a:lnTo>
                <a:lnTo>
                  <a:pt x="2300478" y="45720"/>
                </a:lnTo>
                <a:lnTo>
                  <a:pt x="2300478" y="32766"/>
                </a:lnTo>
                <a:close/>
              </a:path>
              <a:path w="8891905" h="1518285">
                <a:moveTo>
                  <a:pt x="2300478" y="7620"/>
                </a:moveTo>
                <a:lnTo>
                  <a:pt x="2148078" y="6858"/>
                </a:lnTo>
                <a:lnTo>
                  <a:pt x="2148078" y="19812"/>
                </a:lnTo>
                <a:lnTo>
                  <a:pt x="2300478" y="19812"/>
                </a:lnTo>
                <a:lnTo>
                  <a:pt x="2300478" y="7620"/>
                </a:lnTo>
                <a:close/>
              </a:path>
              <a:path w="8891905" h="1518285">
                <a:moveTo>
                  <a:pt x="2567178" y="33528"/>
                </a:moveTo>
                <a:lnTo>
                  <a:pt x="2414778" y="32766"/>
                </a:lnTo>
                <a:lnTo>
                  <a:pt x="2414778" y="45720"/>
                </a:lnTo>
                <a:lnTo>
                  <a:pt x="2567178" y="46482"/>
                </a:lnTo>
                <a:lnTo>
                  <a:pt x="2567178" y="33528"/>
                </a:lnTo>
                <a:close/>
              </a:path>
              <a:path w="8891905" h="1518285">
                <a:moveTo>
                  <a:pt x="2567178" y="8382"/>
                </a:moveTo>
                <a:lnTo>
                  <a:pt x="2414778" y="7620"/>
                </a:lnTo>
                <a:lnTo>
                  <a:pt x="2414778" y="20574"/>
                </a:lnTo>
                <a:lnTo>
                  <a:pt x="2567178" y="20574"/>
                </a:lnTo>
                <a:lnTo>
                  <a:pt x="2567178" y="8382"/>
                </a:lnTo>
                <a:close/>
              </a:path>
              <a:path w="8891905" h="1518285">
                <a:moveTo>
                  <a:pt x="2833878" y="34290"/>
                </a:moveTo>
                <a:lnTo>
                  <a:pt x="2681478" y="33528"/>
                </a:lnTo>
                <a:lnTo>
                  <a:pt x="2681478" y="46482"/>
                </a:lnTo>
                <a:lnTo>
                  <a:pt x="2833878" y="47244"/>
                </a:lnTo>
                <a:lnTo>
                  <a:pt x="2833878" y="34290"/>
                </a:lnTo>
                <a:close/>
              </a:path>
              <a:path w="8891905" h="1518285">
                <a:moveTo>
                  <a:pt x="2833878" y="9144"/>
                </a:moveTo>
                <a:lnTo>
                  <a:pt x="2681478" y="8382"/>
                </a:lnTo>
                <a:lnTo>
                  <a:pt x="2681478" y="21336"/>
                </a:lnTo>
                <a:lnTo>
                  <a:pt x="2833878" y="21336"/>
                </a:lnTo>
                <a:lnTo>
                  <a:pt x="2833878" y="9144"/>
                </a:lnTo>
                <a:close/>
              </a:path>
              <a:path w="8891905" h="1518285">
                <a:moveTo>
                  <a:pt x="3100578" y="35052"/>
                </a:moveTo>
                <a:lnTo>
                  <a:pt x="2948178" y="35052"/>
                </a:lnTo>
                <a:lnTo>
                  <a:pt x="2948178" y="47244"/>
                </a:lnTo>
                <a:lnTo>
                  <a:pt x="3100578" y="48006"/>
                </a:lnTo>
                <a:lnTo>
                  <a:pt x="3100578" y="35052"/>
                </a:lnTo>
                <a:close/>
              </a:path>
              <a:path w="8891905" h="1518285">
                <a:moveTo>
                  <a:pt x="3100578" y="9906"/>
                </a:moveTo>
                <a:lnTo>
                  <a:pt x="2948178" y="9144"/>
                </a:lnTo>
                <a:lnTo>
                  <a:pt x="2948178" y="22098"/>
                </a:lnTo>
                <a:lnTo>
                  <a:pt x="3100578" y="22098"/>
                </a:lnTo>
                <a:lnTo>
                  <a:pt x="3100578" y="9906"/>
                </a:lnTo>
                <a:close/>
              </a:path>
              <a:path w="8891905" h="1518285">
                <a:moveTo>
                  <a:pt x="3367278" y="35814"/>
                </a:moveTo>
                <a:lnTo>
                  <a:pt x="3214878" y="35814"/>
                </a:lnTo>
                <a:lnTo>
                  <a:pt x="3214878" y="48006"/>
                </a:lnTo>
                <a:lnTo>
                  <a:pt x="3367278" y="48768"/>
                </a:lnTo>
                <a:lnTo>
                  <a:pt x="3367278" y="35814"/>
                </a:lnTo>
                <a:close/>
              </a:path>
              <a:path w="8891905" h="1518285">
                <a:moveTo>
                  <a:pt x="3367278" y="10668"/>
                </a:moveTo>
                <a:lnTo>
                  <a:pt x="3214878" y="9906"/>
                </a:lnTo>
                <a:lnTo>
                  <a:pt x="3214878" y="22860"/>
                </a:lnTo>
                <a:lnTo>
                  <a:pt x="3367278" y="23622"/>
                </a:lnTo>
                <a:lnTo>
                  <a:pt x="3367278" y="10668"/>
                </a:lnTo>
                <a:close/>
              </a:path>
              <a:path w="8891905" h="1518285">
                <a:moveTo>
                  <a:pt x="3633978" y="36576"/>
                </a:moveTo>
                <a:lnTo>
                  <a:pt x="3481578" y="36576"/>
                </a:lnTo>
                <a:lnTo>
                  <a:pt x="3481578" y="48768"/>
                </a:lnTo>
                <a:lnTo>
                  <a:pt x="3633978" y="49530"/>
                </a:lnTo>
                <a:lnTo>
                  <a:pt x="3633978" y="36576"/>
                </a:lnTo>
                <a:close/>
              </a:path>
              <a:path w="8891905" h="1518285">
                <a:moveTo>
                  <a:pt x="3633978" y="11430"/>
                </a:moveTo>
                <a:lnTo>
                  <a:pt x="3481578" y="10668"/>
                </a:lnTo>
                <a:lnTo>
                  <a:pt x="3481578" y="23622"/>
                </a:lnTo>
                <a:lnTo>
                  <a:pt x="3633978" y="24384"/>
                </a:lnTo>
                <a:lnTo>
                  <a:pt x="3633978" y="11430"/>
                </a:lnTo>
                <a:close/>
              </a:path>
              <a:path w="8891905" h="1518285">
                <a:moveTo>
                  <a:pt x="3900678" y="37338"/>
                </a:moveTo>
                <a:lnTo>
                  <a:pt x="3748278" y="37338"/>
                </a:lnTo>
                <a:lnTo>
                  <a:pt x="3748278" y="49530"/>
                </a:lnTo>
                <a:lnTo>
                  <a:pt x="3900678" y="50292"/>
                </a:lnTo>
                <a:lnTo>
                  <a:pt x="3900678" y="37338"/>
                </a:lnTo>
                <a:close/>
              </a:path>
              <a:path w="8891905" h="1518285">
                <a:moveTo>
                  <a:pt x="3900678" y="12192"/>
                </a:moveTo>
                <a:lnTo>
                  <a:pt x="3748278" y="11430"/>
                </a:lnTo>
                <a:lnTo>
                  <a:pt x="3748278" y="24384"/>
                </a:lnTo>
                <a:lnTo>
                  <a:pt x="3900678" y="25146"/>
                </a:lnTo>
                <a:lnTo>
                  <a:pt x="3900678" y="12192"/>
                </a:lnTo>
                <a:close/>
              </a:path>
              <a:path w="8891905" h="1518285">
                <a:moveTo>
                  <a:pt x="4167378" y="38862"/>
                </a:moveTo>
                <a:lnTo>
                  <a:pt x="4014978" y="38100"/>
                </a:lnTo>
                <a:lnTo>
                  <a:pt x="4014978" y="51054"/>
                </a:lnTo>
                <a:lnTo>
                  <a:pt x="4167378" y="51054"/>
                </a:lnTo>
                <a:lnTo>
                  <a:pt x="4167378" y="38862"/>
                </a:lnTo>
                <a:close/>
              </a:path>
              <a:path w="8891905" h="1518285">
                <a:moveTo>
                  <a:pt x="4167378" y="12954"/>
                </a:moveTo>
                <a:lnTo>
                  <a:pt x="4014978" y="12954"/>
                </a:lnTo>
                <a:lnTo>
                  <a:pt x="4014978" y="25146"/>
                </a:lnTo>
                <a:lnTo>
                  <a:pt x="4167378" y="25908"/>
                </a:lnTo>
                <a:lnTo>
                  <a:pt x="4167378" y="12954"/>
                </a:lnTo>
                <a:close/>
              </a:path>
              <a:path w="8891905" h="1518285">
                <a:moveTo>
                  <a:pt x="4434078" y="39624"/>
                </a:moveTo>
                <a:lnTo>
                  <a:pt x="4281678" y="38862"/>
                </a:lnTo>
                <a:lnTo>
                  <a:pt x="4281678" y="51816"/>
                </a:lnTo>
                <a:lnTo>
                  <a:pt x="4434078" y="51816"/>
                </a:lnTo>
                <a:lnTo>
                  <a:pt x="4434078" y="39624"/>
                </a:lnTo>
                <a:close/>
              </a:path>
              <a:path w="8891905" h="1518285">
                <a:moveTo>
                  <a:pt x="4434078" y="13716"/>
                </a:moveTo>
                <a:lnTo>
                  <a:pt x="4281678" y="13716"/>
                </a:lnTo>
                <a:lnTo>
                  <a:pt x="4281678" y="25908"/>
                </a:lnTo>
                <a:lnTo>
                  <a:pt x="4434078" y="26670"/>
                </a:lnTo>
                <a:lnTo>
                  <a:pt x="4434078" y="13716"/>
                </a:lnTo>
                <a:close/>
              </a:path>
              <a:path w="8891905" h="1518285">
                <a:moveTo>
                  <a:pt x="4700778" y="40386"/>
                </a:moveTo>
                <a:lnTo>
                  <a:pt x="4548378" y="39624"/>
                </a:lnTo>
                <a:lnTo>
                  <a:pt x="4548378" y="52578"/>
                </a:lnTo>
                <a:lnTo>
                  <a:pt x="4700778" y="52578"/>
                </a:lnTo>
                <a:lnTo>
                  <a:pt x="4700778" y="40386"/>
                </a:lnTo>
                <a:close/>
              </a:path>
              <a:path w="8891905" h="1518285">
                <a:moveTo>
                  <a:pt x="4700778" y="14478"/>
                </a:moveTo>
                <a:lnTo>
                  <a:pt x="4548378" y="14478"/>
                </a:lnTo>
                <a:lnTo>
                  <a:pt x="4548378" y="26670"/>
                </a:lnTo>
                <a:lnTo>
                  <a:pt x="4700778" y="27432"/>
                </a:lnTo>
                <a:lnTo>
                  <a:pt x="4700778" y="14478"/>
                </a:lnTo>
                <a:close/>
              </a:path>
              <a:path w="8891905" h="1518285">
                <a:moveTo>
                  <a:pt x="4967478" y="41148"/>
                </a:moveTo>
                <a:lnTo>
                  <a:pt x="4815078" y="40386"/>
                </a:lnTo>
                <a:lnTo>
                  <a:pt x="4815078" y="53340"/>
                </a:lnTo>
                <a:lnTo>
                  <a:pt x="4967478" y="53340"/>
                </a:lnTo>
                <a:lnTo>
                  <a:pt x="4967478" y="41148"/>
                </a:lnTo>
                <a:close/>
              </a:path>
              <a:path w="8891905" h="1518285">
                <a:moveTo>
                  <a:pt x="4967478" y="15240"/>
                </a:moveTo>
                <a:lnTo>
                  <a:pt x="4815078" y="15240"/>
                </a:lnTo>
                <a:lnTo>
                  <a:pt x="4815078" y="27432"/>
                </a:lnTo>
                <a:lnTo>
                  <a:pt x="4967478" y="28194"/>
                </a:lnTo>
                <a:lnTo>
                  <a:pt x="4967478" y="15240"/>
                </a:lnTo>
                <a:close/>
              </a:path>
              <a:path w="8891905" h="1518285">
                <a:moveTo>
                  <a:pt x="5234178" y="41910"/>
                </a:moveTo>
                <a:lnTo>
                  <a:pt x="5081778" y="41148"/>
                </a:lnTo>
                <a:lnTo>
                  <a:pt x="5081778" y="54102"/>
                </a:lnTo>
                <a:lnTo>
                  <a:pt x="5234178" y="54864"/>
                </a:lnTo>
                <a:lnTo>
                  <a:pt x="5234178" y="41910"/>
                </a:lnTo>
                <a:close/>
              </a:path>
              <a:path w="8891905" h="1518285">
                <a:moveTo>
                  <a:pt x="5234178" y="16764"/>
                </a:moveTo>
                <a:lnTo>
                  <a:pt x="5081778" y="16002"/>
                </a:lnTo>
                <a:lnTo>
                  <a:pt x="5081778" y="28956"/>
                </a:lnTo>
                <a:lnTo>
                  <a:pt x="5234178" y="28956"/>
                </a:lnTo>
                <a:lnTo>
                  <a:pt x="5234178" y="16764"/>
                </a:lnTo>
                <a:close/>
              </a:path>
              <a:path w="8891905" h="1518285">
                <a:moveTo>
                  <a:pt x="5500878" y="42672"/>
                </a:moveTo>
                <a:lnTo>
                  <a:pt x="5348478" y="41910"/>
                </a:lnTo>
                <a:lnTo>
                  <a:pt x="5348478" y="54864"/>
                </a:lnTo>
                <a:lnTo>
                  <a:pt x="5500878" y="55626"/>
                </a:lnTo>
                <a:lnTo>
                  <a:pt x="5500878" y="42672"/>
                </a:lnTo>
                <a:close/>
              </a:path>
              <a:path w="8891905" h="1518285">
                <a:moveTo>
                  <a:pt x="5500878" y="17526"/>
                </a:moveTo>
                <a:lnTo>
                  <a:pt x="5348478" y="16764"/>
                </a:lnTo>
                <a:lnTo>
                  <a:pt x="5348478" y="29718"/>
                </a:lnTo>
                <a:lnTo>
                  <a:pt x="5500878" y="29718"/>
                </a:lnTo>
                <a:lnTo>
                  <a:pt x="5500878" y="17526"/>
                </a:lnTo>
                <a:close/>
              </a:path>
              <a:path w="8891905" h="1518285">
                <a:moveTo>
                  <a:pt x="5767578" y="43434"/>
                </a:moveTo>
                <a:lnTo>
                  <a:pt x="5615178" y="42672"/>
                </a:lnTo>
                <a:lnTo>
                  <a:pt x="5615178" y="55626"/>
                </a:lnTo>
                <a:lnTo>
                  <a:pt x="5767578" y="56388"/>
                </a:lnTo>
                <a:lnTo>
                  <a:pt x="5767578" y="43434"/>
                </a:lnTo>
                <a:close/>
              </a:path>
              <a:path w="8891905" h="1518285">
                <a:moveTo>
                  <a:pt x="5767578" y="18288"/>
                </a:moveTo>
                <a:lnTo>
                  <a:pt x="5615178" y="17526"/>
                </a:lnTo>
                <a:lnTo>
                  <a:pt x="5615178" y="30480"/>
                </a:lnTo>
                <a:lnTo>
                  <a:pt x="5767578" y="30480"/>
                </a:lnTo>
                <a:lnTo>
                  <a:pt x="5767578" y="18288"/>
                </a:lnTo>
                <a:close/>
              </a:path>
              <a:path w="8891905" h="1518285">
                <a:moveTo>
                  <a:pt x="6034278" y="44196"/>
                </a:moveTo>
                <a:lnTo>
                  <a:pt x="5881878" y="44196"/>
                </a:lnTo>
                <a:lnTo>
                  <a:pt x="5881878" y="56388"/>
                </a:lnTo>
                <a:lnTo>
                  <a:pt x="6034278" y="57150"/>
                </a:lnTo>
                <a:lnTo>
                  <a:pt x="6034278" y="44196"/>
                </a:lnTo>
                <a:close/>
              </a:path>
              <a:path w="8891905" h="1518285">
                <a:moveTo>
                  <a:pt x="6034278" y="19050"/>
                </a:moveTo>
                <a:lnTo>
                  <a:pt x="5881878" y="18288"/>
                </a:lnTo>
                <a:lnTo>
                  <a:pt x="5881878" y="31242"/>
                </a:lnTo>
                <a:lnTo>
                  <a:pt x="6034278" y="31242"/>
                </a:lnTo>
                <a:lnTo>
                  <a:pt x="6034278" y="19050"/>
                </a:lnTo>
                <a:close/>
              </a:path>
              <a:path w="8891905" h="1518285">
                <a:moveTo>
                  <a:pt x="6300978" y="44958"/>
                </a:moveTo>
                <a:lnTo>
                  <a:pt x="6148578" y="44958"/>
                </a:lnTo>
                <a:lnTo>
                  <a:pt x="6148578" y="57150"/>
                </a:lnTo>
                <a:lnTo>
                  <a:pt x="6300978" y="57912"/>
                </a:lnTo>
                <a:lnTo>
                  <a:pt x="6300978" y="44958"/>
                </a:lnTo>
                <a:close/>
              </a:path>
              <a:path w="8891905" h="1518285">
                <a:moveTo>
                  <a:pt x="6300978" y="19812"/>
                </a:moveTo>
                <a:lnTo>
                  <a:pt x="6148578" y="19050"/>
                </a:lnTo>
                <a:lnTo>
                  <a:pt x="6148578" y="32004"/>
                </a:lnTo>
                <a:lnTo>
                  <a:pt x="6300978" y="32766"/>
                </a:lnTo>
                <a:lnTo>
                  <a:pt x="6300978" y="19812"/>
                </a:lnTo>
                <a:close/>
              </a:path>
              <a:path w="8891905" h="1518285">
                <a:moveTo>
                  <a:pt x="6567678" y="45720"/>
                </a:moveTo>
                <a:lnTo>
                  <a:pt x="6415278" y="45720"/>
                </a:lnTo>
                <a:lnTo>
                  <a:pt x="6415278" y="57912"/>
                </a:lnTo>
                <a:lnTo>
                  <a:pt x="6567678" y="58674"/>
                </a:lnTo>
                <a:lnTo>
                  <a:pt x="6567678" y="45720"/>
                </a:lnTo>
                <a:close/>
              </a:path>
              <a:path w="8891905" h="1518285">
                <a:moveTo>
                  <a:pt x="6567678" y="20574"/>
                </a:moveTo>
                <a:lnTo>
                  <a:pt x="6415278" y="19812"/>
                </a:lnTo>
                <a:lnTo>
                  <a:pt x="6415278" y="32766"/>
                </a:lnTo>
                <a:lnTo>
                  <a:pt x="6567678" y="33528"/>
                </a:lnTo>
                <a:lnTo>
                  <a:pt x="6567678" y="20574"/>
                </a:lnTo>
                <a:close/>
              </a:path>
              <a:path w="8891905" h="1518285">
                <a:moveTo>
                  <a:pt x="6834378" y="46482"/>
                </a:moveTo>
                <a:lnTo>
                  <a:pt x="6681978" y="46482"/>
                </a:lnTo>
                <a:lnTo>
                  <a:pt x="6681978" y="58674"/>
                </a:lnTo>
                <a:lnTo>
                  <a:pt x="6834378" y="59436"/>
                </a:lnTo>
                <a:lnTo>
                  <a:pt x="6834378" y="46482"/>
                </a:lnTo>
                <a:close/>
              </a:path>
              <a:path w="8891905" h="1518285">
                <a:moveTo>
                  <a:pt x="6834378" y="21336"/>
                </a:moveTo>
                <a:lnTo>
                  <a:pt x="6681978" y="20574"/>
                </a:lnTo>
                <a:lnTo>
                  <a:pt x="6681978" y="33528"/>
                </a:lnTo>
                <a:lnTo>
                  <a:pt x="6834378" y="34290"/>
                </a:lnTo>
                <a:lnTo>
                  <a:pt x="6834378" y="21336"/>
                </a:lnTo>
                <a:close/>
              </a:path>
              <a:path w="8891905" h="1518285">
                <a:moveTo>
                  <a:pt x="7101078" y="48006"/>
                </a:moveTo>
                <a:lnTo>
                  <a:pt x="6948678" y="47244"/>
                </a:lnTo>
                <a:lnTo>
                  <a:pt x="6948678" y="60198"/>
                </a:lnTo>
                <a:lnTo>
                  <a:pt x="7101078" y="60198"/>
                </a:lnTo>
                <a:lnTo>
                  <a:pt x="7101078" y="48006"/>
                </a:lnTo>
                <a:close/>
              </a:path>
              <a:path w="8891905" h="1518285">
                <a:moveTo>
                  <a:pt x="7101078" y="22098"/>
                </a:moveTo>
                <a:lnTo>
                  <a:pt x="6948678" y="22098"/>
                </a:lnTo>
                <a:lnTo>
                  <a:pt x="6948678" y="34290"/>
                </a:lnTo>
                <a:lnTo>
                  <a:pt x="7101078" y="35052"/>
                </a:lnTo>
                <a:lnTo>
                  <a:pt x="7101078" y="22098"/>
                </a:lnTo>
                <a:close/>
              </a:path>
              <a:path w="8891905" h="1518285">
                <a:moveTo>
                  <a:pt x="7367778" y="48768"/>
                </a:moveTo>
                <a:lnTo>
                  <a:pt x="7215378" y="48006"/>
                </a:lnTo>
                <a:lnTo>
                  <a:pt x="7215378" y="60960"/>
                </a:lnTo>
                <a:lnTo>
                  <a:pt x="7367778" y="60960"/>
                </a:lnTo>
                <a:lnTo>
                  <a:pt x="7367778" y="48768"/>
                </a:lnTo>
                <a:close/>
              </a:path>
              <a:path w="8891905" h="1518285">
                <a:moveTo>
                  <a:pt x="7367778" y="22860"/>
                </a:moveTo>
                <a:lnTo>
                  <a:pt x="7215378" y="22860"/>
                </a:lnTo>
                <a:lnTo>
                  <a:pt x="7215378" y="35052"/>
                </a:lnTo>
                <a:lnTo>
                  <a:pt x="7367778" y="35814"/>
                </a:lnTo>
                <a:lnTo>
                  <a:pt x="7367778" y="22860"/>
                </a:lnTo>
                <a:close/>
              </a:path>
              <a:path w="8891905" h="1518285">
                <a:moveTo>
                  <a:pt x="7634478" y="49530"/>
                </a:moveTo>
                <a:lnTo>
                  <a:pt x="7482078" y="48768"/>
                </a:lnTo>
                <a:lnTo>
                  <a:pt x="7482078" y="61722"/>
                </a:lnTo>
                <a:lnTo>
                  <a:pt x="7634478" y="61722"/>
                </a:lnTo>
                <a:lnTo>
                  <a:pt x="7634478" y="49530"/>
                </a:lnTo>
                <a:close/>
              </a:path>
              <a:path w="8891905" h="1518285">
                <a:moveTo>
                  <a:pt x="7634478" y="23622"/>
                </a:moveTo>
                <a:lnTo>
                  <a:pt x="7482078" y="23622"/>
                </a:lnTo>
                <a:lnTo>
                  <a:pt x="7482078" y="35814"/>
                </a:lnTo>
                <a:lnTo>
                  <a:pt x="7634478" y="36576"/>
                </a:lnTo>
                <a:lnTo>
                  <a:pt x="7634478" y="23622"/>
                </a:lnTo>
                <a:close/>
              </a:path>
              <a:path w="8891905" h="1518285">
                <a:moveTo>
                  <a:pt x="7901178" y="50292"/>
                </a:moveTo>
                <a:lnTo>
                  <a:pt x="7748778" y="49530"/>
                </a:lnTo>
                <a:lnTo>
                  <a:pt x="7748778" y="62484"/>
                </a:lnTo>
                <a:lnTo>
                  <a:pt x="7901178" y="62484"/>
                </a:lnTo>
                <a:lnTo>
                  <a:pt x="7901178" y="50292"/>
                </a:lnTo>
                <a:close/>
              </a:path>
              <a:path w="8891905" h="1518285">
                <a:moveTo>
                  <a:pt x="7901178" y="24384"/>
                </a:moveTo>
                <a:lnTo>
                  <a:pt x="7748778" y="24384"/>
                </a:lnTo>
                <a:lnTo>
                  <a:pt x="7748778" y="37338"/>
                </a:lnTo>
                <a:lnTo>
                  <a:pt x="7901178" y="37338"/>
                </a:lnTo>
                <a:lnTo>
                  <a:pt x="7901178" y="24384"/>
                </a:lnTo>
                <a:close/>
              </a:path>
              <a:path w="8891905" h="1518285">
                <a:moveTo>
                  <a:pt x="8167878" y="51054"/>
                </a:moveTo>
                <a:lnTo>
                  <a:pt x="8015478" y="50292"/>
                </a:lnTo>
                <a:lnTo>
                  <a:pt x="8015478" y="63246"/>
                </a:lnTo>
                <a:lnTo>
                  <a:pt x="8167878" y="64008"/>
                </a:lnTo>
                <a:lnTo>
                  <a:pt x="8167878" y="51054"/>
                </a:lnTo>
                <a:close/>
              </a:path>
              <a:path w="8891905" h="1518285">
                <a:moveTo>
                  <a:pt x="8167878" y="25908"/>
                </a:moveTo>
                <a:lnTo>
                  <a:pt x="8015478" y="25146"/>
                </a:lnTo>
                <a:lnTo>
                  <a:pt x="8015478" y="38100"/>
                </a:lnTo>
                <a:lnTo>
                  <a:pt x="8167878" y="38100"/>
                </a:lnTo>
                <a:lnTo>
                  <a:pt x="8167878" y="25908"/>
                </a:lnTo>
                <a:close/>
              </a:path>
              <a:path w="8891905" h="1518285">
                <a:moveTo>
                  <a:pt x="8434578" y="51816"/>
                </a:moveTo>
                <a:lnTo>
                  <a:pt x="8282178" y="51054"/>
                </a:lnTo>
                <a:lnTo>
                  <a:pt x="8282178" y="64008"/>
                </a:lnTo>
                <a:lnTo>
                  <a:pt x="8434578" y="64770"/>
                </a:lnTo>
                <a:lnTo>
                  <a:pt x="8434578" y="51816"/>
                </a:lnTo>
                <a:close/>
              </a:path>
              <a:path w="8891905" h="1518285">
                <a:moveTo>
                  <a:pt x="8434578" y="26670"/>
                </a:moveTo>
                <a:lnTo>
                  <a:pt x="8282178" y="25908"/>
                </a:lnTo>
                <a:lnTo>
                  <a:pt x="8282178" y="38862"/>
                </a:lnTo>
                <a:lnTo>
                  <a:pt x="8434578" y="38862"/>
                </a:lnTo>
                <a:lnTo>
                  <a:pt x="8434578" y="26670"/>
                </a:lnTo>
                <a:close/>
              </a:path>
              <a:path w="8891905" h="1518285">
                <a:moveTo>
                  <a:pt x="8701278" y="52578"/>
                </a:moveTo>
                <a:lnTo>
                  <a:pt x="8548878" y="51816"/>
                </a:lnTo>
                <a:lnTo>
                  <a:pt x="8548878" y="64770"/>
                </a:lnTo>
                <a:lnTo>
                  <a:pt x="8701278" y="65532"/>
                </a:lnTo>
                <a:lnTo>
                  <a:pt x="8701278" y="52578"/>
                </a:lnTo>
                <a:close/>
              </a:path>
              <a:path w="8891905" h="1518285">
                <a:moveTo>
                  <a:pt x="8701278" y="27432"/>
                </a:moveTo>
                <a:lnTo>
                  <a:pt x="8548878" y="26670"/>
                </a:lnTo>
                <a:lnTo>
                  <a:pt x="8548878" y="39624"/>
                </a:lnTo>
                <a:lnTo>
                  <a:pt x="8701278" y="39624"/>
                </a:lnTo>
                <a:lnTo>
                  <a:pt x="8701278" y="27432"/>
                </a:lnTo>
                <a:close/>
              </a:path>
              <a:path w="8891905" h="1518285">
                <a:moveTo>
                  <a:pt x="8891778" y="53340"/>
                </a:moveTo>
                <a:lnTo>
                  <a:pt x="8815578" y="53340"/>
                </a:lnTo>
                <a:lnTo>
                  <a:pt x="8815578" y="65532"/>
                </a:lnTo>
                <a:lnTo>
                  <a:pt x="8891778" y="66294"/>
                </a:lnTo>
                <a:lnTo>
                  <a:pt x="8891778" y="53340"/>
                </a:lnTo>
                <a:close/>
              </a:path>
              <a:path w="8891905" h="1518285">
                <a:moveTo>
                  <a:pt x="8891778" y="28194"/>
                </a:moveTo>
                <a:lnTo>
                  <a:pt x="8815578" y="27432"/>
                </a:lnTo>
                <a:lnTo>
                  <a:pt x="8815578" y="40386"/>
                </a:lnTo>
                <a:lnTo>
                  <a:pt x="8891778" y="40386"/>
                </a:lnTo>
                <a:lnTo>
                  <a:pt x="8891778" y="28194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39" name="object 139">
            <a:extLst>
              <a:ext uri="{FF2B5EF4-FFF2-40B4-BE49-F238E27FC236}">
                <a16:creationId xmlns:a16="http://schemas.microsoft.com/office/drawing/2014/main" id="{ECC3E18A-35AA-BE84-359B-959022580433}"/>
              </a:ext>
            </a:extLst>
          </p:cNvPr>
          <p:cNvSpPr/>
          <p:nvPr/>
        </p:nvSpPr>
        <p:spPr>
          <a:xfrm>
            <a:off x="2420792" y="5617007"/>
            <a:ext cx="7808100" cy="58733"/>
          </a:xfrm>
          <a:custGeom>
            <a:avLst/>
            <a:gdLst/>
            <a:ahLst/>
            <a:cxnLst/>
            <a:rect l="l" t="t" r="r" b="b"/>
            <a:pathLst>
              <a:path w="8610600" h="647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8610600" h="647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  <a:path w="8610600" h="64770">
                <a:moveTo>
                  <a:pt x="419100" y="26670"/>
                </a:moveTo>
                <a:lnTo>
                  <a:pt x="266700" y="25908"/>
                </a:lnTo>
                <a:lnTo>
                  <a:pt x="266700" y="38862"/>
                </a:lnTo>
                <a:lnTo>
                  <a:pt x="419100" y="39624"/>
                </a:lnTo>
                <a:lnTo>
                  <a:pt x="419100" y="26670"/>
                </a:lnTo>
                <a:close/>
              </a:path>
              <a:path w="8610600" h="64770">
                <a:moveTo>
                  <a:pt x="419100" y="1524"/>
                </a:moveTo>
                <a:lnTo>
                  <a:pt x="266700" y="762"/>
                </a:lnTo>
                <a:lnTo>
                  <a:pt x="266700" y="13716"/>
                </a:lnTo>
                <a:lnTo>
                  <a:pt x="419100" y="13716"/>
                </a:lnTo>
                <a:lnTo>
                  <a:pt x="419100" y="1524"/>
                </a:lnTo>
                <a:close/>
              </a:path>
              <a:path w="8610600" h="64770">
                <a:moveTo>
                  <a:pt x="685800" y="27432"/>
                </a:moveTo>
                <a:lnTo>
                  <a:pt x="533400" y="26670"/>
                </a:lnTo>
                <a:lnTo>
                  <a:pt x="533400" y="39624"/>
                </a:lnTo>
                <a:lnTo>
                  <a:pt x="685800" y="40386"/>
                </a:lnTo>
                <a:lnTo>
                  <a:pt x="685800" y="27432"/>
                </a:lnTo>
                <a:close/>
              </a:path>
              <a:path w="8610600" h="64770">
                <a:moveTo>
                  <a:pt x="685800" y="2286"/>
                </a:moveTo>
                <a:lnTo>
                  <a:pt x="533400" y="1524"/>
                </a:lnTo>
                <a:lnTo>
                  <a:pt x="533400" y="14478"/>
                </a:lnTo>
                <a:lnTo>
                  <a:pt x="685800" y="14478"/>
                </a:lnTo>
                <a:lnTo>
                  <a:pt x="685800" y="2286"/>
                </a:lnTo>
                <a:close/>
              </a:path>
              <a:path w="8610600" h="64770">
                <a:moveTo>
                  <a:pt x="952500" y="28194"/>
                </a:moveTo>
                <a:lnTo>
                  <a:pt x="800100" y="28194"/>
                </a:lnTo>
                <a:lnTo>
                  <a:pt x="800100" y="40386"/>
                </a:lnTo>
                <a:lnTo>
                  <a:pt x="952500" y="41148"/>
                </a:lnTo>
                <a:lnTo>
                  <a:pt x="952500" y="28194"/>
                </a:lnTo>
                <a:close/>
              </a:path>
              <a:path w="8610600" h="64770">
                <a:moveTo>
                  <a:pt x="952500" y="3048"/>
                </a:moveTo>
                <a:lnTo>
                  <a:pt x="800100" y="2286"/>
                </a:lnTo>
                <a:lnTo>
                  <a:pt x="800100" y="15240"/>
                </a:lnTo>
                <a:lnTo>
                  <a:pt x="952500" y="15240"/>
                </a:lnTo>
                <a:lnTo>
                  <a:pt x="952500" y="3048"/>
                </a:lnTo>
                <a:close/>
              </a:path>
              <a:path w="8610600" h="64770">
                <a:moveTo>
                  <a:pt x="1219200" y="28956"/>
                </a:moveTo>
                <a:lnTo>
                  <a:pt x="1066800" y="28956"/>
                </a:lnTo>
                <a:lnTo>
                  <a:pt x="1066800" y="41148"/>
                </a:lnTo>
                <a:lnTo>
                  <a:pt x="1219200" y="41910"/>
                </a:lnTo>
                <a:lnTo>
                  <a:pt x="1219200" y="28956"/>
                </a:lnTo>
                <a:close/>
              </a:path>
              <a:path w="8610600" h="64770">
                <a:moveTo>
                  <a:pt x="1219200" y="3810"/>
                </a:moveTo>
                <a:lnTo>
                  <a:pt x="1066800" y="3048"/>
                </a:lnTo>
                <a:lnTo>
                  <a:pt x="1066800" y="16002"/>
                </a:lnTo>
                <a:lnTo>
                  <a:pt x="1219200" y="16764"/>
                </a:lnTo>
                <a:lnTo>
                  <a:pt x="1219200" y="3810"/>
                </a:lnTo>
                <a:close/>
              </a:path>
              <a:path w="8610600" h="64770">
                <a:moveTo>
                  <a:pt x="1485900" y="29718"/>
                </a:moveTo>
                <a:lnTo>
                  <a:pt x="1333500" y="29718"/>
                </a:lnTo>
                <a:lnTo>
                  <a:pt x="1333500" y="41910"/>
                </a:lnTo>
                <a:lnTo>
                  <a:pt x="1485900" y="42672"/>
                </a:lnTo>
                <a:lnTo>
                  <a:pt x="1485900" y="29718"/>
                </a:lnTo>
                <a:close/>
              </a:path>
              <a:path w="8610600" h="64770">
                <a:moveTo>
                  <a:pt x="1485900" y="4572"/>
                </a:moveTo>
                <a:lnTo>
                  <a:pt x="1333500" y="3810"/>
                </a:lnTo>
                <a:lnTo>
                  <a:pt x="1333500" y="16764"/>
                </a:lnTo>
                <a:lnTo>
                  <a:pt x="1485900" y="17526"/>
                </a:lnTo>
                <a:lnTo>
                  <a:pt x="1485900" y="4572"/>
                </a:lnTo>
                <a:close/>
              </a:path>
              <a:path w="8610600" h="64770">
                <a:moveTo>
                  <a:pt x="1752600" y="30480"/>
                </a:moveTo>
                <a:lnTo>
                  <a:pt x="1600200" y="30480"/>
                </a:lnTo>
                <a:lnTo>
                  <a:pt x="1600200" y="42672"/>
                </a:lnTo>
                <a:lnTo>
                  <a:pt x="1752600" y="43434"/>
                </a:lnTo>
                <a:lnTo>
                  <a:pt x="1752600" y="30480"/>
                </a:lnTo>
                <a:close/>
              </a:path>
              <a:path w="8610600" h="64770">
                <a:moveTo>
                  <a:pt x="1752600" y="5334"/>
                </a:moveTo>
                <a:lnTo>
                  <a:pt x="1600200" y="4572"/>
                </a:lnTo>
                <a:lnTo>
                  <a:pt x="1600200" y="17526"/>
                </a:lnTo>
                <a:lnTo>
                  <a:pt x="1752600" y="18288"/>
                </a:lnTo>
                <a:lnTo>
                  <a:pt x="1752600" y="5334"/>
                </a:lnTo>
                <a:close/>
              </a:path>
              <a:path w="8610600" h="64770">
                <a:moveTo>
                  <a:pt x="2019300" y="32004"/>
                </a:moveTo>
                <a:lnTo>
                  <a:pt x="1866900" y="31242"/>
                </a:lnTo>
                <a:lnTo>
                  <a:pt x="1866900" y="44196"/>
                </a:lnTo>
                <a:lnTo>
                  <a:pt x="2019300" y="44196"/>
                </a:lnTo>
                <a:lnTo>
                  <a:pt x="2019300" y="32004"/>
                </a:lnTo>
                <a:close/>
              </a:path>
              <a:path w="8610600" h="64770">
                <a:moveTo>
                  <a:pt x="2019300" y="6096"/>
                </a:moveTo>
                <a:lnTo>
                  <a:pt x="1866900" y="6096"/>
                </a:lnTo>
                <a:lnTo>
                  <a:pt x="1866900" y="18288"/>
                </a:lnTo>
                <a:lnTo>
                  <a:pt x="2019300" y="19050"/>
                </a:lnTo>
                <a:lnTo>
                  <a:pt x="2019300" y="6096"/>
                </a:lnTo>
                <a:close/>
              </a:path>
              <a:path w="8610600" h="64770">
                <a:moveTo>
                  <a:pt x="2286000" y="32766"/>
                </a:moveTo>
                <a:lnTo>
                  <a:pt x="2133600" y="32004"/>
                </a:lnTo>
                <a:lnTo>
                  <a:pt x="2133600" y="44958"/>
                </a:lnTo>
                <a:lnTo>
                  <a:pt x="2286000" y="44958"/>
                </a:lnTo>
                <a:lnTo>
                  <a:pt x="2286000" y="32766"/>
                </a:lnTo>
                <a:close/>
              </a:path>
              <a:path w="8610600" h="64770">
                <a:moveTo>
                  <a:pt x="2286000" y="6858"/>
                </a:moveTo>
                <a:lnTo>
                  <a:pt x="2133600" y="6858"/>
                </a:lnTo>
                <a:lnTo>
                  <a:pt x="2133600" y="19050"/>
                </a:lnTo>
                <a:lnTo>
                  <a:pt x="2286000" y="19812"/>
                </a:lnTo>
                <a:lnTo>
                  <a:pt x="2286000" y="6858"/>
                </a:lnTo>
                <a:close/>
              </a:path>
              <a:path w="8610600" h="64770">
                <a:moveTo>
                  <a:pt x="2552700" y="33528"/>
                </a:moveTo>
                <a:lnTo>
                  <a:pt x="2400300" y="32766"/>
                </a:lnTo>
                <a:lnTo>
                  <a:pt x="2400300" y="45720"/>
                </a:lnTo>
                <a:lnTo>
                  <a:pt x="2552700" y="45720"/>
                </a:lnTo>
                <a:lnTo>
                  <a:pt x="2552700" y="33528"/>
                </a:lnTo>
                <a:close/>
              </a:path>
              <a:path w="8610600" h="64770">
                <a:moveTo>
                  <a:pt x="2552700" y="7620"/>
                </a:moveTo>
                <a:lnTo>
                  <a:pt x="2400300" y="7620"/>
                </a:lnTo>
                <a:lnTo>
                  <a:pt x="2400300" y="19812"/>
                </a:lnTo>
                <a:lnTo>
                  <a:pt x="2552700" y="20574"/>
                </a:lnTo>
                <a:lnTo>
                  <a:pt x="2552700" y="7620"/>
                </a:lnTo>
                <a:close/>
              </a:path>
              <a:path w="8610600" h="64770">
                <a:moveTo>
                  <a:pt x="2819400" y="34290"/>
                </a:moveTo>
                <a:lnTo>
                  <a:pt x="2667000" y="33528"/>
                </a:lnTo>
                <a:lnTo>
                  <a:pt x="2667000" y="46482"/>
                </a:lnTo>
                <a:lnTo>
                  <a:pt x="2819400" y="46482"/>
                </a:lnTo>
                <a:lnTo>
                  <a:pt x="2819400" y="34290"/>
                </a:lnTo>
                <a:close/>
              </a:path>
              <a:path w="8610600" h="64770">
                <a:moveTo>
                  <a:pt x="2819400" y="8382"/>
                </a:moveTo>
                <a:lnTo>
                  <a:pt x="2667000" y="8382"/>
                </a:lnTo>
                <a:lnTo>
                  <a:pt x="2667000" y="21336"/>
                </a:lnTo>
                <a:lnTo>
                  <a:pt x="2819400" y="21336"/>
                </a:lnTo>
                <a:lnTo>
                  <a:pt x="2819400" y="8382"/>
                </a:lnTo>
                <a:close/>
              </a:path>
              <a:path w="8610600" h="64770">
                <a:moveTo>
                  <a:pt x="3086100" y="35052"/>
                </a:moveTo>
                <a:lnTo>
                  <a:pt x="2933700" y="34290"/>
                </a:lnTo>
                <a:lnTo>
                  <a:pt x="2933700" y="47244"/>
                </a:lnTo>
                <a:lnTo>
                  <a:pt x="3086100" y="48006"/>
                </a:lnTo>
                <a:lnTo>
                  <a:pt x="3086100" y="35052"/>
                </a:lnTo>
                <a:close/>
              </a:path>
              <a:path w="8610600" h="64770">
                <a:moveTo>
                  <a:pt x="3086100" y="9906"/>
                </a:moveTo>
                <a:lnTo>
                  <a:pt x="2933700" y="9144"/>
                </a:lnTo>
                <a:lnTo>
                  <a:pt x="2933700" y="22098"/>
                </a:lnTo>
                <a:lnTo>
                  <a:pt x="3086100" y="22098"/>
                </a:lnTo>
                <a:lnTo>
                  <a:pt x="3086100" y="9906"/>
                </a:lnTo>
                <a:close/>
              </a:path>
              <a:path w="8610600" h="64770">
                <a:moveTo>
                  <a:pt x="3352800" y="35814"/>
                </a:moveTo>
                <a:lnTo>
                  <a:pt x="3200400" y="35052"/>
                </a:lnTo>
                <a:lnTo>
                  <a:pt x="3200400" y="48006"/>
                </a:lnTo>
                <a:lnTo>
                  <a:pt x="3352800" y="48768"/>
                </a:lnTo>
                <a:lnTo>
                  <a:pt x="3352800" y="35814"/>
                </a:lnTo>
                <a:close/>
              </a:path>
              <a:path w="8610600" h="64770">
                <a:moveTo>
                  <a:pt x="3352800" y="10668"/>
                </a:moveTo>
                <a:lnTo>
                  <a:pt x="3200400" y="9906"/>
                </a:lnTo>
                <a:lnTo>
                  <a:pt x="3200400" y="22860"/>
                </a:lnTo>
                <a:lnTo>
                  <a:pt x="3352800" y="22860"/>
                </a:lnTo>
                <a:lnTo>
                  <a:pt x="3352800" y="10668"/>
                </a:lnTo>
                <a:close/>
              </a:path>
              <a:path w="8610600" h="64770">
                <a:moveTo>
                  <a:pt x="3619500" y="36576"/>
                </a:moveTo>
                <a:lnTo>
                  <a:pt x="3467100" y="35814"/>
                </a:lnTo>
                <a:lnTo>
                  <a:pt x="3467100" y="48768"/>
                </a:lnTo>
                <a:lnTo>
                  <a:pt x="3619500" y="49530"/>
                </a:lnTo>
                <a:lnTo>
                  <a:pt x="3619500" y="36576"/>
                </a:lnTo>
                <a:close/>
              </a:path>
              <a:path w="8610600" h="64770">
                <a:moveTo>
                  <a:pt x="3619500" y="11430"/>
                </a:moveTo>
                <a:lnTo>
                  <a:pt x="3467100" y="10668"/>
                </a:lnTo>
                <a:lnTo>
                  <a:pt x="3467100" y="23622"/>
                </a:lnTo>
                <a:lnTo>
                  <a:pt x="3619500" y="23622"/>
                </a:lnTo>
                <a:lnTo>
                  <a:pt x="3619500" y="11430"/>
                </a:lnTo>
                <a:close/>
              </a:path>
              <a:path w="8610600" h="64770">
                <a:moveTo>
                  <a:pt x="3886200" y="37338"/>
                </a:moveTo>
                <a:lnTo>
                  <a:pt x="3733800" y="37338"/>
                </a:lnTo>
                <a:lnTo>
                  <a:pt x="3733800" y="49530"/>
                </a:lnTo>
                <a:lnTo>
                  <a:pt x="3886200" y="50292"/>
                </a:lnTo>
                <a:lnTo>
                  <a:pt x="3886200" y="37338"/>
                </a:lnTo>
                <a:close/>
              </a:path>
              <a:path w="8610600" h="64770">
                <a:moveTo>
                  <a:pt x="3886200" y="12192"/>
                </a:moveTo>
                <a:lnTo>
                  <a:pt x="3733800" y="11430"/>
                </a:lnTo>
                <a:lnTo>
                  <a:pt x="3733800" y="24384"/>
                </a:lnTo>
                <a:lnTo>
                  <a:pt x="3886200" y="25146"/>
                </a:lnTo>
                <a:lnTo>
                  <a:pt x="3886200" y="12192"/>
                </a:lnTo>
                <a:close/>
              </a:path>
              <a:path w="8610600" h="64770">
                <a:moveTo>
                  <a:pt x="4152900" y="38100"/>
                </a:moveTo>
                <a:lnTo>
                  <a:pt x="4000500" y="38100"/>
                </a:lnTo>
                <a:lnTo>
                  <a:pt x="4000500" y="50292"/>
                </a:lnTo>
                <a:lnTo>
                  <a:pt x="4152900" y="51054"/>
                </a:lnTo>
                <a:lnTo>
                  <a:pt x="4152900" y="38100"/>
                </a:lnTo>
                <a:close/>
              </a:path>
              <a:path w="8610600" h="64770">
                <a:moveTo>
                  <a:pt x="4152900" y="12954"/>
                </a:moveTo>
                <a:lnTo>
                  <a:pt x="4000500" y="12192"/>
                </a:lnTo>
                <a:lnTo>
                  <a:pt x="4000500" y="25146"/>
                </a:lnTo>
                <a:lnTo>
                  <a:pt x="4152900" y="25908"/>
                </a:lnTo>
                <a:lnTo>
                  <a:pt x="4152900" y="12954"/>
                </a:lnTo>
                <a:close/>
              </a:path>
              <a:path w="8610600" h="64770">
                <a:moveTo>
                  <a:pt x="4419600" y="38862"/>
                </a:moveTo>
                <a:lnTo>
                  <a:pt x="4267200" y="38862"/>
                </a:lnTo>
                <a:lnTo>
                  <a:pt x="4267200" y="51054"/>
                </a:lnTo>
                <a:lnTo>
                  <a:pt x="4419600" y="51816"/>
                </a:lnTo>
                <a:lnTo>
                  <a:pt x="4419600" y="38862"/>
                </a:lnTo>
                <a:close/>
              </a:path>
              <a:path w="8610600" h="64770">
                <a:moveTo>
                  <a:pt x="4419600" y="13716"/>
                </a:moveTo>
                <a:lnTo>
                  <a:pt x="4267200" y="12954"/>
                </a:lnTo>
                <a:lnTo>
                  <a:pt x="4267200" y="25908"/>
                </a:lnTo>
                <a:lnTo>
                  <a:pt x="4419600" y="26670"/>
                </a:lnTo>
                <a:lnTo>
                  <a:pt x="4419600" y="13716"/>
                </a:lnTo>
                <a:close/>
              </a:path>
              <a:path w="8610600" h="64770">
                <a:moveTo>
                  <a:pt x="4686300" y="39624"/>
                </a:moveTo>
                <a:lnTo>
                  <a:pt x="4533900" y="39624"/>
                </a:lnTo>
                <a:lnTo>
                  <a:pt x="4533900" y="51816"/>
                </a:lnTo>
                <a:lnTo>
                  <a:pt x="4686300" y="52578"/>
                </a:lnTo>
                <a:lnTo>
                  <a:pt x="4686300" y="39624"/>
                </a:lnTo>
                <a:close/>
              </a:path>
              <a:path w="8610600" h="64770">
                <a:moveTo>
                  <a:pt x="4686300" y="14478"/>
                </a:moveTo>
                <a:lnTo>
                  <a:pt x="4533900" y="13716"/>
                </a:lnTo>
                <a:lnTo>
                  <a:pt x="4533900" y="26670"/>
                </a:lnTo>
                <a:lnTo>
                  <a:pt x="4686300" y="27432"/>
                </a:lnTo>
                <a:lnTo>
                  <a:pt x="4686300" y="14478"/>
                </a:lnTo>
                <a:close/>
              </a:path>
              <a:path w="8610600" h="64770">
                <a:moveTo>
                  <a:pt x="4953000" y="41148"/>
                </a:moveTo>
                <a:lnTo>
                  <a:pt x="4800600" y="40386"/>
                </a:lnTo>
                <a:lnTo>
                  <a:pt x="4800600" y="53340"/>
                </a:lnTo>
                <a:lnTo>
                  <a:pt x="4953000" y="53340"/>
                </a:lnTo>
                <a:lnTo>
                  <a:pt x="4953000" y="41148"/>
                </a:lnTo>
                <a:close/>
              </a:path>
              <a:path w="8610600" h="64770">
                <a:moveTo>
                  <a:pt x="4953000" y="15240"/>
                </a:moveTo>
                <a:lnTo>
                  <a:pt x="4800600" y="15240"/>
                </a:lnTo>
                <a:lnTo>
                  <a:pt x="4800600" y="27432"/>
                </a:lnTo>
                <a:lnTo>
                  <a:pt x="4953000" y="28194"/>
                </a:lnTo>
                <a:lnTo>
                  <a:pt x="4953000" y="15240"/>
                </a:lnTo>
                <a:close/>
              </a:path>
              <a:path w="8610600" h="64770">
                <a:moveTo>
                  <a:pt x="5219700" y="41910"/>
                </a:moveTo>
                <a:lnTo>
                  <a:pt x="5067300" y="41148"/>
                </a:lnTo>
                <a:lnTo>
                  <a:pt x="5067300" y="54102"/>
                </a:lnTo>
                <a:lnTo>
                  <a:pt x="5219700" y="54102"/>
                </a:lnTo>
                <a:lnTo>
                  <a:pt x="5219700" y="41910"/>
                </a:lnTo>
                <a:close/>
              </a:path>
              <a:path w="8610600" h="64770">
                <a:moveTo>
                  <a:pt x="5219700" y="16002"/>
                </a:moveTo>
                <a:lnTo>
                  <a:pt x="5067300" y="16002"/>
                </a:lnTo>
                <a:lnTo>
                  <a:pt x="5067300" y="28194"/>
                </a:lnTo>
                <a:lnTo>
                  <a:pt x="5219700" y="28956"/>
                </a:lnTo>
                <a:lnTo>
                  <a:pt x="5219700" y="16002"/>
                </a:lnTo>
                <a:close/>
              </a:path>
              <a:path w="8610600" h="64770">
                <a:moveTo>
                  <a:pt x="5486400" y="42672"/>
                </a:moveTo>
                <a:lnTo>
                  <a:pt x="5334000" y="41910"/>
                </a:lnTo>
                <a:lnTo>
                  <a:pt x="5334000" y="54864"/>
                </a:lnTo>
                <a:lnTo>
                  <a:pt x="5486400" y="54864"/>
                </a:lnTo>
                <a:lnTo>
                  <a:pt x="5486400" y="42672"/>
                </a:lnTo>
                <a:close/>
              </a:path>
              <a:path w="8610600" h="64770">
                <a:moveTo>
                  <a:pt x="5486400" y="16764"/>
                </a:moveTo>
                <a:lnTo>
                  <a:pt x="5334000" y="16764"/>
                </a:lnTo>
                <a:lnTo>
                  <a:pt x="5334000" y="28956"/>
                </a:lnTo>
                <a:lnTo>
                  <a:pt x="5486400" y="29718"/>
                </a:lnTo>
                <a:lnTo>
                  <a:pt x="5486400" y="16764"/>
                </a:lnTo>
                <a:close/>
              </a:path>
              <a:path w="8610600" h="64770">
                <a:moveTo>
                  <a:pt x="5753100" y="43434"/>
                </a:moveTo>
                <a:lnTo>
                  <a:pt x="5600700" y="42672"/>
                </a:lnTo>
                <a:lnTo>
                  <a:pt x="5600700" y="55626"/>
                </a:lnTo>
                <a:lnTo>
                  <a:pt x="5753100" y="55626"/>
                </a:lnTo>
                <a:lnTo>
                  <a:pt x="5753100" y="43434"/>
                </a:lnTo>
                <a:close/>
              </a:path>
              <a:path w="8610600" h="64770">
                <a:moveTo>
                  <a:pt x="5753100" y="17526"/>
                </a:moveTo>
                <a:lnTo>
                  <a:pt x="5600700" y="17526"/>
                </a:lnTo>
                <a:lnTo>
                  <a:pt x="5600700" y="30480"/>
                </a:lnTo>
                <a:lnTo>
                  <a:pt x="5753100" y="30480"/>
                </a:lnTo>
                <a:lnTo>
                  <a:pt x="5753100" y="17526"/>
                </a:lnTo>
                <a:close/>
              </a:path>
              <a:path w="8610600" h="64770">
                <a:moveTo>
                  <a:pt x="6019800" y="44196"/>
                </a:moveTo>
                <a:lnTo>
                  <a:pt x="5867400" y="43434"/>
                </a:lnTo>
                <a:lnTo>
                  <a:pt x="5867400" y="56388"/>
                </a:lnTo>
                <a:lnTo>
                  <a:pt x="6019800" y="57150"/>
                </a:lnTo>
                <a:lnTo>
                  <a:pt x="6019800" y="44196"/>
                </a:lnTo>
                <a:close/>
              </a:path>
              <a:path w="8610600" h="64770">
                <a:moveTo>
                  <a:pt x="6019800" y="19050"/>
                </a:moveTo>
                <a:lnTo>
                  <a:pt x="5867400" y="18288"/>
                </a:lnTo>
                <a:lnTo>
                  <a:pt x="5867400" y="31242"/>
                </a:lnTo>
                <a:lnTo>
                  <a:pt x="6019800" y="31242"/>
                </a:lnTo>
                <a:lnTo>
                  <a:pt x="6019800" y="19050"/>
                </a:lnTo>
                <a:close/>
              </a:path>
              <a:path w="8610600" h="64770">
                <a:moveTo>
                  <a:pt x="6286500" y="44958"/>
                </a:moveTo>
                <a:lnTo>
                  <a:pt x="6134100" y="44196"/>
                </a:lnTo>
                <a:lnTo>
                  <a:pt x="6134100" y="57150"/>
                </a:lnTo>
                <a:lnTo>
                  <a:pt x="6286500" y="57912"/>
                </a:lnTo>
                <a:lnTo>
                  <a:pt x="6286500" y="44958"/>
                </a:lnTo>
                <a:close/>
              </a:path>
              <a:path w="8610600" h="64770">
                <a:moveTo>
                  <a:pt x="6286500" y="19812"/>
                </a:moveTo>
                <a:lnTo>
                  <a:pt x="6134100" y="19050"/>
                </a:lnTo>
                <a:lnTo>
                  <a:pt x="6134100" y="32004"/>
                </a:lnTo>
                <a:lnTo>
                  <a:pt x="6286500" y="32004"/>
                </a:lnTo>
                <a:lnTo>
                  <a:pt x="6286500" y="19812"/>
                </a:lnTo>
                <a:close/>
              </a:path>
              <a:path w="8610600" h="64770">
                <a:moveTo>
                  <a:pt x="6553200" y="45720"/>
                </a:moveTo>
                <a:lnTo>
                  <a:pt x="6400800" y="44958"/>
                </a:lnTo>
                <a:lnTo>
                  <a:pt x="6400800" y="57912"/>
                </a:lnTo>
                <a:lnTo>
                  <a:pt x="6553200" y="58674"/>
                </a:lnTo>
                <a:lnTo>
                  <a:pt x="6553200" y="45720"/>
                </a:lnTo>
                <a:close/>
              </a:path>
              <a:path w="8610600" h="64770">
                <a:moveTo>
                  <a:pt x="6553200" y="20574"/>
                </a:moveTo>
                <a:lnTo>
                  <a:pt x="6400800" y="19812"/>
                </a:lnTo>
                <a:lnTo>
                  <a:pt x="6400800" y="32766"/>
                </a:lnTo>
                <a:lnTo>
                  <a:pt x="6553200" y="32766"/>
                </a:lnTo>
                <a:lnTo>
                  <a:pt x="6553200" y="20574"/>
                </a:lnTo>
                <a:close/>
              </a:path>
              <a:path w="8610600" h="64770">
                <a:moveTo>
                  <a:pt x="6819900" y="46482"/>
                </a:moveTo>
                <a:lnTo>
                  <a:pt x="6667500" y="46482"/>
                </a:lnTo>
                <a:lnTo>
                  <a:pt x="6667500" y="58674"/>
                </a:lnTo>
                <a:lnTo>
                  <a:pt x="6819900" y="59436"/>
                </a:lnTo>
                <a:lnTo>
                  <a:pt x="6819900" y="46482"/>
                </a:lnTo>
                <a:close/>
              </a:path>
              <a:path w="8610600" h="64770">
                <a:moveTo>
                  <a:pt x="6819900" y="21336"/>
                </a:moveTo>
                <a:lnTo>
                  <a:pt x="6667500" y="20574"/>
                </a:lnTo>
                <a:lnTo>
                  <a:pt x="6667500" y="33528"/>
                </a:lnTo>
                <a:lnTo>
                  <a:pt x="6819900" y="34290"/>
                </a:lnTo>
                <a:lnTo>
                  <a:pt x="6819900" y="21336"/>
                </a:lnTo>
                <a:close/>
              </a:path>
              <a:path w="8610600" h="64770">
                <a:moveTo>
                  <a:pt x="7086600" y="47244"/>
                </a:moveTo>
                <a:lnTo>
                  <a:pt x="6934200" y="47244"/>
                </a:lnTo>
                <a:lnTo>
                  <a:pt x="6934200" y="59436"/>
                </a:lnTo>
                <a:lnTo>
                  <a:pt x="7086600" y="60198"/>
                </a:lnTo>
                <a:lnTo>
                  <a:pt x="7086600" y="47244"/>
                </a:lnTo>
                <a:close/>
              </a:path>
              <a:path w="8610600" h="64770">
                <a:moveTo>
                  <a:pt x="7086600" y="22098"/>
                </a:moveTo>
                <a:lnTo>
                  <a:pt x="6934200" y="21336"/>
                </a:lnTo>
                <a:lnTo>
                  <a:pt x="6934200" y="34290"/>
                </a:lnTo>
                <a:lnTo>
                  <a:pt x="7086600" y="35052"/>
                </a:lnTo>
                <a:lnTo>
                  <a:pt x="7086600" y="22098"/>
                </a:lnTo>
                <a:close/>
              </a:path>
              <a:path w="8610600" h="64770">
                <a:moveTo>
                  <a:pt x="7353300" y="48006"/>
                </a:moveTo>
                <a:lnTo>
                  <a:pt x="7200900" y="48006"/>
                </a:lnTo>
                <a:lnTo>
                  <a:pt x="7200900" y="60198"/>
                </a:lnTo>
                <a:lnTo>
                  <a:pt x="7353300" y="60960"/>
                </a:lnTo>
                <a:lnTo>
                  <a:pt x="7353300" y="48006"/>
                </a:lnTo>
                <a:close/>
              </a:path>
              <a:path w="8610600" h="64770">
                <a:moveTo>
                  <a:pt x="7353300" y="22860"/>
                </a:moveTo>
                <a:lnTo>
                  <a:pt x="7200900" y="22098"/>
                </a:lnTo>
                <a:lnTo>
                  <a:pt x="7200900" y="35052"/>
                </a:lnTo>
                <a:lnTo>
                  <a:pt x="7353300" y="35814"/>
                </a:lnTo>
                <a:lnTo>
                  <a:pt x="7353300" y="22860"/>
                </a:lnTo>
                <a:close/>
              </a:path>
              <a:path w="8610600" h="64770">
                <a:moveTo>
                  <a:pt x="7620000" y="48768"/>
                </a:moveTo>
                <a:lnTo>
                  <a:pt x="7467600" y="48768"/>
                </a:lnTo>
                <a:lnTo>
                  <a:pt x="7467600" y="61722"/>
                </a:lnTo>
                <a:lnTo>
                  <a:pt x="7620000" y="61722"/>
                </a:lnTo>
                <a:lnTo>
                  <a:pt x="7620000" y="48768"/>
                </a:lnTo>
                <a:close/>
              </a:path>
              <a:path w="8610600" h="64770">
                <a:moveTo>
                  <a:pt x="7620000" y="23622"/>
                </a:moveTo>
                <a:lnTo>
                  <a:pt x="7467600" y="23622"/>
                </a:lnTo>
                <a:lnTo>
                  <a:pt x="7467600" y="35814"/>
                </a:lnTo>
                <a:lnTo>
                  <a:pt x="7620000" y="36576"/>
                </a:lnTo>
                <a:lnTo>
                  <a:pt x="7620000" y="23622"/>
                </a:lnTo>
                <a:close/>
              </a:path>
              <a:path w="8610600" h="64770">
                <a:moveTo>
                  <a:pt x="7886700" y="50292"/>
                </a:moveTo>
                <a:lnTo>
                  <a:pt x="7734300" y="49530"/>
                </a:lnTo>
                <a:lnTo>
                  <a:pt x="7734300" y="62484"/>
                </a:lnTo>
                <a:lnTo>
                  <a:pt x="7886700" y="62484"/>
                </a:lnTo>
                <a:lnTo>
                  <a:pt x="7886700" y="50292"/>
                </a:lnTo>
                <a:close/>
              </a:path>
              <a:path w="8610600" h="64770">
                <a:moveTo>
                  <a:pt x="7886700" y="24384"/>
                </a:moveTo>
                <a:lnTo>
                  <a:pt x="7734300" y="24384"/>
                </a:lnTo>
                <a:lnTo>
                  <a:pt x="7734300" y="36576"/>
                </a:lnTo>
                <a:lnTo>
                  <a:pt x="7886700" y="37338"/>
                </a:lnTo>
                <a:lnTo>
                  <a:pt x="7886700" y="24384"/>
                </a:lnTo>
                <a:close/>
              </a:path>
              <a:path w="8610600" h="64770">
                <a:moveTo>
                  <a:pt x="8153400" y="51054"/>
                </a:moveTo>
                <a:lnTo>
                  <a:pt x="8001000" y="50292"/>
                </a:lnTo>
                <a:lnTo>
                  <a:pt x="8001000" y="63246"/>
                </a:lnTo>
                <a:lnTo>
                  <a:pt x="8153400" y="63246"/>
                </a:lnTo>
                <a:lnTo>
                  <a:pt x="8153400" y="51054"/>
                </a:lnTo>
                <a:close/>
              </a:path>
              <a:path w="8610600" h="64770">
                <a:moveTo>
                  <a:pt x="8153400" y="25146"/>
                </a:moveTo>
                <a:lnTo>
                  <a:pt x="8001000" y="25146"/>
                </a:lnTo>
                <a:lnTo>
                  <a:pt x="8001000" y="37338"/>
                </a:lnTo>
                <a:lnTo>
                  <a:pt x="8153400" y="38100"/>
                </a:lnTo>
                <a:lnTo>
                  <a:pt x="8153400" y="25146"/>
                </a:lnTo>
                <a:close/>
              </a:path>
              <a:path w="8610600" h="64770">
                <a:moveTo>
                  <a:pt x="8420100" y="51816"/>
                </a:moveTo>
                <a:lnTo>
                  <a:pt x="8267700" y="51054"/>
                </a:lnTo>
                <a:lnTo>
                  <a:pt x="8267700" y="64008"/>
                </a:lnTo>
                <a:lnTo>
                  <a:pt x="8420100" y="64008"/>
                </a:lnTo>
                <a:lnTo>
                  <a:pt x="8420100" y="51816"/>
                </a:lnTo>
                <a:close/>
              </a:path>
              <a:path w="8610600" h="64770">
                <a:moveTo>
                  <a:pt x="8420100" y="25908"/>
                </a:moveTo>
                <a:lnTo>
                  <a:pt x="8267700" y="25908"/>
                </a:lnTo>
                <a:lnTo>
                  <a:pt x="8267700" y="38100"/>
                </a:lnTo>
                <a:lnTo>
                  <a:pt x="8420100" y="38862"/>
                </a:lnTo>
                <a:lnTo>
                  <a:pt x="8420100" y="25908"/>
                </a:lnTo>
                <a:close/>
              </a:path>
              <a:path w="8610600" h="64770">
                <a:moveTo>
                  <a:pt x="8610600" y="52578"/>
                </a:moveTo>
                <a:lnTo>
                  <a:pt x="8534400" y="51816"/>
                </a:lnTo>
                <a:lnTo>
                  <a:pt x="8534400" y="64770"/>
                </a:lnTo>
                <a:lnTo>
                  <a:pt x="8610600" y="64770"/>
                </a:lnTo>
                <a:lnTo>
                  <a:pt x="8610600" y="52578"/>
                </a:lnTo>
                <a:close/>
              </a:path>
              <a:path w="8610600" h="64770">
                <a:moveTo>
                  <a:pt x="8610600" y="26670"/>
                </a:moveTo>
                <a:lnTo>
                  <a:pt x="8534400" y="26670"/>
                </a:lnTo>
                <a:lnTo>
                  <a:pt x="8534400" y="39624"/>
                </a:lnTo>
                <a:lnTo>
                  <a:pt x="8610600" y="39624"/>
                </a:lnTo>
                <a:lnTo>
                  <a:pt x="8610600" y="2667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40" name="object 140">
            <a:extLst>
              <a:ext uri="{FF2B5EF4-FFF2-40B4-BE49-F238E27FC236}">
                <a16:creationId xmlns:a16="http://schemas.microsoft.com/office/drawing/2014/main" id="{12F55D21-FEDE-363A-7148-3F4DC4725D8D}"/>
              </a:ext>
            </a:extLst>
          </p:cNvPr>
          <p:cNvSpPr txBox="1"/>
          <p:nvPr/>
        </p:nvSpPr>
        <p:spPr>
          <a:xfrm>
            <a:off x="9146347" y="3904280"/>
            <a:ext cx="959314" cy="736118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非叶结点</a:t>
            </a:r>
            <a:endParaRPr sz="1814">
              <a:latin typeface="Lantinghei SC Heavy"/>
              <a:cs typeface="Lantinghei SC Heavy"/>
            </a:endParaRPr>
          </a:p>
          <a:p>
            <a:pPr marL="25912">
              <a:spcBef>
                <a:spcPts val="1301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叶子结点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41" name="object 141">
            <a:extLst>
              <a:ext uri="{FF2B5EF4-FFF2-40B4-BE49-F238E27FC236}">
                <a16:creationId xmlns:a16="http://schemas.microsoft.com/office/drawing/2014/main" id="{9881DC2E-B0D6-9CAC-79F3-38A80F7B0107}"/>
              </a:ext>
            </a:extLst>
          </p:cNvPr>
          <p:cNvSpPr txBox="1"/>
          <p:nvPr/>
        </p:nvSpPr>
        <p:spPr>
          <a:xfrm>
            <a:off x="9264525" y="5689075"/>
            <a:ext cx="713439" cy="56940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 marR="4607">
              <a:spcBef>
                <a:spcPts val="86"/>
              </a:spcBef>
            </a:pPr>
            <a:r>
              <a:rPr sz="1814" b="1" spc="-32" dirty="0">
                <a:solidFill>
                  <a:srgbClr val="CC0000"/>
                </a:solidFill>
                <a:latin typeface="Lantinghei SC Heavy"/>
                <a:cs typeface="Lantinghei SC Heavy"/>
              </a:rPr>
              <a:t>主文件的记录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43" name="object 143">
            <a:extLst>
              <a:ext uri="{FF2B5EF4-FFF2-40B4-BE49-F238E27FC236}">
                <a16:creationId xmlns:a16="http://schemas.microsoft.com/office/drawing/2014/main" id="{5FECD765-099D-9FB4-1F92-A72184898B39}"/>
              </a:ext>
            </a:extLst>
          </p:cNvPr>
          <p:cNvSpPr/>
          <p:nvPr/>
        </p:nvSpPr>
        <p:spPr>
          <a:xfrm>
            <a:off x="3883601" y="4632345"/>
            <a:ext cx="2876214" cy="658161"/>
          </a:xfrm>
          <a:custGeom>
            <a:avLst/>
            <a:gdLst/>
            <a:ahLst/>
            <a:cxnLst/>
            <a:rect l="l" t="t" r="r" b="b"/>
            <a:pathLst>
              <a:path w="3171825" h="725804">
                <a:moveTo>
                  <a:pt x="0" y="1524"/>
                </a:moveTo>
                <a:lnTo>
                  <a:pt x="0" y="725424"/>
                </a:lnTo>
                <a:lnTo>
                  <a:pt x="1522475" y="725424"/>
                </a:lnTo>
                <a:lnTo>
                  <a:pt x="1522475" y="1524"/>
                </a:lnTo>
                <a:lnTo>
                  <a:pt x="0" y="1524"/>
                </a:lnTo>
                <a:close/>
              </a:path>
              <a:path w="3171825" h="725804">
                <a:moveTo>
                  <a:pt x="1648967" y="0"/>
                </a:moveTo>
                <a:lnTo>
                  <a:pt x="1648967" y="723900"/>
                </a:lnTo>
                <a:lnTo>
                  <a:pt x="3171443" y="723900"/>
                </a:lnTo>
                <a:lnTo>
                  <a:pt x="3171443" y="0"/>
                </a:lnTo>
                <a:lnTo>
                  <a:pt x="1648967" y="0"/>
                </a:lnTo>
                <a:close/>
              </a:path>
            </a:pathLst>
          </a:custGeom>
          <a:ln w="762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46" name="object 146">
            <a:extLst>
              <a:ext uri="{FF2B5EF4-FFF2-40B4-BE49-F238E27FC236}">
                <a16:creationId xmlns:a16="http://schemas.microsoft.com/office/drawing/2014/main" id="{874FF2E8-BDA9-9E49-F43A-7DAEB49ED0DF}"/>
              </a:ext>
            </a:extLst>
          </p:cNvPr>
          <p:cNvSpPr/>
          <p:nvPr/>
        </p:nvSpPr>
        <p:spPr>
          <a:xfrm>
            <a:off x="6346262" y="1167070"/>
            <a:ext cx="3526313" cy="1448759"/>
          </a:xfrm>
          <a:custGeom>
            <a:avLst/>
            <a:gdLst/>
            <a:ahLst/>
            <a:cxnLst/>
            <a:rect l="l" t="t" r="r" b="b"/>
            <a:pathLst>
              <a:path w="3888740" h="1597660">
                <a:moveTo>
                  <a:pt x="266700" y="0"/>
                </a:moveTo>
                <a:lnTo>
                  <a:pt x="218820" y="4304"/>
                </a:lnTo>
                <a:lnTo>
                  <a:pt x="173731" y="16711"/>
                </a:lnTo>
                <a:lnTo>
                  <a:pt x="132192" y="36463"/>
                </a:lnTo>
                <a:lnTo>
                  <a:pt x="94962" y="62799"/>
                </a:lnTo>
                <a:lnTo>
                  <a:pt x="62799" y="94962"/>
                </a:lnTo>
                <a:lnTo>
                  <a:pt x="36463" y="132192"/>
                </a:lnTo>
                <a:lnTo>
                  <a:pt x="16711" y="173731"/>
                </a:lnTo>
                <a:lnTo>
                  <a:pt x="4304" y="218820"/>
                </a:lnTo>
                <a:lnTo>
                  <a:pt x="0" y="266700"/>
                </a:lnTo>
                <a:lnTo>
                  <a:pt x="0" y="1331214"/>
                </a:lnTo>
                <a:lnTo>
                  <a:pt x="4304" y="1379067"/>
                </a:lnTo>
                <a:lnTo>
                  <a:pt x="16711" y="1424086"/>
                </a:lnTo>
                <a:lnTo>
                  <a:pt x="36463" y="1465523"/>
                </a:lnTo>
                <a:lnTo>
                  <a:pt x="62799" y="1502633"/>
                </a:lnTo>
                <a:lnTo>
                  <a:pt x="94962" y="1534670"/>
                </a:lnTo>
                <a:lnTo>
                  <a:pt x="132192" y="1560886"/>
                </a:lnTo>
                <a:lnTo>
                  <a:pt x="173731" y="1580536"/>
                </a:lnTo>
                <a:lnTo>
                  <a:pt x="218820" y="1592873"/>
                </a:lnTo>
                <a:lnTo>
                  <a:pt x="266700" y="1597152"/>
                </a:lnTo>
                <a:lnTo>
                  <a:pt x="3621786" y="1597152"/>
                </a:lnTo>
                <a:lnTo>
                  <a:pt x="3669665" y="1592873"/>
                </a:lnTo>
                <a:lnTo>
                  <a:pt x="3714754" y="1580536"/>
                </a:lnTo>
                <a:lnTo>
                  <a:pt x="3756293" y="1560886"/>
                </a:lnTo>
                <a:lnTo>
                  <a:pt x="3793523" y="1534670"/>
                </a:lnTo>
                <a:lnTo>
                  <a:pt x="3825686" y="1502633"/>
                </a:lnTo>
                <a:lnTo>
                  <a:pt x="3852022" y="1465523"/>
                </a:lnTo>
                <a:lnTo>
                  <a:pt x="3871774" y="1424086"/>
                </a:lnTo>
                <a:lnTo>
                  <a:pt x="3884181" y="1379067"/>
                </a:lnTo>
                <a:lnTo>
                  <a:pt x="3888486" y="1331213"/>
                </a:lnTo>
                <a:lnTo>
                  <a:pt x="3888486" y="266699"/>
                </a:lnTo>
                <a:lnTo>
                  <a:pt x="3884181" y="218820"/>
                </a:lnTo>
                <a:lnTo>
                  <a:pt x="3871774" y="173731"/>
                </a:lnTo>
                <a:lnTo>
                  <a:pt x="3852022" y="132192"/>
                </a:lnTo>
                <a:lnTo>
                  <a:pt x="3825686" y="94962"/>
                </a:lnTo>
                <a:lnTo>
                  <a:pt x="3793523" y="62799"/>
                </a:lnTo>
                <a:lnTo>
                  <a:pt x="3756293" y="36463"/>
                </a:lnTo>
                <a:lnTo>
                  <a:pt x="3714754" y="16711"/>
                </a:lnTo>
                <a:lnTo>
                  <a:pt x="3669665" y="4304"/>
                </a:lnTo>
                <a:lnTo>
                  <a:pt x="3621786" y="0"/>
                </a:lnTo>
                <a:lnTo>
                  <a:pt x="26670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5FFA0F92-28CD-B9EA-0616-A939987016A1}"/>
              </a:ext>
            </a:extLst>
          </p:cNvPr>
          <p:cNvCxnSpPr/>
          <p:nvPr/>
        </p:nvCxnSpPr>
        <p:spPr>
          <a:xfrm>
            <a:off x="5186102" y="5086747"/>
            <a:ext cx="341473" cy="0"/>
          </a:xfrm>
          <a:prstGeom prst="straightConnector1">
            <a:avLst/>
          </a:prstGeom>
          <a:ln w="38100">
            <a:solidFill>
              <a:srgbClr val="3333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130">
            <a:extLst>
              <a:ext uri="{FF2B5EF4-FFF2-40B4-BE49-F238E27FC236}">
                <a16:creationId xmlns:a16="http://schemas.microsoft.com/office/drawing/2014/main" id="{FBDD45FD-D18F-F57C-1599-D9C037545421}"/>
              </a:ext>
            </a:extLst>
          </p:cNvPr>
          <p:cNvSpPr txBox="1"/>
          <p:nvPr/>
        </p:nvSpPr>
        <p:spPr>
          <a:xfrm>
            <a:off x="2190920" y="1089218"/>
            <a:ext cx="3692724" cy="477289"/>
          </a:xfrm>
          <a:prstGeom prst="rect">
            <a:avLst/>
          </a:prstGeom>
        </p:spPr>
        <p:txBody>
          <a:bodyPr vert="horz" wrap="square" lIns="0" tIns="141076" rIns="0" bIns="0" rtlCol="0">
            <a:spAutoFit/>
          </a:bodyPr>
          <a:lstStyle/>
          <a:p>
            <a:pPr marL="11516">
              <a:spcBef>
                <a:spcPts val="1111"/>
              </a:spcBef>
            </a:pPr>
            <a:r>
              <a:rPr lang="zh-CN" altLang="en-US" sz="2176" b="1" spc="-32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插入</a:t>
            </a:r>
            <a:r>
              <a:rPr lang="en-US" altLang="zh-CN" sz="2176" b="1" spc="-32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25</a:t>
            </a:r>
            <a:r>
              <a:rPr lang="zh-CN" altLang="en-US" sz="2176" b="1" spc="-32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，并引发分裂（递归）</a:t>
            </a:r>
            <a:endParaRPr sz="2176" dirty="0">
              <a:latin typeface="SimHei" panose="02010609060101010101" pitchFamily="49" charset="-122"/>
              <a:ea typeface="SimHei" panose="02010609060101010101" pitchFamily="49" charset="-122"/>
              <a:cs typeface="Lantinghei SC Heavy"/>
            </a:endParaRPr>
          </a:p>
        </p:txBody>
      </p:sp>
    </p:spTree>
    <p:extLst>
      <p:ext uri="{BB962C8B-B14F-4D97-AF65-F5344CB8AC3E}">
        <p14:creationId xmlns:p14="http://schemas.microsoft.com/office/powerpoint/2010/main" val="1219348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99059" y="2540281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80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73147" y="2502911"/>
            <a:ext cx="1960662" cy="647796"/>
            <a:chOff x="4328998" y="2760154"/>
            <a:chExt cx="2162175" cy="714375"/>
          </a:xfrm>
        </p:grpSpPr>
        <p:sp>
          <p:nvSpPr>
            <p:cNvPr id="5" name="object 5"/>
            <p:cNvSpPr/>
            <p:nvPr/>
          </p:nvSpPr>
          <p:spPr>
            <a:xfrm>
              <a:off x="4343285" y="27744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" name="object 6"/>
            <p:cNvSpPr/>
            <p:nvPr/>
          </p:nvSpPr>
          <p:spPr>
            <a:xfrm>
              <a:off x="4343285" y="31173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" name="object 7"/>
            <p:cNvSpPr/>
            <p:nvPr/>
          </p:nvSpPr>
          <p:spPr>
            <a:xfrm>
              <a:off x="4343285" y="34602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/>
            <p:cNvSpPr/>
            <p:nvPr/>
          </p:nvSpPr>
          <p:spPr>
            <a:xfrm>
              <a:off x="43432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/>
            <p:cNvSpPr/>
            <p:nvPr/>
          </p:nvSpPr>
          <p:spPr>
            <a:xfrm>
              <a:off x="64768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/>
            <p:cNvSpPr/>
            <p:nvPr/>
          </p:nvSpPr>
          <p:spPr>
            <a:xfrm>
              <a:off x="5384939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" name="object 11"/>
            <p:cNvSpPr/>
            <p:nvPr/>
          </p:nvSpPr>
          <p:spPr>
            <a:xfrm>
              <a:off x="4888115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" name="object 12"/>
            <p:cNvSpPr/>
            <p:nvPr/>
          </p:nvSpPr>
          <p:spPr>
            <a:xfrm>
              <a:off x="5932817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19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/>
            <p:cNvSpPr/>
            <p:nvPr/>
          </p:nvSpPr>
          <p:spPr>
            <a:xfrm>
              <a:off x="51372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836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/>
            <p:cNvSpPr/>
            <p:nvPr/>
          </p:nvSpPr>
          <p:spPr>
            <a:xfrm>
              <a:off x="61789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27555" y="3370151"/>
            <a:ext cx="439350" cy="290227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0403">
              <a:spcBef>
                <a:spcPts val="86"/>
              </a:spcBef>
            </a:pPr>
            <a:r>
              <a:rPr sz="1814" b="1" spc="-23" dirty="0">
                <a:solidFill>
                  <a:srgbClr val="3333CC"/>
                </a:solidFill>
                <a:latin typeface="Arial"/>
                <a:cs typeface="Arial"/>
              </a:rPr>
              <a:t>30</a:t>
            </a:r>
            <a:endParaRPr sz="1814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8076" y="3369460"/>
            <a:ext cx="485415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50288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60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71010" y="3369460"/>
            <a:ext cx="20844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20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14790" y="3332089"/>
            <a:ext cx="1960662" cy="695589"/>
            <a:chOff x="2500198" y="3674554"/>
            <a:chExt cx="2162175" cy="767080"/>
          </a:xfrm>
        </p:grpSpPr>
        <p:sp>
          <p:nvSpPr>
            <p:cNvPr id="21" name="object 21"/>
            <p:cNvSpPr/>
            <p:nvPr/>
          </p:nvSpPr>
          <p:spPr>
            <a:xfrm>
              <a:off x="2514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/>
            <p:cNvSpPr/>
            <p:nvPr/>
          </p:nvSpPr>
          <p:spPr>
            <a:xfrm>
              <a:off x="2514485" y="4084319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3" name="object 23"/>
            <p:cNvSpPr/>
            <p:nvPr/>
          </p:nvSpPr>
          <p:spPr>
            <a:xfrm>
              <a:off x="2514485" y="4427219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4" name="object 24"/>
            <p:cNvSpPr/>
            <p:nvPr/>
          </p:nvSpPr>
          <p:spPr>
            <a:xfrm>
              <a:off x="2514485" y="3688841"/>
              <a:ext cx="0" cy="738505"/>
            </a:xfrm>
            <a:custGeom>
              <a:avLst/>
              <a:gdLst/>
              <a:ahLst/>
              <a:cxnLst/>
              <a:rect l="l" t="t" r="r" b="b"/>
              <a:pathLst>
                <a:path h="738504">
                  <a:moveTo>
                    <a:pt x="0" y="0"/>
                  </a:moveTo>
                  <a:lnTo>
                    <a:pt x="0" y="73837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5" name="object 25"/>
            <p:cNvSpPr/>
            <p:nvPr/>
          </p:nvSpPr>
          <p:spPr>
            <a:xfrm>
              <a:off x="4648085" y="3688841"/>
              <a:ext cx="0" cy="738505"/>
            </a:xfrm>
            <a:custGeom>
              <a:avLst/>
              <a:gdLst/>
              <a:ahLst/>
              <a:cxnLst/>
              <a:rect l="l" t="t" r="r" b="b"/>
              <a:pathLst>
                <a:path h="738504">
                  <a:moveTo>
                    <a:pt x="0" y="0"/>
                  </a:moveTo>
                  <a:lnTo>
                    <a:pt x="0" y="73837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6" name="object 26"/>
            <p:cNvSpPr/>
            <p:nvPr/>
          </p:nvSpPr>
          <p:spPr>
            <a:xfrm>
              <a:off x="3556139" y="3688841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4">
                  <a:moveTo>
                    <a:pt x="0" y="0"/>
                  </a:moveTo>
                  <a:lnTo>
                    <a:pt x="0" y="3954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7" name="object 27"/>
            <p:cNvSpPr/>
            <p:nvPr/>
          </p:nvSpPr>
          <p:spPr>
            <a:xfrm>
              <a:off x="3059315" y="3688841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4">
                  <a:moveTo>
                    <a:pt x="0" y="0"/>
                  </a:moveTo>
                  <a:lnTo>
                    <a:pt x="0" y="3954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04017" y="3688841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4">
                  <a:moveTo>
                    <a:pt x="0" y="0"/>
                  </a:moveTo>
                  <a:lnTo>
                    <a:pt x="0" y="3954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9" name="object 29"/>
            <p:cNvSpPr/>
            <p:nvPr/>
          </p:nvSpPr>
          <p:spPr>
            <a:xfrm>
              <a:off x="2813189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0" name="object 30"/>
            <p:cNvSpPr/>
            <p:nvPr/>
          </p:nvSpPr>
          <p:spPr>
            <a:xfrm>
              <a:off x="3308489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1" name="object 31"/>
            <p:cNvSpPr/>
            <p:nvPr/>
          </p:nvSpPr>
          <p:spPr>
            <a:xfrm>
              <a:off x="3854843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2" name="object 32"/>
            <p:cNvSpPr/>
            <p:nvPr/>
          </p:nvSpPr>
          <p:spPr>
            <a:xfrm>
              <a:off x="4350143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650122" y="3369460"/>
            <a:ext cx="1422848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95010">
              <a:spcBef>
                <a:spcPts val="91"/>
              </a:spcBef>
              <a:tabLst>
                <a:tab pos="567757" algn="l"/>
                <a:tab pos="1040503" algn="l"/>
              </a:tabLst>
            </a:pPr>
            <a:r>
              <a:rPr sz="1451" spc="-23" dirty="0">
                <a:latin typeface="Times New Roman"/>
                <a:cs typeface="Times New Roman"/>
              </a:rPr>
              <a:t>100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140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24210" y="3332090"/>
            <a:ext cx="1960662" cy="647796"/>
            <a:chOff x="5929198" y="3674554"/>
            <a:chExt cx="2162175" cy="714375"/>
          </a:xfrm>
        </p:grpSpPr>
        <p:sp>
          <p:nvSpPr>
            <p:cNvPr id="35" name="object 35"/>
            <p:cNvSpPr/>
            <p:nvPr/>
          </p:nvSpPr>
          <p:spPr>
            <a:xfrm>
              <a:off x="5943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3485" y="40317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7" name="object 37"/>
            <p:cNvSpPr/>
            <p:nvPr/>
          </p:nvSpPr>
          <p:spPr>
            <a:xfrm>
              <a:off x="5943485" y="43746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8" name="object 38"/>
            <p:cNvSpPr/>
            <p:nvPr/>
          </p:nvSpPr>
          <p:spPr>
            <a:xfrm>
              <a:off x="59434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9" name="object 39"/>
            <p:cNvSpPr/>
            <p:nvPr/>
          </p:nvSpPr>
          <p:spPr>
            <a:xfrm>
              <a:off x="80770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0" name="object 40"/>
            <p:cNvSpPr/>
            <p:nvPr/>
          </p:nvSpPr>
          <p:spPr>
            <a:xfrm>
              <a:off x="6985126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1" name="object 41"/>
            <p:cNvSpPr/>
            <p:nvPr/>
          </p:nvSpPr>
          <p:spPr>
            <a:xfrm>
              <a:off x="6488302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2" name="object 42"/>
            <p:cNvSpPr/>
            <p:nvPr/>
          </p:nvSpPr>
          <p:spPr>
            <a:xfrm>
              <a:off x="7533004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3" name="object 43"/>
            <p:cNvSpPr/>
            <p:nvPr/>
          </p:nvSpPr>
          <p:spPr>
            <a:xfrm>
              <a:off x="62421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4" name="object 44"/>
            <p:cNvSpPr/>
            <p:nvPr/>
          </p:nvSpPr>
          <p:spPr>
            <a:xfrm>
              <a:off x="67374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5" name="object 45"/>
            <p:cNvSpPr/>
            <p:nvPr/>
          </p:nvSpPr>
          <p:spPr>
            <a:xfrm>
              <a:off x="72838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6" name="object 46"/>
            <p:cNvSpPr/>
            <p:nvPr/>
          </p:nvSpPr>
          <p:spPr>
            <a:xfrm>
              <a:off x="77791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227835" y="4683017"/>
            <a:ext cx="142515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  <a:tab pos="1171790" algn="l"/>
              </a:tabLst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18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19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201923" y="4644956"/>
            <a:ext cx="1476975" cy="647796"/>
            <a:chOff x="1052398" y="5122354"/>
            <a:chExt cx="1628775" cy="714375"/>
          </a:xfrm>
        </p:grpSpPr>
        <p:sp>
          <p:nvSpPr>
            <p:cNvPr id="49" name="object 49"/>
            <p:cNvSpPr/>
            <p:nvPr/>
          </p:nvSpPr>
          <p:spPr>
            <a:xfrm>
              <a:off x="10666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0" name="object 50"/>
            <p:cNvSpPr/>
            <p:nvPr/>
          </p:nvSpPr>
          <p:spPr>
            <a:xfrm>
              <a:off x="10666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1" name="object 51"/>
            <p:cNvSpPr/>
            <p:nvPr/>
          </p:nvSpPr>
          <p:spPr>
            <a:xfrm>
              <a:off x="10666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2" name="object 52"/>
            <p:cNvSpPr/>
            <p:nvPr/>
          </p:nvSpPr>
          <p:spPr>
            <a:xfrm>
              <a:off x="10666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3" name="object 53"/>
            <p:cNvSpPr/>
            <p:nvPr/>
          </p:nvSpPr>
          <p:spPr>
            <a:xfrm>
              <a:off x="26668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4" name="object 54"/>
            <p:cNvSpPr/>
            <p:nvPr/>
          </p:nvSpPr>
          <p:spPr>
            <a:xfrm>
              <a:off x="18477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5" name="object 55"/>
            <p:cNvSpPr/>
            <p:nvPr/>
          </p:nvSpPr>
          <p:spPr>
            <a:xfrm>
              <a:off x="14766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6" name="object 56"/>
            <p:cNvSpPr/>
            <p:nvPr/>
          </p:nvSpPr>
          <p:spPr>
            <a:xfrm>
              <a:off x="225769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7" name="object 57"/>
            <p:cNvSpPr/>
            <p:nvPr/>
          </p:nvSpPr>
          <p:spPr>
            <a:xfrm>
              <a:off x="12907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8" name="object 58"/>
            <p:cNvSpPr/>
            <p:nvPr/>
          </p:nvSpPr>
          <p:spPr>
            <a:xfrm>
              <a:off x="16625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9" name="object 59"/>
            <p:cNvSpPr/>
            <p:nvPr/>
          </p:nvSpPr>
          <p:spPr>
            <a:xfrm>
              <a:off x="207176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0" name="object 60"/>
            <p:cNvSpPr/>
            <p:nvPr/>
          </p:nvSpPr>
          <p:spPr>
            <a:xfrm>
              <a:off x="244361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886192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20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25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860281" y="4644956"/>
            <a:ext cx="1407877" cy="647796"/>
            <a:chOff x="2881198" y="5122354"/>
            <a:chExt cx="1552575" cy="714375"/>
          </a:xfrm>
        </p:grpSpPr>
        <p:sp>
          <p:nvSpPr>
            <p:cNvPr id="63" name="object 63"/>
            <p:cNvSpPr/>
            <p:nvPr/>
          </p:nvSpPr>
          <p:spPr>
            <a:xfrm>
              <a:off x="2895485" y="51366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4" name="object 64"/>
            <p:cNvSpPr/>
            <p:nvPr/>
          </p:nvSpPr>
          <p:spPr>
            <a:xfrm>
              <a:off x="2895485" y="54795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5" name="object 65"/>
            <p:cNvSpPr/>
            <p:nvPr/>
          </p:nvSpPr>
          <p:spPr>
            <a:xfrm>
              <a:off x="2895485" y="58224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6" name="object 66"/>
            <p:cNvSpPr/>
            <p:nvPr/>
          </p:nvSpPr>
          <p:spPr>
            <a:xfrm>
              <a:off x="2895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7" name="object 67"/>
            <p:cNvSpPr/>
            <p:nvPr/>
          </p:nvSpPr>
          <p:spPr>
            <a:xfrm>
              <a:off x="4419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8" name="object 68"/>
            <p:cNvSpPr/>
            <p:nvPr/>
          </p:nvSpPr>
          <p:spPr>
            <a:xfrm>
              <a:off x="36765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9" name="object 69"/>
            <p:cNvSpPr/>
            <p:nvPr/>
          </p:nvSpPr>
          <p:spPr>
            <a:xfrm>
              <a:off x="33054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0" name="object 70"/>
            <p:cNvSpPr/>
            <p:nvPr/>
          </p:nvSpPr>
          <p:spPr>
            <a:xfrm>
              <a:off x="4041533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1" name="object 71"/>
            <p:cNvSpPr/>
            <p:nvPr/>
          </p:nvSpPr>
          <p:spPr>
            <a:xfrm>
              <a:off x="31195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2" name="object 72"/>
            <p:cNvSpPr/>
            <p:nvPr/>
          </p:nvSpPr>
          <p:spPr>
            <a:xfrm>
              <a:off x="34913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3" name="object 73"/>
            <p:cNvSpPr/>
            <p:nvPr/>
          </p:nvSpPr>
          <p:spPr>
            <a:xfrm>
              <a:off x="3859415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4" name="object 74"/>
            <p:cNvSpPr/>
            <p:nvPr/>
          </p:nvSpPr>
          <p:spPr>
            <a:xfrm>
              <a:off x="42244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6857416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831505" y="4644956"/>
            <a:ext cx="1476975" cy="647796"/>
            <a:chOff x="6157798" y="5122354"/>
            <a:chExt cx="1628775" cy="714375"/>
          </a:xfrm>
        </p:grpSpPr>
        <p:sp>
          <p:nvSpPr>
            <p:cNvPr id="77" name="object 77"/>
            <p:cNvSpPr/>
            <p:nvPr/>
          </p:nvSpPr>
          <p:spPr>
            <a:xfrm>
              <a:off x="61720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8" name="object 78"/>
            <p:cNvSpPr/>
            <p:nvPr/>
          </p:nvSpPr>
          <p:spPr>
            <a:xfrm>
              <a:off x="61720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9" name="object 79"/>
            <p:cNvSpPr/>
            <p:nvPr/>
          </p:nvSpPr>
          <p:spPr>
            <a:xfrm>
              <a:off x="61720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0" name="object 80"/>
            <p:cNvSpPr/>
            <p:nvPr/>
          </p:nvSpPr>
          <p:spPr>
            <a:xfrm>
              <a:off x="61720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1" name="object 81"/>
            <p:cNvSpPr/>
            <p:nvPr/>
          </p:nvSpPr>
          <p:spPr>
            <a:xfrm>
              <a:off x="77722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2" name="object 82"/>
            <p:cNvSpPr/>
            <p:nvPr/>
          </p:nvSpPr>
          <p:spPr>
            <a:xfrm>
              <a:off x="6953122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3" name="object 83"/>
            <p:cNvSpPr/>
            <p:nvPr/>
          </p:nvSpPr>
          <p:spPr>
            <a:xfrm>
              <a:off x="658202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4" name="object 84"/>
            <p:cNvSpPr/>
            <p:nvPr/>
          </p:nvSpPr>
          <p:spPr>
            <a:xfrm>
              <a:off x="736307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5" name="object 85"/>
            <p:cNvSpPr/>
            <p:nvPr/>
          </p:nvSpPr>
          <p:spPr>
            <a:xfrm>
              <a:off x="639610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6" name="object 86"/>
            <p:cNvSpPr/>
            <p:nvPr/>
          </p:nvSpPr>
          <p:spPr>
            <a:xfrm>
              <a:off x="676795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7" name="object 87"/>
            <p:cNvSpPr/>
            <p:nvPr/>
          </p:nvSpPr>
          <p:spPr>
            <a:xfrm>
              <a:off x="717715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8" name="object 88"/>
            <p:cNvSpPr/>
            <p:nvPr/>
          </p:nvSpPr>
          <p:spPr>
            <a:xfrm>
              <a:off x="754900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844666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85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2698566" y="2995409"/>
            <a:ext cx="7462610" cy="2297516"/>
            <a:chOff x="1600085" y="3303270"/>
            <a:chExt cx="8229600" cy="2533650"/>
          </a:xfrm>
        </p:grpSpPr>
        <p:sp>
          <p:nvSpPr>
            <p:cNvPr id="91" name="object 91"/>
            <p:cNvSpPr/>
            <p:nvPr/>
          </p:nvSpPr>
          <p:spPr>
            <a:xfrm>
              <a:off x="7924672" y="51366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2" name="object 92"/>
            <p:cNvSpPr/>
            <p:nvPr/>
          </p:nvSpPr>
          <p:spPr>
            <a:xfrm>
              <a:off x="7924672" y="54795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3" name="object 93"/>
            <p:cNvSpPr/>
            <p:nvPr/>
          </p:nvSpPr>
          <p:spPr>
            <a:xfrm>
              <a:off x="7924672" y="58224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4" name="object 94"/>
            <p:cNvSpPr/>
            <p:nvPr/>
          </p:nvSpPr>
          <p:spPr>
            <a:xfrm>
              <a:off x="7924672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5" name="object 95"/>
            <p:cNvSpPr/>
            <p:nvPr/>
          </p:nvSpPr>
          <p:spPr>
            <a:xfrm>
              <a:off x="9524873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6" name="object 96"/>
            <p:cNvSpPr/>
            <p:nvPr/>
          </p:nvSpPr>
          <p:spPr>
            <a:xfrm>
              <a:off x="8705723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7" name="object 97"/>
            <p:cNvSpPr/>
            <p:nvPr/>
          </p:nvSpPr>
          <p:spPr>
            <a:xfrm>
              <a:off x="833462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8" name="object 98"/>
            <p:cNvSpPr/>
            <p:nvPr/>
          </p:nvSpPr>
          <p:spPr>
            <a:xfrm>
              <a:off x="911567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9" name="object 99"/>
            <p:cNvSpPr/>
            <p:nvPr/>
          </p:nvSpPr>
          <p:spPr>
            <a:xfrm>
              <a:off x="814870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52055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92975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30160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600085" y="3303282"/>
              <a:ext cx="8229600" cy="2405380"/>
            </a:xfrm>
            <a:custGeom>
              <a:avLst/>
              <a:gdLst/>
              <a:ahLst/>
              <a:cxnLst/>
              <a:rect l="l" t="t" r="r" b="b"/>
              <a:pathLst>
                <a:path w="8229600" h="2405379">
                  <a:moveTo>
                    <a:pt x="1072134" y="919734"/>
                  </a:moveTo>
                  <a:lnTo>
                    <a:pt x="1070610" y="915924"/>
                  </a:lnTo>
                  <a:lnTo>
                    <a:pt x="1067562" y="914400"/>
                  </a:lnTo>
                  <a:lnTo>
                    <a:pt x="1063752" y="915924"/>
                  </a:lnTo>
                  <a:lnTo>
                    <a:pt x="55219" y="1780260"/>
                  </a:lnTo>
                  <a:lnTo>
                    <a:pt x="33528" y="1754886"/>
                  </a:lnTo>
                  <a:lnTo>
                    <a:pt x="0" y="1833372"/>
                  </a:lnTo>
                  <a:lnTo>
                    <a:pt x="43434" y="1822602"/>
                  </a:lnTo>
                  <a:lnTo>
                    <a:pt x="83058" y="1812798"/>
                  </a:lnTo>
                  <a:lnTo>
                    <a:pt x="61556" y="1787664"/>
                  </a:lnTo>
                  <a:lnTo>
                    <a:pt x="1069848" y="922782"/>
                  </a:lnTo>
                  <a:lnTo>
                    <a:pt x="1072134" y="919734"/>
                  </a:lnTo>
                  <a:close/>
                </a:path>
                <a:path w="8229600" h="2405379">
                  <a:moveTo>
                    <a:pt x="1295400" y="2366772"/>
                  </a:moveTo>
                  <a:lnTo>
                    <a:pt x="1219200" y="2328672"/>
                  </a:lnTo>
                  <a:lnTo>
                    <a:pt x="1219200" y="2362200"/>
                  </a:lnTo>
                  <a:lnTo>
                    <a:pt x="990600" y="2362200"/>
                  </a:lnTo>
                  <a:lnTo>
                    <a:pt x="987552" y="2363724"/>
                  </a:lnTo>
                  <a:lnTo>
                    <a:pt x="986028" y="2366772"/>
                  </a:lnTo>
                  <a:lnTo>
                    <a:pt x="987552" y="2370582"/>
                  </a:lnTo>
                  <a:lnTo>
                    <a:pt x="990600" y="2372106"/>
                  </a:lnTo>
                  <a:lnTo>
                    <a:pt x="1219200" y="2372106"/>
                  </a:lnTo>
                  <a:lnTo>
                    <a:pt x="1219200" y="2404872"/>
                  </a:lnTo>
                  <a:lnTo>
                    <a:pt x="1236726" y="2396109"/>
                  </a:lnTo>
                  <a:lnTo>
                    <a:pt x="1295400" y="2366772"/>
                  </a:lnTo>
                  <a:close/>
                </a:path>
                <a:path w="8229600" h="2405379">
                  <a:moveTo>
                    <a:pt x="1834896" y="1748790"/>
                  </a:moveTo>
                  <a:lnTo>
                    <a:pt x="1804111" y="1761490"/>
                  </a:lnTo>
                  <a:lnTo>
                    <a:pt x="1452372" y="917448"/>
                  </a:lnTo>
                  <a:lnTo>
                    <a:pt x="1450086" y="914400"/>
                  </a:lnTo>
                  <a:lnTo>
                    <a:pt x="1446276" y="915162"/>
                  </a:lnTo>
                  <a:lnTo>
                    <a:pt x="1443228" y="917448"/>
                  </a:lnTo>
                  <a:lnTo>
                    <a:pt x="1443990" y="921258"/>
                  </a:lnTo>
                  <a:lnTo>
                    <a:pt x="1795614" y="1765007"/>
                  </a:lnTo>
                  <a:lnTo>
                    <a:pt x="1764792" y="1777746"/>
                  </a:lnTo>
                  <a:lnTo>
                    <a:pt x="1808988" y="1816150"/>
                  </a:lnTo>
                  <a:lnTo>
                    <a:pt x="1828800" y="1833372"/>
                  </a:lnTo>
                  <a:lnTo>
                    <a:pt x="1834896" y="1748790"/>
                  </a:lnTo>
                  <a:close/>
                </a:path>
                <a:path w="8229600" h="2405379">
                  <a:moveTo>
                    <a:pt x="2900172" y="3810"/>
                  </a:moveTo>
                  <a:lnTo>
                    <a:pt x="2898648" y="762"/>
                  </a:lnTo>
                  <a:lnTo>
                    <a:pt x="2894838" y="0"/>
                  </a:lnTo>
                  <a:lnTo>
                    <a:pt x="988479" y="366420"/>
                  </a:lnTo>
                  <a:lnTo>
                    <a:pt x="982218" y="333756"/>
                  </a:lnTo>
                  <a:lnTo>
                    <a:pt x="914400" y="385572"/>
                  </a:lnTo>
                  <a:lnTo>
                    <a:pt x="972312" y="402183"/>
                  </a:lnTo>
                  <a:lnTo>
                    <a:pt x="996696" y="409194"/>
                  </a:lnTo>
                  <a:lnTo>
                    <a:pt x="990371" y="376262"/>
                  </a:lnTo>
                  <a:lnTo>
                    <a:pt x="2897124" y="9144"/>
                  </a:lnTo>
                  <a:lnTo>
                    <a:pt x="2900172" y="7620"/>
                  </a:lnTo>
                  <a:lnTo>
                    <a:pt x="2900172" y="3810"/>
                  </a:lnTo>
                  <a:close/>
                </a:path>
                <a:path w="8229600" h="2405379">
                  <a:moveTo>
                    <a:pt x="3048000" y="2366772"/>
                  </a:moveTo>
                  <a:lnTo>
                    <a:pt x="2971800" y="2328672"/>
                  </a:lnTo>
                  <a:lnTo>
                    <a:pt x="2971800" y="2362200"/>
                  </a:lnTo>
                  <a:lnTo>
                    <a:pt x="2743200" y="2362200"/>
                  </a:lnTo>
                  <a:lnTo>
                    <a:pt x="2740152" y="2363724"/>
                  </a:lnTo>
                  <a:lnTo>
                    <a:pt x="2738628" y="2366772"/>
                  </a:lnTo>
                  <a:lnTo>
                    <a:pt x="2740152" y="2370582"/>
                  </a:lnTo>
                  <a:lnTo>
                    <a:pt x="2743200" y="2372106"/>
                  </a:lnTo>
                  <a:lnTo>
                    <a:pt x="2971800" y="2372106"/>
                  </a:lnTo>
                  <a:lnTo>
                    <a:pt x="2971800" y="2404872"/>
                  </a:lnTo>
                  <a:lnTo>
                    <a:pt x="2989326" y="2396109"/>
                  </a:lnTo>
                  <a:lnTo>
                    <a:pt x="3048000" y="2366772"/>
                  </a:lnTo>
                  <a:close/>
                </a:path>
                <a:path w="8229600" h="2405379">
                  <a:moveTo>
                    <a:pt x="4343400" y="385572"/>
                  </a:moveTo>
                  <a:lnTo>
                    <a:pt x="4284726" y="324612"/>
                  </a:lnTo>
                  <a:lnTo>
                    <a:pt x="4273575" y="355409"/>
                  </a:lnTo>
                  <a:lnTo>
                    <a:pt x="3278124" y="0"/>
                  </a:lnTo>
                  <a:lnTo>
                    <a:pt x="3275076" y="762"/>
                  </a:lnTo>
                  <a:lnTo>
                    <a:pt x="3272028" y="3048"/>
                  </a:lnTo>
                  <a:lnTo>
                    <a:pt x="3272790" y="6858"/>
                  </a:lnTo>
                  <a:lnTo>
                    <a:pt x="3275076" y="9144"/>
                  </a:lnTo>
                  <a:lnTo>
                    <a:pt x="4270299" y="364464"/>
                  </a:lnTo>
                  <a:lnTo>
                    <a:pt x="4258818" y="396240"/>
                  </a:lnTo>
                  <a:lnTo>
                    <a:pt x="4287774" y="392582"/>
                  </a:lnTo>
                  <a:lnTo>
                    <a:pt x="4288536" y="392480"/>
                  </a:lnTo>
                  <a:lnTo>
                    <a:pt x="4343400" y="385572"/>
                  </a:lnTo>
                  <a:close/>
                </a:path>
                <a:path w="8229600" h="2405379">
                  <a:moveTo>
                    <a:pt x="4572000" y="1833372"/>
                  </a:moveTo>
                  <a:lnTo>
                    <a:pt x="4517136" y="1768602"/>
                  </a:lnTo>
                  <a:lnTo>
                    <a:pt x="4504042" y="1799450"/>
                  </a:lnTo>
                  <a:lnTo>
                    <a:pt x="2440686" y="915162"/>
                  </a:lnTo>
                  <a:lnTo>
                    <a:pt x="2436876" y="914400"/>
                  </a:lnTo>
                  <a:lnTo>
                    <a:pt x="2434590" y="917448"/>
                  </a:lnTo>
                  <a:lnTo>
                    <a:pt x="2433828" y="921258"/>
                  </a:lnTo>
                  <a:lnTo>
                    <a:pt x="2436876" y="923544"/>
                  </a:lnTo>
                  <a:lnTo>
                    <a:pt x="4500461" y="1807933"/>
                  </a:lnTo>
                  <a:lnTo>
                    <a:pt x="4487418" y="1838706"/>
                  </a:lnTo>
                  <a:lnTo>
                    <a:pt x="4515612" y="1836928"/>
                  </a:lnTo>
                  <a:lnTo>
                    <a:pt x="4517136" y="1836826"/>
                  </a:lnTo>
                  <a:lnTo>
                    <a:pt x="4518660" y="1836724"/>
                  </a:lnTo>
                  <a:lnTo>
                    <a:pt x="4572000" y="1833372"/>
                  </a:lnTo>
                  <a:close/>
                </a:path>
                <a:path w="8229600" h="2405379">
                  <a:moveTo>
                    <a:pt x="6324600" y="1833372"/>
                  </a:moveTo>
                  <a:lnTo>
                    <a:pt x="6273546" y="1765554"/>
                  </a:lnTo>
                  <a:lnTo>
                    <a:pt x="6259042" y="1794878"/>
                  </a:lnTo>
                  <a:lnTo>
                    <a:pt x="4498086" y="915162"/>
                  </a:lnTo>
                  <a:lnTo>
                    <a:pt x="4494276" y="914400"/>
                  </a:lnTo>
                  <a:lnTo>
                    <a:pt x="4491990" y="917448"/>
                  </a:lnTo>
                  <a:lnTo>
                    <a:pt x="4491228" y="920496"/>
                  </a:lnTo>
                  <a:lnTo>
                    <a:pt x="4494276" y="923544"/>
                  </a:lnTo>
                  <a:lnTo>
                    <a:pt x="6254508" y="1804035"/>
                  </a:lnTo>
                  <a:lnTo>
                    <a:pt x="6240018" y="1833372"/>
                  </a:lnTo>
                  <a:lnTo>
                    <a:pt x="6272784" y="1833372"/>
                  </a:lnTo>
                  <a:lnTo>
                    <a:pt x="6324600" y="1833372"/>
                  </a:lnTo>
                  <a:close/>
                </a:path>
                <a:path w="8229600" h="2405379">
                  <a:moveTo>
                    <a:pt x="7315200" y="1757172"/>
                  </a:moveTo>
                  <a:lnTo>
                    <a:pt x="7255764" y="1696974"/>
                  </a:lnTo>
                  <a:lnTo>
                    <a:pt x="7245236" y="1727885"/>
                  </a:lnTo>
                  <a:lnTo>
                    <a:pt x="4878324" y="914400"/>
                  </a:lnTo>
                  <a:lnTo>
                    <a:pt x="4875276" y="915162"/>
                  </a:lnTo>
                  <a:lnTo>
                    <a:pt x="4872228" y="917448"/>
                  </a:lnTo>
                  <a:lnTo>
                    <a:pt x="4872990" y="921258"/>
                  </a:lnTo>
                  <a:lnTo>
                    <a:pt x="4875276" y="923544"/>
                  </a:lnTo>
                  <a:lnTo>
                    <a:pt x="7242048" y="1737233"/>
                  </a:lnTo>
                  <a:lnTo>
                    <a:pt x="7231380" y="1768602"/>
                  </a:lnTo>
                  <a:lnTo>
                    <a:pt x="7259574" y="1764753"/>
                  </a:lnTo>
                  <a:lnTo>
                    <a:pt x="7315200" y="1757172"/>
                  </a:lnTo>
                  <a:close/>
                </a:path>
                <a:path w="8229600" h="2405379">
                  <a:moveTo>
                    <a:pt x="7848587" y="1833372"/>
                  </a:moveTo>
                  <a:lnTo>
                    <a:pt x="7789913" y="1772412"/>
                  </a:lnTo>
                  <a:lnTo>
                    <a:pt x="7778509" y="1803908"/>
                  </a:lnTo>
                  <a:lnTo>
                    <a:pt x="5487911" y="990600"/>
                  </a:lnTo>
                  <a:lnTo>
                    <a:pt x="5484863" y="991362"/>
                  </a:lnTo>
                  <a:lnTo>
                    <a:pt x="5481815" y="993648"/>
                  </a:lnTo>
                  <a:lnTo>
                    <a:pt x="5482577" y="997458"/>
                  </a:lnTo>
                  <a:lnTo>
                    <a:pt x="5484863" y="999744"/>
                  </a:lnTo>
                  <a:lnTo>
                    <a:pt x="7775473" y="1812290"/>
                  </a:lnTo>
                  <a:lnTo>
                    <a:pt x="7764005" y="1844040"/>
                  </a:lnTo>
                  <a:lnTo>
                    <a:pt x="7792961" y="1840382"/>
                  </a:lnTo>
                  <a:lnTo>
                    <a:pt x="7793723" y="1840280"/>
                  </a:lnTo>
                  <a:lnTo>
                    <a:pt x="7848587" y="1833372"/>
                  </a:lnTo>
                  <a:close/>
                </a:path>
                <a:path w="8229600" h="2405379">
                  <a:moveTo>
                    <a:pt x="8229600" y="1757172"/>
                  </a:moveTo>
                  <a:lnTo>
                    <a:pt x="8172450" y="1694688"/>
                  </a:lnTo>
                  <a:lnTo>
                    <a:pt x="8160474" y="1725955"/>
                  </a:lnTo>
                  <a:lnTo>
                    <a:pt x="6022086" y="914400"/>
                  </a:lnTo>
                  <a:lnTo>
                    <a:pt x="6018276" y="915162"/>
                  </a:lnTo>
                  <a:lnTo>
                    <a:pt x="6015228" y="917448"/>
                  </a:lnTo>
                  <a:lnTo>
                    <a:pt x="6015990" y="921258"/>
                  </a:lnTo>
                  <a:lnTo>
                    <a:pt x="6018276" y="923544"/>
                  </a:lnTo>
                  <a:lnTo>
                    <a:pt x="8156930" y="1735201"/>
                  </a:lnTo>
                  <a:lnTo>
                    <a:pt x="8145018" y="1766316"/>
                  </a:lnTo>
                  <a:lnTo>
                    <a:pt x="8174736" y="1763102"/>
                  </a:lnTo>
                  <a:lnTo>
                    <a:pt x="8229600" y="1757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04" name="object 10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1901" y="5631942"/>
              <a:ext cx="233172" cy="76200"/>
            </a:xfrm>
            <a:prstGeom prst="rect">
              <a:avLst/>
            </a:prstGeom>
          </p:spPr>
        </p:pic>
      </p:grpSp>
      <p:sp>
        <p:nvSpPr>
          <p:cNvPr id="105" name="object 105"/>
          <p:cNvSpPr/>
          <p:nvPr/>
        </p:nvSpPr>
        <p:spPr>
          <a:xfrm>
            <a:off x="2214878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09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6" name="object 106"/>
          <p:cNvSpPr txBox="1"/>
          <p:nvPr/>
        </p:nvSpPr>
        <p:spPr>
          <a:xfrm>
            <a:off x="2291111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2698566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10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8" name="object 108"/>
          <p:cNvSpPr txBox="1"/>
          <p:nvPr/>
        </p:nvSpPr>
        <p:spPr>
          <a:xfrm>
            <a:off x="2774799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287825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25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702414" y="5901681"/>
            <a:ext cx="337430" cy="236139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solidFill>
                  <a:srgbClr val="CC0000"/>
                </a:solidFill>
                <a:latin typeface="Times New Roman"/>
                <a:cs typeface="Times New Roman"/>
              </a:rPr>
              <a:t>30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11700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40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6982656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39723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811823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8295511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8779199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2193458" y="5068367"/>
            <a:ext cx="7346294" cy="833785"/>
          </a:xfrm>
          <a:custGeom>
            <a:avLst/>
            <a:gdLst/>
            <a:ahLst/>
            <a:cxnLst/>
            <a:rect l="l" t="t" r="r" b="b"/>
            <a:pathLst>
              <a:path w="8101330" h="919479">
                <a:moveTo>
                  <a:pt x="180594" y="81534"/>
                </a:moveTo>
                <a:lnTo>
                  <a:pt x="179832" y="78486"/>
                </a:lnTo>
                <a:lnTo>
                  <a:pt x="176784" y="76200"/>
                </a:lnTo>
                <a:lnTo>
                  <a:pt x="173736" y="76962"/>
                </a:lnTo>
                <a:lnTo>
                  <a:pt x="171450" y="80010"/>
                </a:lnTo>
                <a:lnTo>
                  <a:pt x="32702" y="843445"/>
                </a:lnTo>
                <a:lnTo>
                  <a:pt x="0" y="837438"/>
                </a:lnTo>
                <a:lnTo>
                  <a:pt x="23622" y="918972"/>
                </a:lnTo>
                <a:lnTo>
                  <a:pt x="30480" y="909853"/>
                </a:lnTo>
                <a:lnTo>
                  <a:pt x="74676" y="851154"/>
                </a:lnTo>
                <a:lnTo>
                  <a:pt x="41821" y="845108"/>
                </a:lnTo>
                <a:lnTo>
                  <a:pt x="180594" y="81534"/>
                </a:lnTo>
                <a:close/>
              </a:path>
              <a:path w="8101330" h="919479">
                <a:moveTo>
                  <a:pt x="588264" y="839724"/>
                </a:moveTo>
                <a:lnTo>
                  <a:pt x="557022" y="842530"/>
                </a:lnTo>
                <a:lnTo>
                  <a:pt x="556260" y="842594"/>
                </a:lnTo>
                <a:lnTo>
                  <a:pt x="555078" y="842708"/>
                </a:lnTo>
                <a:lnTo>
                  <a:pt x="486156" y="80772"/>
                </a:lnTo>
                <a:lnTo>
                  <a:pt x="483870" y="77724"/>
                </a:lnTo>
                <a:lnTo>
                  <a:pt x="480822" y="76200"/>
                </a:lnTo>
                <a:lnTo>
                  <a:pt x="477774" y="77724"/>
                </a:lnTo>
                <a:lnTo>
                  <a:pt x="476250" y="81534"/>
                </a:lnTo>
                <a:lnTo>
                  <a:pt x="545922" y="843534"/>
                </a:lnTo>
                <a:lnTo>
                  <a:pt x="512064" y="846582"/>
                </a:lnTo>
                <a:lnTo>
                  <a:pt x="556260" y="917740"/>
                </a:lnTo>
                <a:lnTo>
                  <a:pt x="557022" y="918972"/>
                </a:lnTo>
                <a:lnTo>
                  <a:pt x="588264" y="839724"/>
                </a:lnTo>
                <a:close/>
              </a:path>
              <a:path w="8101330" h="919479">
                <a:moveTo>
                  <a:pt x="1107186" y="835914"/>
                </a:moveTo>
                <a:lnTo>
                  <a:pt x="1075182" y="844575"/>
                </a:lnTo>
                <a:lnTo>
                  <a:pt x="1074991" y="844626"/>
                </a:lnTo>
                <a:lnTo>
                  <a:pt x="866394" y="80010"/>
                </a:lnTo>
                <a:lnTo>
                  <a:pt x="864108" y="76962"/>
                </a:lnTo>
                <a:lnTo>
                  <a:pt x="861060" y="76200"/>
                </a:lnTo>
                <a:lnTo>
                  <a:pt x="858012" y="78486"/>
                </a:lnTo>
                <a:lnTo>
                  <a:pt x="857250" y="82296"/>
                </a:lnTo>
                <a:lnTo>
                  <a:pt x="1065707" y="847140"/>
                </a:lnTo>
                <a:lnTo>
                  <a:pt x="1034034" y="855726"/>
                </a:lnTo>
                <a:lnTo>
                  <a:pt x="1078230" y="905294"/>
                </a:lnTo>
                <a:lnTo>
                  <a:pt x="1090422" y="918972"/>
                </a:lnTo>
                <a:lnTo>
                  <a:pt x="1107186" y="835914"/>
                </a:lnTo>
                <a:close/>
              </a:path>
              <a:path w="8101330" h="919479">
                <a:moveTo>
                  <a:pt x="1973580" y="846582"/>
                </a:moveTo>
                <a:lnTo>
                  <a:pt x="1940471" y="843572"/>
                </a:lnTo>
                <a:lnTo>
                  <a:pt x="1931314" y="842733"/>
                </a:lnTo>
                <a:lnTo>
                  <a:pt x="1898142" y="839724"/>
                </a:lnTo>
                <a:lnTo>
                  <a:pt x="1928622" y="918972"/>
                </a:lnTo>
                <a:lnTo>
                  <a:pt x="1930146" y="916508"/>
                </a:lnTo>
                <a:lnTo>
                  <a:pt x="1973580" y="846582"/>
                </a:lnTo>
                <a:close/>
              </a:path>
              <a:path w="8101330" h="919479">
                <a:moveTo>
                  <a:pt x="2010156" y="81534"/>
                </a:moveTo>
                <a:lnTo>
                  <a:pt x="2008632" y="77724"/>
                </a:lnTo>
                <a:lnTo>
                  <a:pt x="2005584" y="76200"/>
                </a:lnTo>
                <a:lnTo>
                  <a:pt x="2001774" y="77724"/>
                </a:lnTo>
                <a:lnTo>
                  <a:pt x="2000250" y="80772"/>
                </a:lnTo>
                <a:lnTo>
                  <a:pt x="1931314" y="842733"/>
                </a:lnTo>
                <a:lnTo>
                  <a:pt x="1939290" y="843457"/>
                </a:lnTo>
                <a:lnTo>
                  <a:pt x="1940471" y="843572"/>
                </a:lnTo>
                <a:lnTo>
                  <a:pt x="2010156" y="81534"/>
                </a:lnTo>
                <a:close/>
              </a:path>
              <a:path w="8101330" h="919479">
                <a:moveTo>
                  <a:pt x="2347722" y="842772"/>
                </a:moveTo>
                <a:lnTo>
                  <a:pt x="2314956" y="842772"/>
                </a:lnTo>
                <a:lnTo>
                  <a:pt x="2314956" y="80772"/>
                </a:lnTo>
                <a:lnTo>
                  <a:pt x="2313432" y="77724"/>
                </a:lnTo>
                <a:lnTo>
                  <a:pt x="2309622" y="76200"/>
                </a:lnTo>
                <a:lnTo>
                  <a:pt x="2306574" y="77724"/>
                </a:lnTo>
                <a:lnTo>
                  <a:pt x="2305050" y="80772"/>
                </a:lnTo>
                <a:lnTo>
                  <a:pt x="2305050" y="842772"/>
                </a:lnTo>
                <a:lnTo>
                  <a:pt x="2271522" y="842772"/>
                </a:lnTo>
                <a:lnTo>
                  <a:pt x="2305050" y="909828"/>
                </a:lnTo>
                <a:lnTo>
                  <a:pt x="2309622" y="918972"/>
                </a:lnTo>
                <a:lnTo>
                  <a:pt x="2314956" y="908304"/>
                </a:lnTo>
                <a:lnTo>
                  <a:pt x="2347722" y="842772"/>
                </a:lnTo>
                <a:close/>
              </a:path>
              <a:path w="8101330" h="919479">
                <a:moveTo>
                  <a:pt x="3686556" y="81534"/>
                </a:moveTo>
                <a:lnTo>
                  <a:pt x="3685032" y="77724"/>
                </a:lnTo>
                <a:lnTo>
                  <a:pt x="3681984" y="76200"/>
                </a:lnTo>
                <a:lnTo>
                  <a:pt x="3678174" y="77724"/>
                </a:lnTo>
                <a:lnTo>
                  <a:pt x="2819908" y="864323"/>
                </a:lnTo>
                <a:lnTo>
                  <a:pt x="2797302" y="839724"/>
                </a:lnTo>
                <a:lnTo>
                  <a:pt x="2766822" y="918972"/>
                </a:lnTo>
                <a:lnTo>
                  <a:pt x="2809494" y="907110"/>
                </a:lnTo>
                <a:lnTo>
                  <a:pt x="2849118" y="896112"/>
                </a:lnTo>
                <a:lnTo>
                  <a:pt x="2826499" y="871499"/>
                </a:lnTo>
                <a:lnTo>
                  <a:pt x="3685032" y="84582"/>
                </a:lnTo>
                <a:lnTo>
                  <a:pt x="3686556" y="81534"/>
                </a:lnTo>
                <a:close/>
              </a:path>
              <a:path w="8101330" h="919479">
                <a:moveTo>
                  <a:pt x="3991356" y="80772"/>
                </a:moveTo>
                <a:lnTo>
                  <a:pt x="3989070" y="76962"/>
                </a:lnTo>
                <a:lnTo>
                  <a:pt x="3986022" y="76200"/>
                </a:lnTo>
                <a:lnTo>
                  <a:pt x="3982212" y="77724"/>
                </a:lnTo>
                <a:lnTo>
                  <a:pt x="3344913" y="857224"/>
                </a:lnTo>
                <a:lnTo>
                  <a:pt x="3319272" y="835914"/>
                </a:lnTo>
                <a:lnTo>
                  <a:pt x="3300222" y="918972"/>
                </a:lnTo>
                <a:lnTo>
                  <a:pt x="3336036" y="903160"/>
                </a:lnTo>
                <a:lnTo>
                  <a:pt x="3377946" y="884682"/>
                </a:lnTo>
                <a:lnTo>
                  <a:pt x="3352419" y="863460"/>
                </a:lnTo>
                <a:lnTo>
                  <a:pt x="3989832" y="83820"/>
                </a:lnTo>
                <a:lnTo>
                  <a:pt x="3991356" y="80772"/>
                </a:lnTo>
                <a:close/>
              </a:path>
              <a:path w="8101330" h="919479">
                <a:moveTo>
                  <a:pt x="5319509" y="842772"/>
                </a:moveTo>
                <a:lnTo>
                  <a:pt x="5286743" y="842772"/>
                </a:lnTo>
                <a:lnTo>
                  <a:pt x="5286743" y="80772"/>
                </a:lnTo>
                <a:lnTo>
                  <a:pt x="5285219" y="77724"/>
                </a:lnTo>
                <a:lnTo>
                  <a:pt x="5281409" y="76200"/>
                </a:lnTo>
                <a:lnTo>
                  <a:pt x="5278361" y="77724"/>
                </a:lnTo>
                <a:lnTo>
                  <a:pt x="5276837" y="80772"/>
                </a:lnTo>
                <a:lnTo>
                  <a:pt x="5276837" y="842772"/>
                </a:lnTo>
                <a:lnTo>
                  <a:pt x="5243309" y="842772"/>
                </a:lnTo>
                <a:lnTo>
                  <a:pt x="5276837" y="909828"/>
                </a:lnTo>
                <a:lnTo>
                  <a:pt x="5281409" y="918972"/>
                </a:lnTo>
                <a:lnTo>
                  <a:pt x="5286743" y="908304"/>
                </a:lnTo>
                <a:lnTo>
                  <a:pt x="5319509" y="842772"/>
                </a:lnTo>
                <a:close/>
              </a:path>
              <a:path w="8101330" h="919479">
                <a:moveTo>
                  <a:pt x="5757672" y="835914"/>
                </a:moveTo>
                <a:lnTo>
                  <a:pt x="5724830" y="844029"/>
                </a:lnTo>
                <a:lnTo>
                  <a:pt x="5514594" y="3810"/>
                </a:lnTo>
                <a:lnTo>
                  <a:pt x="5513070" y="762"/>
                </a:lnTo>
                <a:lnTo>
                  <a:pt x="5509260" y="0"/>
                </a:lnTo>
                <a:lnTo>
                  <a:pt x="5506212" y="2286"/>
                </a:lnTo>
                <a:lnTo>
                  <a:pt x="5505450" y="6096"/>
                </a:lnTo>
                <a:lnTo>
                  <a:pt x="5715686" y="846289"/>
                </a:lnTo>
                <a:lnTo>
                  <a:pt x="5683758" y="854202"/>
                </a:lnTo>
                <a:lnTo>
                  <a:pt x="5727954" y="906373"/>
                </a:lnTo>
                <a:lnTo>
                  <a:pt x="5738622" y="918972"/>
                </a:lnTo>
                <a:lnTo>
                  <a:pt x="5757672" y="835914"/>
                </a:lnTo>
                <a:close/>
              </a:path>
              <a:path w="8101330" h="919479">
                <a:moveTo>
                  <a:pt x="7039356" y="80772"/>
                </a:moveTo>
                <a:lnTo>
                  <a:pt x="7037832" y="77724"/>
                </a:lnTo>
                <a:lnTo>
                  <a:pt x="7034022" y="76200"/>
                </a:lnTo>
                <a:lnTo>
                  <a:pt x="7030974" y="77724"/>
                </a:lnTo>
                <a:lnTo>
                  <a:pt x="6246698" y="861987"/>
                </a:lnTo>
                <a:lnTo>
                  <a:pt x="6223254" y="838200"/>
                </a:lnTo>
                <a:lnTo>
                  <a:pt x="6195822" y="918972"/>
                </a:lnTo>
                <a:lnTo>
                  <a:pt x="6236208" y="905637"/>
                </a:lnTo>
                <a:lnTo>
                  <a:pt x="6276594" y="892302"/>
                </a:lnTo>
                <a:lnTo>
                  <a:pt x="6253505" y="868895"/>
                </a:lnTo>
                <a:lnTo>
                  <a:pt x="7037832" y="84582"/>
                </a:lnTo>
                <a:lnTo>
                  <a:pt x="7039356" y="80772"/>
                </a:lnTo>
                <a:close/>
              </a:path>
              <a:path w="8101330" h="919479">
                <a:moveTo>
                  <a:pt x="7344156" y="80010"/>
                </a:moveTo>
                <a:lnTo>
                  <a:pt x="7341870" y="76962"/>
                </a:lnTo>
                <a:lnTo>
                  <a:pt x="7338060" y="76200"/>
                </a:lnTo>
                <a:lnTo>
                  <a:pt x="7335012" y="78486"/>
                </a:lnTo>
                <a:lnTo>
                  <a:pt x="6770281" y="854506"/>
                </a:lnTo>
                <a:lnTo>
                  <a:pt x="6743700" y="835152"/>
                </a:lnTo>
                <a:lnTo>
                  <a:pt x="6729222" y="918972"/>
                </a:lnTo>
                <a:lnTo>
                  <a:pt x="6761988" y="902258"/>
                </a:lnTo>
                <a:lnTo>
                  <a:pt x="6805422" y="880110"/>
                </a:lnTo>
                <a:lnTo>
                  <a:pt x="6778155" y="860247"/>
                </a:lnTo>
                <a:lnTo>
                  <a:pt x="7342632" y="83820"/>
                </a:lnTo>
                <a:lnTo>
                  <a:pt x="7344156" y="80010"/>
                </a:lnTo>
                <a:close/>
              </a:path>
              <a:path w="8101330" h="919479">
                <a:moveTo>
                  <a:pt x="7724381" y="80010"/>
                </a:moveTo>
                <a:lnTo>
                  <a:pt x="7722095" y="76962"/>
                </a:lnTo>
                <a:lnTo>
                  <a:pt x="7719047" y="76200"/>
                </a:lnTo>
                <a:lnTo>
                  <a:pt x="7715999" y="78486"/>
                </a:lnTo>
                <a:lnTo>
                  <a:pt x="7295210" y="850176"/>
                </a:lnTo>
                <a:lnTo>
                  <a:pt x="7265657" y="834390"/>
                </a:lnTo>
                <a:lnTo>
                  <a:pt x="7262609" y="918972"/>
                </a:lnTo>
                <a:lnTo>
                  <a:pt x="7288517" y="900938"/>
                </a:lnTo>
                <a:lnTo>
                  <a:pt x="7332713" y="870204"/>
                </a:lnTo>
                <a:lnTo>
                  <a:pt x="7303630" y="854671"/>
                </a:lnTo>
                <a:lnTo>
                  <a:pt x="7724381" y="83058"/>
                </a:lnTo>
                <a:lnTo>
                  <a:pt x="7724381" y="80010"/>
                </a:lnTo>
                <a:close/>
              </a:path>
              <a:path w="8101330" h="919479">
                <a:moveTo>
                  <a:pt x="8100809" y="80772"/>
                </a:moveTo>
                <a:lnTo>
                  <a:pt x="8024609" y="42672"/>
                </a:lnTo>
                <a:lnTo>
                  <a:pt x="8024609" y="76200"/>
                </a:lnTo>
                <a:lnTo>
                  <a:pt x="7796009" y="76200"/>
                </a:lnTo>
                <a:lnTo>
                  <a:pt x="7792961" y="77724"/>
                </a:lnTo>
                <a:lnTo>
                  <a:pt x="7791437" y="80772"/>
                </a:lnTo>
                <a:lnTo>
                  <a:pt x="7792961" y="84582"/>
                </a:lnTo>
                <a:lnTo>
                  <a:pt x="7796009" y="86106"/>
                </a:lnTo>
                <a:lnTo>
                  <a:pt x="8024609" y="86106"/>
                </a:lnTo>
                <a:lnTo>
                  <a:pt x="8024609" y="118872"/>
                </a:lnTo>
                <a:lnTo>
                  <a:pt x="8042135" y="110109"/>
                </a:lnTo>
                <a:lnTo>
                  <a:pt x="8100809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18" name="object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87177"/>
              </p:ext>
            </p:extLst>
          </p:nvPr>
        </p:nvGraphicFramePr>
        <p:xfrm>
          <a:off x="3108837" y="5897362"/>
          <a:ext cx="1097510" cy="285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3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9" name="object 119"/>
          <p:cNvSpPr/>
          <p:nvPr/>
        </p:nvSpPr>
        <p:spPr>
          <a:xfrm>
            <a:off x="3316304" y="5137454"/>
            <a:ext cx="224569" cy="695589"/>
          </a:xfrm>
          <a:custGeom>
            <a:avLst/>
            <a:gdLst/>
            <a:ahLst/>
            <a:cxnLst/>
            <a:rect l="l" t="t" r="r" b="b"/>
            <a:pathLst>
              <a:path w="247650" h="767079">
                <a:moveTo>
                  <a:pt x="215748" y="692490"/>
                </a:moveTo>
                <a:lnTo>
                  <a:pt x="9143" y="3810"/>
                </a:lnTo>
                <a:lnTo>
                  <a:pt x="6857" y="762"/>
                </a:lnTo>
                <a:lnTo>
                  <a:pt x="3809" y="0"/>
                </a:lnTo>
                <a:lnTo>
                  <a:pt x="761" y="2286"/>
                </a:lnTo>
                <a:lnTo>
                  <a:pt x="0" y="6096"/>
                </a:lnTo>
                <a:lnTo>
                  <a:pt x="206743" y="695239"/>
                </a:lnTo>
                <a:lnTo>
                  <a:pt x="215748" y="692490"/>
                </a:lnTo>
                <a:close/>
              </a:path>
              <a:path w="247650" h="767079">
                <a:moveTo>
                  <a:pt x="219456" y="751953"/>
                </a:moveTo>
                <a:lnTo>
                  <a:pt x="219456" y="708660"/>
                </a:lnTo>
                <a:lnTo>
                  <a:pt x="216408" y="710184"/>
                </a:lnTo>
                <a:lnTo>
                  <a:pt x="212598" y="710184"/>
                </a:lnTo>
                <a:lnTo>
                  <a:pt x="210312" y="707136"/>
                </a:lnTo>
                <a:lnTo>
                  <a:pt x="206743" y="695239"/>
                </a:lnTo>
                <a:lnTo>
                  <a:pt x="175260" y="704850"/>
                </a:lnTo>
                <a:lnTo>
                  <a:pt x="219456" y="751953"/>
                </a:lnTo>
                <a:close/>
              </a:path>
              <a:path w="247650" h="767079">
                <a:moveTo>
                  <a:pt x="219456" y="708660"/>
                </a:moveTo>
                <a:lnTo>
                  <a:pt x="219456" y="704850"/>
                </a:lnTo>
                <a:lnTo>
                  <a:pt x="215748" y="692490"/>
                </a:lnTo>
                <a:lnTo>
                  <a:pt x="206743" y="695239"/>
                </a:lnTo>
                <a:lnTo>
                  <a:pt x="210312" y="707136"/>
                </a:lnTo>
                <a:lnTo>
                  <a:pt x="212598" y="710184"/>
                </a:lnTo>
                <a:lnTo>
                  <a:pt x="216408" y="710184"/>
                </a:lnTo>
                <a:lnTo>
                  <a:pt x="219456" y="708660"/>
                </a:lnTo>
                <a:close/>
              </a:path>
              <a:path w="247650" h="767079">
                <a:moveTo>
                  <a:pt x="247650" y="682752"/>
                </a:moveTo>
                <a:lnTo>
                  <a:pt x="215748" y="692490"/>
                </a:lnTo>
                <a:lnTo>
                  <a:pt x="219456" y="704850"/>
                </a:lnTo>
                <a:lnTo>
                  <a:pt x="219456" y="751953"/>
                </a:lnTo>
                <a:lnTo>
                  <a:pt x="233172" y="766572"/>
                </a:lnTo>
                <a:lnTo>
                  <a:pt x="247650" y="682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0" name="object 120"/>
          <p:cNvSpPr txBox="1"/>
          <p:nvPr/>
        </p:nvSpPr>
        <p:spPr>
          <a:xfrm>
            <a:off x="6568067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5393397" y="4657911"/>
            <a:ext cx="1312866" cy="1243768"/>
            <a:chOff x="4571885" y="5136641"/>
            <a:chExt cx="1447800" cy="1371600"/>
          </a:xfrm>
        </p:grpSpPr>
        <p:sp>
          <p:nvSpPr>
            <p:cNvPr id="122" name="object 122"/>
            <p:cNvSpPr/>
            <p:nvPr/>
          </p:nvSpPr>
          <p:spPr>
            <a:xfrm>
              <a:off x="5329313" y="5665469"/>
              <a:ext cx="690880" cy="843280"/>
            </a:xfrm>
            <a:custGeom>
              <a:avLst/>
              <a:gdLst/>
              <a:ahLst/>
              <a:cxnLst/>
              <a:rect l="l" t="t" r="r" b="b"/>
              <a:pathLst>
                <a:path w="690879" h="843279">
                  <a:moveTo>
                    <a:pt x="645851" y="781238"/>
                  </a:moveTo>
                  <a:lnTo>
                    <a:pt x="8382" y="1524"/>
                  </a:lnTo>
                  <a:lnTo>
                    <a:pt x="5334" y="0"/>
                  </a:lnTo>
                  <a:lnTo>
                    <a:pt x="1524" y="762"/>
                  </a:lnTo>
                  <a:lnTo>
                    <a:pt x="0" y="4572"/>
                  </a:lnTo>
                  <a:lnTo>
                    <a:pt x="762" y="7620"/>
                  </a:lnTo>
                  <a:lnTo>
                    <a:pt x="638757" y="787058"/>
                  </a:lnTo>
                  <a:lnTo>
                    <a:pt x="645851" y="781238"/>
                  </a:lnTo>
                  <a:close/>
                </a:path>
                <a:path w="690879" h="843279">
                  <a:moveTo>
                    <a:pt x="655320" y="827307"/>
                  </a:moveTo>
                  <a:lnTo>
                    <a:pt x="655320" y="794004"/>
                  </a:lnTo>
                  <a:lnTo>
                    <a:pt x="653796" y="797814"/>
                  </a:lnTo>
                  <a:lnTo>
                    <a:pt x="649986" y="798576"/>
                  </a:lnTo>
                  <a:lnTo>
                    <a:pt x="646938" y="797052"/>
                  </a:lnTo>
                  <a:lnTo>
                    <a:pt x="638757" y="787058"/>
                  </a:lnTo>
                  <a:lnTo>
                    <a:pt x="612648" y="808482"/>
                  </a:lnTo>
                  <a:lnTo>
                    <a:pt x="655320" y="827307"/>
                  </a:lnTo>
                  <a:close/>
                </a:path>
                <a:path w="690879" h="843279">
                  <a:moveTo>
                    <a:pt x="655320" y="794004"/>
                  </a:moveTo>
                  <a:lnTo>
                    <a:pt x="653796" y="790956"/>
                  </a:lnTo>
                  <a:lnTo>
                    <a:pt x="645851" y="781238"/>
                  </a:lnTo>
                  <a:lnTo>
                    <a:pt x="638757" y="787058"/>
                  </a:lnTo>
                  <a:lnTo>
                    <a:pt x="646938" y="797052"/>
                  </a:lnTo>
                  <a:lnTo>
                    <a:pt x="649986" y="798576"/>
                  </a:lnTo>
                  <a:lnTo>
                    <a:pt x="653796" y="797814"/>
                  </a:lnTo>
                  <a:lnTo>
                    <a:pt x="655320" y="794004"/>
                  </a:lnTo>
                  <a:close/>
                </a:path>
                <a:path w="690879" h="843279">
                  <a:moveTo>
                    <a:pt x="690372" y="842772"/>
                  </a:moveTo>
                  <a:lnTo>
                    <a:pt x="672084" y="759714"/>
                  </a:lnTo>
                  <a:lnTo>
                    <a:pt x="645851" y="781238"/>
                  </a:lnTo>
                  <a:lnTo>
                    <a:pt x="653796" y="790956"/>
                  </a:lnTo>
                  <a:lnTo>
                    <a:pt x="655320" y="794004"/>
                  </a:lnTo>
                  <a:lnTo>
                    <a:pt x="655320" y="827307"/>
                  </a:lnTo>
                  <a:lnTo>
                    <a:pt x="690372" y="842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571885" y="5136641"/>
              <a:ext cx="410209" cy="342900"/>
            </a:xfrm>
            <a:custGeom>
              <a:avLst/>
              <a:gdLst/>
              <a:ahLst/>
              <a:cxnLst/>
              <a:rect l="l" t="t" r="r" b="b"/>
              <a:pathLst>
                <a:path w="410210" h="342900">
                  <a:moveTo>
                    <a:pt x="409955" y="342900"/>
                  </a:moveTo>
                  <a:lnTo>
                    <a:pt x="409955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409955" y="3429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5413435" y="4683017"/>
            <a:ext cx="101344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84645">
              <a:spcBef>
                <a:spcPts val="86"/>
              </a:spcBef>
              <a:tabLst>
                <a:tab pos="439349" algn="l"/>
                <a:tab pos="772747" algn="l"/>
              </a:tabLst>
            </a:pPr>
            <a:r>
              <a:rPr sz="1270" spc="-23" dirty="0">
                <a:solidFill>
                  <a:srgbClr val="CC0000"/>
                </a:solidFill>
                <a:latin typeface="Times New Roman"/>
                <a:cs typeface="Times New Roman"/>
              </a:rPr>
              <a:t>30</a:t>
            </a:r>
            <a:r>
              <a:rPr sz="1270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40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1950232" y="4273737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6" name="object 126"/>
          <p:cNvSpPr/>
          <p:nvPr/>
        </p:nvSpPr>
        <p:spPr>
          <a:xfrm>
            <a:off x="1950232" y="5615625"/>
            <a:ext cx="125528" cy="34549"/>
          </a:xfrm>
          <a:custGeom>
            <a:avLst/>
            <a:gdLst/>
            <a:ahLst/>
            <a:cxnLst/>
            <a:rect l="l" t="t" r="r" b="b"/>
            <a:pathLst>
              <a:path w="138430" h="38100">
                <a:moveTo>
                  <a:pt x="137922" y="25908"/>
                </a:moveTo>
                <a:lnTo>
                  <a:pt x="0" y="25209"/>
                </a:lnTo>
                <a:lnTo>
                  <a:pt x="0" y="38100"/>
                </a:lnTo>
                <a:lnTo>
                  <a:pt x="137922" y="38100"/>
                </a:lnTo>
                <a:lnTo>
                  <a:pt x="137922" y="25908"/>
                </a:lnTo>
                <a:close/>
              </a:path>
              <a:path w="138430" h="38100">
                <a:moveTo>
                  <a:pt x="137922" y="0"/>
                </a:moveTo>
                <a:lnTo>
                  <a:pt x="0" y="0"/>
                </a:lnTo>
                <a:lnTo>
                  <a:pt x="0" y="12255"/>
                </a:lnTo>
                <a:lnTo>
                  <a:pt x="137922" y="12954"/>
                </a:lnTo>
                <a:lnTo>
                  <a:pt x="137922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pSp>
        <p:nvGrpSpPr>
          <p:cNvPr id="127" name="object 127"/>
          <p:cNvGrpSpPr/>
          <p:nvPr/>
        </p:nvGrpSpPr>
        <p:grpSpPr>
          <a:xfrm>
            <a:off x="2178948" y="3824588"/>
            <a:ext cx="8063188" cy="1851257"/>
            <a:chOff x="1027061" y="4217670"/>
            <a:chExt cx="8891905" cy="2041525"/>
          </a:xfrm>
        </p:grpSpPr>
        <p:sp>
          <p:nvSpPr>
            <p:cNvPr id="128" name="object 128"/>
            <p:cNvSpPr/>
            <p:nvPr/>
          </p:nvSpPr>
          <p:spPr>
            <a:xfrm>
              <a:off x="4571885" y="513664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571885" y="547954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571885" y="582244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571885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095885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352935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981841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717933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795913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167769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535815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900813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40" name="object 1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5113" y="5631942"/>
              <a:ext cx="233172" cy="76200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3576713" y="4217670"/>
              <a:ext cx="995680" cy="919480"/>
            </a:xfrm>
            <a:custGeom>
              <a:avLst/>
              <a:gdLst/>
              <a:ahLst/>
              <a:cxnLst/>
              <a:rect l="l" t="t" r="r" b="b"/>
              <a:pathLst>
                <a:path w="995679" h="919479">
                  <a:moveTo>
                    <a:pt x="942702" y="864148"/>
                  </a:moveTo>
                  <a:lnTo>
                    <a:pt x="8382" y="1524"/>
                  </a:lnTo>
                  <a:lnTo>
                    <a:pt x="4572" y="0"/>
                  </a:lnTo>
                  <a:lnTo>
                    <a:pt x="1524" y="1524"/>
                  </a:lnTo>
                  <a:lnTo>
                    <a:pt x="0" y="5334"/>
                  </a:lnTo>
                  <a:lnTo>
                    <a:pt x="1524" y="8382"/>
                  </a:lnTo>
                  <a:lnTo>
                    <a:pt x="936446" y="870864"/>
                  </a:lnTo>
                  <a:lnTo>
                    <a:pt x="942702" y="864148"/>
                  </a:lnTo>
                  <a:close/>
                </a:path>
                <a:path w="995679" h="919479">
                  <a:moveTo>
                    <a:pt x="953262" y="906829"/>
                  </a:moveTo>
                  <a:lnTo>
                    <a:pt x="953262" y="876300"/>
                  </a:lnTo>
                  <a:lnTo>
                    <a:pt x="952500" y="879348"/>
                  </a:lnTo>
                  <a:lnTo>
                    <a:pt x="948690" y="880872"/>
                  </a:lnTo>
                  <a:lnTo>
                    <a:pt x="945642" y="879348"/>
                  </a:lnTo>
                  <a:lnTo>
                    <a:pt x="936446" y="870864"/>
                  </a:lnTo>
                  <a:lnTo>
                    <a:pt x="913638" y="895350"/>
                  </a:lnTo>
                  <a:lnTo>
                    <a:pt x="953262" y="906829"/>
                  </a:lnTo>
                  <a:close/>
                </a:path>
                <a:path w="995679" h="919479">
                  <a:moveTo>
                    <a:pt x="953262" y="876300"/>
                  </a:moveTo>
                  <a:lnTo>
                    <a:pt x="951738" y="872490"/>
                  </a:lnTo>
                  <a:lnTo>
                    <a:pt x="942702" y="864148"/>
                  </a:lnTo>
                  <a:lnTo>
                    <a:pt x="936446" y="870864"/>
                  </a:lnTo>
                  <a:lnTo>
                    <a:pt x="945642" y="879348"/>
                  </a:lnTo>
                  <a:lnTo>
                    <a:pt x="948690" y="880872"/>
                  </a:lnTo>
                  <a:lnTo>
                    <a:pt x="952500" y="879348"/>
                  </a:lnTo>
                  <a:lnTo>
                    <a:pt x="953262" y="876300"/>
                  </a:lnTo>
                  <a:close/>
                </a:path>
                <a:path w="995679" h="919479">
                  <a:moveTo>
                    <a:pt x="995172" y="918972"/>
                  </a:moveTo>
                  <a:lnTo>
                    <a:pt x="965454" y="839724"/>
                  </a:lnTo>
                  <a:lnTo>
                    <a:pt x="942702" y="864148"/>
                  </a:lnTo>
                  <a:lnTo>
                    <a:pt x="951738" y="872490"/>
                  </a:lnTo>
                  <a:lnTo>
                    <a:pt x="953262" y="876300"/>
                  </a:lnTo>
                  <a:lnTo>
                    <a:pt x="953262" y="906829"/>
                  </a:lnTo>
                  <a:lnTo>
                    <a:pt x="995172" y="918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027061" y="4713744"/>
              <a:ext cx="8891905" cy="1518285"/>
            </a:xfrm>
            <a:custGeom>
              <a:avLst/>
              <a:gdLst/>
              <a:ahLst/>
              <a:cxnLst/>
              <a:rect l="l" t="t" r="r" b="b"/>
              <a:pathLst>
                <a:path w="8891905" h="1518285">
                  <a:moveTo>
                    <a:pt x="152400" y="1505712"/>
                  </a:moveTo>
                  <a:lnTo>
                    <a:pt x="0" y="1504950"/>
                  </a:lnTo>
                  <a:lnTo>
                    <a:pt x="0" y="1517904"/>
                  </a:lnTo>
                  <a:lnTo>
                    <a:pt x="152400" y="1517904"/>
                  </a:lnTo>
                  <a:lnTo>
                    <a:pt x="152400" y="1505712"/>
                  </a:lnTo>
                  <a:close/>
                </a:path>
                <a:path w="8891905" h="1518285">
                  <a:moveTo>
                    <a:pt x="152400" y="1479804"/>
                  </a:moveTo>
                  <a:lnTo>
                    <a:pt x="0" y="1479804"/>
                  </a:lnTo>
                  <a:lnTo>
                    <a:pt x="0" y="1491996"/>
                  </a:lnTo>
                  <a:lnTo>
                    <a:pt x="152400" y="1492758"/>
                  </a:lnTo>
                  <a:lnTo>
                    <a:pt x="152400" y="1479804"/>
                  </a:lnTo>
                  <a:close/>
                </a:path>
                <a:path w="8891905" h="1518285">
                  <a:moveTo>
                    <a:pt x="166878" y="25908"/>
                  </a:moveTo>
                  <a:lnTo>
                    <a:pt x="14478" y="25146"/>
                  </a:lnTo>
                  <a:lnTo>
                    <a:pt x="14478" y="38100"/>
                  </a:lnTo>
                  <a:lnTo>
                    <a:pt x="166878" y="38862"/>
                  </a:lnTo>
                  <a:lnTo>
                    <a:pt x="166878" y="25908"/>
                  </a:lnTo>
                  <a:close/>
                </a:path>
                <a:path w="8891905" h="1518285">
                  <a:moveTo>
                    <a:pt x="166878" y="762"/>
                  </a:moveTo>
                  <a:lnTo>
                    <a:pt x="14478" y="0"/>
                  </a:lnTo>
                  <a:lnTo>
                    <a:pt x="14478" y="12954"/>
                  </a:lnTo>
                  <a:lnTo>
                    <a:pt x="166878" y="12954"/>
                  </a:lnTo>
                  <a:lnTo>
                    <a:pt x="166878" y="762"/>
                  </a:lnTo>
                  <a:close/>
                </a:path>
                <a:path w="8891905" h="1518285">
                  <a:moveTo>
                    <a:pt x="419100" y="1481328"/>
                  </a:moveTo>
                  <a:lnTo>
                    <a:pt x="266700" y="1480566"/>
                  </a:lnTo>
                  <a:lnTo>
                    <a:pt x="266700" y="1493520"/>
                  </a:lnTo>
                  <a:lnTo>
                    <a:pt x="419100" y="1493520"/>
                  </a:lnTo>
                  <a:lnTo>
                    <a:pt x="419100" y="1481328"/>
                  </a:lnTo>
                  <a:close/>
                </a:path>
                <a:path w="8891905" h="1518285">
                  <a:moveTo>
                    <a:pt x="433578" y="26670"/>
                  </a:moveTo>
                  <a:lnTo>
                    <a:pt x="281178" y="26670"/>
                  </a:lnTo>
                  <a:lnTo>
                    <a:pt x="281178" y="38862"/>
                  </a:lnTo>
                  <a:lnTo>
                    <a:pt x="433578" y="39624"/>
                  </a:lnTo>
                  <a:lnTo>
                    <a:pt x="433578" y="26670"/>
                  </a:lnTo>
                  <a:close/>
                </a:path>
                <a:path w="8891905" h="1518285">
                  <a:moveTo>
                    <a:pt x="433578" y="1524"/>
                  </a:moveTo>
                  <a:lnTo>
                    <a:pt x="281178" y="762"/>
                  </a:lnTo>
                  <a:lnTo>
                    <a:pt x="281178" y="13716"/>
                  </a:lnTo>
                  <a:lnTo>
                    <a:pt x="433578" y="14478"/>
                  </a:lnTo>
                  <a:lnTo>
                    <a:pt x="433578" y="1524"/>
                  </a:lnTo>
                  <a:close/>
                </a:path>
                <a:path w="8891905" h="1518285">
                  <a:moveTo>
                    <a:pt x="700278" y="27432"/>
                  </a:moveTo>
                  <a:lnTo>
                    <a:pt x="547878" y="27432"/>
                  </a:lnTo>
                  <a:lnTo>
                    <a:pt x="547878" y="39624"/>
                  </a:lnTo>
                  <a:lnTo>
                    <a:pt x="700278" y="40386"/>
                  </a:lnTo>
                  <a:lnTo>
                    <a:pt x="700278" y="27432"/>
                  </a:lnTo>
                  <a:close/>
                </a:path>
                <a:path w="8891905" h="1518285">
                  <a:moveTo>
                    <a:pt x="700278" y="2286"/>
                  </a:moveTo>
                  <a:lnTo>
                    <a:pt x="547878" y="1524"/>
                  </a:lnTo>
                  <a:lnTo>
                    <a:pt x="547878" y="14478"/>
                  </a:lnTo>
                  <a:lnTo>
                    <a:pt x="700278" y="15240"/>
                  </a:lnTo>
                  <a:lnTo>
                    <a:pt x="700278" y="2286"/>
                  </a:lnTo>
                  <a:close/>
                </a:path>
                <a:path w="8891905" h="1518285">
                  <a:moveTo>
                    <a:pt x="966978" y="28194"/>
                  </a:moveTo>
                  <a:lnTo>
                    <a:pt x="814578" y="28194"/>
                  </a:lnTo>
                  <a:lnTo>
                    <a:pt x="814578" y="40386"/>
                  </a:lnTo>
                  <a:lnTo>
                    <a:pt x="966978" y="41148"/>
                  </a:lnTo>
                  <a:lnTo>
                    <a:pt x="966978" y="28194"/>
                  </a:lnTo>
                  <a:close/>
                </a:path>
                <a:path w="8891905" h="1518285">
                  <a:moveTo>
                    <a:pt x="966978" y="3048"/>
                  </a:moveTo>
                  <a:lnTo>
                    <a:pt x="814578" y="2286"/>
                  </a:lnTo>
                  <a:lnTo>
                    <a:pt x="814578" y="15240"/>
                  </a:lnTo>
                  <a:lnTo>
                    <a:pt x="966978" y="16002"/>
                  </a:lnTo>
                  <a:lnTo>
                    <a:pt x="966978" y="3048"/>
                  </a:lnTo>
                  <a:close/>
                </a:path>
                <a:path w="8891905" h="1518285">
                  <a:moveTo>
                    <a:pt x="1233678" y="28956"/>
                  </a:moveTo>
                  <a:lnTo>
                    <a:pt x="1081278" y="28956"/>
                  </a:lnTo>
                  <a:lnTo>
                    <a:pt x="1081278" y="41910"/>
                  </a:lnTo>
                  <a:lnTo>
                    <a:pt x="1233678" y="41910"/>
                  </a:lnTo>
                  <a:lnTo>
                    <a:pt x="1233678" y="28956"/>
                  </a:lnTo>
                  <a:close/>
                </a:path>
                <a:path w="8891905" h="1518285">
                  <a:moveTo>
                    <a:pt x="1233678" y="3810"/>
                  </a:moveTo>
                  <a:lnTo>
                    <a:pt x="1081278" y="3810"/>
                  </a:lnTo>
                  <a:lnTo>
                    <a:pt x="1081278" y="16002"/>
                  </a:lnTo>
                  <a:lnTo>
                    <a:pt x="1233678" y="16764"/>
                  </a:lnTo>
                  <a:lnTo>
                    <a:pt x="1233678" y="3810"/>
                  </a:lnTo>
                  <a:close/>
                </a:path>
                <a:path w="8891905" h="1518285">
                  <a:moveTo>
                    <a:pt x="1500378" y="30480"/>
                  </a:moveTo>
                  <a:lnTo>
                    <a:pt x="1347978" y="29718"/>
                  </a:lnTo>
                  <a:lnTo>
                    <a:pt x="1347978" y="42672"/>
                  </a:lnTo>
                  <a:lnTo>
                    <a:pt x="1500378" y="42672"/>
                  </a:lnTo>
                  <a:lnTo>
                    <a:pt x="1500378" y="30480"/>
                  </a:lnTo>
                  <a:close/>
                </a:path>
                <a:path w="8891905" h="1518285">
                  <a:moveTo>
                    <a:pt x="1500378" y="4572"/>
                  </a:moveTo>
                  <a:lnTo>
                    <a:pt x="1347978" y="4572"/>
                  </a:lnTo>
                  <a:lnTo>
                    <a:pt x="1347978" y="16764"/>
                  </a:lnTo>
                  <a:lnTo>
                    <a:pt x="1500378" y="17526"/>
                  </a:lnTo>
                  <a:lnTo>
                    <a:pt x="1500378" y="4572"/>
                  </a:lnTo>
                  <a:close/>
                </a:path>
                <a:path w="8891905" h="1518285">
                  <a:moveTo>
                    <a:pt x="1767078" y="31242"/>
                  </a:moveTo>
                  <a:lnTo>
                    <a:pt x="1614678" y="30480"/>
                  </a:lnTo>
                  <a:lnTo>
                    <a:pt x="1614678" y="43434"/>
                  </a:lnTo>
                  <a:lnTo>
                    <a:pt x="1767078" y="43434"/>
                  </a:lnTo>
                  <a:lnTo>
                    <a:pt x="1767078" y="31242"/>
                  </a:lnTo>
                  <a:close/>
                </a:path>
                <a:path w="8891905" h="1518285">
                  <a:moveTo>
                    <a:pt x="1767078" y="5334"/>
                  </a:moveTo>
                  <a:lnTo>
                    <a:pt x="1614678" y="5334"/>
                  </a:lnTo>
                  <a:lnTo>
                    <a:pt x="1614678" y="17526"/>
                  </a:lnTo>
                  <a:lnTo>
                    <a:pt x="1767078" y="18288"/>
                  </a:lnTo>
                  <a:lnTo>
                    <a:pt x="1767078" y="5334"/>
                  </a:lnTo>
                  <a:close/>
                </a:path>
                <a:path w="8891905" h="1518285">
                  <a:moveTo>
                    <a:pt x="2033778" y="32004"/>
                  </a:moveTo>
                  <a:lnTo>
                    <a:pt x="1881378" y="31242"/>
                  </a:lnTo>
                  <a:lnTo>
                    <a:pt x="1881378" y="44196"/>
                  </a:lnTo>
                  <a:lnTo>
                    <a:pt x="2033778" y="44196"/>
                  </a:lnTo>
                  <a:lnTo>
                    <a:pt x="2033778" y="32004"/>
                  </a:lnTo>
                  <a:close/>
                </a:path>
                <a:path w="8891905" h="1518285">
                  <a:moveTo>
                    <a:pt x="2033778" y="6096"/>
                  </a:moveTo>
                  <a:lnTo>
                    <a:pt x="1881378" y="6096"/>
                  </a:lnTo>
                  <a:lnTo>
                    <a:pt x="1881378" y="18288"/>
                  </a:lnTo>
                  <a:lnTo>
                    <a:pt x="2033778" y="19050"/>
                  </a:lnTo>
                  <a:lnTo>
                    <a:pt x="2033778" y="6096"/>
                  </a:lnTo>
                  <a:close/>
                </a:path>
                <a:path w="8891905" h="1518285">
                  <a:moveTo>
                    <a:pt x="2300478" y="32766"/>
                  </a:moveTo>
                  <a:lnTo>
                    <a:pt x="2148078" y="32004"/>
                  </a:lnTo>
                  <a:lnTo>
                    <a:pt x="2148078" y="44958"/>
                  </a:lnTo>
                  <a:lnTo>
                    <a:pt x="2300478" y="45720"/>
                  </a:lnTo>
                  <a:lnTo>
                    <a:pt x="2300478" y="32766"/>
                  </a:lnTo>
                  <a:close/>
                </a:path>
                <a:path w="8891905" h="1518285">
                  <a:moveTo>
                    <a:pt x="2300478" y="7620"/>
                  </a:moveTo>
                  <a:lnTo>
                    <a:pt x="2148078" y="6858"/>
                  </a:lnTo>
                  <a:lnTo>
                    <a:pt x="2148078" y="19812"/>
                  </a:lnTo>
                  <a:lnTo>
                    <a:pt x="2300478" y="19812"/>
                  </a:lnTo>
                  <a:lnTo>
                    <a:pt x="2300478" y="7620"/>
                  </a:lnTo>
                  <a:close/>
                </a:path>
                <a:path w="8891905" h="1518285">
                  <a:moveTo>
                    <a:pt x="2567178" y="33528"/>
                  </a:moveTo>
                  <a:lnTo>
                    <a:pt x="2414778" y="32766"/>
                  </a:lnTo>
                  <a:lnTo>
                    <a:pt x="2414778" y="45720"/>
                  </a:lnTo>
                  <a:lnTo>
                    <a:pt x="2567178" y="46482"/>
                  </a:lnTo>
                  <a:lnTo>
                    <a:pt x="2567178" y="33528"/>
                  </a:lnTo>
                  <a:close/>
                </a:path>
                <a:path w="8891905" h="1518285">
                  <a:moveTo>
                    <a:pt x="2567178" y="8382"/>
                  </a:moveTo>
                  <a:lnTo>
                    <a:pt x="2414778" y="7620"/>
                  </a:lnTo>
                  <a:lnTo>
                    <a:pt x="2414778" y="20574"/>
                  </a:lnTo>
                  <a:lnTo>
                    <a:pt x="2567178" y="20574"/>
                  </a:lnTo>
                  <a:lnTo>
                    <a:pt x="2567178" y="8382"/>
                  </a:lnTo>
                  <a:close/>
                </a:path>
                <a:path w="8891905" h="1518285">
                  <a:moveTo>
                    <a:pt x="2833878" y="34290"/>
                  </a:moveTo>
                  <a:lnTo>
                    <a:pt x="2681478" y="33528"/>
                  </a:lnTo>
                  <a:lnTo>
                    <a:pt x="2681478" y="46482"/>
                  </a:lnTo>
                  <a:lnTo>
                    <a:pt x="2833878" y="47244"/>
                  </a:lnTo>
                  <a:lnTo>
                    <a:pt x="2833878" y="34290"/>
                  </a:lnTo>
                  <a:close/>
                </a:path>
                <a:path w="8891905" h="1518285">
                  <a:moveTo>
                    <a:pt x="2833878" y="9144"/>
                  </a:moveTo>
                  <a:lnTo>
                    <a:pt x="2681478" y="8382"/>
                  </a:lnTo>
                  <a:lnTo>
                    <a:pt x="2681478" y="21336"/>
                  </a:lnTo>
                  <a:lnTo>
                    <a:pt x="2833878" y="21336"/>
                  </a:lnTo>
                  <a:lnTo>
                    <a:pt x="2833878" y="9144"/>
                  </a:lnTo>
                  <a:close/>
                </a:path>
                <a:path w="8891905" h="1518285">
                  <a:moveTo>
                    <a:pt x="3100578" y="35052"/>
                  </a:moveTo>
                  <a:lnTo>
                    <a:pt x="2948178" y="35052"/>
                  </a:lnTo>
                  <a:lnTo>
                    <a:pt x="2948178" y="47244"/>
                  </a:lnTo>
                  <a:lnTo>
                    <a:pt x="3100578" y="48006"/>
                  </a:lnTo>
                  <a:lnTo>
                    <a:pt x="3100578" y="35052"/>
                  </a:lnTo>
                  <a:close/>
                </a:path>
                <a:path w="8891905" h="1518285">
                  <a:moveTo>
                    <a:pt x="3100578" y="9906"/>
                  </a:moveTo>
                  <a:lnTo>
                    <a:pt x="2948178" y="9144"/>
                  </a:lnTo>
                  <a:lnTo>
                    <a:pt x="2948178" y="22098"/>
                  </a:lnTo>
                  <a:lnTo>
                    <a:pt x="3100578" y="22098"/>
                  </a:lnTo>
                  <a:lnTo>
                    <a:pt x="3100578" y="9906"/>
                  </a:lnTo>
                  <a:close/>
                </a:path>
                <a:path w="8891905" h="1518285">
                  <a:moveTo>
                    <a:pt x="3367278" y="35814"/>
                  </a:moveTo>
                  <a:lnTo>
                    <a:pt x="3214878" y="35814"/>
                  </a:lnTo>
                  <a:lnTo>
                    <a:pt x="3214878" y="48006"/>
                  </a:lnTo>
                  <a:lnTo>
                    <a:pt x="3367278" y="48768"/>
                  </a:lnTo>
                  <a:lnTo>
                    <a:pt x="3367278" y="35814"/>
                  </a:lnTo>
                  <a:close/>
                </a:path>
                <a:path w="8891905" h="1518285">
                  <a:moveTo>
                    <a:pt x="3367278" y="10668"/>
                  </a:moveTo>
                  <a:lnTo>
                    <a:pt x="3214878" y="9906"/>
                  </a:lnTo>
                  <a:lnTo>
                    <a:pt x="3214878" y="22860"/>
                  </a:lnTo>
                  <a:lnTo>
                    <a:pt x="3367278" y="23622"/>
                  </a:lnTo>
                  <a:lnTo>
                    <a:pt x="3367278" y="10668"/>
                  </a:lnTo>
                  <a:close/>
                </a:path>
                <a:path w="8891905" h="1518285">
                  <a:moveTo>
                    <a:pt x="3633978" y="36576"/>
                  </a:moveTo>
                  <a:lnTo>
                    <a:pt x="3481578" y="36576"/>
                  </a:lnTo>
                  <a:lnTo>
                    <a:pt x="3481578" y="48768"/>
                  </a:lnTo>
                  <a:lnTo>
                    <a:pt x="3633978" y="49530"/>
                  </a:lnTo>
                  <a:lnTo>
                    <a:pt x="3633978" y="36576"/>
                  </a:lnTo>
                  <a:close/>
                </a:path>
                <a:path w="8891905" h="1518285">
                  <a:moveTo>
                    <a:pt x="3633978" y="11430"/>
                  </a:moveTo>
                  <a:lnTo>
                    <a:pt x="3481578" y="10668"/>
                  </a:lnTo>
                  <a:lnTo>
                    <a:pt x="3481578" y="23622"/>
                  </a:lnTo>
                  <a:lnTo>
                    <a:pt x="3633978" y="24384"/>
                  </a:lnTo>
                  <a:lnTo>
                    <a:pt x="3633978" y="11430"/>
                  </a:lnTo>
                  <a:close/>
                </a:path>
                <a:path w="8891905" h="1518285">
                  <a:moveTo>
                    <a:pt x="3900678" y="37338"/>
                  </a:moveTo>
                  <a:lnTo>
                    <a:pt x="3748278" y="37338"/>
                  </a:lnTo>
                  <a:lnTo>
                    <a:pt x="3748278" y="49530"/>
                  </a:lnTo>
                  <a:lnTo>
                    <a:pt x="3900678" y="50292"/>
                  </a:lnTo>
                  <a:lnTo>
                    <a:pt x="3900678" y="37338"/>
                  </a:lnTo>
                  <a:close/>
                </a:path>
                <a:path w="8891905" h="1518285">
                  <a:moveTo>
                    <a:pt x="3900678" y="12192"/>
                  </a:moveTo>
                  <a:lnTo>
                    <a:pt x="3748278" y="11430"/>
                  </a:lnTo>
                  <a:lnTo>
                    <a:pt x="3748278" y="24384"/>
                  </a:lnTo>
                  <a:lnTo>
                    <a:pt x="3900678" y="25146"/>
                  </a:lnTo>
                  <a:lnTo>
                    <a:pt x="3900678" y="12192"/>
                  </a:lnTo>
                  <a:close/>
                </a:path>
                <a:path w="8891905" h="1518285">
                  <a:moveTo>
                    <a:pt x="4167378" y="38862"/>
                  </a:moveTo>
                  <a:lnTo>
                    <a:pt x="4014978" y="38100"/>
                  </a:lnTo>
                  <a:lnTo>
                    <a:pt x="4014978" y="51054"/>
                  </a:lnTo>
                  <a:lnTo>
                    <a:pt x="4167378" y="51054"/>
                  </a:lnTo>
                  <a:lnTo>
                    <a:pt x="4167378" y="38862"/>
                  </a:lnTo>
                  <a:close/>
                </a:path>
                <a:path w="8891905" h="1518285">
                  <a:moveTo>
                    <a:pt x="4167378" y="12954"/>
                  </a:moveTo>
                  <a:lnTo>
                    <a:pt x="4014978" y="12954"/>
                  </a:lnTo>
                  <a:lnTo>
                    <a:pt x="4014978" y="25146"/>
                  </a:lnTo>
                  <a:lnTo>
                    <a:pt x="4167378" y="25908"/>
                  </a:lnTo>
                  <a:lnTo>
                    <a:pt x="4167378" y="12954"/>
                  </a:lnTo>
                  <a:close/>
                </a:path>
                <a:path w="8891905" h="1518285">
                  <a:moveTo>
                    <a:pt x="4434078" y="39624"/>
                  </a:moveTo>
                  <a:lnTo>
                    <a:pt x="4281678" y="38862"/>
                  </a:lnTo>
                  <a:lnTo>
                    <a:pt x="4281678" y="51816"/>
                  </a:lnTo>
                  <a:lnTo>
                    <a:pt x="4434078" y="51816"/>
                  </a:lnTo>
                  <a:lnTo>
                    <a:pt x="4434078" y="39624"/>
                  </a:lnTo>
                  <a:close/>
                </a:path>
                <a:path w="8891905" h="1518285">
                  <a:moveTo>
                    <a:pt x="4434078" y="13716"/>
                  </a:moveTo>
                  <a:lnTo>
                    <a:pt x="4281678" y="13716"/>
                  </a:lnTo>
                  <a:lnTo>
                    <a:pt x="4281678" y="25908"/>
                  </a:lnTo>
                  <a:lnTo>
                    <a:pt x="4434078" y="26670"/>
                  </a:lnTo>
                  <a:lnTo>
                    <a:pt x="4434078" y="13716"/>
                  </a:lnTo>
                  <a:close/>
                </a:path>
                <a:path w="8891905" h="1518285">
                  <a:moveTo>
                    <a:pt x="4700778" y="40386"/>
                  </a:moveTo>
                  <a:lnTo>
                    <a:pt x="4548378" y="39624"/>
                  </a:lnTo>
                  <a:lnTo>
                    <a:pt x="4548378" y="52578"/>
                  </a:lnTo>
                  <a:lnTo>
                    <a:pt x="4700778" y="52578"/>
                  </a:lnTo>
                  <a:lnTo>
                    <a:pt x="4700778" y="40386"/>
                  </a:lnTo>
                  <a:close/>
                </a:path>
                <a:path w="8891905" h="1518285">
                  <a:moveTo>
                    <a:pt x="4700778" y="14478"/>
                  </a:moveTo>
                  <a:lnTo>
                    <a:pt x="4548378" y="14478"/>
                  </a:lnTo>
                  <a:lnTo>
                    <a:pt x="4548378" y="26670"/>
                  </a:lnTo>
                  <a:lnTo>
                    <a:pt x="4700778" y="27432"/>
                  </a:lnTo>
                  <a:lnTo>
                    <a:pt x="4700778" y="14478"/>
                  </a:lnTo>
                  <a:close/>
                </a:path>
                <a:path w="8891905" h="1518285">
                  <a:moveTo>
                    <a:pt x="4967478" y="41148"/>
                  </a:moveTo>
                  <a:lnTo>
                    <a:pt x="4815078" y="40386"/>
                  </a:lnTo>
                  <a:lnTo>
                    <a:pt x="4815078" y="53340"/>
                  </a:lnTo>
                  <a:lnTo>
                    <a:pt x="4967478" y="53340"/>
                  </a:lnTo>
                  <a:lnTo>
                    <a:pt x="4967478" y="41148"/>
                  </a:lnTo>
                  <a:close/>
                </a:path>
                <a:path w="8891905" h="1518285">
                  <a:moveTo>
                    <a:pt x="4967478" y="15240"/>
                  </a:moveTo>
                  <a:lnTo>
                    <a:pt x="4815078" y="15240"/>
                  </a:lnTo>
                  <a:lnTo>
                    <a:pt x="4815078" y="27432"/>
                  </a:lnTo>
                  <a:lnTo>
                    <a:pt x="4967478" y="28194"/>
                  </a:lnTo>
                  <a:lnTo>
                    <a:pt x="4967478" y="15240"/>
                  </a:lnTo>
                  <a:close/>
                </a:path>
                <a:path w="8891905" h="1518285">
                  <a:moveTo>
                    <a:pt x="5234178" y="41910"/>
                  </a:moveTo>
                  <a:lnTo>
                    <a:pt x="5081778" y="41148"/>
                  </a:lnTo>
                  <a:lnTo>
                    <a:pt x="5081778" y="54102"/>
                  </a:lnTo>
                  <a:lnTo>
                    <a:pt x="5234178" y="54864"/>
                  </a:lnTo>
                  <a:lnTo>
                    <a:pt x="5234178" y="41910"/>
                  </a:lnTo>
                  <a:close/>
                </a:path>
                <a:path w="8891905" h="1518285">
                  <a:moveTo>
                    <a:pt x="5234178" y="16764"/>
                  </a:moveTo>
                  <a:lnTo>
                    <a:pt x="5081778" y="16002"/>
                  </a:lnTo>
                  <a:lnTo>
                    <a:pt x="5081778" y="28956"/>
                  </a:lnTo>
                  <a:lnTo>
                    <a:pt x="5234178" y="28956"/>
                  </a:lnTo>
                  <a:lnTo>
                    <a:pt x="5234178" y="16764"/>
                  </a:lnTo>
                  <a:close/>
                </a:path>
                <a:path w="8891905" h="1518285">
                  <a:moveTo>
                    <a:pt x="5500878" y="42672"/>
                  </a:moveTo>
                  <a:lnTo>
                    <a:pt x="5348478" y="41910"/>
                  </a:lnTo>
                  <a:lnTo>
                    <a:pt x="5348478" y="54864"/>
                  </a:lnTo>
                  <a:lnTo>
                    <a:pt x="5500878" y="55626"/>
                  </a:lnTo>
                  <a:lnTo>
                    <a:pt x="5500878" y="42672"/>
                  </a:lnTo>
                  <a:close/>
                </a:path>
                <a:path w="8891905" h="1518285">
                  <a:moveTo>
                    <a:pt x="5500878" y="17526"/>
                  </a:moveTo>
                  <a:lnTo>
                    <a:pt x="5348478" y="16764"/>
                  </a:lnTo>
                  <a:lnTo>
                    <a:pt x="5348478" y="29718"/>
                  </a:lnTo>
                  <a:lnTo>
                    <a:pt x="5500878" y="29718"/>
                  </a:lnTo>
                  <a:lnTo>
                    <a:pt x="5500878" y="17526"/>
                  </a:lnTo>
                  <a:close/>
                </a:path>
                <a:path w="8891905" h="1518285">
                  <a:moveTo>
                    <a:pt x="5767578" y="43434"/>
                  </a:moveTo>
                  <a:lnTo>
                    <a:pt x="5615178" y="42672"/>
                  </a:lnTo>
                  <a:lnTo>
                    <a:pt x="5615178" y="55626"/>
                  </a:lnTo>
                  <a:lnTo>
                    <a:pt x="5767578" y="56388"/>
                  </a:lnTo>
                  <a:lnTo>
                    <a:pt x="5767578" y="43434"/>
                  </a:lnTo>
                  <a:close/>
                </a:path>
                <a:path w="8891905" h="1518285">
                  <a:moveTo>
                    <a:pt x="5767578" y="18288"/>
                  </a:moveTo>
                  <a:lnTo>
                    <a:pt x="5615178" y="17526"/>
                  </a:lnTo>
                  <a:lnTo>
                    <a:pt x="5615178" y="30480"/>
                  </a:lnTo>
                  <a:lnTo>
                    <a:pt x="5767578" y="30480"/>
                  </a:lnTo>
                  <a:lnTo>
                    <a:pt x="5767578" y="18288"/>
                  </a:lnTo>
                  <a:close/>
                </a:path>
                <a:path w="8891905" h="1518285">
                  <a:moveTo>
                    <a:pt x="6034278" y="44196"/>
                  </a:moveTo>
                  <a:lnTo>
                    <a:pt x="5881878" y="44196"/>
                  </a:lnTo>
                  <a:lnTo>
                    <a:pt x="5881878" y="56388"/>
                  </a:lnTo>
                  <a:lnTo>
                    <a:pt x="6034278" y="57150"/>
                  </a:lnTo>
                  <a:lnTo>
                    <a:pt x="6034278" y="44196"/>
                  </a:lnTo>
                  <a:close/>
                </a:path>
                <a:path w="8891905" h="1518285">
                  <a:moveTo>
                    <a:pt x="6034278" y="19050"/>
                  </a:moveTo>
                  <a:lnTo>
                    <a:pt x="5881878" y="18288"/>
                  </a:lnTo>
                  <a:lnTo>
                    <a:pt x="5881878" y="31242"/>
                  </a:lnTo>
                  <a:lnTo>
                    <a:pt x="6034278" y="31242"/>
                  </a:lnTo>
                  <a:lnTo>
                    <a:pt x="6034278" y="19050"/>
                  </a:lnTo>
                  <a:close/>
                </a:path>
                <a:path w="8891905" h="1518285">
                  <a:moveTo>
                    <a:pt x="6300978" y="44958"/>
                  </a:moveTo>
                  <a:lnTo>
                    <a:pt x="6148578" y="44958"/>
                  </a:lnTo>
                  <a:lnTo>
                    <a:pt x="6148578" y="57150"/>
                  </a:lnTo>
                  <a:lnTo>
                    <a:pt x="6300978" y="57912"/>
                  </a:lnTo>
                  <a:lnTo>
                    <a:pt x="6300978" y="44958"/>
                  </a:lnTo>
                  <a:close/>
                </a:path>
                <a:path w="8891905" h="1518285">
                  <a:moveTo>
                    <a:pt x="6300978" y="19812"/>
                  </a:moveTo>
                  <a:lnTo>
                    <a:pt x="6148578" y="19050"/>
                  </a:lnTo>
                  <a:lnTo>
                    <a:pt x="6148578" y="32004"/>
                  </a:lnTo>
                  <a:lnTo>
                    <a:pt x="6300978" y="32766"/>
                  </a:lnTo>
                  <a:lnTo>
                    <a:pt x="6300978" y="19812"/>
                  </a:lnTo>
                  <a:close/>
                </a:path>
                <a:path w="8891905" h="1518285">
                  <a:moveTo>
                    <a:pt x="6567678" y="45720"/>
                  </a:moveTo>
                  <a:lnTo>
                    <a:pt x="6415278" y="45720"/>
                  </a:lnTo>
                  <a:lnTo>
                    <a:pt x="6415278" y="57912"/>
                  </a:lnTo>
                  <a:lnTo>
                    <a:pt x="6567678" y="58674"/>
                  </a:lnTo>
                  <a:lnTo>
                    <a:pt x="6567678" y="45720"/>
                  </a:lnTo>
                  <a:close/>
                </a:path>
                <a:path w="8891905" h="1518285">
                  <a:moveTo>
                    <a:pt x="6567678" y="20574"/>
                  </a:moveTo>
                  <a:lnTo>
                    <a:pt x="6415278" y="19812"/>
                  </a:lnTo>
                  <a:lnTo>
                    <a:pt x="6415278" y="32766"/>
                  </a:lnTo>
                  <a:lnTo>
                    <a:pt x="6567678" y="33528"/>
                  </a:lnTo>
                  <a:lnTo>
                    <a:pt x="6567678" y="20574"/>
                  </a:lnTo>
                  <a:close/>
                </a:path>
                <a:path w="8891905" h="1518285">
                  <a:moveTo>
                    <a:pt x="6834378" y="46482"/>
                  </a:moveTo>
                  <a:lnTo>
                    <a:pt x="6681978" y="46482"/>
                  </a:lnTo>
                  <a:lnTo>
                    <a:pt x="6681978" y="58674"/>
                  </a:lnTo>
                  <a:lnTo>
                    <a:pt x="6834378" y="59436"/>
                  </a:lnTo>
                  <a:lnTo>
                    <a:pt x="6834378" y="46482"/>
                  </a:lnTo>
                  <a:close/>
                </a:path>
                <a:path w="8891905" h="1518285">
                  <a:moveTo>
                    <a:pt x="6834378" y="21336"/>
                  </a:moveTo>
                  <a:lnTo>
                    <a:pt x="6681978" y="20574"/>
                  </a:lnTo>
                  <a:lnTo>
                    <a:pt x="6681978" y="33528"/>
                  </a:lnTo>
                  <a:lnTo>
                    <a:pt x="6834378" y="34290"/>
                  </a:lnTo>
                  <a:lnTo>
                    <a:pt x="6834378" y="21336"/>
                  </a:lnTo>
                  <a:close/>
                </a:path>
                <a:path w="8891905" h="1518285">
                  <a:moveTo>
                    <a:pt x="7101078" y="48006"/>
                  </a:moveTo>
                  <a:lnTo>
                    <a:pt x="6948678" y="47244"/>
                  </a:lnTo>
                  <a:lnTo>
                    <a:pt x="6948678" y="60198"/>
                  </a:lnTo>
                  <a:lnTo>
                    <a:pt x="7101078" y="60198"/>
                  </a:lnTo>
                  <a:lnTo>
                    <a:pt x="7101078" y="48006"/>
                  </a:lnTo>
                  <a:close/>
                </a:path>
                <a:path w="8891905" h="1518285">
                  <a:moveTo>
                    <a:pt x="7101078" y="22098"/>
                  </a:moveTo>
                  <a:lnTo>
                    <a:pt x="6948678" y="22098"/>
                  </a:lnTo>
                  <a:lnTo>
                    <a:pt x="6948678" y="34290"/>
                  </a:lnTo>
                  <a:lnTo>
                    <a:pt x="7101078" y="35052"/>
                  </a:lnTo>
                  <a:lnTo>
                    <a:pt x="7101078" y="22098"/>
                  </a:lnTo>
                  <a:close/>
                </a:path>
                <a:path w="8891905" h="1518285">
                  <a:moveTo>
                    <a:pt x="7367778" y="48768"/>
                  </a:moveTo>
                  <a:lnTo>
                    <a:pt x="7215378" y="48006"/>
                  </a:lnTo>
                  <a:lnTo>
                    <a:pt x="7215378" y="60960"/>
                  </a:lnTo>
                  <a:lnTo>
                    <a:pt x="7367778" y="60960"/>
                  </a:lnTo>
                  <a:lnTo>
                    <a:pt x="7367778" y="48768"/>
                  </a:lnTo>
                  <a:close/>
                </a:path>
                <a:path w="8891905" h="1518285">
                  <a:moveTo>
                    <a:pt x="7367778" y="22860"/>
                  </a:moveTo>
                  <a:lnTo>
                    <a:pt x="7215378" y="22860"/>
                  </a:lnTo>
                  <a:lnTo>
                    <a:pt x="7215378" y="35052"/>
                  </a:lnTo>
                  <a:lnTo>
                    <a:pt x="7367778" y="35814"/>
                  </a:lnTo>
                  <a:lnTo>
                    <a:pt x="7367778" y="22860"/>
                  </a:lnTo>
                  <a:close/>
                </a:path>
                <a:path w="8891905" h="1518285">
                  <a:moveTo>
                    <a:pt x="7634478" y="49530"/>
                  </a:moveTo>
                  <a:lnTo>
                    <a:pt x="7482078" y="48768"/>
                  </a:lnTo>
                  <a:lnTo>
                    <a:pt x="7482078" y="61722"/>
                  </a:lnTo>
                  <a:lnTo>
                    <a:pt x="7634478" y="61722"/>
                  </a:lnTo>
                  <a:lnTo>
                    <a:pt x="7634478" y="49530"/>
                  </a:lnTo>
                  <a:close/>
                </a:path>
                <a:path w="8891905" h="1518285">
                  <a:moveTo>
                    <a:pt x="7634478" y="23622"/>
                  </a:moveTo>
                  <a:lnTo>
                    <a:pt x="7482078" y="23622"/>
                  </a:lnTo>
                  <a:lnTo>
                    <a:pt x="7482078" y="35814"/>
                  </a:lnTo>
                  <a:lnTo>
                    <a:pt x="7634478" y="36576"/>
                  </a:lnTo>
                  <a:lnTo>
                    <a:pt x="7634478" y="23622"/>
                  </a:lnTo>
                  <a:close/>
                </a:path>
                <a:path w="8891905" h="1518285">
                  <a:moveTo>
                    <a:pt x="7901178" y="50292"/>
                  </a:moveTo>
                  <a:lnTo>
                    <a:pt x="7748778" y="49530"/>
                  </a:lnTo>
                  <a:lnTo>
                    <a:pt x="7748778" y="62484"/>
                  </a:lnTo>
                  <a:lnTo>
                    <a:pt x="7901178" y="62484"/>
                  </a:lnTo>
                  <a:lnTo>
                    <a:pt x="7901178" y="50292"/>
                  </a:lnTo>
                  <a:close/>
                </a:path>
                <a:path w="8891905" h="1518285">
                  <a:moveTo>
                    <a:pt x="7901178" y="24384"/>
                  </a:moveTo>
                  <a:lnTo>
                    <a:pt x="7748778" y="24384"/>
                  </a:lnTo>
                  <a:lnTo>
                    <a:pt x="7748778" y="37338"/>
                  </a:lnTo>
                  <a:lnTo>
                    <a:pt x="7901178" y="37338"/>
                  </a:lnTo>
                  <a:lnTo>
                    <a:pt x="7901178" y="24384"/>
                  </a:lnTo>
                  <a:close/>
                </a:path>
                <a:path w="8891905" h="1518285">
                  <a:moveTo>
                    <a:pt x="8167878" y="51054"/>
                  </a:moveTo>
                  <a:lnTo>
                    <a:pt x="8015478" y="50292"/>
                  </a:lnTo>
                  <a:lnTo>
                    <a:pt x="8015478" y="63246"/>
                  </a:lnTo>
                  <a:lnTo>
                    <a:pt x="8167878" y="64008"/>
                  </a:lnTo>
                  <a:lnTo>
                    <a:pt x="8167878" y="51054"/>
                  </a:lnTo>
                  <a:close/>
                </a:path>
                <a:path w="8891905" h="1518285">
                  <a:moveTo>
                    <a:pt x="8167878" y="25908"/>
                  </a:moveTo>
                  <a:lnTo>
                    <a:pt x="8015478" y="25146"/>
                  </a:lnTo>
                  <a:lnTo>
                    <a:pt x="8015478" y="38100"/>
                  </a:lnTo>
                  <a:lnTo>
                    <a:pt x="8167878" y="38100"/>
                  </a:lnTo>
                  <a:lnTo>
                    <a:pt x="8167878" y="25908"/>
                  </a:lnTo>
                  <a:close/>
                </a:path>
                <a:path w="8891905" h="1518285">
                  <a:moveTo>
                    <a:pt x="8434578" y="51816"/>
                  </a:moveTo>
                  <a:lnTo>
                    <a:pt x="8282178" y="51054"/>
                  </a:lnTo>
                  <a:lnTo>
                    <a:pt x="8282178" y="64008"/>
                  </a:lnTo>
                  <a:lnTo>
                    <a:pt x="8434578" y="64770"/>
                  </a:lnTo>
                  <a:lnTo>
                    <a:pt x="8434578" y="51816"/>
                  </a:lnTo>
                  <a:close/>
                </a:path>
                <a:path w="8891905" h="1518285">
                  <a:moveTo>
                    <a:pt x="8434578" y="26670"/>
                  </a:moveTo>
                  <a:lnTo>
                    <a:pt x="8282178" y="25908"/>
                  </a:lnTo>
                  <a:lnTo>
                    <a:pt x="8282178" y="38862"/>
                  </a:lnTo>
                  <a:lnTo>
                    <a:pt x="8434578" y="38862"/>
                  </a:lnTo>
                  <a:lnTo>
                    <a:pt x="8434578" y="26670"/>
                  </a:lnTo>
                  <a:close/>
                </a:path>
                <a:path w="8891905" h="1518285">
                  <a:moveTo>
                    <a:pt x="8701278" y="52578"/>
                  </a:moveTo>
                  <a:lnTo>
                    <a:pt x="8548878" y="51816"/>
                  </a:lnTo>
                  <a:lnTo>
                    <a:pt x="8548878" y="64770"/>
                  </a:lnTo>
                  <a:lnTo>
                    <a:pt x="8701278" y="65532"/>
                  </a:lnTo>
                  <a:lnTo>
                    <a:pt x="8701278" y="52578"/>
                  </a:lnTo>
                  <a:close/>
                </a:path>
                <a:path w="8891905" h="1518285">
                  <a:moveTo>
                    <a:pt x="8701278" y="27432"/>
                  </a:moveTo>
                  <a:lnTo>
                    <a:pt x="8548878" y="26670"/>
                  </a:lnTo>
                  <a:lnTo>
                    <a:pt x="8548878" y="39624"/>
                  </a:lnTo>
                  <a:lnTo>
                    <a:pt x="8701278" y="39624"/>
                  </a:lnTo>
                  <a:lnTo>
                    <a:pt x="8701278" y="27432"/>
                  </a:lnTo>
                  <a:close/>
                </a:path>
                <a:path w="8891905" h="1518285">
                  <a:moveTo>
                    <a:pt x="8891778" y="53340"/>
                  </a:moveTo>
                  <a:lnTo>
                    <a:pt x="8815578" y="53340"/>
                  </a:lnTo>
                  <a:lnTo>
                    <a:pt x="8815578" y="65532"/>
                  </a:lnTo>
                  <a:lnTo>
                    <a:pt x="8891778" y="66294"/>
                  </a:lnTo>
                  <a:lnTo>
                    <a:pt x="8891778" y="53340"/>
                  </a:lnTo>
                  <a:close/>
                </a:path>
                <a:path w="8891905" h="1518285">
                  <a:moveTo>
                    <a:pt x="8891778" y="28194"/>
                  </a:moveTo>
                  <a:lnTo>
                    <a:pt x="8815578" y="27432"/>
                  </a:lnTo>
                  <a:lnTo>
                    <a:pt x="8815578" y="40386"/>
                  </a:lnTo>
                  <a:lnTo>
                    <a:pt x="8891778" y="40386"/>
                  </a:lnTo>
                  <a:lnTo>
                    <a:pt x="8891778" y="28194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293761" y="6194310"/>
              <a:ext cx="8610600" cy="64769"/>
            </a:xfrm>
            <a:custGeom>
              <a:avLst/>
              <a:gdLst/>
              <a:ahLst/>
              <a:cxnLst/>
              <a:rect l="l" t="t" r="r" b="b"/>
              <a:pathLst>
                <a:path w="8610600" h="64770">
                  <a:moveTo>
                    <a:pt x="152400" y="25908"/>
                  </a:moveTo>
                  <a:lnTo>
                    <a:pt x="0" y="25146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8610600" h="64770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2954"/>
                  </a:lnTo>
                  <a:lnTo>
                    <a:pt x="152400" y="762"/>
                  </a:lnTo>
                  <a:close/>
                </a:path>
                <a:path w="8610600" h="64770">
                  <a:moveTo>
                    <a:pt x="419100" y="26670"/>
                  </a:moveTo>
                  <a:lnTo>
                    <a:pt x="266700" y="25908"/>
                  </a:lnTo>
                  <a:lnTo>
                    <a:pt x="266700" y="38862"/>
                  </a:lnTo>
                  <a:lnTo>
                    <a:pt x="419100" y="39624"/>
                  </a:lnTo>
                  <a:lnTo>
                    <a:pt x="419100" y="26670"/>
                  </a:lnTo>
                  <a:close/>
                </a:path>
                <a:path w="8610600" h="64770">
                  <a:moveTo>
                    <a:pt x="419100" y="1524"/>
                  </a:moveTo>
                  <a:lnTo>
                    <a:pt x="266700" y="762"/>
                  </a:lnTo>
                  <a:lnTo>
                    <a:pt x="266700" y="13716"/>
                  </a:lnTo>
                  <a:lnTo>
                    <a:pt x="419100" y="13716"/>
                  </a:lnTo>
                  <a:lnTo>
                    <a:pt x="419100" y="1524"/>
                  </a:lnTo>
                  <a:close/>
                </a:path>
                <a:path w="8610600" h="64770">
                  <a:moveTo>
                    <a:pt x="685800" y="27432"/>
                  </a:moveTo>
                  <a:lnTo>
                    <a:pt x="533400" y="26670"/>
                  </a:lnTo>
                  <a:lnTo>
                    <a:pt x="533400" y="39624"/>
                  </a:lnTo>
                  <a:lnTo>
                    <a:pt x="685800" y="40386"/>
                  </a:lnTo>
                  <a:lnTo>
                    <a:pt x="685800" y="27432"/>
                  </a:lnTo>
                  <a:close/>
                </a:path>
                <a:path w="8610600" h="64770">
                  <a:moveTo>
                    <a:pt x="685800" y="2286"/>
                  </a:moveTo>
                  <a:lnTo>
                    <a:pt x="533400" y="1524"/>
                  </a:lnTo>
                  <a:lnTo>
                    <a:pt x="533400" y="14478"/>
                  </a:lnTo>
                  <a:lnTo>
                    <a:pt x="685800" y="14478"/>
                  </a:lnTo>
                  <a:lnTo>
                    <a:pt x="685800" y="2286"/>
                  </a:lnTo>
                  <a:close/>
                </a:path>
                <a:path w="8610600" h="64770">
                  <a:moveTo>
                    <a:pt x="952500" y="28194"/>
                  </a:moveTo>
                  <a:lnTo>
                    <a:pt x="800100" y="28194"/>
                  </a:lnTo>
                  <a:lnTo>
                    <a:pt x="800100" y="40386"/>
                  </a:lnTo>
                  <a:lnTo>
                    <a:pt x="952500" y="41148"/>
                  </a:lnTo>
                  <a:lnTo>
                    <a:pt x="952500" y="28194"/>
                  </a:lnTo>
                  <a:close/>
                </a:path>
                <a:path w="8610600" h="64770">
                  <a:moveTo>
                    <a:pt x="952500" y="3048"/>
                  </a:moveTo>
                  <a:lnTo>
                    <a:pt x="800100" y="2286"/>
                  </a:lnTo>
                  <a:lnTo>
                    <a:pt x="800100" y="15240"/>
                  </a:lnTo>
                  <a:lnTo>
                    <a:pt x="952500" y="15240"/>
                  </a:lnTo>
                  <a:lnTo>
                    <a:pt x="952500" y="3048"/>
                  </a:lnTo>
                  <a:close/>
                </a:path>
                <a:path w="8610600" h="64770">
                  <a:moveTo>
                    <a:pt x="1219200" y="28956"/>
                  </a:moveTo>
                  <a:lnTo>
                    <a:pt x="1066800" y="28956"/>
                  </a:lnTo>
                  <a:lnTo>
                    <a:pt x="1066800" y="41148"/>
                  </a:lnTo>
                  <a:lnTo>
                    <a:pt x="1219200" y="41910"/>
                  </a:lnTo>
                  <a:lnTo>
                    <a:pt x="1219200" y="28956"/>
                  </a:lnTo>
                  <a:close/>
                </a:path>
                <a:path w="8610600" h="64770">
                  <a:moveTo>
                    <a:pt x="1219200" y="3810"/>
                  </a:moveTo>
                  <a:lnTo>
                    <a:pt x="1066800" y="3048"/>
                  </a:lnTo>
                  <a:lnTo>
                    <a:pt x="1066800" y="16002"/>
                  </a:lnTo>
                  <a:lnTo>
                    <a:pt x="1219200" y="16764"/>
                  </a:lnTo>
                  <a:lnTo>
                    <a:pt x="1219200" y="3810"/>
                  </a:lnTo>
                  <a:close/>
                </a:path>
                <a:path w="8610600" h="64770">
                  <a:moveTo>
                    <a:pt x="1485900" y="29718"/>
                  </a:moveTo>
                  <a:lnTo>
                    <a:pt x="1333500" y="29718"/>
                  </a:lnTo>
                  <a:lnTo>
                    <a:pt x="1333500" y="41910"/>
                  </a:lnTo>
                  <a:lnTo>
                    <a:pt x="1485900" y="42672"/>
                  </a:lnTo>
                  <a:lnTo>
                    <a:pt x="1485900" y="29718"/>
                  </a:lnTo>
                  <a:close/>
                </a:path>
                <a:path w="8610600" h="64770">
                  <a:moveTo>
                    <a:pt x="1485900" y="4572"/>
                  </a:moveTo>
                  <a:lnTo>
                    <a:pt x="1333500" y="3810"/>
                  </a:lnTo>
                  <a:lnTo>
                    <a:pt x="1333500" y="16764"/>
                  </a:lnTo>
                  <a:lnTo>
                    <a:pt x="1485900" y="17526"/>
                  </a:lnTo>
                  <a:lnTo>
                    <a:pt x="1485900" y="4572"/>
                  </a:lnTo>
                  <a:close/>
                </a:path>
                <a:path w="8610600" h="64770">
                  <a:moveTo>
                    <a:pt x="1752600" y="30480"/>
                  </a:moveTo>
                  <a:lnTo>
                    <a:pt x="1600200" y="30480"/>
                  </a:lnTo>
                  <a:lnTo>
                    <a:pt x="1600200" y="42672"/>
                  </a:lnTo>
                  <a:lnTo>
                    <a:pt x="1752600" y="43434"/>
                  </a:lnTo>
                  <a:lnTo>
                    <a:pt x="1752600" y="30480"/>
                  </a:lnTo>
                  <a:close/>
                </a:path>
                <a:path w="8610600" h="64770">
                  <a:moveTo>
                    <a:pt x="1752600" y="5334"/>
                  </a:moveTo>
                  <a:lnTo>
                    <a:pt x="1600200" y="4572"/>
                  </a:lnTo>
                  <a:lnTo>
                    <a:pt x="1600200" y="17526"/>
                  </a:lnTo>
                  <a:lnTo>
                    <a:pt x="1752600" y="18288"/>
                  </a:lnTo>
                  <a:lnTo>
                    <a:pt x="1752600" y="5334"/>
                  </a:lnTo>
                  <a:close/>
                </a:path>
                <a:path w="8610600" h="64770">
                  <a:moveTo>
                    <a:pt x="2019300" y="32004"/>
                  </a:moveTo>
                  <a:lnTo>
                    <a:pt x="1866900" y="31242"/>
                  </a:lnTo>
                  <a:lnTo>
                    <a:pt x="1866900" y="44196"/>
                  </a:lnTo>
                  <a:lnTo>
                    <a:pt x="2019300" y="44196"/>
                  </a:lnTo>
                  <a:lnTo>
                    <a:pt x="2019300" y="32004"/>
                  </a:lnTo>
                  <a:close/>
                </a:path>
                <a:path w="8610600" h="64770">
                  <a:moveTo>
                    <a:pt x="2019300" y="6096"/>
                  </a:moveTo>
                  <a:lnTo>
                    <a:pt x="1866900" y="6096"/>
                  </a:lnTo>
                  <a:lnTo>
                    <a:pt x="1866900" y="18288"/>
                  </a:lnTo>
                  <a:lnTo>
                    <a:pt x="2019300" y="19050"/>
                  </a:lnTo>
                  <a:lnTo>
                    <a:pt x="2019300" y="6096"/>
                  </a:lnTo>
                  <a:close/>
                </a:path>
                <a:path w="8610600" h="64770">
                  <a:moveTo>
                    <a:pt x="2286000" y="32766"/>
                  </a:moveTo>
                  <a:lnTo>
                    <a:pt x="2133600" y="32004"/>
                  </a:lnTo>
                  <a:lnTo>
                    <a:pt x="2133600" y="44958"/>
                  </a:lnTo>
                  <a:lnTo>
                    <a:pt x="2286000" y="44958"/>
                  </a:lnTo>
                  <a:lnTo>
                    <a:pt x="2286000" y="32766"/>
                  </a:lnTo>
                  <a:close/>
                </a:path>
                <a:path w="8610600" h="64770">
                  <a:moveTo>
                    <a:pt x="2286000" y="6858"/>
                  </a:moveTo>
                  <a:lnTo>
                    <a:pt x="2133600" y="6858"/>
                  </a:lnTo>
                  <a:lnTo>
                    <a:pt x="2133600" y="19050"/>
                  </a:lnTo>
                  <a:lnTo>
                    <a:pt x="2286000" y="19812"/>
                  </a:lnTo>
                  <a:lnTo>
                    <a:pt x="2286000" y="6858"/>
                  </a:lnTo>
                  <a:close/>
                </a:path>
                <a:path w="8610600" h="64770">
                  <a:moveTo>
                    <a:pt x="2552700" y="33528"/>
                  </a:moveTo>
                  <a:lnTo>
                    <a:pt x="2400300" y="32766"/>
                  </a:lnTo>
                  <a:lnTo>
                    <a:pt x="2400300" y="45720"/>
                  </a:lnTo>
                  <a:lnTo>
                    <a:pt x="2552700" y="45720"/>
                  </a:lnTo>
                  <a:lnTo>
                    <a:pt x="2552700" y="33528"/>
                  </a:lnTo>
                  <a:close/>
                </a:path>
                <a:path w="8610600" h="64770">
                  <a:moveTo>
                    <a:pt x="2552700" y="7620"/>
                  </a:moveTo>
                  <a:lnTo>
                    <a:pt x="2400300" y="7620"/>
                  </a:lnTo>
                  <a:lnTo>
                    <a:pt x="2400300" y="19812"/>
                  </a:lnTo>
                  <a:lnTo>
                    <a:pt x="2552700" y="20574"/>
                  </a:lnTo>
                  <a:lnTo>
                    <a:pt x="2552700" y="7620"/>
                  </a:lnTo>
                  <a:close/>
                </a:path>
                <a:path w="8610600" h="64770">
                  <a:moveTo>
                    <a:pt x="2819400" y="34290"/>
                  </a:moveTo>
                  <a:lnTo>
                    <a:pt x="2667000" y="33528"/>
                  </a:lnTo>
                  <a:lnTo>
                    <a:pt x="2667000" y="46482"/>
                  </a:lnTo>
                  <a:lnTo>
                    <a:pt x="2819400" y="46482"/>
                  </a:lnTo>
                  <a:lnTo>
                    <a:pt x="2819400" y="34290"/>
                  </a:lnTo>
                  <a:close/>
                </a:path>
                <a:path w="8610600" h="64770">
                  <a:moveTo>
                    <a:pt x="2819400" y="8382"/>
                  </a:moveTo>
                  <a:lnTo>
                    <a:pt x="2667000" y="8382"/>
                  </a:lnTo>
                  <a:lnTo>
                    <a:pt x="2667000" y="21336"/>
                  </a:lnTo>
                  <a:lnTo>
                    <a:pt x="2819400" y="21336"/>
                  </a:lnTo>
                  <a:lnTo>
                    <a:pt x="2819400" y="8382"/>
                  </a:lnTo>
                  <a:close/>
                </a:path>
                <a:path w="8610600" h="64770">
                  <a:moveTo>
                    <a:pt x="3086100" y="35052"/>
                  </a:moveTo>
                  <a:lnTo>
                    <a:pt x="2933700" y="34290"/>
                  </a:lnTo>
                  <a:lnTo>
                    <a:pt x="2933700" y="47244"/>
                  </a:lnTo>
                  <a:lnTo>
                    <a:pt x="3086100" y="48006"/>
                  </a:lnTo>
                  <a:lnTo>
                    <a:pt x="3086100" y="35052"/>
                  </a:lnTo>
                  <a:close/>
                </a:path>
                <a:path w="8610600" h="64770">
                  <a:moveTo>
                    <a:pt x="3086100" y="9906"/>
                  </a:moveTo>
                  <a:lnTo>
                    <a:pt x="2933700" y="9144"/>
                  </a:lnTo>
                  <a:lnTo>
                    <a:pt x="2933700" y="22098"/>
                  </a:lnTo>
                  <a:lnTo>
                    <a:pt x="3086100" y="22098"/>
                  </a:lnTo>
                  <a:lnTo>
                    <a:pt x="3086100" y="9906"/>
                  </a:lnTo>
                  <a:close/>
                </a:path>
                <a:path w="8610600" h="64770">
                  <a:moveTo>
                    <a:pt x="3352800" y="35814"/>
                  </a:moveTo>
                  <a:lnTo>
                    <a:pt x="3200400" y="35052"/>
                  </a:lnTo>
                  <a:lnTo>
                    <a:pt x="3200400" y="48006"/>
                  </a:lnTo>
                  <a:lnTo>
                    <a:pt x="3352800" y="48768"/>
                  </a:lnTo>
                  <a:lnTo>
                    <a:pt x="3352800" y="35814"/>
                  </a:lnTo>
                  <a:close/>
                </a:path>
                <a:path w="8610600" h="64770">
                  <a:moveTo>
                    <a:pt x="3352800" y="10668"/>
                  </a:moveTo>
                  <a:lnTo>
                    <a:pt x="3200400" y="9906"/>
                  </a:lnTo>
                  <a:lnTo>
                    <a:pt x="3200400" y="22860"/>
                  </a:lnTo>
                  <a:lnTo>
                    <a:pt x="3352800" y="22860"/>
                  </a:lnTo>
                  <a:lnTo>
                    <a:pt x="3352800" y="10668"/>
                  </a:lnTo>
                  <a:close/>
                </a:path>
                <a:path w="8610600" h="64770">
                  <a:moveTo>
                    <a:pt x="3619500" y="36576"/>
                  </a:moveTo>
                  <a:lnTo>
                    <a:pt x="3467100" y="35814"/>
                  </a:lnTo>
                  <a:lnTo>
                    <a:pt x="3467100" y="48768"/>
                  </a:lnTo>
                  <a:lnTo>
                    <a:pt x="3619500" y="49530"/>
                  </a:lnTo>
                  <a:lnTo>
                    <a:pt x="3619500" y="36576"/>
                  </a:lnTo>
                  <a:close/>
                </a:path>
                <a:path w="8610600" h="64770">
                  <a:moveTo>
                    <a:pt x="3619500" y="11430"/>
                  </a:moveTo>
                  <a:lnTo>
                    <a:pt x="3467100" y="10668"/>
                  </a:lnTo>
                  <a:lnTo>
                    <a:pt x="3467100" y="23622"/>
                  </a:lnTo>
                  <a:lnTo>
                    <a:pt x="3619500" y="23622"/>
                  </a:lnTo>
                  <a:lnTo>
                    <a:pt x="3619500" y="11430"/>
                  </a:lnTo>
                  <a:close/>
                </a:path>
                <a:path w="8610600" h="64770">
                  <a:moveTo>
                    <a:pt x="3886200" y="37338"/>
                  </a:moveTo>
                  <a:lnTo>
                    <a:pt x="3733800" y="37338"/>
                  </a:lnTo>
                  <a:lnTo>
                    <a:pt x="3733800" y="49530"/>
                  </a:lnTo>
                  <a:lnTo>
                    <a:pt x="3886200" y="50292"/>
                  </a:lnTo>
                  <a:lnTo>
                    <a:pt x="3886200" y="37338"/>
                  </a:lnTo>
                  <a:close/>
                </a:path>
                <a:path w="8610600" h="64770">
                  <a:moveTo>
                    <a:pt x="3886200" y="12192"/>
                  </a:moveTo>
                  <a:lnTo>
                    <a:pt x="3733800" y="11430"/>
                  </a:lnTo>
                  <a:lnTo>
                    <a:pt x="3733800" y="24384"/>
                  </a:lnTo>
                  <a:lnTo>
                    <a:pt x="3886200" y="25146"/>
                  </a:lnTo>
                  <a:lnTo>
                    <a:pt x="3886200" y="12192"/>
                  </a:lnTo>
                  <a:close/>
                </a:path>
                <a:path w="8610600" h="64770">
                  <a:moveTo>
                    <a:pt x="4152900" y="38100"/>
                  </a:moveTo>
                  <a:lnTo>
                    <a:pt x="4000500" y="38100"/>
                  </a:lnTo>
                  <a:lnTo>
                    <a:pt x="4000500" y="50292"/>
                  </a:lnTo>
                  <a:lnTo>
                    <a:pt x="4152900" y="51054"/>
                  </a:lnTo>
                  <a:lnTo>
                    <a:pt x="4152900" y="38100"/>
                  </a:lnTo>
                  <a:close/>
                </a:path>
                <a:path w="8610600" h="64770">
                  <a:moveTo>
                    <a:pt x="4152900" y="12954"/>
                  </a:moveTo>
                  <a:lnTo>
                    <a:pt x="4000500" y="12192"/>
                  </a:lnTo>
                  <a:lnTo>
                    <a:pt x="4000500" y="25146"/>
                  </a:lnTo>
                  <a:lnTo>
                    <a:pt x="4152900" y="25908"/>
                  </a:lnTo>
                  <a:lnTo>
                    <a:pt x="4152900" y="12954"/>
                  </a:lnTo>
                  <a:close/>
                </a:path>
                <a:path w="8610600" h="64770">
                  <a:moveTo>
                    <a:pt x="4419600" y="38862"/>
                  </a:moveTo>
                  <a:lnTo>
                    <a:pt x="4267200" y="38862"/>
                  </a:lnTo>
                  <a:lnTo>
                    <a:pt x="4267200" y="51054"/>
                  </a:lnTo>
                  <a:lnTo>
                    <a:pt x="4419600" y="51816"/>
                  </a:lnTo>
                  <a:lnTo>
                    <a:pt x="4419600" y="38862"/>
                  </a:lnTo>
                  <a:close/>
                </a:path>
                <a:path w="8610600" h="64770">
                  <a:moveTo>
                    <a:pt x="4419600" y="13716"/>
                  </a:moveTo>
                  <a:lnTo>
                    <a:pt x="4267200" y="12954"/>
                  </a:lnTo>
                  <a:lnTo>
                    <a:pt x="4267200" y="25908"/>
                  </a:lnTo>
                  <a:lnTo>
                    <a:pt x="4419600" y="26670"/>
                  </a:lnTo>
                  <a:lnTo>
                    <a:pt x="4419600" y="13716"/>
                  </a:lnTo>
                  <a:close/>
                </a:path>
                <a:path w="8610600" h="64770">
                  <a:moveTo>
                    <a:pt x="4686300" y="39624"/>
                  </a:moveTo>
                  <a:lnTo>
                    <a:pt x="4533900" y="39624"/>
                  </a:lnTo>
                  <a:lnTo>
                    <a:pt x="4533900" y="51816"/>
                  </a:lnTo>
                  <a:lnTo>
                    <a:pt x="4686300" y="52578"/>
                  </a:lnTo>
                  <a:lnTo>
                    <a:pt x="4686300" y="39624"/>
                  </a:lnTo>
                  <a:close/>
                </a:path>
                <a:path w="8610600" h="64770">
                  <a:moveTo>
                    <a:pt x="4686300" y="14478"/>
                  </a:moveTo>
                  <a:lnTo>
                    <a:pt x="4533900" y="13716"/>
                  </a:lnTo>
                  <a:lnTo>
                    <a:pt x="4533900" y="26670"/>
                  </a:lnTo>
                  <a:lnTo>
                    <a:pt x="4686300" y="27432"/>
                  </a:lnTo>
                  <a:lnTo>
                    <a:pt x="4686300" y="14478"/>
                  </a:lnTo>
                  <a:close/>
                </a:path>
                <a:path w="8610600" h="64770">
                  <a:moveTo>
                    <a:pt x="4953000" y="41148"/>
                  </a:moveTo>
                  <a:lnTo>
                    <a:pt x="4800600" y="40386"/>
                  </a:lnTo>
                  <a:lnTo>
                    <a:pt x="4800600" y="53340"/>
                  </a:lnTo>
                  <a:lnTo>
                    <a:pt x="4953000" y="53340"/>
                  </a:lnTo>
                  <a:lnTo>
                    <a:pt x="4953000" y="41148"/>
                  </a:lnTo>
                  <a:close/>
                </a:path>
                <a:path w="8610600" h="64770">
                  <a:moveTo>
                    <a:pt x="4953000" y="15240"/>
                  </a:moveTo>
                  <a:lnTo>
                    <a:pt x="4800600" y="15240"/>
                  </a:lnTo>
                  <a:lnTo>
                    <a:pt x="4800600" y="27432"/>
                  </a:lnTo>
                  <a:lnTo>
                    <a:pt x="4953000" y="28194"/>
                  </a:lnTo>
                  <a:lnTo>
                    <a:pt x="4953000" y="15240"/>
                  </a:lnTo>
                  <a:close/>
                </a:path>
                <a:path w="8610600" h="64770">
                  <a:moveTo>
                    <a:pt x="5219700" y="41910"/>
                  </a:moveTo>
                  <a:lnTo>
                    <a:pt x="5067300" y="41148"/>
                  </a:lnTo>
                  <a:lnTo>
                    <a:pt x="5067300" y="54102"/>
                  </a:lnTo>
                  <a:lnTo>
                    <a:pt x="5219700" y="54102"/>
                  </a:lnTo>
                  <a:lnTo>
                    <a:pt x="5219700" y="41910"/>
                  </a:lnTo>
                  <a:close/>
                </a:path>
                <a:path w="8610600" h="64770">
                  <a:moveTo>
                    <a:pt x="5219700" y="16002"/>
                  </a:moveTo>
                  <a:lnTo>
                    <a:pt x="5067300" y="16002"/>
                  </a:lnTo>
                  <a:lnTo>
                    <a:pt x="5067300" y="28194"/>
                  </a:lnTo>
                  <a:lnTo>
                    <a:pt x="5219700" y="28956"/>
                  </a:lnTo>
                  <a:lnTo>
                    <a:pt x="5219700" y="16002"/>
                  </a:lnTo>
                  <a:close/>
                </a:path>
                <a:path w="8610600" h="64770">
                  <a:moveTo>
                    <a:pt x="5486400" y="42672"/>
                  </a:moveTo>
                  <a:lnTo>
                    <a:pt x="5334000" y="41910"/>
                  </a:lnTo>
                  <a:lnTo>
                    <a:pt x="5334000" y="54864"/>
                  </a:lnTo>
                  <a:lnTo>
                    <a:pt x="5486400" y="54864"/>
                  </a:lnTo>
                  <a:lnTo>
                    <a:pt x="5486400" y="42672"/>
                  </a:lnTo>
                  <a:close/>
                </a:path>
                <a:path w="8610600" h="64770">
                  <a:moveTo>
                    <a:pt x="5486400" y="16764"/>
                  </a:moveTo>
                  <a:lnTo>
                    <a:pt x="5334000" y="16764"/>
                  </a:lnTo>
                  <a:lnTo>
                    <a:pt x="5334000" y="28956"/>
                  </a:lnTo>
                  <a:lnTo>
                    <a:pt x="5486400" y="29718"/>
                  </a:lnTo>
                  <a:lnTo>
                    <a:pt x="5486400" y="16764"/>
                  </a:lnTo>
                  <a:close/>
                </a:path>
                <a:path w="8610600" h="64770">
                  <a:moveTo>
                    <a:pt x="5753100" y="43434"/>
                  </a:moveTo>
                  <a:lnTo>
                    <a:pt x="5600700" y="42672"/>
                  </a:lnTo>
                  <a:lnTo>
                    <a:pt x="5600700" y="55626"/>
                  </a:lnTo>
                  <a:lnTo>
                    <a:pt x="5753100" y="55626"/>
                  </a:lnTo>
                  <a:lnTo>
                    <a:pt x="5753100" y="43434"/>
                  </a:lnTo>
                  <a:close/>
                </a:path>
                <a:path w="8610600" h="64770">
                  <a:moveTo>
                    <a:pt x="5753100" y="17526"/>
                  </a:moveTo>
                  <a:lnTo>
                    <a:pt x="5600700" y="17526"/>
                  </a:lnTo>
                  <a:lnTo>
                    <a:pt x="5600700" y="30480"/>
                  </a:lnTo>
                  <a:lnTo>
                    <a:pt x="5753100" y="30480"/>
                  </a:lnTo>
                  <a:lnTo>
                    <a:pt x="5753100" y="17526"/>
                  </a:lnTo>
                  <a:close/>
                </a:path>
                <a:path w="8610600" h="64770">
                  <a:moveTo>
                    <a:pt x="6019800" y="44196"/>
                  </a:moveTo>
                  <a:lnTo>
                    <a:pt x="5867400" y="43434"/>
                  </a:lnTo>
                  <a:lnTo>
                    <a:pt x="5867400" y="56388"/>
                  </a:lnTo>
                  <a:lnTo>
                    <a:pt x="6019800" y="57150"/>
                  </a:lnTo>
                  <a:lnTo>
                    <a:pt x="6019800" y="44196"/>
                  </a:lnTo>
                  <a:close/>
                </a:path>
                <a:path w="8610600" h="64770">
                  <a:moveTo>
                    <a:pt x="6019800" y="19050"/>
                  </a:moveTo>
                  <a:lnTo>
                    <a:pt x="5867400" y="18288"/>
                  </a:lnTo>
                  <a:lnTo>
                    <a:pt x="5867400" y="31242"/>
                  </a:lnTo>
                  <a:lnTo>
                    <a:pt x="6019800" y="31242"/>
                  </a:lnTo>
                  <a:lnTo>
                    <a:pt x="6019800" y="19050"/>
                  </a:lnTo>
                  <a:close/>
                </a:path>
                <a:path w="8610600" h="64770">
                  <a:moveTo>
                    <a:pt x="6286500" y="44958"/>
                  </a:moveTo>
                  <a:lnTo>
                    <a:pt x="6134100" y="44196"/>
                  </a:lnTo>
                  <a:lnTo>
                    <a:pt x="6134100" y="57150"/>
                  </a:lnTo>
                  <a:lnTo>
                    <a:pt x="6286500" y="57912"/>
                  </a:lnTo>
                  <a:lnTo>
                    <a:pt x="6286500" y="44958"/>
                  </a:lnTo>
                  <a:close/>
                </a:path>
                <a:path w="8610600" h="64770">
                  <a:moveTo>
                    <a:pt x="6286500" y="19812"/>
                  </a:moveTo>
                  <a:lnTo>
                    <a:pt x="6134100" y="19050"/>
                  </a:lnTo>
                  <a:lnTo>
                    <a:pt x="6134100" y="32004"/>
                  </a:lnTo>
                  <a:lnTo>
                    <a:pt x="6286500" y="32004"/>
                  </a:lnTo>
                  <a:lnTo>
                    <a:pt x="6286500" y="19812"/>
                  </a:lnTo>
                  <a:close/>
                </a:path>
                <a:path w="8610600" h="64770">
                  <a:moveTo>
                    <a:pt x="6553200" y="45720"/>
                  </a:moveTo>
                  <a:lnTo>
                    <a:pt x="6400800" y="44958"/>
                  </a:lnTo>
                  <a:lnTo>
                    <a:pt x="6400800" y="57912"/>
                  </a:lnTo>
                  <a:lnTo>
                    <a:pt x="6553200" y="58674"/>
                  </a:lnTo>
                  <a:lnTo>
                    <a:pt x="6553200" y="45720"/>
                  </a:lnTo>
                  <a:close/>
                </a:path>
                <a:path w="8610600" h="64770">
                  <a:moveTo>
                    <a:pt x="6553200" y="20574"/>
                  </a:moveTo>
                  <a:lnTo>
                    <a:pt x="6400800" y="19812"/>
                  </a:lnTo>
                  <a:lnTo>
                    <a:pt x="6400800" y="32766"/>
                  </a:lnTo>
                  <a:lnTo>
                    <a:pt x="6553200" y="32766"/>
                  </a:lnTo>
                  <a:lnTo>
                    <a:pt x="6553200" y="20574"/>
                  </a:lnTo>
                  <a:close/>
                </a:path>
                <a:path w="8610600" h="64770">
                  <a:moveTo>
                    <a:pt x="6819900" y="46482"/>
                  </a:moveTo>
                  <a:lnTo>
                    <a:pt x="6667500" y="46482"/>
                  </a:lnTo>
                  <a:lnTo>
                    <a:pt x="6667500" y="58674"/>
                  </a:lnTo>
                  <a:lnTo>
                    <a:pt x="6819900" y="59436"/>
                  </a:lnTo>
                  <a:lnTo>
                    <a:pt x="6819900" y="46482"/>
                  </a:lnTo>
                  <a:close/>
                </a:path>
                <a:path w="8610600" h="64770">
                  <a:moveTo>
                    <a:pt x="6819900" y="21336"/>
                  </a:moveTo>
                  <a:lnTo>
                    <a:pt x="6667500" y="20574"/>
                  </a:lnTo>
                  <a:lnTo>
                    <a:pt x="6667500" y="33528"/>
                  </a:lnTo>
                  <a:lnTo>
                    <a:pt x="6819900" y="34290"/>
                  </a:lnTo>
                  <a:lnTo>
                    <a:pt x="6819900" y="21336"/>
                  </a:lnTo>
                  <a:close/>
                </a:path>
                <a:path w="8610600" h="64770">
                  <a:moveTo>
                    <a:pt x="7086600" y="47244"/>
                  </a:moveTo>
                  <a:lnTo>
                    <a:pt x="6934200" y="47244"/>
                  </a:lnTo>
                  <a:lnTo>
                    <a:pt x="6934200" y="59436"/>
                  </a:lnTo>
                  <a:lnTo>
                    <a:pt x="7086600" y="60198"/>
                  </a:lnTo>
                  <a:lnTo>
                    <a:pt x="7086600" y="47244"/>
                  </a:lnTo>
                  <a:close/>
                </a:path>
                <a:path w="8610600" h="64770">
                  <a:moveTo>
                    <a:pt x="7086600" y="22098"/>
                  </a:moveTo>
                  <a:lnTo>
                    <a:pt x="6934200" y="21336"/>
                  </a:lnTo>
                  <a:lnTo>
                    <a:pt x="6934200" y="34290"/>
                  </a:lnTo>
                  <a:lnTo>
                    <a:pt x="7086600" y="35052"/>
                  </a:lnTo>
                  <a:lnTo>
                    <a:pt x="7086600" y="22098"/>
                  </a:lnTo>
                  <a:close/>
                </a:path>
                <a:path w="8610600" h="64770">
                  <a:moveTo>
                    <a:pt x="7353300" y="48006"/>
                  </a:moveTo>
                  <a:lnTo>
                    <a:pt x="7200900" y="48006"/>
                  </a:lnTo>
                  <a:lnTo>
                    <a:pt x="7200900" y="60198"/>
                  </a:lnTo>
                  <a:lnTo>
                    <a:pt x="7353300" y="60960"/>
                  </a:lnTo>
                  <a:lnTo>
                    <a:pt x="7353300" y="48006"/>
                  </a:lnTo>
                  <a:close/>
                </a:path>
                <a:path w="8610600" h="64770">
                  <a:moveTo>
                    <a:pt x="7353300" y="22860"/>
                  </a:moveTo>
                  <a:lnTo>
                    <a:pt x="7200900" y="22098"/>
                  </a:lnTo>
                  <a:lnTo>
                    <a:pt x="7200900" y="35052"/>
                  </a:lnTo>
                  <a:lnTo>
                    <a:pt x="7353300" y="35814"/>
                  </a:lnTo>
                  <a:lnTo>
                    <a:pt x="7353300" y="22860"/>
                  </a:lnTo>
                  <a:close/>
                </a:path>
                <a:path w="8610600" h="64770">
                  <a:moveTo>
                    <a:pt x="7620000" y="48768"/>
                  </a:moveTo>
                  <a:lnTo>
                    <a:pt x="7467600" y="48768"/>
                  </a:lnTo>
                  <a:lnTo>
                    <a:pt x="7467600" y="61722"/>
                  </a:lnTo>
                  <a:lnTo>
                    <a:pt x="7620000" y="61722"/>
                  </a:lnTo>
                  <a:lnTo>
                    <a:pt x="7620000" y="48768"/>
                  </a:lnTo>
                  <a:close/>
                </a:path>
                <a:path w="8610600" h="64770">
                  <a:moveTo>
                    <a:pt x="7620000" y="23622"/>
                  </a:moveTo>
                  <a:lnTo>
                    <a:pt x="7467600" y="23622"/>
                  </a:lnTo>
                  <a:lnTo>
                    <a:pt x="7467600" y="35814"/>
                  </a:lnTo>
                  <a:lnTo>
                    <a:pt x="7620000" y="36576"/>
                  </a:lnTo>
                  <a:lnTo>
                    <a:pt x="7620000" y="23622"/>
                  </a:lnTo>
                  <a:close/>
                </a:path>
                <a:path w="8610600" h="64770">
                  <a:moveTo>
                    <a:pt x="7886700" y="50292"/>
                  </a:moveTo>
                  <a:lnTo>
                    <a:pt x="7734300" y="49530"/>
                  </a:lnTo>
                  <a:lnTo>
                    <a:pt x="7734300" y="62484"/>
                  </a:lnTo>
                  <a:lnTo>
                    <a:pt x="7886700" y="62484"/>
                  </a:lnTo>
                  <a:lnTo>
                    <a:pt x="7886700" y="50292"/>
                  </a:lnTo>
                  <a:close/>
                </a:path>
                <a:path w="8610600" h="64770">
                  <a:moveTo>
                    <a:pt x="7886700" y="24384"/>
                  </a:moveTo>
                  <a:lnTo>
                    <a:pt x="7734300" y="24384"/>
                  </a:lnTo>
                  <a:lnTo>
                    <a:pt x="7734300" y="36576"/>
                  </a:lnTo>
                  <a:lnTo>
                    <a:pt x="7886700" y="37338"/>
                  </a:lnTo>
                  <a:lnTo>
                    <a:pt x="7886700" y="24384"/>
                  </a:lnTo>
                  <a:close/>
                </a:path>
                <a:path w="8610600" h="64770">
                  <a:moveTo>
                    <a:pt x="8153400" y="51054"/>
                  </a:moveTo>
                  <a:lnTo>
                    <a:pt x="8001000" y="50292"/>
                  </a:lnTo>
                  <a:lnTo>
                    <a:pt x="8001000" y="63246"/>
                  </a:lnTo>
                  <a:lnTo>
                    <a:pt x="8153400" y="63246"/>
                  </a:lnTo>
                  <a:lnTo>
                    <a:pt x="8153400" y="51054"/>
                  </a:lnTo>
                  <a:close/>
                </a:path>
                <a:path w="8610600" h="64770">
                  <a:moveTo>
                    <a:pt x="8153400" y="25146"/>
                  </a:moveTo>
                  <a:lnTo>
                    <a:pt x="8001000" y="25146"/>
                  </a:lnTo>
                  <a:lnTo>
                    <a:pt x="8001000" y="37338"/>
                  </a:lnTo>
                  <a:lnTo>
                    <a:pt x="8153400" y="38100"/>
                  </a:lnTo>
                  <a:lnTo>
                    <a:pt x="8153400" y="25146"/>
                  </a:lnTo>
                  <a:close/>
                </a:path>
                <a:path w="8610600" h="64770">
                  <a:moveTo>
                    <a:pt x="8420100" y="51816"/>
                  </a:moveTo>
                  <a:lnTo>
                    <a:pt x="8267700" y="51054"/>
                  </a:lnTo>
                  <a:lnTo>
                    <a:pt x="8267700" y="64008"/>
                  </a:lnTo>
                  <a:lnTo>
                    <a:pt x="8420100" y="64008"/>
                  </a:lnTo>
                  <a:lnTo>
                    <a:pt x="8420100" y="51816"/>
                  </a:lnTo>
                  <a:close/>
                </a:path>
                <a:path w="8610600" h="64770">
                  <a:moveTo>
                    <a:pt x="8420100" y="25908"/>
                  </a:moveTo>
                  <a:lnTo>
                    <a:pt x="8267700" y="25908"/>
                  </a:lnTo>
                  <a:lnTo>
                    <a:pt x="8267700" y="38100"/>
                  </a:lnTo>
                  <a:lnTo>
                    <a:pt x="8420100" y="38862"/>
                  </a:lnTo>
                  <a:lnTo>
                    <a:pt x="8420100" y="25908"/>
                  </a:lnTo>
                  <a:close/>
                </a:path>
                <a:path w="8610600" h="64770">
                  <a:moveTo>
                    <a:pt x="8610600" y="52578"/>
                  </a:moveTo>
                  <a:lnTo>
                    <a:pt x="8534400" y="51816"/>
                  </a:lnTo>
                  <a:lnTo>
                    <a:pt x="8534400" y="64770"/>
                  </a:lnTo>
                  <a:lnTo>
                    <a:pt x="8610600" y="64770"/>
                  </a:lnTo>
                  <a:lnTo>
                    <a:pt x="8610600" y="52578"/>
                  </a:lnTo>
                  <a:close/>
                </a:path>
                <a:path w="8610600" h="64770">
                  <a:moveTo>
                    <a:pt x="8610600" y="26670"/>
                  </a:moveTo>
                  <a:lnTo>
                    <a:pt x="8534400" y="26670"/>
                  </a:lnTo>
                  <a:lnTo>
                    <a:pt x="8534400" y="39624"/>
                  </a:lnTo>
                  <a:lnTo>
                    <a:pt x="8610600" y="39624"/>
                  </a:lnTo>
                  <a:lnTo>
                    <a:pt x="8610600" y="2667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44" name="object 144"/>
          <p:cNvSpPr txBox="1"/>
          <p:nvPr/>
        </p:nvSpPr>
        <p:spPr>
          <a:xfrm>
            <a:off x="9146347" y="3904280"/>
            <a:ext cx="959314" cy="736118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非叶结点</a:t>
            </a:r>
            <a:endParaRPr sz="1814">
              <a:latin typeface="Lantinghei SC Heavy"/>
              <a:cs typeface="Lantinghei SC Heavy"/>
            </a:endParaRPr>
          </a:p>
          <a:p>
            <a:pPr marL="25912">
              <a:spcBef>
                <a:spcPts val="1301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叶子结点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9264525" y="5689075"/>
            <a:ext cx="713439" cy="56940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 marR="4607">
              <a:spcBef>
                <a:spcPts val="86"/>
              </a:spcBef>
            </a:pPr>
            <a:r>
              <a:rPr sz="1814" b="1" spc="-32" dirty="0">
                <a:solidFill>
                  <a:srgbClr val="CC0000"/>
                </a:solidFill>
                <a:latin typeface="Lantinghei SC Heavy"/>
                <a:cs typeface="Lantinghei SC Heavy"/>
              </a:rPr>
              <a:t>主文件的记录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2203356" y="1108566"/>
            <a:ext cx="3416331" cy="444727"/>
          </a:xfrm>
          <a:prstGeom prst="rect">
            <a:avLst/>
          </a:prstGeom>
        </p:spPr>
        <p:txBody>
          <a:bodyPr vert="horz" wrap="square" lIns="0" tIns="108829" rIns="0" bIns="0" rtlCol="0">
            <a:spAutoFit/>
          </a:bodyPr>
          <a:lstStyle/>
          <a:p>
            <a:pPr marL="11516">
              <a:spcBef>
                <a:spcPts val="856"/>
              </a:spcBef>
            </a:pPr>
            <a:r>
              <a:rPr lang="zh-CN" altLang="en-US" sz="2176" b="1" spc="-54" dirty="0">
                <a:latin typeface="Lantinghei SC Heavy"/>
                <a:cs typeface="Lantinghei SC Heavy"/>
              </a:rPr>
              <a:t>简单删除：删除</a:t>
            </a:r>
            <a:r>
              <a:rPr lang="en-US" altLang="zh-CN" sz="2176" b="1" spc="-54" dirty="0">
                <a:latin typeface="Lantinghei SC Heavy"/>
                <a:cs typeface="Lantinghei SC Heavy"/>
              </a:rPr>
              <a:t>30</a:t>
            </a:r>
            <a:endParaRPr sz="2176" dirty="0">
              <a:latin typeface="Lantinghei SC Heavy"/>
              <a:cs typeface="Lantinghei SC Heavy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3494577" y="3315334"/>
            <a:ext cx="3264892" cy="1973906"/>
          </a:xfrm>
          <a:custGeom>
            <a:avLst/>
            <a:gdLst/>
            <a:ahLst/>
            <a:cxnLst/>
            <a:rect l="l" t="t" r="r" b="b"/>
            <a:pathLst>
              <a:path w="3600450" h="2176779">
                <a:moveTo>
                  <a:pt x="2077973" y="1452372"/>
                </a:moveTo>
                <a:lnTo>
                  <a:pt x="2077973" y="2176272"/>
                </a:lnTo>
                <a:lnTo>
                  <a:pt x="3600450" y="2176271"/>
                </a:lnTo>
                <a:lnTo>
                  <a:pt x="3600450" y="1452371"/>
                </a:lnTo>
                <a:lnTo>
                  <a:pt x="2077973" y="1452372"/>
                </a:lnTo>
                <a:close/>
              </a:path>
              <a:path w="3600450" h="2176779">
                <a:moveTo>
                  <a:pt x="0" y="0"/>
                </a:moveTo>
                <a:lnTo>
                  <a:pt x="0" y="752094"/>
                </a:lnTo>
                <a:lnTo>
                  <a:pt x="2219705" y="752094"/>
                </a:lnTo>
                <a:lnTo>
                  <a:pt x="2219705" y="0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99059" y="2540281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80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73147" y="2502911"/>
            <a:ext cx="1960662" cy="647796"/>
            <a:chOff x="4328998" y="2760154"/>
            <a:chExt cx="2162175" cy="714375"/>
          </a:xfrm>
        </p:grpSpPr>
        <p:sp>
          <p:nvSpPr>
            <p:cNvPr id="5" name="object 5"/>
            <p:cNvSpPr/>
            <p:nvPr/>
          </p:nvSpPr>
          <p:spPr>
            <a:xfrm>
              <a:off x="4343285" y="27744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" name="object 6"/>
            <p:cNvSpPr/>
            <p:nvPr/>
          </p:nvSpPr>
          <p:spPr>
            <a:xfrm>
              <a:off x="4343285" y="31173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" name="object 7"/>
            <p:cNvSpPr/>
            <p:nvPr/>
          </p:nvSpPr>
          <p:spPr>
            <a:xfrm>
              <a:off x="4343285" y="34602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/>
            <p:cNvSpPr/>
            <p:nvPr/>
          </p:nvSpPr>
          <p:spPr>
            <a:xfrm>
              <a:off x="43432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/>
            <p:cNvSpPr/>
            <p:nvPr/>
          </p:nvSpPr>
          <p:spPr>
            <a:xfrm>
              <a:off x="64768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/>
            <p:cNvSpPr/>
            <p:nvPr/>
          </p:nvSpPr>
          <p:spPr>
            <a:xfrm>
              <a:off x="5384939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" name="object 11"/>
            <p:cNvSpPr/>
            <p:nvPr/>
          </p:nvSpPr>
          <p:spPr>
            <a:xfrm>
              <a:off x="4888115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" name="object 12"/>
            <p:cNvSpPr/>
            <p:nvPr/>
          </p:nvSpPr>
          <p:spPr>
            <a:xfrm>
              <a:off x="5932817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19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/>
            <p:cNvSpPr/>
            <p:nvPr/>
          </p:nvSpPr>
          <p:spPr>
            <a:xfrm>
              <a:off x="51372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836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/>
            <p:cNvSpPr/>
            <p:nvPr/>
          </p:nvSpPr>
          <p:spPr>
            <a:xfrm>
              <a:off x="61789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21797" y="3345045"/>
            <a:ext cx="450866" cy="259898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36277" rIns="0" bIns="0" rtlCol="0">
            <a:spAutoFit/>
          </a:bodyPr>
          <a:lstStyle/>
          <a:p>
            <a:pPr marL="132438">
              <a:spcBef>
                <a:spcPts val="286"/>
              </a:spcBef>
            </a:pPr>
            <a:r>
              <a:rPr sz="1451" spc="-23" dirty="0">
                <a:latin typeface="Times New Roman"/>
                <a:cs typeface="Times New Roman"/>
              </a:rPr>
              <a:t>40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8076" y="3369460"/>
            <a:ext cx="485415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50288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60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40701" y="3369460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20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14790" y="3332090"/>
            <a:ext cx="1960662" cy="647796"/>
            <a:chOff x="2500198" y="3674554"/>
            <a:chExt cx="2162175" cy="714375"/>
          </a:xfrm>
        </p:grpSpPr>
        <p:sp>
          <p:nvSpPr>
            <p:cNvPr id="21" name="object 21"/>
            <p:cNvSpPr/>
            <p:nvPr/>
          </p:nvSpPr>
          <p:spPr>
            <a:xfrm>
              <a:off x="2514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/>
            <p:cNvSpPr/>
            <p:nvPr/>
          </p:nvSpPr>
          <p:spPr>
            <a:xfrm>
              <a:off x="2514485" y="40317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3" name="object 23"/>
            <p:cNvSpPr/>
            <p:nvPr/>
          </p:nvSpPr>
          <p:spPr>
            <a:xfrm>
              <a:off x="2514485" y="43746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4" name="object 24"/>
            <p:cNvSpPr/>
            <p:nvPr/>
          </p:nvSpPr>
          <p:spPr>
            <a:xfrm>
              <a:off x="25144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5" name="object 25"/>
            <p:cNvSpPr/>
            <p:nvPr/>
          </p:nvSpPr>
          <p:spPr>
            <a:xfrm>
              <a:off x="46480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6" name="object 26"/>
            <p:cNvSpPr/>
            <p:nvPr/>
          </p:nvSpPr>
          <p:spPr>
            <a:xfrm>
              <a:off x="3556139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7" name="object 27"/>
            <p:cNvSpPr/>
            <p:nvPr/>
          </p:nvSpPr>
          <p:spPr>
            <a:xfrm>
              <a:off x="3059315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04017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9" name="object 29"/>
            <p:cNvSpPr/>
            <p:nvPr/>
          </p:nvSpPr>
          <p:spPr>
            <a:xfrm>
              <a:off x="2813189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0" name="object 30"/>
            <p:cNvSpPr/>
            <p:nvPr/>
          </p:nvSpPr>
          <p:spPr>
            <a:xfrm>
              <a:off x="3308489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1" name="object 31"/>
            <p:cNvSpPr/>
            <p:nvPr/>
          </p:nvSpPr>
          <p:spPr>
            <a:xfrm>
              <a:off x="3854843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2" name="object 32"/>
            <p:cNvSpPr/>
            <p:nvPr/>
          </p:nvSpPr>
          <p:spPr>
            <a:xfrm>
              <a:off x="4350143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650122" y="3369460"/>
            <a:ext cx="1422848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95010">
              <a:spcBef>
                <a:spcPts val="91"/>
              </a:spcBef>
              <a:tabLst>
                <a:tab pos="567757" algn="l"/>
                <a:tab pos="1040503" algn="l"/>
              </a:tabLst>
            </a:pPr>
            <a:r>
              <a:rPr sz="1451" spc="-23" dirty="0">
                <a:latin typeface="Times New Roman"/>
                <a:cs typeface="Times New Roman"/>
              </a:rPr>
              <a:t>100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140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24210" y="3332090"/>
            <a:ext cx="1960662" cy="647796"/>
            <a:chOff x="5929198" y="3674554"/>
            <a:chExt cx="2162175" cy="714375"/>
          </a:xfrm>
        </p:grpSpPr>
        <p:sp>
          <p:nvSpPr>
            <p:cNvPr id="35" name="object 35"/>
            <p:cNvSpPr/>
            <p:nvPr/>
          </p:nvSpPr>
          <p:spPr>
            <a:xfrm>
              <a:off x="5943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3485" y="40317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7" name="object 37"/>
            <p:cNvSpPr/>
            <p:nvPr/>
          </p:nvSpPr>
          <p:spPr>
            <a:xfrm>
              <a:off x="5943485" y="43746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8" name="object 38"/>
            <p:cNvSpPr/>
            <p:nvPr/>
          </p:nvSpPr>
          <p:spPr>
            <a:xfrm>
              <a:off x="59434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9" name="object 39"/>
            <p:cNvSpPr/>
            <p:nvPr/>
          </p:nvSpPr>
          <p:spPr>
            <a:xfrm>
              <a:off x="80770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0" name="object 40"/>
            <p:cNvSpPr/>
            <p:nvPr/>
          </p:nvSpPr>
          <p:spPr>
            <a:xfrm>
              <a:off x="6985126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1" name="object 41"/>
            <p:cNvSpPr/>
            <p:nvPr/>
          </p:nvSpPr>
          <p:spPr>
            <a:xfrm>
              <a:off x="6488302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2" name="object 42"/>
            <p:cNvSpPr/>
            <p:nvPr/>
          </p:nvSpPr>
          <p:spPr>
            <a:xfrm>
              <a:off x="7533004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3" name="object 43"/>
            <p:cNvSpPr/>
            <p:nvPr/>
          </p:nvSpPr>
          <p:spPr>
            <a:xfrm>
              <a:off x="62421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4" name="object 44"/>
            <p:cNvSpPr/>
            <p:nvPr/>
          </p:nvSpPr>
          <p:spPr>
            <a:xfrm>
              <a:off x="67374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5" name="object 45"/>
            <p:cNvSpPr/>
            <p:nvPr/>
          </p:nvSpPr>
          <p:spPr>
            <a:xfrm>
              <a:off x="72838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6" name="object 46"/>
            <p:cNvSpPr/>
            <p:nvPr/>
          </p:nvSpPr>
          <p:spPr>
            <a:xfrm>
              <a:off x="77791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227835" y="4683017"/>
            <a:ext cx="142515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  <a:tab pos="1171790" algn="l"/>
              </a:tabLst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18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19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201923" y="4644956"/>
            <a:ext cx="1476975" cy="647796"/>
            <a:chOff x="1052398" y="5122354"/>
            <a:chExt cx="1628775" cy="714375"/>
          </a:xfrm>
        </p:grpSpPr>
        <p:sp>
          <p:nvSpPr>
            <p:cNvPr id="49" name="object 49"/>
            <p:cNvSpPr/>
            <p:nvPr/>
          </p:nvSpPr>
          <p:spPr>
            <a:xfrm>
              <a:off x="10666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0" name="object 50"/>
            <p:cNvSpPr/>
            <p:nvPr/>
          </p:nvSpPr>
          <p:spPr>
            <a:xfrm>
              <a:off x="10666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1" name="object 51"/>
            <p:cNvSpPr/>
            <p:nvPr/>
          </p:nvSpPr>
          <p:spPr>
            <a:xfrm>
              <a:off x="10666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2" name="object 52"/>
            <p:cNvSpPr/>
            <p:nvPr/>
          </p:nvSpPr>
          <p:spPr>
            <a:xfrm>
              <a:off x="10666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3" name="object 53"/>
            <p:cNvSpPr/>
            <p:nvPr/>
          </p:nvSpPr>
          <p:spPr>
            <a:xfrm>
              <a:off x="26668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4" name="object 54"/>
            <p:cNvSpPr/>
            <p:nvPr/>
          </p:nvSpPr>
          <p:spPr>
            <a:xfrm>
              <a:off x="18477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5" name="object 55"/>
            <p:cNvSpPr/>
            <p:nvPr/>
          </p:nvSpPr>
          <p:spPr>
            <a:xfrm>
              <a:off x="14766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6" name="object 56"/>
            <p:cNvSpPr/>
            <p:nvPr/>
          </p:nvSpPr>
          <p:spPr>
            <a:xfrm>
              <a:off x="225769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7" name="object 57"/>
            <p:cNvSpPr/>
            <p:nvPr/>
          </p:nvSpPr>
          <p:spPr>
            <a:xfrm>
              <a:off x="12907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8" name="object 58"/>
            <p:cNvSpPr/>
            <p:nvPr/>
          </p:nvSpPr>
          <p:spPr>
            <a:xfrm>
              <a:off x="16625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9" name="object 59"/>
            <p:cNvSpPr/>
            <p:nvPr/>
          </p:nvSpPr>
          <p:spPr>
            <a:xfrm>
              <a:off x="207176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0" name="object 60"/>
            <p:cNvSpPr/>
            <p:nvPr/>
          </p:nvSpPr>
          <p:spPr>
            <a:xfrm>
              <a:off x="244361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899494" y="4683017"/>
            <a:ext cx="676587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78311">
              <a:spcBef>
                <a:spcPts val="86"/>
              </a:spcBef>
              <a:tabLst>
                <a:tab pos="433015" algn="l"/>
              </a:tabLst>
            </a:pPr>
            <a:r>
              <a:rPr sz="1270" spc="-23" dirty="0">
                <a:latin typeface="Times New Roman"/>
                <a:cs typeface="Times New Roman"/>
              </a:rPr>
              <a:t>20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25</a:t>
            </a:r>
            <a:endParaRPr sz="1270" dirty="0">
              <a:latin typeface="Times New Roman"/>
              <a:cs typeface="Times New Roman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860281" y="4644956"/>
            <a:ext cx="1407877" cy="647796"/>
            <a:chOff x="2881198" y="5122354"/>
            <a:chExt cx="1552575" cy="714375"/>
          </a:xfrm>
        </p:grpSpPr>
        <p:sp>
          <p:nvSpPr>
            <p:cNvPr id="63" name="object 63"/>
            <p:cNvSpPr/>
            <p:nvPr/>
          </p:nvSpPr>
          <p:spPr>
            <a:xfrm>
              <a:off x="2895485" y="51366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4" name="object 64"/>
            <p:cNvSpPr/>
            <p:nvPr/>
          </p:nvSpPr>
          <p:spPr>
            <a:xfrm>
              <a:off x="2895485" y="54795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5" name="object 65"/>
            <p:cNvSpPr/>
            <p:nvPr/>
          </p:nvSpPr>
          <p:spPr>
            <a:xfrm>
              <a:off x="2895485" y="58224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6" name="object 66"/>
            <p:cNvSpPr/>
            <p:nvPr/>
          </p:nvSpPr>
          <p:spPr>
            <a:xfrm>
              <a:off x="2895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7" name="object 67"/>
            <p:cNvSpPr/>
            <p:nvPr/>
          </p:nvSpPr>
          <p:spPr>
            <a:xfrm>
              <a:off x="4419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8" name="object 68"/>
            <p:cNvSpPr/>
            <p:nvPr/>
          </p:nvSpPr>
          <p:spPr>
            <a:xfrm>
              <a:off x="36765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9" name="object 69"/>
            <p:cNvSpPr/>
            <p:nvPr/>
          </p:nvSpPr>
          <p:spPr>
            <a:xfrm>
              <a:off x="33054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0" name="object 70"/>
            <p:cNvSpPr/>
            <p:nvPr/>
          </p:nvSpPr>
          <p:spPr>
            <a:xfrm>
              <a:off x="4041533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1" name="object 71"/>
            <p:cNvSpPr/>
            <p:nvPr/>
          </p:nvSpPr>
          <p:spPr>
            <a:xfrm>
              <a:off x="31195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2" name="object 72"/>
            <p:cNvSpPr/>
            <p:nvPr/>
          </p:nvSpPr>
          <p:spPr>
            <a:xfrm>
              <a:off x="34913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3" name="object 73"/>
            <p:cNvSpPr/>
            <p:nvPr/>
          </p:nvSpPr>
          <p:spPr>
            <a:xfrm>
              <a:off x="3859415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4" name="object 74"/>
            <p:cNvSpPr/>
            <p:nvPr/>
          </p:nvSpPr>
          <p:spPr>
            <a:xfrm>
              <a:off x="42244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6857416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831505" y="4644956"/>
            <a:ext cx="1476975" cy="647796"/>
            <a:chOff x="6157798" y="5122354"/>
            <a:chExt cx="1628775" cy="714375"/>
          </a:xfrm>
        </p:grpSpPr>
        <p:sp>
          <p:nvSpPr>
            <p:cNvPr id="77" name="object 77"/>
            <p:cNvSpPr/>
            <p:nvPr/>
          </p:nvSpPr>
          <p:spPr>
            <a:xfrm>
              <a:off x="61720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8" name="object 78"/>
            <p:cNvSpPr/>
            <p:nvPr/>
          </p:nvSpPr>
          <p:spPr>
            <a:xfrm>
              <a:off x="61720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9" name="object 79"/>
            <p:cNvSpPr/>
            <p:nvPr/>
          </p:nvSpPr>
          <p:spPr>
            <a:xfrm>
              <a:off x="61720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0" name="object 80"/>
            <p:cNvSpPr/>
            <p:nvPr/>
          </p:nvSpPr>
          <p:spPr>
            <a:xfrm>
              <a:off x="61720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1" name="object 81"/>
            <p:cNvSpPr/>
            <p:nvPr/>
          </p:nvSpPr>
          <p:spPr>
            <a:xfrm>
              <a:off x="77722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2" name="object 82"/>
            <p:cNvSpPr/>
            <p:nvPr/>
          </p:nvSpPr>
          <p:spPr>
            <a:xfrm>
              <a:off x="6953122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3" name="object 83"/>
            <p:cNvSpPr/>
            <p:nvPr/>
          </p:nvSpPr>
          <p:spPr>
            <a:xfrm>
              <a:off x="658202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4" name="object 84"/>
            <p:cNvSpPr/>
            <p:nvPr/>
          </p:nvSpPr>
          <p:spPr>
            <a:xfrm>
              <a:off x="736307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5" name="object 85"/>
            <p:cNvSpPr/>
            <p:nvPr/>
          </p:nvSpPr>
          <p:spPr>
            <a:xfrm>
              <a:off x="639610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6" name="object 86"/>
            <p:cNvSpPr/>
            <p:nvPr/>
          </p:nvSpPr>
          <p:spPr>
            <a:xfrm>
              <a:off x="676795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7" name="object 87"/>
            <p:cNvSpPr/>
            <p:nvPr/>
          </p:nvSpPr>
          <p:spPr>
            <a:xfrm>
              <a:off x="717715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8" name="object 88"/>
            <p:cNvSpPr/>
            <p:nvPr/>
          </p:nvSpPr>
          <p:spPr>
            <a:xfrm>
              <a:off x="754900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844666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85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2698566" y="2995409"/>
            <a:ext cx="7462610" cy="2297516"/>
            <a:chOff x="1600085" y="3303270"/>
            <a:chExt cx="8229600" cy="2533650"/>
          </a:xfrm>
        </p:grpSpPr>
        <p:sp>
          <p:nvSpPr>
            <p:cNvPr id="91" name="object 91"/>
            <p:cNvSpPr/>
            <p:nvPr/>
          </p:nvSpPr>
          <p:spPr>
            <a:xfrm>
              <a:off x="7924672" y="51366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2" name="object 92"/>
            <p:cNvSpPr/>
            <p:nvPr/>
          </p:nvSpPr>
          <p:spPr>
            <a:xfrm>
              <a:off x="7924672" y="54795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3" name="object 93"/>
            <p:cNvSpPr/>
            <p:nvPr/>
          </p:nvSpPr>
          <p:spPr>
            <a:xfrm>
              <a:off x="7924672" y="58224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4" name="object 94"/>
            <p:cNvSpPr/>
            <p:nvPr/>
          </p:nvSpPr>
          <p:spPr>
            <a:xfrm>
              <a:off x="7924672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5" name="object 95"/>
            <p:cNvSpPr/>
            <p:nvPr/>
          </p:nvSpPr>
          <p:spPr>
            <a:xfrm>
              <a:off x="9524873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6" name="object 96"/>
            <p:cNvSpPr/>
            <p:nvPr/>
          </p:nvSpPr>
          <p:spPr>
            <a:xfrm>
              <a:off x="8705723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7" name="object 97"/>
            <p:cNvSpPr/>
            <p:nvPr/>
          </p:nvSpPr>
          <p:spPr>
            <a:xfrm>
              <a:off x="833462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8" name="object 98"/>
            <p:cNvSpPr/>
            <p:nvPr/>
          </p:nvSpPr>
          <p:spPr>
            <a:xfrm>
              <a:off x="911567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9" name="object 99"/>
            <p:cNvSpPr/>
            <p:nvPr/>
          </p:nvSpPr>
          <p:spPr>
            <a:xfrm>
              <a:off x="814870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52055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92975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30160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600085" y="3303282"/>
              <a:ext cx="8229600" cy="2405380"/>
            </a:xfrm>
            <a:custGeom>
              <a:avLst/>
              <a:gdLst/>
              <a:ahLst/>
              <a:cxnLst/>
              <a:rect l="l" t="t" r="r" b="b"/>
              <a:pathLst>
                <a:path w="8229600" h="2405379">
                  <a:moveTo>
                    <a:pt x="1072134" y="919734"/>
                  </a:moveTo>
                  <a:lnTo>
                    <a:pt x="1070610" y="915924"/>
                  </a:lnTo>
                  <a:lnTo>
                    <a:pt x="1067562" y="914400"/>
                  </a:lnTo>
                  <a:lnTo>
                    <a:pt x="1063752" y="915924"/>
                  </a:lnTo>
                  <a:lnTo>
                    <a:pt x="55219" y="1780260"/>
                  </a:lnTo>
                  <a:lnTo>
                    <a:pt x="33528" y="1754886"/>
                  </a:lnTo>
                  <a:lnTo>
                    <a:pt x="0" y="1833372"/>
                  </a:lnTo>
                  <a:lnTo>
                    <a:pt x="43434" y="1822602"/>
                  </a:lnTo>
                  <a:lnTo>
                    <a:pt x="83058" y="1812798"/>
                  </a:lnTo>
                  <a:lnTo>
                    <a:pt x="61556" y="1787664"/>
                  </a:lnTo>
                  <a:lnTo>
                    <a:pt x="1069848" y="922782"/>
                  </a:lnTo>
                  <a:lnTo>
                    <a:pt x="1072134" y="919734"/>
                  </a:lnTo>
                  <a:close/>
                </a:path>
                <a:path w="8229600" h="2405379">
                  <a:moveTo>
                    <a:pt x="1295400" y="2366772"/>
                  </a:moveTo>
                  <a:lnTo>
                    <a:pt x="1219200" y="2328672"/>
                  </a:lnTo>
                  <a:lnTo>
                    <a:pt x="1219200" y="2362200"/>
                  </a:lnTo>
                  <a:lnTo>
                    <a:pt x="990600" y="2362200"/>
                  </a:lnTo>
                  <a:lnTo>
                    <a:pt x="987552" y="2363724"/>
                  </a:lnTo>
                  <a:lnTo>
                    <a:pt x="986028" y="2366772"/>
                  </a:lnTo>
                  <a:lnTo>
                    <a:pt x="987552" y="2370582"/>
                  </a:lnTo>
                  <a:lnTo>
                    <a:pt x="990600" y="2372106"/>
                  </a:lnTo>
                  <a:lnTo>
                    <a:pt x="1219200" y="2372106"/>
                  </a:lnTo>
                  <a:lnTo>
                    <a:pt x="1219200" y="2404872"/>
                  </a:lnTo>
                  <a:lnTo>
                    <a:pt x="1236726" y="2396109"/>
                  </a:lnTo>
                  <a:lnTo>
                    <a:pt x="1295400" y="2366772"/>
                  </a:lnTo>
                  <a:close/>
                </a:path>
                <a:path w="8229600" h="2405379">
                  <a:moveTo>
                    <a:pt x="1834896" y="1748790"/>
                  </a:moveTo>
                  <a:lnTo>
                    <a:pt x="1804111" y="1761490"/>
                  </a:lnTo>
                  <a:lnTo>
                    <a:pt x="1452372" y="917448"/>
                  </a:lnTo>
                  <a:lnTo>
                    <a:pt x="1450086" y="914400"/>
                  </a:lnTo>
                  <a:lnTo>
                    <a:pt x="1446276" y="915162"/>
                  </a:lnTo>
                  <a:lnTo>
                    <a:pt x="1443228" y="917448"/>
                  </a:lnTo>
                  <a:lnTo>
                    <a:pt x="1443990" y="921258"/>
                  </a:lnTo>
                  <a:lnTo>
                    <a:pt x="1795614" y="1765007"/>
                  </a:lnTo>
                  <a:lnTo>
                    <a:pt x="1764792" y="1777746"/>
                  </a:lnTo>
                  <a:lnTo>
                    <a:pt x="1808988" y="1816150"/>
                  </a:lnTo>
                  <a:lnTo>
                    <a:pt x="1828800" y="1833372"/>
                  </a:lnTo>
                  <a:lnTo>
                    <a:pt x="1834896" y="1748790"/>
                  </a:lnTo>
                  <a:close/>
                </a:path>
                <a:path w="8229600" h="2405379">
                  <a:moveTo>
                    <a:pt x="2900172" y="3810"/>
                  </a:moveTo>
                  <a:lnTo>
                    <a:pt x="2898648" y="762"/>
                  </a:lnTo>
                  <a:lnTo>
                    <a:pt x="2894838" y="0"/>
                  </a:lnTo>
                  <a:lnTo>
                    <a:pt x="988479" y="366420"/>
                  </a:lnTo>
                  <a:lnTo>
                    <a:pt x="982218" y="333756"/>
                  </a:lnTo>
                  <a:lnTo>
                    <a:pt x="914400" y="385572"/>
                  </a:lnTo>
                  <a:lnTo>
                    <a:pt x="972312" y="402183"/>
                  </a:lnTo>
                  <a:lnTo>
                    <a:pt x="996696" y="409194"/>
                  </a:lnTo>
                  <a:lnTo>
                    <a:pt x="990371" y="376262"/>
                  </a:lnTo>
                  <a:lnTo>
                    <a:pt x="2897124" y="9144"/>
                  </a:lnTo>
                  <a:lnTo>
                    <a:pt x="2900172" y="7620"/>
                  </a:lnTo>
                  <a:lnTo>
                    <a:pt x="2900172" y="3810"/>
                  </a:lnTo>
                  <a:close/>
                </a:path>
                <a:path w="8229600" h="2405379">
                  <a:moveTo>
                    <a:pt x="3048000" y="2366772"/>
                  </a:moveTo>
                  <a:lnTo>
                    <a:pt x="2971800" y="2328672"/>
                  </a:lnTo>
                  <a:lnTo>
                    <a:pt x="2971800" y="2362200"/>
                  </a:lnTo>
                  <a:lnTo>
                    <a:pt x="2743200" y="2362200"/>
                  </a:lnTo>
                  <a:lnTo>
                    <a:pt x="2740152" y="2363724"/>
                  </a:lnTo>
                  <a:lnTo>
                    <a:pt x="2738628" y="2366772"/>
                  </a:lnTo>
                  <a:lnTo>
                    <a:pt x="2740152" y="2370582"/>
                  </a:lnTo>
                  <a:lnTo>
                    <a:pt x="2743200" y="2372106"/>
                  </a:lnTo>
                  <a:lnTo>
                    <a:pt x="2971800" y="2372106"/>
                  </a:lnTo>
                  <a:lnTo>
                    <a:pt x="2971800" y="2404872"/>
                  </a:lnTo>
                  <a:lnTo>
                    <a:pt x="2989326" y="2396109"/>
                  </a:lnTo>
                  <a:lnTo>
                    <a:pt x="3048000" y="2366772"/>
                  </a:lnTo>
                  <a:close/>
                </a:path>
                <a:path w="8229600" h="2405379">
                  <a:moveTo>
                    <a:pt x="4343400" y="385572"/>
                  </a:moveTo>
                  <a:lnTo>
                    <a:pt x="4284726" y="324612"/>
                  </a:lnTo>
                  <a:lnTo>
                    <a:pt x="4273575" y="355409"/>
                  </a:lnTo>
                  <a:lnTo>
                    <a:pt x="3278124" y="0"/>
                  </a:lnTo>
                  <a:lnTo>
                    <a:pt x="3275076" y="762"/>
                  </a:lnTo>
                  <a:lnTo>
                    <a:pt x="3272028" y="3048"/>
                  </a:lnTo>
                  <a:lnTo>
                    <a:pt x="3272790" y="6858"/>
                  </a:lnTo>
                  <a:lnTo>
                    <a:pt x="3275076" y="9144"/>
                  </a:lnTo>
                  <a:lnTo>
                    <a:pt x="4270299" y="364464"/>
                  </a:lnTo>
                  <a:lnTo>
                    <a:pt x="4258818" y="396240"/>
                  </a:lnTo>
                  <a:lnTo>
                    <a:pt x="4287774" y="392582"/>
                  </a:lnTo>
                  <a:lnTo>
                    <a:pt x="4288536" y="392480"/>
                  </a:lnTo>
                  <a:lnTo>
                    <a:pt x="4343400" y="385572"/>
                  </a:lnTo>
                  <a:close/>
                </a:path>
                <a:path w="8229600" h="2405379">
                  <a:moveTo>
                    <a:pt x="4572000" y="1833372"/>
                  </a:moveTo>
                  <a:lnTo>
                    <a:pt x="4517136" y="1768602"/>
                  </a:lnTo>
                  <a:lnTo>
                    <a:pt x="4504042" y="1799450"/>
                  </a:lnTo>
                  <a:lnTo>
                    <a:pt x="2440686" y="915162"/>
                  </a:lnTo>
                  <a:lnTo>
                    <a:pt x="2436876" y="914400"/>
                  </a:lnTo>
                  <a:lnTo>
                    <a:pt x="2434590" y="917448"/>
                  </a:lnTo>
                  <a:lnTo>
                    <a:pt x="2433828" y="921258"/>
                  </a:lnTo>
                  <a:lnTo>
                    <a:pt x="2436876" y="923544"/>
                  </a:lnTo>
                  <a:lnTo>
                    <a:pt x="4500461" y="1807933"/>
                  </a:lnTo>
                  <a:lnTo>
                    <a:pt x="4487418" y="1838706"/>
                  </a:lnTo>
                  <a:lnTo>
                    <a:pt x="4515612" y="1836928"/>
                  </a:lnTo>
                  <a:lnTo>
                    <a:pt x="4517136" y="1836826"/>
                  </a:lnTo>
                  <a:lnTo>
                    <a:pt x="4518660" y="1836724"/>
                  </a:lnTo>
                  <a:lnTo>
                    <a:pt x="4572000" y="1833372"/>
                  </a:lnTo>
                  <a:close/>
                </a:path>
                <a:path w="8229600" h="2405379">
                  <a:moveTo>
                    <a:pt x="6324600" y="1833372"/>
                  </a:moveTo>
                  <a:lnTo>
                    <a:pt x="6273546" y="1765554"/>
                  </a:lnTo>
                  <a:lnTo>
                    <a:pt x="6259042" y="1794878"/>
                  </a:lnTo>
                  <a:lnTo>
                    <a:pt x="4498086" y="915162"/>
                  </a:lnTo>
                  <a:lnTo>
                    <a:pt x="4494276" y="914400"/>
                  </a:lnTo>
                  <a:lnTo>
                    <a:pt x="4491990" y="917448"/>
                  </a:lnTo>
                  <a:lnTo>
                    <a:pt x="4491228" y="920496"/>
                  </a:lnTo>
                  <a:lnTo>
                    <a:pt x="4494276" y="923544"/>
                  </a:lnTo>
                  <a:lnTo>
                    <a:pt x="6254508" y="1804035"/>
                  </a:lnTo>
                  <a:lnTo>
                    <a:pt x="6240018" y="1833372"/>
                  </a:lnTo>
                  <a:lnTo>
                    <a:pt x="6272784" y="1833372"/>
                  </a:lnTo>
                  <a:lnTo>
                    <a:pt x="6324600" y="1833372"/>
                  </a:lnTo>
                  <a:close/>
                </a:path>
                <a:path w="8229600" h="2405379">
                  <a:moveTo>
                    <a:pt x="7315200" y="1757172"/>
                  </a:moveTo>
                  <a:lnTo>
                    <a:pt x="7255764" y="1696974"/>
                  </a:lnTo>
                  <a:lnTo>
                    <a:pt x="7245236" y="1727885"/>
                  </a:lnTo>
                  <a:lnTo>
                    <a:pt x="4878324" y="914400"/>
                  </a:lnTo>
                  <a:lnTo>
                    <a:pt x="4875276" y="915162"/>
                  </a:lnTo>
                  <a:lnTo>
                    <a:pt x="4872228" y="917448"/>
                  </a:lnTo>
                  <a:lnTo>
                    <a:pt x="4872990" y="921258"/>
                  </a:lnTo>
                  <a:lnTo>
                    <a:pt x="4875276" y="923544"/>
                  </a:lnTo>
                  <a:lnTo>
                    <a:pt x="7242048" y="1737233"/>
                  </a:lnTo>
                  <a:lnTo>
                    <a:pt x="7231380" y="1768602"/>
                  </a:lnTo>
                  <a:lnTo>
                    <a:pt x="7259574" y="1764753"/>
                  </a:lnTo>
                  <a:lnTo>
                    <a:pt x="7315200" y="1757172"/>
                  </a:lnTo>
                  <a:close/>
                </a:path>
                <a:path w="8229600" h="2405379">
                  <a:moveTo>
                    <a:pt x="7848587" y="1833372"/>
                  </a:moveTo>
                  <a:lnTo>
                    <a:pt x="7789913" y="1772412"/>
                  </a:lnTo>
                  <a:lnTo>
                    <a:pt x="7778509" y="1803908"/>
                  </a:lnTo>
                  <a:lnTo>
                    <a:pt x="5487911" y="990600"/>
                  </a:lnTo>
                  <a:lnTo>
                    <a:pt x="5484863" y="991362"/>
                  </a:lnTo>
                  <a:lnTo>
                    <a:pt x="5481815" y="993648"/>
                  </a:lnTo>
                  <a:lnTo>
                    <a:pt x="5482577" y="997458"/>
                  </a:lnTo>
                  <a:lnTo>
                    <a:pt x="5484863" y="999744"/>
                  </a:lnTo>
                  <a:lnTo>
                    <a:pt x="7775473" y="1812290"/>
                  </a:lnTo>
                  <a:lnTo>
                    <a:pt x="7764005" y="1844040"/>
                  </a:lnTo>
                  <a:lnTo>
                    <a:pt x="7792961" y="1840382"/>
                  </a:lnTo>
                  <a:lnTo>
                    <a:pt x="7793723" y="1840280"/>
                  </a:lnTo>
                  <a:lnTo>
                    <a:pt x="7848587" y="1833372"/>
                  </a:lnTo>
                  <a:close/>
                </a:path>
                <a:path w="8229600" h="2405379">
                  <a:moveTo>
                    <a:pt x="8229600" y="1757172"/>
                  </a:moveTo>
                  <a:lnTo>
                    <a:pt x="8172450" y="1694688"/>
                  </a:lnTo>
                  <a:lnTo>
                    <a:pt x="8160474" y="1725955"/>
                  </a:lnTo>
                  <a:lnTo>
                    <a:pt x="6022086" y="914400"/>
                  </a:lnTo>
                  <a:lnTo>
                    <a:pt x="6018276" y="915162"/>
                  </a:lnTo>
                  <a:lnTo>
                    <a:pt x="6015228" y="917448"/>
                  </a:lnTo>
                  <a:lnTo>
                    <a:pt x="6015990" y="921258"/>
                  </a:lnTo>
                  <a:lnTo>
                    <a:pt x="6018276" y="923544"/>
                  </a:lnTo>
                  <a:lnTo>
                    <a:pt x="8156930" y="1735201"/>
                  </a:lnTo>
                  <a:lnTo>
                    <a:pt x="8145018" y="1766316"/>
                  </a:lnTo>
                  <a:lnTo>
                    <a:pt x="8174736" y="1763102"/>
                  </a:lnTo>
                  <a:lnTo>
                    <a:pt x="8229600" y="1757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04" name="object 10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1901" y="5631942"/>
              <a:ext cx="233172" cy="76200"/>
            </a:xfrm>
            <a:prstGeom prst="rect">
              <a:avLst/>
            </a:prstGeom>
          </p:spPr>
        </p:pic>
      </p:grpSp>
      <p:sp>
        <p:nvSpPr>
          <p:cNvPr id="105" name="object 105"/>
          <p:cNvSpPr/>
          <p:nvPr/>
        </p:nvSpPr>
        <p:spPr>
          <a:xfrm>
            <a:off x="2214878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09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6" name="object 106"/>
          <p:cNvSpPr txBox="1"/>
          <p:nvPr/>
        </p:nvSpPr>
        <p:spPr>
          <a:xfrm>
            <a:off x="2291111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2698566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10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8" name="object 108"/>
          <p:cNvSpPr txBox="1"/>
          <p:nvPr/>
        </p:nvSpPr>
        <p:spPr>
          <a:xfrm>
            <a:off x="2774799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11700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40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982656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739723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811823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8295511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8779199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2193458" y="5068367"/>
            <a:ext cx="7346294" cy="833785"/>
          </a:xfrm>
          <a:custGeom>
            <a:avLst/>
            <a:gdLst/>
            <a:ahLst/>
            <a:cxnLst/>
            <a:rect l="l" t="t" r="r" b="b"/>
            <a:pathLst>
              <a:path w="8101330" h="919479">
                <a:moveTo>
                  <a:pt x="180594" y="81534"/>
                </a:moveTo>
                <a:lnTo>
                  <a:pt x="179832" y="78486"/>
                </a:lnTo>
                <a:lnTo>
                  <a:pt x="176784" y="76200"/>
                </a:lnTo>
                <a:lnTo>
                  <a:pt x="173736" y="76962"/>
                </a:lnTo>
                <a:lnTo>
                  <a:pt x="171450" y="80010"/>
                </a:lnTo>
                <a:lnTo>
                  <a:pt x="32702" y="843445"/>
                </a:lnTo>
                <a:lnTo>
                  <a:pt x="0" y="837438"/>
                </a:lnTo>
                <a:lnTo>
                  <a:pt x="23622" y="918972"/>
                </a:lnTo>
                <a:lnTo>
                  <a:pt x="30480" y="909853"/>
                </a:lnTo>
                <a:lnTo>
                  <a:pt x="74676" y="851154"/>
                </a:lnTo>
                <a:lnTo>
                  <a:pt x="41821" y="845108"/>
                </a:lnTo>
                <a:lnTo>
                  <a:pt x="180594" y="81534"/>
                </a:lnTo>
                <a:close/>
              </a:path>
              <a:path w="8101330" h="919479">
                <a:moveTo>
                  <a:pt x="588264" y="839724"/>
                </a:moveTo>
                <a:lnTo>
                  <a:pt x="557022" y="842530"/>
                </a:lnTo>
                <a:lnTo>
                  <a:pt x="556260" y="842594"/>
                </a:lnTo>
                <a:lnTo>
                  <a:pt x="555078" y="842708"/>
                </a:lnTo>
                <a:lnTo>
                  <a:pt x="486156" y="80772"/>
                </a:lnTo>
                <a:lnTo>
                  <a:pt x="483870" y="77724"/>
                </a:lnTo>
                <a:lnTo>
                  <a:pt x="480822" y="76200"/>
                </a:lnTo>
                <a:lnTo>
                  <a:pt x="477774" y="77724"/>
                </a:lnTo>
                <a:lnTo>
                  <a:pt x="476250" y="81534"/>
                </a:lnTo>
                <a:lnTo>
                  <a:pt x="545922" y="843534"/>
                </a:lnTo>
                <a:lnTo>
                  <a:pt x="512064" y="846582"/>
                </a:lnTo>
                <a:lnTo>
                  <a:pt x="556260" y="917740"/>
                </a:lnTo>
                <a:lnTo>
                  <a:pt x="557022" y="918972"/>
                </a:lnTo>
                <a:lnTo>
                  <a:pt x="588264" y="839724"/>
                </a:lnTo>
                <a:close/>
              </a:path>
              <a:path w="8101330" h="919479">
                <a:moveTo>
                  <a:pt x="1107186" y="835914"/>
                </a:moveTo>
                <a:lnTo>
                  <a:pt x="1075182" y="844575"/>
                </a:lnTo>
                <a:lnTo>
                  <a:pt x="1074991" y="844626"/>
                </a:lnTo>
                <a:lnTo>
                  <a:pt x="866394" y="80010"/>
                </a:lnTo>
                <a:lnTo>
                  <a:pt x="864108" y="76962"/>
                </a:lnTo>
                <a:lnTo>
                  <a:pt x="861060" y="76200"/>
                </a:lnTo>
                <a:lnTo>
                  <a:pt x="858012" y="78486"/>
                </a:lnTo>
                <a:lnTo>
                  <a:pt x="857250" y="82296"/>
                </a:lnTo>
                <a:lnTo>
                  <a:pt x="1065707" y="847140"/>
                </a:lnTo>
                <a:lnTo>
                  <a:pt x="1034034" y="855726"/>
                </a:lnTo>
                <a:lnTo>
                  <a:pt x="1078230" y="905294"/>
                </a:lnTo>
                <a:lnTo>
                  <a:pt x="1090422" y="918972"/>
                </a:lnTo>
                <a:lnTo>
                  <a:pt x="1107186" y="835914"/>
                </a:lnTo>
                <a:close/>
              </a:path>
              <a:path w="8101330" h="919479">
                <a:moveTo>
                  <a:pt x="1973580" y="846582"/>
                </a:moveTo>
                <a:lnTo>
                  <a:pt x="1940471" y="843572"/>
                </a:lnTo>
                <a:lnTo>
                  <a:pt x="1931314" y="842733"/>
                </a:lnTo>
                <a:lnTo>
                  <a:pt x="1898142" y="839724"/>
                </a:lnTo>
                <a:lnTo>
                  <a:pt x="1928622" y="918972"/>
                </a:lnTo>
                <a:lnTo>
                  <a:pt x="1930146" y="916508"/>
                </a:lnTo>
                <a:lnTo>
                  <a:pt x="1973580" y="846582"/>
                </a:lnTo>
                <a:close/>
              </a:path>
              <a:path w="8101330" h="919479">
                <a:moveTo>
                  <a:pt x="2010156" y="81534"/>
                </a:moveTo>
                <a:lnTo>
                  <a:pt x="2008632" y="77724"/>
                </a:lnTo>
                <a:lnTo>
                  <a:pt x="2005584" y="76200"/>
                </a:lnTo>
                <a:lnTo>
                  <a:pt x="2001774" y="77724"/>
                </a:lnTo>
                <a:lnTo>
                  <a:pt x="2000250" y="80772"/>
                </a:lnTo>
                <a:lnTo>
                  <a:pt x="1931314" y="842733"/>
                </a:lnTo>
                <a:lnTo>
                  <a:pt x="1939290" y="843457"/>
                </a:lnTo>
                <a:lnTo>
                  <a:pt x="1940471" y="843572"/>
                </a:lnTo>
                <a:lnTo>
                  <a:pt x="2010156" y="81534"/>
                </a:lnTo>
                <a:close/>
              </a:path>
              <a:path w="8101330" h="919479">
                <a:moveTo>
                  <a:pt x="2347722" y="842772"/>
                </a:moveTo>
                <a:lnTo>
                  <a:pt x="2314956" y="842772"/>
                </a:lnTo>
                <a:lnTo>
                  <a:pt x="2314956" y="80772"/>
                </a:lnTo>
                <a:lnTo>
                  <a:pt x="2313432" y="77724"/>
                </a:lnTo>
                <a:lnTo>
                  <a:pt x="2309622" y="76200"/>
                </a:lnTo>
                <a:lnTo>
                  <a:pt x="2306574" y="77724"/>
                </a:lnTo>
                <a:lnTo>
                  <a:pt x="2305050" y="80772"/>
                </a:lnTo>
                <a:lnTo>
                  <a:pt x="2305050" y="842772"/>
                </a:lnTo>
                <a:lnTo>
                  <a:pt x="2271522" y="842772"/>
                </a:lnTo>
                <a:lnTo>
                  <a:pt x="2305050" y="909828"/>
                </a:lnTo>
                <a:lnTo>
                  <a:pt x="2309622" y="918972"/>
                </a:lnTo>
                <a:lnTo>
                  <a:pt x="2314956" y="908304"/>
                </a:lnTo>
                <a:lnTo>
                  <a:pt x="2347722" y="842772"/>
                </a:lnTo>
                <a:close/>
              </a:path>
              <a:path w="8101330" h="919479">
                <a:moveTo>
                  <a:pt x="3685794" y="79248"/>
                </a:moveTo>
                <a:lnTo>
                  <a:pt x="3683508" y="76962"/>
                </a:lnTo>
                <a:lnTo>
                  <a:pt x="3679698" y="76200"/>
                </a:lnTo>
                <a:lnTo>
                  <a:pt x="3677412" y="79248"/>
                </a:lnTo>
                <a:lnTo>
                  <a:pt x="3327527" y="848067"/>
                </a:lnTo>
                <a:lnTo>
                  <a:pt x="3297174" y="834390"/>
                </a:lnTo>
                <a:lnTo>
                  <a:pt x="3300222" y="918972"/>
                </a:lnTo>
                <a:lnTo>
                  <a:pt x="3322320" y="901192"/>
                </a:lnTo>
                <a:lnTo>
                  <a:pt x="3366516" y="865632"/>
                </a:lnTo>
                <a:lnTo>
                  <a:pt x="3335921" y="851852"/>
                </a:lnTo>
                <a:lnTo>
                  <a:pt x="3685794" y="83058"/>
                </a:lnTo>
                <a:lnTo>
                  <a:pt x="3685794" y="79248"/>
                </a:lnTo>
                <a:close/>
              </a:path>
              <a:path w="8101330" h="919479">
                <a:moveTo>
                  <a:pt x="5319509" y="842772"/>
                </a:moveTo>
                <a:lnTo>
                  <a:pt x="5286743" y="842772"/>
                </a:lnTo>
                <a:lnTo>
                  <a:pt x="5286743" y="80772"/>
                </a:lnTo>
                <a:lnTo>
                  <a:pt x="5285219" y="77724"/>
                </a:lnTo>
                <a:lnTo>
                  <a:pt x="5281409" y="76200"/>
                </a:lnTo>
                <a:lnTo>
                  <a:pt x="5278361" y="77724"/>
                </a:lnTo>
                <a:lnTo>
                  <a:pt x="5276837" y="80772"/>
                </a:lnTo>
                <a:lnTo>
                  <a:pt x="5276837" y="842772"/>
                </a:lnTo>
                <a:lnTo>
                  <a:pt x="5243309" y="842772"/>
                </a:lnTo>
                <a:lnTo>
                  <a:pt x="5276837" y="909828"/>
                </a:lnTo>
                <a:lnTo>
                  <a:pt x="5281409" y="918972"/>
                </a:lnTo>
                <a:lnTo>
                  <a:pt x="5286743" y="908304"/>
                </a:lnTo>
                <a:lnTo>
                  <a:pt x="5319509" y="842772"/>
                </a:lnTo>
                <a:close/>
              </a:path>
              <a:path w="8101330" h="919479">
                <a:moveTo>
                  <a:pt x="5757672" y="835914"/>
                </a:moveTo>
                <a:lnTo>
                  <a:pt x="5724830" y="844029"/>
                </a:lnTo>
                <a:lnTo>
                  <a:pt x="5514594" y="3810"/>
                </a:lnTo>
                <a:lnTo>
                  <a:pt x="5513070" y="762"/>
                </a:lnTo>
                <a:lnTo>
                  <a:pt x="5509260" y="0"/>
                </a:lnTo>
                <a:lnTo>
                  <a:pt x="5506212" y="2286"/>
                </a:lnTo>
                <a:lnTo>
                  <a:pt x="5505450" y="6096"/>
                </a:lnTo>
                <a:lnTo>
                  <a:pt x="5715686" y="846289"/>
                </a:lnTo>
                <a:lnTo>
                  <a:pt x="5683758" y="854202"/>
                </a:lnTo>
                <a:lnTo>
                  <a:pt x="5727954" y="906373"/>
                </a:lnTo>
                <a:lnTo>
                  <a:pt x="5738622" y="918972"/>
                </a:lnTo>
                <a:lnTo>
                  <a:pt x="5757672" y="835914"/>
                </a:lnTo>
                <a:close/>
              </a:path>
              <a:path w="8101330" h="919479">
                <a:moveTo>
                  <a:pt x="7039356" y="80772"/>
                </a:moveTo>
                <a:lnTo>
                  <a:pt x="7037832" y="77724"/>
                </a:lnTo>
                <a:lnTo>
                  <a:pt x="7034022" y="76200"/>
                </a:lnTo>
                <a:lnTo>
                  <a:pt x="7030974" y="77724"/>
                </a:lnTo>
                <a:lnTo>
                  <a:pt x="6246698" y="861987"/>
                </a:lnTo>
                <a:lnTo>
                  <a:pt x="6223254" y="838200"/>
                </a:lnTo>
                <a:lnTo>
                  <a:pt x="6195822" y="918972"/>
                </a:lnTo>
                <a:lnTo>
                  <a:pt x="6236208" y="905637"/>
                </a:lnTo>
                <a:lnTo>
                  <a:pt x="6276594" y="892302"/>
                </a:lnTo>
                <a:lnTo>
                  <a:pt x="6253505" y="868895"/>
                </a:lnTo>
                <a:lnTo>
                  <a:pt x="7037832" y="84582"/>
                </a:lnTo>
                <a:lnTo>
                  <a:pt x="7039356" y="80772"/>
                </a:lnTo>
                <a:close/>
              </a:path>
              <a:path w="8101330" h="919479">
                <a:moveTo>
                  <a:pt x="7344156" y="80010"/>
                </a:moveTo>
                <a:lnTo>
                  <a:pt x="7341870" y="76962"/>
                </a:lnTo>
                <a:lnTo>
                  <a:pt x="7338060" y="76200"/>
                </a:lnTo>
                <a:lnTo>
                  <a:pt x="7335012" y="78486"/>
                </a:lnTo>
                <a:lnTo>
                  <a:pt x="6770281" y="854506"/>
                </a:lnTo>
                <a:lnTo>
                  <a:pt x="6743700" y="835152"/>
                </a:lnTo>
                <a:lnTo>
                  <a:pt x="6729222" y="918972"/>
                </a:lnTo>
                <a:lnTo>
                  <a:pt x="6761988" y="902258"/>
                </a:lnTo>
                <a:lnTo>
                  <a:pt x="6805422" y="880110"/>
                </a:lnTo>
                <a:lnTo>
                  <a:pt x="6778155" y="860247"/>
                </a:lnTo>
                <a:lnTo>
                  <a:pt x="7342632" y="83820"/>
                </a:lnTo>
                <a:lnTo>
                  <a:pt x="7344156" y="80010"/>
                </a:lnTo>
                <a:close/>
              </a:path>
              <a:path w="8101330" h="919479">
                <a:moveTo>
                  <a:pt x="7724381" y="80010"/>
                </a:moveTo>
                <a:lnTo>
                  <a:pt x="7722095" y="76962"/>
                </a:lnTo>
                <a:lnTo>
                  <a:pt x="7719047" y="76200"/>
                </a:lnTo>
                <a:lnTo>
                  <a:pt x="7715999" y="78486"/>
                </a:lnTo>
                <a:lnTo>
                  <a:pt x="7295210" y="850176"/>
                </a:lnTo>
                <a:lnTo>
                  <a:pt x="7265657" y="834390"/>
                </a:lnTo>
                <a:lnTo>
                  <a:pt x="7262609" y="918972"/>
                </a:lnTo>
                <a:lnTo>
                  <a:pt x="7288517" y="900938"/>
                </a:lnTo>
                <a:lnTo>
                  <a:pt x="7332713" y="870204"/>
                </a:lnTo>
                <a:lnTo>
                  <a:pt x="7303630" y="854671"/>
                </a:lnTo>
                <a:lnTo>
                  <a:pt x="7724381" y="83058"/>
                </a:lnTo>
                <a:lnTo>
                  <a:pt x="7724381" y="80010"/>
                </a:lnTo>
                <a:close/>
              </a:path>
              <a:path w="8101330" h="919479">
                <a:moveTo>
                  <a:pt x="8100809" y="80772"/>
                </a:moveTo>
                <a:lnTo>
                  <a:pt x="8024609" y="42672"/>
                </a:lnTo>
                <a:lnTo>
                  <a:pt x="8024609" y="76200"/>
                </a:lnTo>
                <a:lnTo>
                  <a:pt x="7796009" y="76200"/>
                </a:lnTo>
                <a:lnTo>
                  <a:pt x="7792961" y="77724"/>
                </a:lnTo>
                <a:lnTo>
                  <a:pt x="7791437" y="80772"/>
                </a:lnTo>
                <a:lnTo>
                  <a:pt x="7792961" y="84582"/>
                </a:lnTo>
                <a:lnTo>
                  <a:pt x="7796009" y="86106"/>
                </a:lnTo>
                <a:lnTo>
                  <a:pt x="8024609" y="86106"/>
                </a:lnTo>
                <a:lnTo>
                  <a:pt x="8024609" y="118872"/>
                </a:lnTo>
                <a:lnTo>
                  <a:pt x="8042135" y="110109"/>
                </a:lnTo>
                <a:lnTo>
                  <a:pt x="8100809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17" name="object 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251716"/>
              </p:ext>
            </p:extLst>
          </p:nvPr>
        </p:nvGraphicFramePr>
        <p:xfrm>
          <a:off x="3108837" y="5897362"/>
          <a:ext cx="1097510" cy="285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3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8" name="object 118"/>
          <p:cNvSpPr/>
          <p:nvPr/>
        </p:nvSpPr>
        <p:spPr>
          <a:xfrm>
            <a:off x="3316304" y="5137454"/>
            <a:ext cx="224569" cy="695589"/>
          </a:xfrm>
          <a:custGeom>
            <a:avLst/>
            <a:gdLst/>
            <a:ahLst/>
            <a:cxnLst/>
            <a:rect l="l" t="t" r="r" b="b"/>
            <a:pathLst>
              <a:path w="247650" h="767079">
                <a:moveTo>
                  <a:pt x="215748" y="692490"/>
                </a:moveTo>
                <a:lnTo>
                  <a:pt x="9143" y="3810"/>
                </a:lnTo>
                <a:lnTo>
                  <a:pt x="6857" y="762"/>
                </a:lnTo>
                <a:lnTo>
                  <a:pt x="3809" y="0"/>
                </a:lnTo>
                <a:lnTo>
                  <a:pt x="761" y="2286"/>
                </a:lnTo>
                <a:lnTo>
                  <a:pt x="0" y="6096"/>
                </a:lnTo>
                <a:lnTo>
                  <a:pt x="206743" y="695239"/>
                </a:lnTo>
                <a:lnTo>
                  <a:pt x="215748" y="692490"/>
                </a:lnTo>
                <a:close/>
              </a:path>
              <a:path w="247650" h="767079">
                <a:moveTo>
                  <a:pt x="219456" y="751953"/>
                </a:moveTo>
                <a:lnTo>
                  <a:pt x="219456" y="708660"/>
                </a:lnTo>
                <a:lnTo>
                  <a:pt x="216408" y="710184"/>
                </a:lnTo>
                <a:lnTo>
                  <a:pt x="212598" y="710184"/>
                </a:lnTo>
                <a:lnTo>
                  <a:pt x="210312" y="707136"/>
                </a:lnTo>
                <a:lnTo>
                  <a:pt x="206743" y="695239"/>
                </a:lnTo>
                <a:lnTo>
                  <a:pt x="175260" y="704850"/>
                </a:lnTo>
                <a:lnTo>
                  <a:pt x="219456" y="751953"/>
                </a:lnTo>
                <a:close/>
              </a:path>
              <a:path w="247650" h="767079">
                <a:moveTo>
                  <a:pt x="219456" y="708660"/>
                </a:moveTo>
                <a:lnTo>
                  <a:pt x="219456" y="704850"/>
                </a:lnTo>
                <a:lnTo>
                  <a:pt x="215748" y="692490"/>
                </a:lnTo>
                <a:lnTo>
                  <a:pt x="206743" y="695239"/>
                </a:lnTo>
                <a:lnTo>
                  <a:pt x="210312" y="707136"/>
                </a:lnTo>
                <a:lnTo>
                  <a:pt x="212598" y="710184"/>
                </a:lnTo>
                <a:lnTo>
                  <a:pt x="216408" y="710184"/>
                </a:lnTo>
                <a:lnTo>
                  <a:pt x="219456" y="708660"/>
                </a:lnTo>
                <a:close/>
              </a:path>
              <a:path w="247650" h="767079">
                <a:moveTo>
                  <a:pt x="247650" y="682752"/>
                </a:moveTo>
                <a:lnTo>
                  <a:pt x="215748" y="692490"/>
                </a:lnTo>
                <a:lnTo>
                  <a:pt x="219456" y="704850"/>
                </a:lnTo>
                <a:lnTo>
                  <a:pt x="219456" y="751953"/>
                </a:lnTo>
                <a:lnTo>
                  <a:pt x="233172" y="766572"/>
                </a:lnTo>
                <a:lnTo>
                  <a:pt x="247650" y="682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9" name="object 119"/>
          <p:cNvSpPr txBox="1"/>
          <p:nvPr/>
        </p:nvSpPr>
        <p:spPr>
          <a:xfrm>
            <a:off x="6568067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5734742" y="5137454"/>
            <a:ext cx="971982" cy="764687"/>
          </a:xfrm>
          <a:custGeom>
            <a:avLst/>
            <a:gdLst/>
            <a:ahLst/>
            <a:cxnLst/>
            <a:rect l="l" t="t" r="r" b="b"/>
            <a:pathLst>
              <a:path w="1071879" h="843279">
                <a:moveTo>
                  <a:pt x="1014842" y="792205"/>
                </a:moveTo>
                <a:lnTo>
                  <a:pt x="7620" y="762"/>
                </a:lnTo>
                <a:lnTo>
                  <a:pt x="4572" y="0"/>
                </a:lnTo>
                <a:lnTo>
                  <a:pt x="762" y="1524"/>
                </a:lnTo>
                <a:lnTo>
                  <a:pt x="0" y="5334"/>
                </a:lnTo>
                <a:lnTo>
                  <a:pt x="1524" y="8382"/>
                </a:lnTo>
                <a:lnTo>
                  <a:pt x="1008818" y="799881"/>
                </a:lnTo>
                <a:lnTo>
                  <a:pt x="1014842" y="792205"/>
                </a:lnTo>
                <a:close/>
              </a:path>
              <a:path w="1071879" h="843279">
                <a:moveTo>
                  <a:pt x="1026414" y="833697"/>
                </a:moveTo>
                <a:lnTo>
                  <a:pt x="1026414" y="803147"/>
                </a:lnTo>
                <a:lnTo>
                  <a:pt x="1025652" y="806957"/>
                </a:lnTo>
                <a:lnTo>
                  <a:pt x="1022604" y="808482"/>
                </a:lnTo>
                <a:lnTo>
                  <a:pt x="1018794" y="807719"/>
                </a:lnTo>
                <a:lnTo>
                  <a:pt x="1008818" y="799881"/>
                </a:lnTo>
                <a:lnTo>
                  <a:pt x="988314" y="826008"/>
                </a:lnTo>
                <a:lnTo>
                  <a:pt x="1026414" y="833697"/>
                </a:lnTo>
                <a:close/>
              </a:path>
              <a:path w="1071879" h="843279">
                <a:moveTo>
                  <a:pt x="1026414" y="803147"/>
                </a:moveTo>
                <a:lnTo>
                  <a:pt x="1024890" y="800099"/>
                </a:lnTo>
                <a:lnTo>
                  <a:pt x="1014842" y="792205"/>
                </a:lnTo>
                <a:lnTo>
                  <a:pt x="1008818" y="799881"/>
                </a:lnTo>
                <a:lnTo>
                  <a:pt x="1018794" y="807719"/>
                </a:lnTo>
                <a:lnTo>
                  <a:pt x="1022604" y="808482"/>
                </a:lnTo>
                <a:lnTo>
                  <a:pt x="1025652" y="806957"/>
                </a:lnTo>
                <a:lnTo>
                  <a:pt x="1026414" y="803147"/>
                </a:lnTo>
                <a:close/>
              </a:path>
              <a:path w="1071879" h="843279">
                <a:moveTo>
                  <a:pt x="1071372" y="842772"/>
                </a:moveTo>
                <a:lnTo>
                  <a:pt x="1035558" y="765810"/>
                </a:lnTo>
                <a:lnTo>
                  <a:pt x="1014842" y="792205"/>
                </a:lnTo>
                <a:lnTo>
                  <a:pt x="1024890" y="800099"/>
                </a:lnTo>
                <a:lnTo>
                  <a:pt x="1026414" y="803147"/>
                </a:lnTo>
                <a:lnTo>
                  <a:pt x="1026414" y="833697"/>
                </a:lnTo>
                <a:lnTo>
                  <a:pt x="1071372" y="842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21" name="object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281009"/>
              </p:ext>
            </p:extLst>
          </p:nvPr>
        </p:nvGraphicFramePr>
        <p:xfrm>
          <a:off x="5380442" y="4644956"/>
          <a:ext cx="1382536" cy="621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8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2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8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942">
                <a:tc gridSpan="2"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627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62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2" name="object 1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2117" y="5107050"/>
            <a:ext cx="211441" cy="69098"/>
          </a:xfrm>
          <a:prstGeom prst="rect">
            <a:avLst/>
          </a:prstGeom>
        </p:spPr>
      </p:pic>
      <p:sp>
        <p:nvSpPr>
          <p:cNvPr id="123" name="object 123"/>
          <p:cNvSpPr/>
          <p:nvPr/>
        </p:nvSpPr>
        <p:spPr>
          <a:xfrm>
            <a:off x="1950232" y="4273737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4" name="object 124"/>
          <p:cNvSpPr/>
          <p:nvPr/>
        </p:nvSpPr>
        <p:spPr>
          <a:xfrm>
            <a:off x="1950232" y="5615625"/>
            <a:ext cx="125528" cy="34549"/>
          </a:xfrm>
          <a:custGeom>
            <a:avLst/>
            <a:gdLst/>
            <a:ahLst/>
            <a:cxnLst/>
            <a:rect l="l" t="t" r="r" b="b"/>
            <a:pathLst>
              <a:path w="138430" h="38100">
                <a:moveTo>
                  <a:pt x="137922" y="25908"/>
                </a:moveTo>
                <a:lnTo>
                  <a:pt x="0" y="25209"/>
                </a:lnTo>
                <a:lnTo>
                  <a:pt x="0" y="38100"/>
                </a:lnTo>
                <a:lnTo>
                  <a:pt x="137922" y="38100"/>
                </a:lnTo>
                <a:lnTo>
                  <a:pt x="137922" y="25908"/>
                </a:lnTo>
                <a:close/>
              </a:path>
              <a:path w="138430" h="38100">
                <a:moveTo>
                  <a:pt x="137922" y="0"/>
                </a:moveTo>
                <a:lnTo>
                  <a:pt x="0" y="0"/>
                </a:lnTo>
                <a:lnTo>
                  <a:pt x="0" y="12255"/>
                </a:lnTo>
                <a:lnTo>
                  <a:pt x="137922" y="12954"/>
                </a:lnTo>
                <a:lnTo>
                  <a:pt x="137922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pSp>
        <p:nvGrpSpPr>
          <p:cNvPr id="125" name="object 125"/>
          <p:cNvGrpSpPr/>
          <p:nvPr/>
        </p:nvGrpSpPr>
        <p:grpSpPr>
          <a:xfrm>
            <a:off x="2178948" y="3824588"/>
            <a:ext cx="8063188" cy="1851257"/>
            <a:chOff x="1027061" y="4217670"/>
            <a:chExt cx="8891905" cy="2041525"/>
          </a:xfrm>
        </p:grpSpPr>
        <p:sp>
          <p:nvSpPr>
            <p:cNvPr id="126" name="object 126"/>
            <p:cNvSpPr/>
            <p:nvPr/>
          </p:nvSpPr>
          <p:spPr>
            <a:xfrm>
              <a:off x="3576713" y="4217670"/>
              <a:ext cx="995680" cy="919480"/>
            </a:xfrm>
            <a:custGeom>
              <a:avLst/>
              <a:gdLst/>
              <a:ahLst/>
              <a:cxnLst/>
              <a:rect l="l" t="t" r="r" b="b"/>
              <a:pathLst>
                <a:path w="995679" h="919479">
                  <a:moveTo>
                    <a:pt x="942702" y="864148"/>
                  </a:moveTo>
                  <a:lnTo>
                    <a:pt x="8382" y="1524"/>
                  </a:lnTo>
                  <a:lnTo>
                    <a:pt x="4572" y="0"/>
                  </a:lnTo>
                  <a:lnTo>
                    <a:pt x="1524" y="1524"/>
                  </a:lnTo>
                  <a:lnTo>
                    <a:pt x="0" y="5334"/>
                  </a:lnTo>
                  <a:lnTo>
                    <a:pt x="1524" y="8382"/>
                  </a:lnTo>
                  <a:lnTo>
                    <a:pt x="936446" y="870864"/>
                  </a:lnTo>
                  <a:lnTo>
                    <a:pt x="942702" y="864148"/>
                  </a:lnTo>
                  <a:close/>
                </a:path>
                <a:path w="995679" h="919479">
                  <a:moveTo>
                    <a:pt x="953262" y="906829"/>
                  </a:moveTo>
                  <a:lnTo>
                    <a:pt x="953262" y="876300"/>
                  </a:lnTo>
                  <a:lnTo>
                    <a:pt x="952500" y="879348"/>
                  </a:lnTo>
                  <a:lnTo>
                    <a:pt x="948690" y="880872"/>
                  </a:lnTo>
                  <a:lnTo>
                    <a:pt x="945642" y="879348"/>
                  </a:lnTo>
                  <a:lnTo>
                    <a:pt x="936446" y="870864"/>
                  </a:lnTo>
                  <a:lnTo>
                    <a:pt x="913638" y="895350"/>
                  </a:lnTo>
                  <a:lnTo>
                    <a:pt x="953262" y="906829"/>
                  </a:lnTo>
                  <a:close/>
                </a:path>
                <a:path w="995679" h="919479">
                  <a:moveTo>
                    <a:pt x="953262" y="876300"/>
                  </a:moveTo>
                  <a:lnTo>
                    <a:pt x="951738" y="872490"/>
                  </a:lnTo>
                  <a:lnTo>
                    <a:pt x="942702" y="864148"/>
                  </a:lnTo>
                  <a:lnTo>
                    <a:pt x="936446" y="870864"/>
                  </a:lnTo>
                  <a:lnTo>
                    <a:pt x="945642" y="879348"/>
                  </a:lnTo>
                  <a:lnTo>
                    <a:pt x="948690" y="880872"/>
                  </a:lnTo>
                  <a:lnTo>
                    <a:pt x="952500" y="879348"/>
                  </a:lnTo>
                  <a:lnTo>
                    <a:pt x="953262" y="876300"/>
                  </a:lnTo>
                  <a:close/>
                </a:path>
                <a:path w="995679" h="919479">
                  <a:moveTo>
                    <a:pt x="995172" y="918972"/>
                  </a:moveTo>
                  <a:lnTo>
                    <a:pt x="965454" y="839724"/>
                  </a:lnTo>
                  <a:lnTo>
                    <a:pt x="942702" y="864148"/>
                  </a:lnTo>
                  <a:lnTo>
                    <a:pt x="951738" y="872490"/>
                  </a:lnTo>
                  <a:lnTo>
                    <a:pt x="953262" y="876300"/>
                  </a:lnTo>
                  <a:lnTo>
                    <a:pt x="953262" y="906829"/>
                  </a:lnTo>
                  <a:lnTo>
                    <a:pt x="995172" y="918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027061" y="4713744"/>
              <a:ext cx="8891905" cy="1518285"/>
            </a:xfrm>
            <a:custGeom>
              <a:avLst/>
              <a:gdLst/>
              <a:ahLst/>
              <a:cxnLst/>
              <a:rect l="l" t="t" r="r" b="b"/>
              <a:pathLst>
                <a:path w="8891905" h="1518285">
                  <a:moveTo>
                    <a:pt x="152400" y="1505712"/>
                  </a:moveTo>
                  <a:lnTo>
                    <a:pt x="0" y="1504950"/>
                  </a:lnTo>
                  <a:lnTo>
                    <a:pt x="0" y="1517904"/>
                  </a:lnTo>
                  <a:lnTo>
                    <a:pt x="152400" y="1517904"/>
                  </a:lnTo>
                  <a:lnTo>
                    <a:pt x="152400" y="1505712"/>
                  </a:lnTo>
                  <a:close/>
                </a:path>
                <a:path w="8891905" h="1518285">
                  <a:moveTo>
                    <a:pt x="152400" y="1479804"/>
                  </a:moveTo>
                  <a:lnTo>
                    <a:pt x="0" y="1479804"/>
                  </a:lnTo>
                  <a:lnTo>
                    <a:pt x="0" y="1491996"/>
                  </a:lnTo>
                  <a:lnTo>
                    <a:pt x="152400" y="1492758"/>
                  </a:lnTo>
                  <a:lnTo>
                    <a:pt x="152400" y="1479804"/>
                  </a:lnTo>
                  <a:close/>
                </a:path>
                <a:path w="8891905" h="1518285">
                  <a:moveTo>
                    <a:pt x="166878" y="25908"/>
                  </a:moveTo>
                  <a:lnTo>
                    <a:pt x="14478" y="25146"/>
                  </a:lnTo>
                  <a:lnTo>
                    <a:pt x="14478" y="38100"/>
                  </a:lnTo>
                  <a:lnTo>
                    <a:pt x="166878" y="38862"/>
                  </a:lnTo>
                  <a:lnTo>
                    <a:pt x="166878" y="25908"/>
                  </a:lnTo>
                  <a:close/>
                </a:path>
                <a:path w="8891905" h="1518285">
                  <a:moveTo>
                    <a:pt x="166878" y="762"/>
                  </a:moveTo>
                  <a:lnTo>
                    <a:pt x="14478" y="0"/>
                  </a:lnTo>
                  <a:lnTo>
                    <a:pt x="14478" y="12954"/>
                  </a:lnTo>
                  <a:lnTo>
                    <a:pt x="166878" y="12954"/>
                  </a:lnTo>
                  <a:lnTo>
                    <a:pt x="166878" y="762"/>
                  </a:lnTo>
                  <a:close/>
                </a:path>
                <a:path w="8891905" h="1518285">
                  <a:moveTo>
                    <a:pt x="419100" y="1481328"/>
                  </a:moveTo>
                  <a:lnTo>
                    <a:pt x="266700" y="1480566"/>
                  </a:lnTo>
                  <a:lnTo>
                    <a:pt x="266700" y="1493520"/>
                  </a:lnTo>
                  <a:lnTo>
                    <a:pt x="419100" y="1493520"/>
                  </a:lnTo>
                  <a:lnTo>
                    <a:pt x="419100" y="1481328"/>
                  </a:lnTo>
                  <a:close/>
                </a:path>
                <a:path w="8891905" h="1518285">
                  <a:moveTo>
                    <a:pt x="433578" y="26670"/>
                  </a:moveTo>
                  <a:lnTo>
                    <a:pt x="281178" y="26670"/>
                  </a:lnTo>
                  <a:lnTo>
                    <a:pt x="281178" y="38862"/>
                  </a:lnTo>
                  <a:lnTo>
                    <a:pt x="433578" y="39624"/>
                  </a:lnTo>
                  <a:lnTo>
                    <a:pt x="433578" y="26670"/>
                  </a:lnTo>
                  <a:close/>
                </a:path>
                <a:path w="8891905" h="1518285">
                  <a:moveTo>
                    <a:pt x="433578" y="1524"/>
                  </a:moveTo>
                  <a:lnTo>
                    <a:pt x="281178" y="762"/>
                  </a:lnTo>
                  <a:lnTo>
                    <a:pt x="281178" y="13716"/>
                  </a:lnTo>
                  <a:lnTo>
                    <a:pt x="433578" y="14478"/>
                  </a:lnTo>
                  <a:lnTo>
                    <a:pt x="433578" y="1524"/>
                  </a:lnTo>
                  <a:close/>
                </a:path>
                <a:path w="8891905" h="1518285">
                  <a:moveTo>
                    <a:pt x="700278" y="27432"/>
                  </a:moveTo>
                  <a:lnTo>
                    <a:pt x="547878" y="27432"/>
                  </a:lnTo>
                  <a:lnTo>
                    <a:pt x="547878" y="39624"/>
                  </a:lnTo>
                  <a:lnTo>
                    <a:pt x="700278" y="40386"/>
                  </a:lnTo>
                  <a:lnTo>
                    <a:pt x="700278" y="27432"/>
                  </a:lnTo>
                  <a:close/>
                </a:path>
                <a:path w="8891905" h="1518285">
                  <a:moveTo>
                    <a:pt x="700278" y="2286"/>
                  </a:moveTo>
                  <a:lnTo>
                    <a:pt x="547878" y="1524"/>
                  </a:lnTo>
                  <a:lnTo>
                    <a:pt x="547878" y="14478"/>
                  </a:lnTo>
                  <a:lnTo>
                    <a:pt x="700278" y="15240"/>
                  </a:lnTo>
                  <a:lnTo>
                    <a:pt x="700278" y="2286"/>
                  </a:lnTo>
                  <a:close/>
                </a:path>
                <a:path w="8891905" h="1518285">
                  <a:moveTo>
                    <a:pt x="966978" y="28194"/>
                  </a:moveTo>
                  <a:lnTo>
                    <a:pt x="814578" y="28194"/>
                  </a:lnTo>
                  <a:lnTo>
                    <a:pt x="814578" y="40386"/>
                  </a:lnTo>
                  <a:lnTo>
                    <a:pt x="966978" y="41148"/>
                  </a:lnTo>
                  <a:lnTo>
                    <a:pt x="966978" y="28194"/>
                  </a:lnTo>
                  <a:close/>
                </a:path>
                <a:path w="8891905" h="1518285">
                  <a:moveTo>
                    <a:pt x="966978" y="3048"/>
                  </a:moveTo>
                  <a:lnTo>
                    <a:pt x="814578" y="2286"/>
                  </a:lnTo>
                  <a:lnTo>
                    <a:pt x="814578" y="15240"/>
                  </a:lnTo>
                  <a:lnTo>
                    <a:pt x="966978" y="16002"/>
                  </a:lnTo>
                  <a:lnTo>
                    <a:pt x="966978" y="3048"/>
                  </a:lnTo>
                  <a:close/>
                </a:path>
                <a:path w="8891905" h="1518285">
                  <a:moveTo>
                    <a:pt x="1233678" y="28956"/>
                  </a:moveTo>
                  <a:lnTo>
                    <a:pt x="1081278" y="28956"/>
                  </a:lnTo>
                  <a:lnTo>
                    <a:pt x="1081278" y="41910"/>
                  </a:lnTo>
                  <a:lnTo>
                    <a:pt x="1233678" y="41910"/>
                  </a:lnTo>
                  <a:lnTo>
                    <a:pt x="1233678" y="28956"/>
                  </a:lnTo>
                  <a:close/>
                </a:path>
                <a:path w="8891905" h="1518285">
                  <a:moveTo>
                    <a:pt x="1233678" y="3810"/>
                  </a:moveTo>
                  <a:lnTo>
                    <a:pt x="1081278" y="3810"/>
                  </a:lnTo>
                  <a:lnTo>
                    <a:pt x="1081278" y="16002"/>
                  </a:lnTo>
                  <a:lnTo>
                    <a:pt x="1233678" y="16764"/>
                  </a:lnTo>
                  <a:lnTo>
                    <a:pt x="1233678" y="3810"/>
                  </a:lnTo>
                  <a:close/>
                </a:path>
                <a:path w="8891905" h="1518285">
                  <a:moveTo>
                    <a:pt x="1500378" y="30480"/>
                  </a:moveTo>
                  <a:lnTo>
                    <a:pt x="1347978" y="29718"/>
                  </a:lnTo>
                  <a:lnTo>
                    <a:pt x="1347978" y="42672"/>
                  </a:lnTo>
                  <a:lnTo>
                    <a:pt x="1500378" y="42672"/>
                  </a:lnTo>
                  <a:lnTo>
                    <a:pt x="1500378" y="30480"/>
                  </a:lnTo>
                  <a:close/>
                </a:path>
                <a:path w="8891905" h="1518285">
                  <a:moveTo>
                    <a:pt x="1500378" y="4572"/>
                  </a:moveTo>
                  <a:lnTo>
                    <a:pt x="1347978" y="4572"/>
                  </a:lnTo>
                  <a:lnTo>
                    <a:pt x="1347978" y="16764"/>
                  </a:lnTo>
                  <a:lnTo>
                    <a:pt x="1500378" y="17526"/>
                  </a:lnTo>
                  <a:lnTo>
                    <a:pt x="1500378" y="4572"/>
                  </a:lnTo>
                  <a:close/>
                </a:path>
                <a:path w="8891905" h="1518285">
                  <a:moveTo>
                    <a:pt x="1767078" y="31242"/>
                  </a:moveTo>
                  <a:lnTo>
                    <a:pt x="1614678" y="30480"/>
                  </a:lnTo>
                  <a:lnTo>
                    <a:pt x="1614678" y="43434"/>
                  </a:lnTo>
                  <a:lnTo>
                    <a:pt x="1767078" y="43434"/>
                  </a:lnTo>
                  <a:lnTo>
                    <a:pt x="1767078" y="31242"/>
                  </a:lnTo>
                  <a:close/>
                </a:path>
                <a:path w="8891905" h="1518285">
                  <a:moveTo>
                    <a:pt x="1767078" y="5334"/>
                  </a:moveTo>
                  <a:lnTo>
                    <a:pt x="1614678" y="5334"/>
                  </a:lnTo>
                  <a:lnTo>
                    <a:pt x="1614678" y="17526"/>
                  </a:lnTo>
                  <a:lnTo>
                    <a:pt x="1767078" y="18288"/>
                  </a:lnTo>
                  <a:lnTo>
                    <a:pt x="1767078" y="5334"/>
                  </a:lnTo>
                  <a:close/>
                </a:path>
                <a:path w="8891905" h="1518285">
                  <a:moveTo>
                    <a:pt x="2033778" y="32004"/>
                  </a:moveTo>
                  <a:lnTo>
                    <a:pt x="1881378" y="31242"/>
                  </a:lnTo>
                  <a:lnTo>
                    <a:pt x="1881378" y="44196"/>
                  </a:lnTo>
                  <a:lnTo>
                    <a:pt x="2033778" y="44196"/>
                  </a:lnTo>
                  <a:lnTo>
                    <a:pt x="2033778" y="32004"/>
                  </a:lnTo>
                  <a:close/>
                </a:path>
                <a:path w="8891905" h="1518285">
                  <a:moveTo>
                    <a:pt x="2033778" y="6096"/>
                  </a:moveTo>
                  <a:lnTo>
                    <a:pt x="1881378" y="6096"/>
                  </a:lnTo>
                  <a:lnTo>
                    <a:pt x="1881378" y="18288"/>
                  </a:lnTo>
                  <a:lnTo>
                    <a:pt x="2033778" y="19050"/>
                  </a:lnTo>
                  <a:lnTo>
                    <a:pt x="2033778" y="6096"/>
                  </a:lnTo>
                  <a:close/>
                </a:path>
                <a:path w="8891905" h="1518285">
                  <a:moveTo>
                    <a:pt x="2300478" y="32766"/>
                  </a:moveTo>
                  <a:lnTo>
                    <a:pt x="2148078" y="32004"/>
                  </a:lnTo>
                  <a:lnTo>
                    <a:pt x="2148078" y="44958"/>
                  </a:lnTo>
                  <a:lnTo>
                    <a:pt x="2300478" y="45720"/>
                  </a:lnTo>
                  <a:lnTo>
                    <a:pt x="2300478" y="32766"/>
                  </a:lnTo>
                  <a:close/>
                </a:path>
                <a:path w="8891905" h="1518285">
                  <a:moveTo>
                    <a:pt x="2300478" y="7620"/>
                  </a:moveTo>
                  <a:lnTo>
                    <a:pt x="2148078" y="6858"/>
                  </a:lnTo>
                  <a:lnTo>
                    <a:pt x="2148078" y="19812"/>
                  </a:lnTo>
                  <a:lnTo>
                    <a:pt x="2300478" y="19812"/>
                  </a:lnTo>
                  <a:lnTo>
                    <a:pt x="2300478" y="7620"/>
                  </a:lnTo>
                  <a:close/>
                </a:path>
                <a:path w="8891905" h="1518285">
                  <a:moveTo>
                    <a:pt x="2567178" y="33528"/>
                  </a:moveTo>
                  <a:lnTo>
                    <a:pt x="2414778" y="32766"/>
                  </a:lnTo>
                  <a:lnTo>
                    <a:pt x="2414778" y="45720"/>
                  </a:lnTo>
                  <a:lnTo>
                    <a:pt x="2567178" y="46482"/>
                  </a:lnTo>
                  <a:lnTo>
                    <a:pt x="2567178" y="33528"/>
                  </a:lnTo>
                  <a:close/>
                </a:path>
                <a:path w="8891905" h="1518285">
                  <a:moveTo>
                    <a:pt x="2567178" y="8382"/>
                  </a:moveTo>
                  <a:lnTo>
                    <a:pt x="2414778" y="7620"/>
                  </a:lnTo>
                  <a:lnTo>
                    <a:pt x="2414778" y="20574"/>
                  </a:lnTo>
                  <a:lnTo>
                    <a:pt x="2567178" y="20574"/>
                  </a:lnTo>
                  <a:lnTo>
                    <a:pt x="2567178" y="8382"/>
                  </a:lnTo>
                  <a:close/>
                </a:path>
                <a:path w="8891905" h="1518285">
                  <a:moveTo>
                    <a:pt x="2833878" y="34290"/>
                  </a:moveTo>
                  <a:lnTo>
                    <a:pt x="2681478" y="33528"/>
                  </a:lnTo>
                  <a:lnTo>
                    <a:pt x="2681478" y="46482"/>
                  </a:lnTo>
                  <a:lnTo>
                    <a:pt x="2833878" y="47244"/>
                  </a:lnTo>
                  <a:lnTo>
                    <a:pt x="2833878" y="34290"/>
                  </a:lnTo>
                  <a:close/>
                </a:path>
                <a:path w="8891905" h="1518285">
                  <a:moveTo>
                    <a:pt x="2833878" y="9144"/>
                  </a:moveTo>
                  <a:lnTo>
                    <a:pt x="2681478" y="8382"/>
                  </a:lnTo>
                  <a:lnTo>
                    <a:pt x="2681478" y="21336"/>
                  </a:lnTo>
                  <a:lnTo>
                    <a:pt x="2833878" y="21336"/>
                  </a:lnTo>
                  <a:lnTo>
                    <a:pt x="2833878" y="9144"/>
                  </a:lnTo>
                  <a:close/>
                </a:path>
                <a:path w="8891905" h="1518285">
                  <a:moveTo>
                    <a:pt x="3100578" y="35052"/>
                  </a:moveTo>
                  <a:lnTo>
                    <a:pt x="2948178" y="35052"/>
                  </a:lnTo>
                  <a:lnTo>
                    <a:pt x="2948178" y="47244"/>
                  </a:lnTo>
                  <a:lnTo>
                    <a:pt x="3100578" y="48006"/>
                  </a:lnTo>
                  <a:lnTo>
                    <a:pt x="3100578" y="35052"/>
                  </a:lnTo>
                  <a:close/>
                </a:path>
                <a:path w="8891905" h="1518285">
                  <a:moveTo>
                    <a:pt x="3100578" y="9906"/>
                  </a:moveTo>
                  <a:lnTo>
                    <a:pt x="2948178" y="9144"/>
                  </a:lnTo>
                  <a:lnTo>
                    <a:pt x="2948178" y="22098"/>
                  </a:lnTo>
                  <a:lnTo>
                    <a:pt x="3100578" y="22098"/>
                  </a:lnTo>
                  <a:lnTo>
                    <a:pt x="3100578" y="9906"/>
                  </a:lnTo>
                  <a:close/>
                </a:path>
                <a:path w="8891905" h="1518285">
                  <a:moveTo>
                    <a:pt x="3367278" y="35814"/>
                  </a:moveTo>
                  <a:lnTo>
                    <a:pt x="3214878" y="35814"/>
                  </a:lnTo>
                  <a:lnTo>
                    <a:pt x="3214878" y="48006"/>
                  </a:lnTo>
                  <a:lnTo>
                    <a:pt x="3367278" y="48768"/>
                  </a:lnTo>
                  <a:lnTo>
                    <a:pt x="3367278" y="35814"/>
                  </a:lnTo>
                  <a:close/>
                </a:path>
                <a:path w="8891905" h="1518285">
                  <a:moveTo>
                    <a:pt x="3367278" y="10668"/>
                  </a:moveTo>
                  <a:lnTo>
                    <a:pt x="3214878" y="9906"/>
                  </a:lnTo>
                  <a:lnTo>
                    <a:pt x="3214878" y="22860"/>
                  </a:lnTo>
                  <a:lnTo>
                    <a:pt x="3367278" y="23622"/>
                  </a:lnTo>
                  <a:lnTo>
                    <a:pt x="3367278" y="10668"/>
                  </a:lnTo>
                  <a:close/>
                </a:path>
                <a:path w="8891905" h="1518285">
                  <a:moveTo>
                    <a:pt x="3633978" y="36576"/>
                  </a:moveTo>
                  <a:lnTo>
                    <a:pt x="3481578" y="36576"/>
                  </a:lnTo>
                  <a:lnTo>
                    <a:pt x="3481578" y="48768"/>
                  </a:lnTo>
                  <a:lnTo>
                    <a:pt x="3633978" y="49530"/>
                  </a:lnTo>
                  <a:lnTo>
                    <a:pt x="3633978" y="36576"/>
                  </a:lnTo>
                  <a:close/>
                </a:path>
                <a:path w="8891905" h="1518285">
                  <a:moveTo>
                    <a:pt x="3633978" y="11430"/>
                  </a:moveTo>
                  <a:lnTo>
                    <a:pt x="3481578" y="10668"/>
                  </a:lnTo>
                  <a:lnTo>
                    <a:pt x="3481578" y="23622"/>
                  </a:lnTo>
                  <a:lnTo>
                    <a:pt x="3633978" y="24384"/>
                  </a:lnTo>
                  <a:lnTo>
                    <a:pt x="3633978" y="11430"/>
                  </a:lnTo>
                  <a:close/>
                </a:path>
                <a:path w="8891905" h="1518285">
                  <a:moveTo>
                    <a:pt x="3900678" y="37338"/>
                  </a:moveTo>
                  <a:lnTo>
                    <a:pt x="3748278" y="37338"/>
                  </a:lnTo>
                  <a:lnTo>
                    <a:pt x="3748278" y="49530"/>
                  </a:lnTo>
                  <a:lnTo>
                    <a:pt x="3900678" y="50292"/>
                  </a:lnTo>
                  <a:lnTo>
                    <a:pt x="3900678" y="37338"/>
                  </a:lnTo>
                  <a:close/>
                </a:path>
                <a:path w="8891905" h="1518285">
                  <a:moveTo>
                    <a:pt x="3900678" y="12192"/>
                  </a:moveTo>
                  <a:lnTo>
                    <a:pt x="3748278" y="11430"/>
                  </a:lnTo>
                  <a:lnTo>
                    <a:pt x="3748278" y="24384"/>
                  </a:lnTo>
                  <a:lnTo>
                    <a:pt x="3900678" y="25146"/>
                  </a:lnTo>
                  <a:lnTo>
                    <a:pt x="3900678" y="12192"/>
                  </a:lnTo>
                  <a:close/>
                </a:path>
                <a:path w="8891905" h="1518285">
                  <a:moveTo>
                    <a:pt x="4167378" y="38862"/>
                  </a:moveTo>
                  <a:lnTo>
                    <a:pt x="4014978" y="38100"/>
                  </a:lnTo>
                  <a:lnTo>
                    <a:pt x="4014978" y="51054"/>
                  </a:lnTo>
                  <a:lnTo>
                    <a:pt x="4167378" y="51054"/>
                  </a:lnTo>
                  <a:lnTo>
                    <a:pt x="4167378" y="38862"/>
                  </a:lnTo>
                  <a:close/>
                </a:path>
                <a:path w="8891905" h="1518285">
                  <a:moveTo>
                    <a:pt x="4167378" y="12954"/>
                  </a:moveTo>
                  <a:lnTo>
                    <a:pt x="4014978" y="12954"/>
                  </a:lnTo>
                  <a:lnTo>
                    <a:pt x="4014978" y="25146"/>
                  </a:lnTo>
                  <a:lnTo>
                    <a:pt x="4167378" y="25908"/>
                  </a:lnTo>
                  <a:lnTo>
                    <a:pt x="4167378" y="12954"/>
                  </a:lnTo>
                  <a:close/>
                </a:path>
                <a:path w="8891905" h="1518285">
                  <a:moveTo>
                    <a:pt x="4434078" y="39624"/>
                  </a:moveTo>
                  <a:lnTo>
                    <a:pt x="4281678" y="38862"/>
                  </a:lnTo>
                  <a:lnTo>
                    <a:pt x="4281678" y="51816"/>
                  </a:lnTo>
                  <a:lnTo>
                    <a:pt x="4434078" y="51816"/>
                  </a:lnTo>
                  <a:lnTo>
                    <a:pt x="4434078" y="39624"/>
                  </a:lnTo>
                  <a:close/>
                </a:path>
                <a:path w="8891905" h="1518285">
                  <a:moveTo>
                    <a:pt x="4434078" y="13716"/>
                  </a:moveTo>
                  <a:lnTo>
                    <a:pt x="4281678" y="13716"/>
                  </a:lnTo>
                  <a:lnTo>
                    <a:pt x="4281678" y="25908"/>
                  </a:lnTo>
                  <a:lnTo>
                    <a:pt x="4434078" y="26670"/>
                  </a:lnTo>
                  <a:lnTo>
                    <a:pt x="4434078" y="13716"/>
                  </a:lnTo>
                  <a:close/>
                </a:path>
                <a:path w="8891905" h="1518285">
                  <a:moveTo>
                    <a:pt x="4700778" y="40386"/>
                  </a:moveTo>
                  <a:lnTo>
                    <a:pt x="4548378" y="39624"/>
                  </a:lnTo>
                  <a:lnTo>
                    <a:pt x="4548378" y="52578"/>
                  </a:lnTo>
                  <a:lnTo>
                    <a:pt x="4700778" y="52578"/>
                  </a:lnTo>
                  <a:lnTo>
                    <a:pt x="4700778" y="40386"/>
                  </a:lnTo>
                  <a:close/>
                </a:path>
                <a:path w="8891905" h="1518285">
                  <a:moveTo>
                    <a:pt x="4700778" y="14478"/>
                  </a:moveTo>
                  <a:lnTo>
                    <a:pt x="4548378" y="14478"/>
                  </a:lnTo>
                  <a:lnTo>
                    <a:pt x="4548378" y="26670"/>
                  </a:lnTo>
                  <a:lnTo>
                    <a:pt x="4700778" y="27432"/>
                  </a:lnTo>
                  <a:lnTo>
                    <a:pt x="4700778" y="14478"/>
                  </a:lnTo>
                  <a:close/>
                </a:path>
                <a:path w="8891905" h="1518285">
                  <a:moveTo>
                    <a:pt x="4967478" y="41148"/>
                  </a:moveTo>
                  <a:lnTo>
                    <a:pt x="4815078" y="40386"/>
                  </a:lnTo>
                  <a:lnTo>
                    <a:pt x="4815078" y="53340"/>
                  </a:lnTo>
                  <a:lnTo>
                    <a:pt x="4967478" y="53340"/>
                  </a:lnTo>
                  <a:lnTo>
                    <a:pt x="4967478" y="41148"/>
                  </a:lnTo>
                  <a:close/>
                </a:path>
                <a:path w="8891905" h="1518285">
                  <a:moveTo>
                    <a:pt x="4967478" y="15240"/>
                  </a:moveTo>
                  <a:lnTo>
                    <a:pt x="4815078" y="15240"/>
                  </a:lnTo>
                  <a:lnTo>
                    <a:pt x="4815078" y="27432"/>
                  </a:lnTo>
                  <a:lnTo>
                    <a:pt x="4967478" y="28194"/>
                  </a:lnTo>
                  <a:lnTo>
                    <a:pt x="4967478" y="15240"/>
                  </a:lnTo>
                  <a:close/>
                </a:path>
                <a:path w="8891905" h="1518285">
                  <a:moveTo>
                    <a:pt x="5234178" y="41910"/>
                  </a:moveTo>
                  <a:lnTo>
                    <a:pt x="5081778" y="41148"/>
                  </a:lnTo>
                  <a:lnTo>
                    <a:pt x="5081778" y="54102"/>
                  </a:lnTo>
                  <a:lnTo>
                    <a:pt x="5234178" y="54864"/>
                  </a:lnTo>
                  <a:lnTo>
                    <a:pt x="5234178" y="41910"/>
                  </a:lnTo>
                  <a:close/>
                </a:path>
                <a:path w="8891905" h="1518285">
                  <a:moveTo>
                    <a:pt x="5234178" y="16764"/>
                  </a:moveTo>
                  <a:lnTo>
                    <a:pt x="5081778" y="16002"/>
                  </a:lnTo>
                  <a:lnTo>
                    <a:pt x="5081778" y="28956"/>
                  </a:lnTo>
                  <a:lnTo>
                    <a:pt x="5234178" y="28956"/>
                  </a:lnTo>
                  <a:lnTo>
                    <a:pt x="5234178" y="16764"/>
                  </a:lnTo>
                  <a:close/>
                </a:path>
                <a:path w="8891905" h="1518285">
                  <a:moveTo>
                    <a:pt x="5500878" y="42672"/>
                  </a:moveTo>
                  <a:lnTo>
                    <a:pt x="5348478" y="41910"/>
                  </a:lnTo>
                  <a:lnTo>
                    <a:pt x="5348478" y="54864"/>
                  </a:lnTo>
                  <a:lnTo>
                    <a:pt x="5500878" y="55626"/>
                  </a:lnTo>
                  <a:lnTo>
                    <a:pt x="5500878" y="42672"/>
                  </a:lnTo>
                  <a:close/>
                </a:path>
                <a:path w="8891905" h="1518285">
                  <a:moveTo>
                    <a:pt x="5500878" y="17526"/>
                  </a:moveTo>
                  <a:lnTo>
                    <a:pt x="5348478" y="16764"/>
                  </a:lnTo>
                  <a:lnTo>
                    <a:pt x="5348478" y="29718"/>
                  </a:lnTo>
                  <a:lnTo>
                    <a:pt x="5500878" y="29718"/>
                  </a:lnTo>
                  <a:lnTo>
                    <a:pt x="5500878" y="17526"/>
                  </a:lnTo>
                  <a:close/>
                </a:path>
                <a:path w="8891905" h="1518285">
                  <a:moveTo>
                    <a:pt x="5767578" y="43434"/>
                  </a:moveTo>
                  <a:lnTo>
                    <a:pt x="5615178" y="42672"/>
                  </a:lnTo>
                  <a:lnTo>
                    <a:pt x="5615178" y="55626"/>
                  </a:lnTo>
                  <a:lnTo>
                    <a:pt x="5767578" y="56388"/>
                  </a:lnTo>
                  <a:lnTo>
                    <a:pt x="5767578" y="43434"/>
                  </a:lnTo>
                  <a:close/>
                </a:path>
                <a:path w="8891905" h="1518285">
                  <a:moveTo>
                    <a:pt x="5767578" y="18288"/>
                  </a:moveTo>
                  <a:lnTo>
                    <a:pt x="5615178" y="17526"/>
                  </a:lnTo>
                  <a:lnTo>
                    <a:pt x="5615178" y="30480"/>
                  </a:lnTo>
                  <a:lnTo>
                    <a:pt x="5767578" y="30480"/>
                  </a:lnTo>
                  <a:lnTo>
                    <a:pt x="5767578" y="18288"/>
                  </a:lnTo>
                  <a:close/>
                </a:path>
                <a:path w="8891905" h="1518285">
                  <a:moveTo>
                    <a:pt x="6034278" y="44196"/>
                  </a:moveTo>
                  <a:lnTo>
                    <a:pt x="5881878" y="44196"/>
                  </a:lnTo>
                  <a:lnTo>
                    <a:pt x="5881878" y="56388"/>
                  </a:lnTo>
                  <a:lnTo>
                    <a:pt x="6034278" y="57150"/>
                  </a:lnTo>
                  <a:lnTo>
                    <a:pt x="6034278" y="44196"/>
                  </a:lnTo>
                  <a:close/>
                </a:path>
                <a:path w="8891905" h="1518285">
                  <a:moveTo>
                    <a:pt x="6034278" y="19050"/>
                  </a:moveTo>
                  <a:lnTo>
                    <a:pt x="5881878" y="18288"/>
                  </a:lnTo>
                  <a:lnTo>
                    <a:pt x="5881878" y="31242"/>
                  </a:lnTo>
                  <a:lnTo>
                    <a:pt x="6034278" y="31242"/>
                  </a:lnTo>
                  <a:lnTo>
                    <a:pt x="6034278" y="19050"/>
                  </a:lnTo>
                  <a:close/>
                </a:path>
                <a:path w="8891905" h="1518285">
                  <a:moveTo>
                    <a:pt x="6300978" y="44958"/>
                  </a:moveTo>
                  <a:lnTo>
                    <a:pt x="6148578" y="44958"/>
                  </a:lnTo>
                  <a:lnTo>
                    <a:pt x="6148578" y="57150"/>
                  </a:lnTo>
                  <a:lnTo>
                    <a:pt x="6300978" y="57912"/>
                  </a:lnTo>
                  <a:lnTo>
                    <a:pt x="6300978" y="44958"/>
                  </a:lnTo>
                  <a:close/>
                </a:path>
                <a:path w="8891905" h="1518285">
                  <a:moveTo>
                    <a:pt x="6300978" y="19812"/>
                  </a:moveTo>
                  <a:lnTo>
                    <a:pt x="6148578" y="19050"/>
                  </a:lnTo>
                  <a:lnTo>
                    <a:pt x="6148578" y="32004"/>
                  </a:lnTo>
                  <a:lnTo>
                    <a:pt x="6300978" y="32766"/>
                  </a:lnTo>
                  <a:lnTo>
                    <a:pt x="6300978" y="19812"/>
                  </a:lnTo>
                  <a:close/>
                </a:path>
                <a:path w="8891905" h="1518285">
                  <a:moveTo>
                    <a:pt x="6567678" y="45720"/>
                  </a:moveTo>
                  <a:lnTo>
                    <a:pt x="6415278" y="45720"/>
                  </a:lnTo>
                  <a:lnTo>
                    <a:pt x="6415278" y="57912"/>
                  </a:lnTo>
                  <a:lnTo>
                    <a:pt x="6567678" y="58674"/>
                  </a:lnTo>
                  <a:lnTo>
                    <a:pt x="6567678" y="45720"/>
                  </a:lnTo>
                  <a:close/>
                </a:path>
                <a:path w="8891905" h="1518285">
                  <a:moveTo>
                    <a:pt x="6567678" y="20574"/>
                  </a:moveTo>
                  <a:lnTo>
                    <a:pt x="6415278" y="19812"/>
                  </a:lnTo>
                  <a:lnTo>
                    <a:pt x="6415278" y="32766"/>
                  </a:lnTo>
                  <a:lnTo>
                    <a:pt x="6567678" y="33528"/>
                  </a:lnTo>
                  <a:lnTo>
                    <a:pt x="6567678" y="20574"/>
                  </a:lnTo>
                  <a:close/>
                </a:path>
                <a:path w="8891905" h="1518285">
                  <a:moveTo>
                    <a:pt x="6834378" y="46482"/>
                  </a:moveTo>
                  <a:lnTo>
                    <a:pt x="6681978" y="46482"/>
                  </a:lnTo>
                  <a:lnTo>
                    <a:pt x="6681978" y="58674"/>
                  </a:lnTo>
                  <a:lnTo>
                    <a:pt x="6834378" y="59436"/>
                  </a:lnTo>
                  <a:lnTo>
                    <a:pt x="6834378" y="46482"/>
                  </a:lnTo>
                  <a:close/>
                </a:path>
                <a:path w="8891905" h="1518285">
                  <a:moveTo>
                    <a:pt x="6834378" y="21336"/>
                  </a:moveTo>
                  <a:lnTo>
                    <a:pt x="6681978" y="20574"/>
                  </a:lnTo>
                  <a:lnTo>
                    <a:pt x="6681978" y="33528"/>
                  </a:lnTo>
                  <a:lnTo>
                    <a:pt x="6834378" y="34290"/>
                  </a:lnTo>
                  <a:lnTo>
                    <a:pt x="6834378" y="21336"/>
                  </a:lnTo>
                  <a:close/>
                </a:path>
                <a:path w="8891905" h="1518285">
                  <a:moveTo>
                    <a:pt x="7101078" y="48006"/>
                  </a:moveTo>
                  <a:lnTo>
                    <a:pt x="6948678" y="47244"/>
                  </a:lnTo>
                  <a:lnTo>
                    <a:pt x="6948678" y="60198"/>
                  </a:lnTo>
                  <a:lnTo>
                    <a:pt x="7101078" y="60198"/>
                  </a:lnTo>
                  <a:lnTo>
                    <a:pt x="7101078" y="48006"/>
                  </a:lnTo>
                  <a:close/>
                </a:path>
                <a:path w="8891905" h="1518285">
                  <a:moveTo>
                    <a:pt x="7101078" y="22098"/>
                  </a:moveTo>
                  <a:lnTo>
                    <a:pt x="6948678" y="22098"/>
                  </a:lnTo>
                  <a:lnTo>
                    <a:pt x="6948678" y="34290"/>
                  </a:lnTo>
                  <a:lnTo>
                    <a:pt x="7101078" y="35052"/>
                  </a:lnTo>
                  <a:lnTo>
                    <a:pt x="7101078" y="22098"/>
                  </a:lnTo>
                  <a:close/>
                </a:path>
                <a:path w="8891905" h="1518285">
                  <a:moveTo>
                    <a:pt x="7367778" y="48768"/>
                  </a:moveTo>
                  <a:lnTo>
                    <a:pt x="7215378" y="48006"/>
                  </a:lnTo>
                  <a:lnTo>
                    <a:pt x="7215378" y="60960"/>
                  </a:lnTo>
                  <a:lnTo>
                    <a:pt x="7367778" y="60960"/>
                  </a:lnTo>
                  <a:lnTo>
                    <a:pt x="7367778" y="48768"/>
                  </a:lnTo>
                  <a:close/>
                </a:path>
                <a:path w="8891905" h="1518285">
                  <a:moveTo>
                    <a:pt x="7367778" y="22860"/>
                  </a:moveTo>
                  <a:lnTo>
                    <a:pt x="7215378" y="22860"/>
                  </a:lnTo>
                  <a:lnTo>
                    <a:pt x="7215378" y="35052"/>
                  </a:lnTo>
                  <a:lnTo>
                    <a:pt x="7367778" y="35814"/>
                  </a:lnTo>
                  <a:lnTo>
                    <a:pt x="7367778" y="22860"/>
                  </a:lnTo>
                  <a:close/>
                </a:path>
                <a:path w="8891905" h="1518285">
                  <a:moveTo>
                    <a:pt x="7634478" y="49530"/>
                  </a:moveTo>
                  <a:lnTo>
                    <a:pt x="7482078" y="48768"/>
                  </a:lnTo>
                  <a:lnTo>
                    <a:pt x="7482078" y="61722"/>
                  </a:lnTo>
                  <a:lnTo>
                    <a:pt x="7634478" y="61722"/>
                  </a:lnTo>
                  <a:lnTo>
                    <a:pt x="7634478" y="49530"/>
                  </a:lnTo>
                  <a:close/>
                </a:path>
                <a:path w="8891905" h="1518285">
                  <a:moveTo>
                    <a:pt x="7634478" y="23622"/>
                  </a:moveTo>
                  <a:lnTo>
                    <a:pt x="7482078" y="23622"/>
                  </a:lnTo>
                  <a:lnTo>
                    <a:pt x="7482078" y="35814"/>
                  </a:lnTo>
                  <a:lnTo>
                    <a:pt x="7634478" y="36576"/>
                  </a:lnTo>
                  <a:lnTo>
                    <a:pt x="7634478" y="23622"/>
                  </a:lnTo>
                  <a:close/>
                </a:path>
                <a:path w="8891905" h="1518285">
                  <a:moveTo>
                    <a:pt x="7901178" y="50292"/>
                  </a:moveTo>
                  <a:lnTo>
                    <a:pt x="7748778" y="49530"/>
                  </a:lnTo>
                  <a:lnTo>
                    <a:pt x="7748778" y="62484"/>
                  </a:lnTo>
                  <a:lnTo>
                    <a:pt x="7901178" y="62484"/>
                  </a:lnTo>
                  <a:lnTo>
                    <a:pt x="7901178" y="50292"/>
                  </a:lnTo>
                  <a:close/>
                </a:path>
                <a:path w="8891905" h="1518285">
                  <a:moveTo>
                    <a:pt x="7901178" y="24384"/>
                  </a:moveTo>
                  <a:lnTo>
                    <a:pt x="7748778" y="24384"/>
                  </a:lnTo>
                  <a:lnTo>
                    <a:pt x="7748778" y="37338"/>
                  </a:lnTo>
                  <a:lnTo>
                    <a:pt x="7901178" y="37338"/>
                  </a:lnTo>
                  <a:lnTo>
                    <a:pt x="7901178" y="24384"/>
                  </a:lnTo>
                  <a:close/>
                </a:path>
                <a:path w="8891905" h="1518285">
                  <a:moveTo>
                    <a:pt x="8167878" y="51054"/>
                  </a:moveTo>
                  <a:lnTo>
                    <a:pt x="8015478" y="50292"/>
                  </a:lnTo>
                  <a:lnTo>
                    <a:pt x="8015478" y="63246"/>
                  </a:lnTo>
                  <a:lnTo>
                    <a:pt x="8167878" y="64008"/>
                  </a:lnTo>
                  <a:lnTo>
                    <a:pt x="8167878" y="51054"/>
                  </a:lnTo>
                  <a:close/>
                </a:path>
                <a:path w="8891905" h="1518285">
                  <a:moveTo>
                    <a:pt x="8167878" y="25908"/>
                  </a:moveTo>
                  <a:lnTo>
                    <a:pt x="8015478" y="25146"/>
                  </a:lnTo>
                  <a:lnTo>
                    <a:pt x="8015478" y="38100"/>
                  </a:lnTo>
                  <a:lnTo>
                    <a:pt x="8167878" y="38100"/>
                  </a:lnTo>
                  <a:lnTo>
                    <a:pt x="8167878" y="25908"/>
                  </a:lnTo>
                  <a:close/>
                </a:path>
                <a:path w="8891905" h="1518285">
                  <a:moveTo>
                    <a:pt x="8434578" y="51816"/>
                  </a:moveTo>
                  <a:lnTo>
                    <a:pt x="8282178" y="51054"/>
                  </a:lnTo>
                  <a:lnTo>
                    <a:pt x="8282178" y="64008"/>
                  </a:lnTo>
                  <a:lnTo>
                    <a:pt x="8434578" y="64770"/>
                  </a:lnTo>
                  <a:lnTo>
                    <a:pt x="8434578" y="51816"/>
                  </a:lnTo>
                  <a:close/>
                </a:path>
                <a:path w="8891905" h="1518285">
                  <a:moveTo>
                    <a:pt x="8434578" y="26670"/>
                  </a:moveTo>
                  <a:lnTo>
                    <a:pt x="8282178" y="25908"/>
                  </a:lnTo>
                  <a:lnTo>
                    <a:pt x="8282178" y="38862"/>
                  </a:lnTo>
                  <a:lnTo>
                    <a:pt x="8434578" y="38862"/>
                  </a:lnTo>
                  <a:lnTo>
                    <a:pt x="8434578" y="26670"/>
                  </a:lnTo>
                  <a:close/>
                </a:path>
                <a:path w="8891905" h="1518285">
                  <a:moveTo>
                    <a:pt x="8701278" y="52578"/>
                  </a:moveTo>
                  <a:lnTo>
                    <a:pt x="8548878" y="51816"/>
                  </a:lnTo>
                  <a:lnTo>
                    <a:pt x="8548878" y="64770"/>
                  </a:lnTo>
                  <a:lnTo>
                    <a:pt x="8701278" y="65532"/>
                  </a:lnTo>
                  <a:lnTo>
                    <a:pt x="8701278" y="52578"/>
                  </a:lnTo>
                  <a:close/>
                </a:path>
                <a:path w="8891905" h="1518285">
                  <a:moveTo>
                    <a:pt x="8701278" y="27432"/>
                  </a:moveTo>
                  <a:lnTo>
                    <a:pt x="8548878" y="26670"/>
                  </a:lnTo>
                  <a:lnTo>
                    <a:pt x="8548878" y="39624"/>
                  </a:lnTo>
                  <a:lnTo>
                    <a:pt x="8701278" y="39624"/>
                  </a:lnTo>
                  <a:lnTo>
                    <a:pt x="8701278" y="27432"/>
                  </a:lnTo>
                  <a:close/>
                </a:path>
                <a:path w="8891905" h="1518285">
                  <a:moveTo>
                    <a:pt x="8891778" y="53340"/>
                  </a:moveTo>
                  <a:lnTo>
                    <a:pt x="8815578" y="53340"/>
                  </a:lnTo>
                  <a:lnTo>
                    <a:pt x="8815578" y="65532"/>
                  </a:lnTo>
                  <a:lnTo>
                    <a:pt x="8891778" y="66294"/>
                  </a:lnTo>
                  <a:lnTo>
                    <a:pt x="8891778" y="53340"/>
                  </a:lnTo>
                  <a:close/>
                </a:path>
                <a:path w="8891905" h="1518285">
                  <a:moveTo>
                    <a:pt x="8891778" y="28194"/>
                  </a:moveTo>
                  <a:lnTo>
                    <a:pt x="8815578" y="27432"/>
                  </a:lnTo>
                  <a:lnTo>
                    <a:pt x="8815578" y="40386"/>
                  </a:lnTo>
                  <a:lnTo>
                    <a:pt x="8891778" y="40386"/>
                  </a:lnTo>
                  <a:lnTo>
                    <a:pt x="8891778" y="28194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293761" y="6194310"/>
              <a:ext cx="8610600" cy="64769"/>
            </a:xfrm>
            <a:custGeom>
              <a:avLst/>
              <a:gdLst/>
              <a:ahLst/>
              <a:cxnLst/>
              <a:rect l="l" t="t" r="r" b="b"/>
              <a:pathLst>
                <a:path w="8610600" h="64770">
                  <a:moveTo>
                    <a:pt x="152400" y="25908"/>
                  </a:moveTo>
                  <a:lnTo>
                    <a:pt x="0" y="25146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8610600" h="64770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2954"/>
                  </a:lnTo>
                  <a:lnTo>
                    <a:pt x="152400" y="762"/>
                  </a:lnTo>
                  <a:close/>
                </a:path>
                <a:path w="8610600" h="64770">
                  <a:moveTo>
                    <a:pt x="419100" y="26670"/>
                  </a:moveTo>
                  <a:lnTo>
                    <a:pt x="266700" y="25908"/>
                  </a:lnTo>
                  <a:lnTo>
                    <a:pt x="266700" y="38862"/>
                  </a:lnTo>
                  <a:lnTo>
                    <a:pt x="419100" y="39624"/>
                  </a:lnTo>
                  <a:lnTo>
                    <a:pt x="419100" y="26670"/>
                  </a:lnTo>
                  <a:close/>
                </a:path>
                <a:path w="8610600" h="64770">
                  <a:moveTo>
                    <a:pt x="419100" y="1524"/>
                  </a:moveTo>
                  <a:lnTo>
                    <a:pt x="266700" y="762"/>
                  </a:lnTo>
                  <a:lnTo>
                    <a:pt x="266700" y="13716"/>
                  </a:lnTo>
                  <a:lnTo>
                    <a:pt x="419100" y="13716"/>
                  </a:lnTo>
                  <a:lnTo>
                    <a:pt x="419100" y="1524"/>
                  </a:lnTo>
                  <a:close/>
                </a:path>
                <a:path w="8610600" h="64770">
                  <a:moveTo>
                    <a:pt x="685800" y="27432"/>
                  </a:moveTo>
                  <a:lnTo>
                    <a:pt x="533400" y="26670"/>
                  </a:lnTo>
                  <a:lnTo>
                    <a:pt x="533400" y="39624"/>
                  </a:lnTo>
                  <a:lnTo>
                    <a:pt x="685800" y="40386"/>
                  </a:lnTo>
                  <a:lnTo>
                    <a:pt x="685800" y="27432"/>
                  </a:lnTo>
                  <a:close/>
                </a:path>
                <a:path w="8610600" h="64770">
                  <a:moveTo>
                    <a:pt x="685800" y="2286"/>
                  </a:moveTo>
                  <a:lnTo>
                    <a:pt x="533400" y="1524"/>
                  </a:lnTo>
                  <a:lnTo>
                    <a:pt x="533400" y="14478"/>
                  </a:lnTo>
                  <a:lnTo>
                    <a:pt x="685800" y="14478"/>
                  </a:lnTo>
                  <a:lnTo>
                    <a:pt x="685800" y="2286"/>
                  </a:lnTo>
                  <a:close/>
                </a:path>
                <a:path w="8610600" h="64770">
                  <a:moveTo>
                    <a:pt x="952500" y="28194"/>
                  </a:moveTo>
                  <a:lnTo>
                    <a:pt x="800100" y="28194"/>
                  </a:lnTo>
                  <a:lnTo>
                    <a:pt x="800100" y="40386"/>
                  </a:lnTo>
                  <a:lnTo>
                    <a:pt x="952500" y="41148"/>
                  </a:lnTo>
                  <a:lnTo>
                    <a:pt x="952500" y="28194"/>
                  </a:lnTo>
                  <a:close/>
                </a:path>
                <a:path w="8610600" h="64770">
                  <a:moveTo>
                    <a:pt x="952500" y="3048"/>
                  </a:moveTo>
                  <a:lnTo>
                    <a:pt x="800100" y="2286"/>
                  </a:lnTo>
                  <a:lnTo>
                    <a:pt x="800100" y="15240"/>
                  </a:lnTo>
                  <a:lnTo>
                    <a:pt x="952500" y="15240"/>
                  </a:lnTo>
                  <a:lnTo>
                    <a:pt x="952500" y="3048"/>
                  </a:lnTo>
                  <a:close/>
                </a:path>
                <a:path w="8610600" h="64770">
                  <a:moveTo>
                    <a:pt x="1219200" y="28956"/>
                  </a:moveTo>
                  <a:lnTo>
                    <a:pt x="1066800" y="28956"/>
                  </a:lnTo>
                  <a:lnTo>
                    <a:pt x="1066800" y="41148"/>
                  </a:lnTo>
                  <a:lnTo>
                    <a:pt x="1219200" y="41910"/>
                  </a:lnTo>
                  <a:lnTo>
                    <a:pt x="1219200" y="28956"/>
                  </a:lnTo>
                  <a:close/>
                </a:path>
                <a:path w="8610600" h="64770">
                  <a:moveTo>
                    <a:pt x="1219200" y="3810"/>
                  </a:moveTo>
                  <a:lnTo>
                    <a:pt x="1066800" y="3048"/>
                  </a:lnTo>
                  <a:lnTo>
                    <a:pt x="1066800" y="16002"/>
                  </a:lnTo>
                  <a:lnTo>
                    <a:pt x="1219200" y="16764"/>
                  </a:lnTo>
                  <a:lnTo>
                    <a:pt x="1219200" y="3810"/>
                  </a:lnTo>
                  <a:close/>
                </a:path>
                <a:path w="8610600" h="64770">
                  <a:moveTo>
                    <a:pt x="1485900" y="29718"/>
                  </a:moveTo>
                  <a:lnTo>
                    <a:pt x="1333500" y="29718"/>
                  </a:lnTo>
                  <a:lnTo>
                    <a:pt x="1333500" y="41910"/>
                  </a:lnTo>
                  <a:lnTo>
                    <a:pt x="1485900" y="42672"/>
                  </a:lnTo>
                  <a:lnTo>
                    <a:pt x="1485900" y="29718"/>
                  </a:lnTo>
                  <a:close/>
                </a:path>
                <a:path w="8610600" h="64770">
                  <a:moveTo>
                    <a:pt x="1485900" y="4572"/>
                  </a:moveTo>
                  <a:lnTo>
                    <a:pt x="1333500" y="3810"/>
                  </a:lnTo>
                  <a:lnTo>
                    <a:pt x="1333500" y="16764"/>
                  </a:lnTo>
                  <a:lnTo>
                    <a:pt x="1485900" y="17526"/>
                  </a:lnTo>
                  <a:lnTo>
                    <a:pt x="1485900" y="4572"/>
                  </a:lnTo>
                  <a:close/>
                </a:path>
                <a:path w="8610600" h="64770">
                  <a:moveTo>
                    <a:pt x="1752600" y="30480"/>
                  </a:moveTo>
                  <a:lnTo>
                    <a:pt x="1600200" y="30480"/>
                  </a:lnTo>
                  <a:lnTo>
                    <a:pt x="1600200" y="42672"/>
                  </a:lnTo>
                  <a:lnTo>
                    <a:pt x="1752600" y="43434"/>
                  </a:lnTo>
                  <a:lnTo>
                    <a:pt x="1752600" y="30480"/>
                  </a:lnTo>
                  <a:close/>
                </a:path>
                <a:path w="8610600" h="64770">
                  <a:moveTo>
                    <a:pt x="1752600" y="5334"/>
                  </a:moveTo>
                  <a:lnTo>
                    <a:pt x="1600200" y="4572"/>
                  </a:lnTo>
                  <a:lnTo>
                    <a:pt x="1600200" y="17526"/>
                  </a:lnTo>
                  <a:lnTo>
                    <a:pt x="1752600" y="18288"/>
                  </a:lnTo>
                  <a:lnTo>
                    <a:pt x="1752600" y="5334"/>
                  </a:lnTo>
                  <a:close/>
                </a:path>
                <a:path w="8610600" h="64770">
                  <a:moveTo>
                    <a:pt x="2019300" y="32004"/>
                  </a:moveTo>
                  <a:lnTo>
                    <a:pt x="1866900" y="31242"/>
                  </a:lnTo>
                  <a:lnTo>
                    <a:pt x="1866900" y="44196"/>
                  </a:lnTo>
                  <a:lnTo>
                    <a:pt x="2019300" y="44196"/>
                  </a:lnTo>
                  <a:lnTo>
                    <a:pt x="2019300" y="32004"/>
                  </a:lnTo>
                  <a:close/>
                </a:path>
                <a:path w="8610600" h="64770">
                  <a:moveTo>
                    <a:pt x="2019300" y="6096"/>
                  </a:moveTo>
                  <a:lnTo>
                    <a:pt x="1866900" y="6096"/>
                  </a:lnTo>
                  <a:lnTo>
                    <a:pt x="1866900" y="18288"/>
                  </a:lnTo>
                  <a:lnTo>
                    <a:pt x="2019300" y="19050"/>
                  </a:lnTo>
                  <a:lnTo>
                    <a:pt x="2019300" y="6096"/>
                  </a:lnTo>
                  <a:close/>
                </a:path>
                <a:path w="8610600" h="64770">
                  <a:moveTo>
                    <a:pt x="2286000" y="32766"/>
                  </a:moveTo>
                  <a:lnTo>
                    <a:pt x="2133600" y="32004"/>
                  </a:lnTo>
                  <a:lnTo>
                    <a:pt x="2133600" y="44958"/>
                  </a:lnTo>
                  <a:lnTo>
                    <a:pt x="2286000" y="44958"/>
                  </a:lnTo>
                  <a:lnTo>
                    <a:pt x="2286000" y="32766"/>
                  </a:lnTo>
                  <a:close/>
                </a:path>
                <a:path w="8610600" h="64770">
                  <a:moveTo>
                    <a:pt x="2286000" y="6858"/>
                  </a:moveTo>
                  <a:lnTo>
                    <a:pt x="2133600" y="6858"/>
                  </a:lnTo>
                  <a:lnTo>
                    <a:pt x="2133600" y="19050"/>
                  </a:lnTo>
                  <a:lnTo>
                    <a:pt x="2286000" y="19812"/>
                  </a:lnTo>
                  <a:lnTo>
                    <a:pt x="2286000" y="6858"/>
                  </a:lnTo>
                  <a:close/>
                </a:path>
                <a:path w="8610600" h="64770">
                  <a:moveTo>
                    <a:pt x="2552700" y="33528"/>
                  </a:moveTo>
                  <a:lnTo>
                    <a:pt x="2400300" y="32766"/>
                  </a:lnTo>
                  <a:lnTo>
                    <a:pt x="2400300" y="45720"/>
                  </a:lnTo>
                  <a:lnTo>
                    <a:pt x="2552700" y="45720"/>
                  </a:lnTo>
                  <a:lnTo>
                    <a:pt x="2552700" y="33528"/>
                  </a:lnTo>
                  <a:close/>
                </a:path>
                <a:path w="8610600" h="64770">
                  <a:moveTo>
                    <a:pt x="2552700" y="7620"/>
                  </a:moveTo>
                  <a:lnTo>
                    <a:pt x="2400300" y="7620"/>
                  </a:lnTo>
                  <a:lnTo>
                    <a:pt x="2400300" y="19812"/>
                  </a:lnTo>
                  <a:lnTo>
                    <a:pt x="2552700" y="20574"/>
                  </a:lnTo>
                  <a:lnTo>
                    <a:pt x="2552700" y="7620"/>
                  </a:lnTo>
                  <a:close/>
                </a:path>
                <a:path w="8610600" h="64770">
                  <a:moveTo>
                    <a:pt x="2819400" y="34290"/>
                  </a:moveTo>
                  <a:lnTo>
                    <a:pt x="2667000" y="33528"/>
                  </a:lnTo>
                  <a:lnTo>
                    <a:pt x="2667000" y="46482"/>
                  </a:lnTo>
                  <a:lnTo>
                    <a:pt x="2819400" y="46482"/>
                  </a:lnTo>
                  <a:lnTo>
                    <a:pt x="2819400" y="34290"/>
                  </a:lnTo>
                  <a:close/>
                </a:path>
                <a:path w="8610600" h="64770">
                  <a:moveTo>
                    <a:pt x="2819400" y="8382"/>
                  </a:moveTo>
                  <a:lnTo>
                    <a:pt x="2667000" y="8382"/>
                  </a:lnTo>
                  <a:lnTo>
                    <a:pt x="2667000" y="21336"/>
                  </a:lnTo>
                  <a:lnTo>
                    <a:pt x="2819400" y="21336"/>
                  </a:lnTo>
                  <a:lnTo>
                    <a:pt x="2819400" y="8382"/>
                  </a:lnTo>
                  <a:close/>
                </a:path>
                <a:path w="8610600" h="64770">
                  <a:moveTo>
                    <a:pt x="3086100" y="35052"/>
                  </a:moveTo>
                  <a:lnTo>
                    <a:pt x="2933700" y="34290"/>
                  </a:lnTo>
                  <a:lnTo>
                    <a:pt x="2933700" y="47244"/>
                  </a:lnTo>
                  <a:lnTo>
                    <a:pt x="3086100" y="48006"/>
                  </a:lnTo>
                  <a:lnTo>
                    <a:pt x="3086100" y="35052"/>
                  </a:lnTo>
                  <a:close/>
                </a:path>
                <a:path w="8610600" h="64770">
                  <a:moveTo>
                    <a:pt x="3086100" y="9906"/>
                  </a:moveTo>
                  <a:lnTo>
                    <a:pt x="2933700" y="9144"/>
                  </a:lnTo>
                  <a:lnTo>
                    <a:pt x="2933700" y="22098"/>
                  </a:lnTo>
                  <a:lnTo>
                    <a:pt x="3086100" y="22098"/>
                  </a:lnTo>
                  <a:lnTo>
                    <a:pt x="3086100" y="9906"/>
                  </a:lnTo>
                  <a:close/>
                </a:path>
                <a:path w="8610600" h="64770">
                  <a:moveTo>
                    <a:pt x="3352800" y="35814"/>
                  </a:moveTo>
                  <a:lnTo>
                    <a:pt x="3200400" y="35052"/>
                  </a:lnTo>
                  <a:lnTo>
                    <a:pt x="3200400" y="48006"/>
                  </a:lnTo>
                  <a:lnTo>
                    <a:pt x="3352800" y="48768"/>
                  </a:lnTo>
                  <a:lnTo>
                    <a:pt x="3352800" y="35814"/>
                  </a:lnTo>
                  <a:close/>
                </a:path>
                <a:path w="8610600" h="64770">
                  <a:moveTo>
                    <a:pt x="3352800" y="10668"/>
                  </a:moveTo>
                  <a:lnTo>
                    <a:pt x="3200400" y="9906"/>
                  </a:lnTo>
                  <a:lnTo>
                    <a:pt x="3200400" y="22860"/>
                  </a:lnTo>
                  <a:lnTo>
                    <a:pt x="3352800" y="22860"/>
                  </a:lnTo>
                  <a:lnTo>
                    <a:pt x="3352800" y="10668"/>
                  </a:lnTo>
                  <a:close/>
                </a:path>
                <a:path w="8610600" h="64770">
                  <a:moveTo>
                    <a:pt x="3619500" y="36576"/>
                  </a:moveTo>
                  <a:lnTo>
                    <a:pt x="3467100" y="35814"/>
                  </a:lnTo>
                  <a:lnTo>
                    <a:pt x="3467100" y="48768"/>
                  </a:lnTo>
                  <a:lnTo>
                    <a:pt x="3619500" y="49530"/>
                  </a:lnTo>
                  <a:lnTo>
                    <a:pt x="3619500" y="36576"/>
                  </a:lnTo>
                  <a:close/>
                </a:path>
                <a:path w="8610600" h="64770">
                  <a:moveTo>
                    <a:pt x="3619500" y="11430"/>
                  </a:moveTo>
                  <a:lnTo>
                    <a:pt x="3467100" y="10668"/>
                  </a:lnTo>
                  <a:lnTo>
                    <a:pt x="3467100" y="23622"/>
                  </a:lnTo>
                  <a:lnTo>
                    <a:pt x="3619500" y="23622"/>
                  </a:lnTo>
                  <a:lnTo>
                    <a:pt x="3619500" y="11430"/>
                  </a:lnTo>
                  <a:close/>
                </a:path>
                <a:path w="8610600" h="64770">
                  <a:moveTo>
                    <a:pt x="3886200" y="37338"/>
                  </a:moveTo>
                  <a:lnTo>
                    <a:pt x="3733800" y="37338"/>
                  </a:lnTo>
                  <a:lnTo>
                    <a:pt x="3733800" y="49530"/>
                  </a:lnTo>
                  <a:lnTo>
                    <a:pt x="3886200" y="50292"/>
                  </a:lnTo>
                  <a:lnTo>
                    <a:pt x="3886200" y="37338"/>
                  </a:lnTo>
                  <a:close/>
                </a:path>
                <a:path w="8610600" h="64770">
                  <a:moveTo>
                    <a:pt x="3886200" y="12192"/>
                  </a:moveTo>
                  <a:lnTo>
                    <a:pt x="3733800" y="11430"/>
                  </a:lnTo>
                  <a:lnTo>
                    <a:pt x="3733800" y="24384"/>
                  </a:lnTo>
                  <a:lnTo>
                    <a:pt x="3886200" y="25146"/>
                  </a:lnTo>
                  <a:lnTo>
                    <a:pt x="3886200" y="12192"/>
                  </a:lnTo>
                  <a:close/>
                </a:path>
                <a:path w="8610600" h="64770">
                  <a:moveTo>
                    <a:pt x="4152900" y="38100"/>
                  </a:moveTo>
                  <a:lnTo>
                    <a:pt x="4000500" y="38100"/>
                  </a:lnTo>
                  <a:lnTo>
                    <a:pt x="4000500" y="50292"/>
                  </a:lnTo>
                  <a:lnTo>
                    <a:pt x="4152900" y="51054"/>
                  </a:lnTo>
                  <a:lnTo>
                    <a:pt x="4152900" y="38100"/>
                  </a:lnTo>
                  <a:close/>
                </a:path>
                <a:path w="8610600" h="64770">
                  <a:moveTo>
                    <a:pt x="4152900" y="12954"/>
                  </a:moveTo>
                  <a:lnTo>
                    <a:pt x="4000500" y="12192"/>
                  </a:lnTo>
                  <a:lnTo>
                    <a:pt x="4000500" y="25146"/>
                  </a:lnTo>
                  <a:lnTo>
                    <a:pt x="4152900" y="25908"/>
                  </a:lnTo>
                  <a:lnTo>
                    <a:pt x="4152900" y="12954"/>
                  </a:lnTo>
                  <a:close/>
                </a:path>
                <a:path w="8610600" h="64770">
                  <a:moveTo>
                    <a:pt x="4419600" y="38862"/>
                  </a:moveTo>
                  <a:lnTo>
                    <a:pt x="4267200" y="38862"/>
                  </a:lnTo>
                  <a:lnTo>
                    <a:pt x="4267200" y="51054"/>
                  </a:lnTo>
                  <a:lnTo>
                    <a:pt x="4419600" y="51816"/>
                  </a:lnTo>
                  <a:lnTo>
                    <a:pt x="4419600" y="38862"/>
                  </a:lnTo>
                  <a:close/>
                </a:path>
                <a:path w="8610600" h="64770">
                  <a:moveTo>
                    <a:pt x="4419600" y="13716"/>
                  </a:moveTo>
                  <a:lnTo>
                    <a:pt x="4267200" y="12954"/>
                  </a:lnTo>
                  <a:lnTo>
                    <a:pt x="4267200" y="25908"/>
                  </a:lnTo>
                  <a:lnTo>
                    <a:pt x="4419600" y="26670"/>
                  </a:lnTo>
                  <a:lnTo>
                    <a:pt x="4419600" y="13716"/>
                  </a:lnTo>
                  <a:close/>
                </a:path>
                <a:path w="8610600" h="64770">
                  <a:moveTo>
                    <a:pt x="4686300" y="39624"/>
                  </a:moveTo>
                  <a:lnTo>
                    <a:pt x="4533900" y="39624"/>
                  </a:lnTo>
                  <a:lnTo>
                    <a:pt x="4533900" y="51816"/>
                  </a:lnTo>
                  <a:lnTo>
                    <a:pt x="4686300" y="52578"/>
                  </a:lnTo>
                  <a:lnTo>
                    <a:pt x="4686300" y="39624"/>
                  </a:lnTo>
                  <a:close/>
                </a:path>
                <a:path w="8610600" h="64770">
                  <a:moveTo>
                    <a:pt x="4686300" y="14478"/>
                  </a:moveTo>
                  <a:lnTo>
                    <a:pt x="4533900" y="13716"/>
                  </a:lnTo>
                  <a:lnTo>
                    <a:pt x="4533900" y="26670"/>
                  </a:lnTo>
                  <a:lnTo>
                    <a:pt x="4686300" y="27432"/>
                  </a:lnTo>
                  <a:lnTo>
                    <a:pt x="4686300" y="14478"/>
                  </a:lnTo>
                  <a:close/>
                </a:path>
                <a:path w="8610600" h="64770">
                  <a:moveTo>
                    <a:pt x="4953000" y="41148"/>
                  </a:moveTo>
                  <a:lnTo>
                    <a:pt x="4800600" y="40386"/>
                  </a:lnTo>
                  <a:lnTo>
                    <a:pt x="4800600" y="53340"/>
                  </a:lnTo>
                  <a:lnTo>
                    <a:pt x="4953000" y="53340"/>
                  </a:lnTo>
                  <a:lnTo>
                    <a:pt x="4953000" y="41148"/>
                  </a:lnTo>
                  <a:close/>
                </a:path>
                <a:path w="8610600" h="64770">
                  <a:moveTo>
                    <a:pt x="4953000" y="15240"/>
                  </a:moveTo>
                  <a:lnTo>
                    <a:pt x="4800600" y="15240"/>
                  </a:lnTo>
                  <a:lnTo>
                    <a:pt x="4800600" y="27432"/>
                  </a:lnTo>
                  <a:lnTo>
                    <a:pt x="4953000" y="28194"/>
                  </a:lnTo>
                  <a:lnTo>
                    <a:pt x="4953000" y="15240"/>
                  </a:lnTo>
                  <a:close/>
                </a:path>
                <a:path w="8610600" h="64770">
                  <a:moveTo>
                    <a:pt x="5219700" y="41910"/>
                  </a:moveTo>
                  <a:lnTo>
                    <a:pt x="5067300" y="41148"/>
                  </a:lnTo>
                  <a:lnTo>
                    <a:pt x="5067300" y="54102"/>
                  </a:lnTo>
                  <a:lnTo>
                    <a:pt x="5219700" y="54102"/>
                  </a:lnTo>
                  <a:lnTo>
                    <a:pt x="5219700" y="41910"/>
                  </a:lnTo>
                  <a:close/>
                </a:path>
                <a:path w="8610600" h="64770">
                  <a:moveTo>
                    <a:pt x="5219700" y="16002"/>
                  </a:moveTo>
                  <a:lnTo>
                    <a:pt x="5067300" y="16002"/>
                  </a:lnTo>
                  <a:lnTo>
                    <a:pt x="5067300" y="28194"/>
                  </a:lnTo>
                  <a:lnTo>
                    <a:pt x="5219700" y="28956"/>
                  </a:lnTo>
                  <a:lnTo>
                    <a:pt x="5219700" y="16002"/>
                  </a:lnTo>
                  <a:close/>
                </a:path>
                <a:path w="8610600" h="64770">
                  <a:moveTo>
                    <a:pt x="5486400" y="42672"/>
                  </a:moveTo>
                  <a:lnTo>
                    <a:pt x="5334000" y="41910"/>
                  </a:lnTo>
                  <a:lnTo>
                    <a:pt x="5334000" y="54864"/>
                  </a:lnTo>
                  <a:lnTo>
                    <a:pt x="5486400" y="54864"/>
                  </a:lnTo>
                  <a:lnTo>
                    <a:pt x="5486400" y="42672"/>
                  </a:lnTo>
                  <a:close/>
                </a:path>
                <a:path w="8610600" h="64770">
                  <a:moveTo>
                    <a:pt x="5486400" y="16764"/>
                  </a:moveTo>
                  <a:lnTo>
                    <a:pt x="5334000" y="16764"/>
                  </a:lnTo>
                  <a:lnTo>
                    <a:pt x="5334000" y="28956"/>
                  </a:lnTo>
                  <a:lnTo>
                    <a:pt x="5486400" y="29718"/>
                  </a:lnTo>
                  <a:lnTo>
                    <a:pt x="5486400" y="16764"/>
                  </a:lnTo>
                  <a:close/>
                </a:path>
                <a:path w="8610600" h="64770">
                  <a:moveTo>
                    <a:pt x="5753100" y="43434"/>
                  </a:moveTo>
                  <a:lnTo>
                    <a:pt x="5600700" y="42672"/>
                  </a:lnTo>
                  <a:lnTo>
                    <a:pt x="5600700" y="55626"/>
                  </a:lnTo>
                  <a:lnTo>
                    <a:pt x="5753100" y="55626"/>
                  </a:lnTo>
                  <a:lnTo>
                    <a:pt x="5753100" y="43434"/>
                  </a:lnTo>
                  <a:close/>
                </a:path>
                <a:path w="8610600" h="64770">
                  <a:moveTo>
                    <a:pt x="5753100" y="17526"/>
                  </a:moveTo>
                  <a:lnTo>
                    <a:pt x="5600700" y="17526"/>
                  </a:lnTo>
                  <a:lnTo>
                    <a:pt x="5600700" y="30480"/>
                  </a:lnTo>
                  <a:lnTo>
                    <a:pt x="5753100" y="30480"/>
                  </a:lnTo>
                  <a:lnTo>
                    <a:pt x="5753100" y="17526"/>
                  </a:lnTo>
                  <a:close/>
                </a:path>
                <a:path w="8610600" h="64770">
                  <a:moveTo>
                    <a:pt x="6019800" y="44196"/>
                  </a:moveTo>
                  <a:lnTo>
                    <a:pt x="5867400" y="43434"/>
                  </a:lnTo>
                  <a:lnTo>
                    <a:pt x="5867400" y="56388"/>
                  </a:lnTo>
                  <a:lnTo>
                    <a:pt x="6019800" y="57150"/>
                  </a:lnTo>
                  <a:lnTo>
                    <a:pt x="6019800" y="44196"/>
                  </a:lnTo>
                  <a:close/>
                </a:path>
                <a:path w="8610600" h="64770">
                  <a:moveTo>
                    <a:pt x="6019800" y="19050"/>
                  </a:moveTo>
                  <a:lnTo>
                    <a:pt x="5867400" y="18288"/>
                  </a:lnTo>
                  <a:lnTo>
                    <a:pt x="5867400" y="31242"/>
                  </a:lnTo>
                  <a:lnTo>
                    <a:pt x="6019800" y="31242"/>
                  </a:lnTo>
                  <a:lnTo>
                    <a:pt x="6019800" y="19050"/>
                  </a:lnTo>
                  <a:close/>
                </a:path>
                <a:path w="8610600" h="64770">
                  <a:moveTo>
                    <a:pt x="6286500" y="44958"/>
                  </a:moveTo>
                  <a:lnTo>
                    <a:pt x="6134100" y="44196"/>
                  </a:lnTo>
                  <a:lnTo>
                    <a:pt x="6134100" y="57150"/>
                  </a:lnTo>
                  <a:lnTo>
                    <a:pt x="6286500" y="57912"/>
                  </a:lnTo>
                  <a:lnTo>
                    <a:pt x="6286500" y="44958"/>
                  </a:lnTo>
                  <a:close/>
                </a:path>
                <a:path w="8610600" h="64770">
                  <a:moveTo>
                    <a:pt x="6286500" y="19812"/>
                  </a:moveTo>
                  <a:lnTo>
                    <a:pt x="6134100" y="19050"/>
                  </a:lnTo>
                  <a:lnTo>
                    <a:pt x="6134100" y="32004"/>
                  </a:lnTo>
                  <a:lnTo>
                    <a:pt x="6286500" y="32004"/>
                  </a:lnTo>
                  <a:lnTo>
                    <a:pt x="6286500" y="19812"/>
                  </a:lnTo>
                  <a:close/>
                </a:path>
                <a:path w="8610600" h="64770">
                  <a:moveTo>
                    <a:pt x="6553200" y="45720"/>
                  </a:moveTo>
                  <a:lnTo>
                    <a:pt x="6400800" y="44958"/>
                  </a:lnTo>
                  <a:lnTo>
                    <a:pt x="6400800" y="57912"/>
                  </a:lnTo>
                  <a:lnTo>
                    <a:pt x="6553200" y="58674"/>
                  </a:lnTo>
                  <a:lnTo>
                    <a:pt x="6553200" y="45720"/>
                  </a:lnTo>
                  <a:close/>
                </a:path>
                <a:path w="8610600" h="64770">
                  <a:moveTo>
                    <a:pt x="6553200" y="20574"/>
                  </a:moveTo>
                  <a:lnTo>
                    <a:pt x="6400800" y="19812"/>
                  </a:lnTo>
                  <a:lnTo>
                    <a:pt x="6400800" y="32766"/>
                  </a:lnTo>
                  <a:lnTo>
                    <a:pt x="6553200" y="32766"/>
                  </a:lnTo>
                  <a:lnTo>
                    <a:pt x="6553200" y="20574"/>
                  </a:lnTo>
                  <a:close/>
                </a:path>
                <a:path w="8610600" h="64770">
                  <a:moveTo>
                    <a:pt x="6819900" y="46482"/>
                  </a:moveTo>
                  <a:lnTo>
                    <a:pt x="6667500" y="46482"/>
                  </a:lnTo>
                  <a:lnTo>
                    <a:pt x="6667500" y="58674"/>
                  </a:lnTo>
                  <a:lnTo>
                    <a:pt x="6819900" y="59436"/>
                  </a:lnTo>
                  <a:lnTo>
                    <a:pt x="6819900" y="46482"/>
                  </a:lnTo>
                  <a:close/>
                </a:path>
                <a:path w="8610600" h="64770">
                  <a:moveTo>
                    <a:pt x="6819900" y="21336"/>
                  </a:moveTo>
                  <a:lnTo>
                    <a:pt x="6667500" y="20574"/>
                  </a:lnTo>
                  <a:lnTo>
                    <a:pt x="6667500" y="33528"/>
                  </a:lnTo>
                  <a:lnTo>
                    <a:pt x="6819900" y="34290"/>
                  </a:lnTo>
                  <a:lnTo>
                    <a:pt x="6819900" y="21336"/>
                  </a:lnTo>
                  <a:close/>
                </a:path>
                <a:path w="8610600" h="64770">
                  <a:moveTo>
                    <a:pt x="7086600" y="47244"/>
                  </a:moveTo>
                  <a:lnTo>
                    <a:pt x="6934200" y="47244"/>
                  </a:lnTo>
                  <a:lnTo>
                    <a:pt x="6934200" y="59436"/>
                  </a:lnTo>
                  <a:lnTo>
                    <a:pt x="7086600" y="60198"/>
                  </a:lnTo>
                  <a:lnTo>
                    <a:pt x="7086600" y="47244"/>
                  </a:lnTo>
                  <a:close/>
                </a:path>
                <a:path w="8610600" h="64770">
                  <a:moveTo>
                    <a:pt x="7086600" y="22098"/>
                  </a:moveTo>
                  <a:lnTo>
                    <a:pt x="6934200" y="21336"/>
                  </a:lnTo>
                  <a:lnTo>
                    <a:pt x="6934200" y="34290"/>
                  </a:lnTo>
                  <a:lnTo>
                    <a:pt x="7086600" y="35052"/>
                  </a:lnTo>
                  <a:lnTo>
                    <a:pt x="7086600" y="22098"/>
                  </a:lnTo>
                  <a:close/>
                </a:path>
                <a:path w="8610600" h="64770">
                  <a:moveTo>
                    <a:pt x="7353300" y="48006"/>
                  </a:moveTo>
                  <a:lnTo>
                    <a:pt x="7200900" y="48006"/>
                  </a:lnTo>
                  <a:lnTo>
                    <a:pt x="7200900" y="60198"/>
                  </a:lnTo>
                  <a:lnTo>
                    <a:pt x="7353300" y="60960"/>
                  </a:lnTo>
                  <a:lnTo>
                    <a:pt x="7353300" y="48006"/>
                  </a:lnTo>
                  <a:close/>
                </a:path>
                <a:path w="8610600" h="64770">
                  <a:moveTo>
                    <a:pt x="7353300" y="22860"/>
                  </a:moveTo>
                  <a:lnTo>
                    <a:pt x="7200900" y="22098"/>
                  </a:lnTo>
                  <a:lnTo>
                    <a:pt x="7200900" y="35052"/>
                  </a:lnTo>
                  <a:lnTo>
                    <a:pt x="7353300" y="35814"/>
                  </a:lnTo>
                  <a:lnTo>
                    <a:pt x="7353300" y="22860"/>
                  </a:lnTo>
                  <a:close/>
                </a:path>
                <a:path w="8610600" h="64770">
                  <a:moveTo>
                    <a:pt x="7620000" y="48768"/>
                  </a:moveTo>
                  <a:lnTo>
                    <a:pt x="7467600" y="48768"/>
                  </a:lnTo>
                  <a:lnTo>
                    <a:pt x="7467600" y="61722"/>
                  </a:lnTo>
                  <a:lnTo>
                    <a:pt x="7620000" y="61722"/>
                  </a:lnTo>
                  <a:lnTo>
                    <a:pt x="7620000" y="48768"/>
                  </a:lnTo>
                  <a:close/>
                </a:path>
                <a:path w="8610600" h="64770">
                  <a:moveTo>
                    <a:pt x="7620000" y="23622"/>
                  </a:moveTo>
                  <a:lnTo>
                    <a:pt x="7467600" y="23622"/>
                  </a:lnTo>
                  <a:lnTo>
                    <a:pt x="7467600" y="35814"/>
                  </a:lnTo>
                  <a:lnTo>
                    <a:pt x="7620000" y="36576"/>
                  </a:lnTo>
                  <a:lnTo>
                    <a:pt x="7620000" y="23622"/>
                  </a:lnTo>
                  <a:close/>
                </a:path>
                <a:path w="8610600" h="64770">
                  <a:moveTo>
                    <a:pt x="7886700" y="50292"/>
                  </a:moveTo>
                  <a:lnTo>
                    <a:pt x="7734300" y="49530"/>
                  </a:lnTo>
                  <a:lnTo>
                    <a:pt x="7734300" y="62484"/>
                  </a:lnTo>
                  <a:lnTo>
                    <a:pt x="7886700" y="62484"/>
                  </a:lnTo>
                  <a:lnTo>
                    <a:pt x="7886700" y="50292"/>
                  </a:lnTo>
                  <a:close/>
                </a:path>
                <a:path w="8610600" h="64770">
                  <a:moveTo>
                    <a:pt x="7886700" y="24384"/>
                  </a:moveTo>
                  <a:lnTo>
                    <a:pt x="7734300" y="24384"/>
                  </a:lnTo>
                  <a:lnTo>
                    <a:pt x="7734300" y="36576"/>
                  </a:lnTo>
                  <a:lnTo>
                    <a:pt x="7886700" y="37338"/>
                  </a:lnTo>
                  <a:lnTo>
                    <a:pt x="7886700" y="24384"/>
                  </a:lnTo>
                  <a:close/>
                </a:path>
                <a:path w="8610600" h="64770">
                  <a:moveTo>
                    <a:pt x="8153400" y="51054"/>
                  </a:moveTo>
                  <a:lnTo>
                    <a:pt x="8001000" y="50292"/>
                  </a:lnTo>
                  <a:lnTo>
                    <a:pt x="8001000" y="63246"/>
                  </a:lnTo>
                  <a:lnTo>
                    <a:pt x="8153400" y="63246"/>
                  </a:lnTo>
                  <a:lnTo>
                    <a:pt x="8153400" y="51054"/>
                  </a:lnTo>
                  <a:close/>
                </a:path>
                <a:path w="8610600" h="64770">
                  <a:moveTo>
                    <a:pt x="8153400" y="25146"/>
                  </a:moveTo>
                  <a:lnTo>
                    <a:pt x="8001000" y="25146"/>
                  </a:lnTo>
                  <a:lnTo>
                    <a:pt x="8001000" y="37338"/>
                  </a:lnTo>
                  <a:lnTo>
                    <a:pt x="8153400" y="38100"/>
                  </a:lnTo>
                  <a:lnTo>
                    <a:pt x="8153400" y="25146"/>
                  </a:lnTo>
                  <a:close/>
                </a:path>
                <a:path w="8610600" h="64770">
                  <a:moveTo>
                    <a:pt x="8420100" y="51816"/>
                  </a:moveTo>
                  <a:lnTo>
                    <a:pt x="8267700" y="51054"/>
                  </a:lnTo>
                  <a:lnTo>
                    <a:pt x="8267700" y="64008"/>
                  </a:lnTo>
                  <a:lnTo>
                    <a:pt x="8420100" y="64008"/>
                  </a:lnTo>
                  <a:lnTo>
                    <a:pt x="8420100" y="51816"/>
                  </a:lnTo>
                  <a:close/>
                </a:path>
                <a:path w="8610600" h="64770">
                  <a:moveTo>
                    <a:pt x="8420100" y="25908"/>
                  </a:moveTo>
                  <a:lnTo>
                    <a:pt x="8267700" y="25908"/>
                  </a:lnTo>
                  <a:lnTo>
                    <a:pt x="8267700" y="38100"/>
                  </a:lnTo>
                  <a:lnTo>
                    <a:pt x="8420100" y="38862"/>
                  </a:lnTo>
                  <a:lnTo>
                    <a:pt x="8420100" y="25908"/>
                  </a:lnTo>
                  <a:close/>
                </a:path>
                <a:path w="8610600" h="64770">
                  <a:moveTo>
                    <a:pt x="8610600" y="52578"/>
                  </a:moveTo>
                  <a:lnTo>
                    <a:pt x="8534400" y="51816"/>
                  </a:lnTo>
                  <a:lnTo>
                    <a:pt x="8534400" y="64770"/>
                  </a:lnTo>
                  <a:lnTo>
                    <a:pt x="8610600" y="64770"/>
                  </a:lnTo>
                  <a:lnTo>
                    <a:pt x="8610600" y="52578"/>
                  </a:lnTo>
                  <a:close/>
                </a:path>
                <a:path w="8610600" h="64770">
                  <a:moveTo>
                    <a:pt x="8610600" y="26670"/>
                  </a:moveTo>
                  <a:lnTo>
                    <a:pt x="8534400" y="26670"/>
                  </a:lnTo>
                  <a:lnTo>
                    <a:pt x="8534400" y="39624"/>
                  </a:lnTo>
                  <a:lnTo>
                    <a:pt x="8610600" y="39624"/>
                  </a:lnTo>
                  <a:lnTo>
                    <a:pt x="8610600" y="2667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9146347" y="3904280"/>
            <a:ext cx="959314" cy="736118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非叶结点</a:t>
            </a:r>
            <a:endParaRPr sz="1814">
              <a:latin typeface="Lantinghei SC Heavy"/>
              <a:cs typeface="Lantinghei SC Heavy"/>
            </a:endParaRPr>
          </a:p>
          <a:p>
            <a:pPr marL="25912">
              <a:spcBef>
                <a:spcPts val="1301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叶子结点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9264525" y="5689075"/>
            <a:ext cx="713439" cy="56940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 marR="4607">
              <a:spcBef>
                <a:spcPts val="86"/>
              </a:spcBef>
            </a:pPr>
            <a:r>
              <a:rPr sz="1814" b="1" spc="-32" dirty="0">
                <a:solidFill>
                  <a:srgbClr val="CC0000"/>
                </a:solidFill>
                <a:latin typeface="Lantinghei SC Heavy"/>
                <a:cs typeface="Lantinghei SC Heavy"/>
              </a:rPr>
              <a:t>主文件的记录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203357" y="1108566"/>
            <a:ext cx="3416331" cy="444727"/>
          </a:xfrm>
          <a:prstGeom prst="rect">
            <a:avLst/>
          </a:prstGeom>
        </p:spPr>
        <p:txBody>
          <a:bodyPr vert="horz" wrap="square" lIns="0" tIns="108829" rIns="0" bIns="0" rtlCol="0">
            <a:spAutoFit/>
          </a:bodyPr>
          <a:lstStyle/>
          <a:p>
            <a:pPr marL="11516">
              <a:spcBef>
                <a:spcPts val="856"/>
              </a:spcBef>
            </a:pPr>
            <a:r>
              <a:rPr sz="2176" b="1" spc="-77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键值为</a:t>
            </a:r>
            <a:r>
              <a:rPr sz="2176" b="1" spc="-59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30</a:t>
            </a:r>
            <a:r>
              <a:rPr sz="2176" b="1" spc="-73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的记录删除</a:t>
            </a:r>
            <a:r>
              <a:rPr lang="zh-CN" altLang="en-US" sz="2176" b="1" spc="-73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后</a:t>
            </a:r>
          </a:p>
        </p:txBody>
      </p:sp>
      <p:sp>
        <p:nvSpPr>
          <p:cNvPr id="139" name="object 110">
            <a:extLst>
              <a:ext uri="{FF2B5EF4-FFF2-40B4-BE49-F238E27FC236}">
                <a16:creationId xmlns:a16="http://schemas.microsoft.com/office/drawing/2014/main" id="{997B586D-9F1B-916C-5A0F-8E1332222653}"/>
              </a:ext>
            </a:extLst>
          </p:cNvPr>
          <p:cNvSpPr txBox="1"/>
          <p:nvPr/>
        </p:nvSpPr>
        <p:spPr>
          <a:xfrm>
            <a:off x="4283785" y="5897362"/>
            <a:ext cx="345858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lang="en-US" altLang="zh-CN" sz="1270" spc="-23" dirty="0">
                <a:latin typeface="Times New Roman"/>
                <a:cs typeface="Times New Roman"/>
              </a:rPr>
              <a:t>25</a:t>
            </a:r>
            <a:endParaRPr sz="127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4D7AF-E28B-C092-DCE5-1103B7CD0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19173BA-1596-88D5-0CC0-A41A31F1CC97}"/>
              </a:ext>
            </a:extLst>
          </p:cNvPr>
          <p:cNvSpPr txBox="1"/>
          <p:nvPr/>
        </p:nvSpPr>
        <p:spPr>
          <a:xfrm>
            <a:off x="5199059" y="2540281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80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2226ACB-C377-DD54-D5E4-41815C3DC93E}"/>
              </a:ext>
            </a:extLst>
          </p:cNvPr>
          <p:cNvGrpSpPr/>
          <p:nvPr/>
        </p:nvGrpSpPr>
        <p:grpSpPr>
          <a:xfrm>
            <a:off x="5173147" y="2502911"/>
            <a:ext cx="1960662" cy="647796"/>
            <a:chOff x="4328998" y="2760154"/>
            <a:chExt cx="2162175" cy="71437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CEEF9C6-6CC6-E36D-A37A-389E859AF52F}"/>
                </a:ext>
              </a:extLst>
            </p:cNvPr>
            <p:cNvSpPr/>
            <p:nvPr/>
          </p:nvSpPr>
          <p:spPr>
            <a:xfrm>
              <a:off x="4343285" y="27744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2795D53-10D5-3B8F-1B0E-6E0BF3DBA77B}"/>
                </a:ext>
              </a:extLst>
            </p:cNvPr>
            <p:cNvSpPr/>
            <p:nvPr/>
          </p:nvSpPr>
          <p:spPr>
            <a:xfrm>
              <a:off x="4343285" y="31173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F5E409F-2F4E-6064-B613-7314B28D2FEA}"/>
                </a:ext>
              </a:extLst>
            </p:cNvPr>
            <p:cNvSpPr/>
            <p:nvPr/>
          </p:nvSpPr>
          <p:spPr>
            <a:xfrm>
              <a:off x="4343285" y="34602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7A4FB9E-0511-03CD-25C5-84329298129E}"/>
                </a:ext>
              </a:extLst>
            </p:cNvPr>
            <p:cNvSpPr/>
            <p:nvPr/>
          </p:nvSpPr>
          <p:spPr>
            <a:xfrm>
              <a:off x="43432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AD6EAFC0-2FDD-5755-9FB7-F548EB9A6A01}"/>
                </a:ext>
              </a:extLst>
            </p:cNvPr>
            <p:cNvSpPr/>
            <p:nvPr/>
          </p:nvSpPr>
          <p:spPr>
            <a:xfrm>
              <a:off x="64768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293B12DB-ECE9-0CCD-D692-A83C108262FD}"/>
                </a:ext>
              </a:extLst>
            </p:cNvPr>
            <p:cNvSpPr/>
            <p:nvPr/>
          </p:nvSpPr>
          <p:spPr>
            <a:xfrm>
              <a:off x="5384939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402F164-B1A0-FEC0-1CD2-541DBE473685}"/>
                </a:ext>
              </a:extLst>
            </p:cNvPr>
            <p:cNvSpPr/>
            <p:nvPr/>
          </p:nvSpPr>
          <p:spPr>
            <a:xfrm>
              <a:off x="4888115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6F31A3D3-D411-1F8B-65F4-37B15648EAA8}"/>
                </a:ext>
              </a:extLst>
            </p:cNvPr>
            <p:cNvSpPr/>
            <p:nvPr/>
          </p:nvSpPr>
          <p:spPr>
            <a:xfrm>
              <a:off x="5932817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E5CDEF5-E140-4233-209B-B5D28B0FD923}"/>
                </a:ext>
              </a:extLst>
            </p:cNvPr>
            <p:cNvSpPr/>
            <p:nvPr/>
          </p:nvSpPr>
          <p:spPr>
            <a:xfrm>
              <a:off x="46419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7380DBE-78F4-23C4-A3CB-F6A037250C02}"/>
                </a:ext>
              </a:extLst>
            </p:cNvPr>
            <p:cNvSpPr/>
            <p:nvPr/>
          </p:nvSpPr>
          <p:spPr>
            <a:xfrm>
              <a:off x="51372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526E988A-3C99-B263-637F-281FF31EC463}"/>
                </a:ext>
              </a:extLst>
            </p:cNvPr>
            <p:cNvSpPr/>
            <p:nvPr/>
          </p:nvSpPr>
          <p:spPr>
            <a:xfrm>
              <a:off x="56836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7D0693C3-B97D-455F-EA42-590773919100}"/>
                </a:ext>
              </a:extLst>
            </p:cNvPr>
            <p:cNvSpPr/>
            <p:nvPr/>
          </p:nvSpPr>
          <p:spPr>
            <a:xfrm>
              <a:off x="61789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33E7DB7B-F81B-CD5C-8C96-EF0AB5FDCD39}"/>
              </a:ext>
            </a:extLst>
          </p:cNvPr>
          <p:cNvSpPr txBox="1"/>
          <p:nvPr/>
        </p:nvSpPr>
        <p:spPr>
          <a:xfrm>
            <a:off x="4021797" y="3345045"/>
            <a:ext cx="450866" cy="259898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36277" rIns="0" bIns="0" rtlCol="0">
            <a:spAutoFit/>
          </a:bodyPr>
          <a:lstStyle/>
          <a:p>
            <a:pPr marL="132438">
              <a:spcBef>
                <a:spcPts val="286"/>
              </a:spcBef>
            </a:pPr>
            <a:r>
              <a:rPr sz="1451" spc="-23" dirty="0">
                <a:latin typeface="Times New Roman"/>
                <a:cs typeface="Times New Roman"/>
              </a:rPr>
              <a:t>40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B7BDA76-17EF-DCB1-0E4A-DB7AD6BEEDA7}"/>
              </a:ext>
            </a:extLst>
          </p:cNvPr>
          <p:cNvSpPr txBox="1"/>
          <p:nvPr/>
        </p:nvSpPr>
        <p:spPr>
          <a:xfrm>
            <a:off x="4478076" y="3369460"/>
            <a:ext cx="485415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50288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60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3C4F61F-9D7F-8908-27E8-6BEA3136188C}"/>
              </a:ext>
            </a:extLst>
          </p:cNvPr>
          <p:cNvSpPr txBox="1"/>
          <p:nvPr/>
        </p:nvSpPr>
        <p:spPr>
          <a:xfrm>
            <a:off x="3540701" y="3369460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20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20" name="object 20">
            <a:extLst>
              <a:ext uri="{FF2B5EF4-FFF2-40B4-BE49-F238E27FC236}">
                <a16:creationId xmlns:a16="http://schemas.microsoft.com/office/drawing/2014/main" id="{937780D6-50BF-07E4-7CE8-9F9F0FD2529C}"/>
              </a:ext>
            </a:extLst>
          </p:cNvPr>
          <p:cNvGrpSpPr/>
          <p:nvPr/>
        </p:nvGrpSpPr>
        <p:grpSpPr>
          <a:xfrm>
            <a:off x="3514790" y="3332090"/>
            <a:ext cx="1960662" cy="647796"/>
            <a:chOff x="2500198" y="3674554"/>
            <a:chExt cx="2162175" cy="714375"/>
          </a:xfrm>
        </p:grpSpPr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B80FD879-CF16-571D-E2D9-B9C364E286E5}"/>
                </a:ext>
              </a:extLst>
            </p:cNvPr>
            <p:cNvSpPr/>
            <p:nvPr/>
          </p:nvSpPr>
          <p:spPr>
            <a:xfrm>
              <a:off x="2514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46975E08-415E-3F37-91E7-F065D168D67A}"/>
                </a:ext>
              </a:extLst>
            </p:cNvPr>
            <p:cNvSpPr/>
            <p:nvPr/>
          </p:nvSpPr>
          <p:spPr>
            <a:xfrm>
              <a:off x="2514485" y="40317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FC12AD99-5048-0EC2-E37F-B91DC5116D61}"/>
                </a:ext>
              </a:extLst>
            </p:cNvPr>
            <p:cNvSpPr/>
            <p:nvPr/>
          </p:nvSpPr>
          <p:spPr>
            <a:xfrm>
              <a:off x="2514485" y="43746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6AA8FE27-8ED1-02DD-B641-C38D4F1E4927}"/>
                </a:ext>
              </a:extLst>
            </p:cNvPr>
            <p:cNvSpPr/>
            <p:nvPr/>
          </p:nvSpPr>
          <p:spPr>
            <a:xfrm>
              <a:off x="25144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9711E96F-A59A-1ED8-9BFF-3A6881B2A769}"/>
                </a:ext>
              </a:extLst>
            </p:cNvPr>
            <p:cNvSpPr/>
            <p:nvPr/>
          </p:nvSpPr>
          <p:spPr>
            <a:xfrm>
              <a:off x="46480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7EB93C6A-E52A-F6CD-8DB3-B6FA6104A83A}"/>
                </a:ext>
              </a:extLst>
            </p:cNvPr>
            <p:cNvSpPr/>
            <p:nvPr/>
          </p:nvSpPr>
          <p:spPr>
            <a:xfrm>
              <a:off x="3556139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6325494F-279C-1D4C-769F-F50D7F14D497}"/>
                </a:ext>
              </a:extLst>
            </p:cNvPr>
            <p:cNvSpPr/>
            <p:nvPr/>
          </p:nvSpPr>
          <p:spPr>
            <a:xfrm>
              <a:off x="3059315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F70939FC-C78A-7D2F-6065-D43FC9858375}"/>
                </a:ext>
              </a:extLst>
            </p:cNvPr>
            <p:cNvSpPr/>
            <p:nvPr/>
          </p:nvSpPr>
          <p:spPr>
            <a:xfrm>
              <a:off x="4104017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59269C42-158E-C5A2-87BA-04F737703A7B}"/>
                </a:ext>
              </a:extLst>
            </p:cNvPr>
            <p:cNvSpPr/>
            <p:nvPr/>
          </p:nvSpPr>
          <p:spPr>
            <a:xfrm>
              <a:off x="2813189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B333026E-944F-FDF6-BABC-75CD4A663890}"/>
                </a:ext>
              </a:extLst>
            </p:cNvPr>
            <p:cNvSpPr/>
            <p:nvPr/>
          </p:nvSpPr>
          <p:spPr>
            <a:xfrm>
              <a:off x="3308489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1A390E5B-9527-C3D3-7311-2CC46D190C57}"/>
                </a:ext>
              </a:extLst>
            </p:cNvPr>
            <p:cNvSpPr/>
            <p:nvPr/>
          </p:nvSpPr>
          <p:spPr>
            <a:xfrm>
              <a:off x="3854843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EF052233-9F31-A67A-54FD-217642F8B2DC}"/>
                </a:ext>
              </a:extLst>
            </p:cNvPr>
            <p:cNvSpPr/>
            <p:nvPr/>
          </p:nvSpPr>
          <p:spPr>
            <a:xfrm>
              <a:off x="4350143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CC198794-F180-9509-6715-56B2FDDC0D49}"/>
              </a:ext>
            </a:extLst>
          </p:cNvPr>
          <p:cNvSpPr txBox="1"/>
          <p:nvPr/>
        </p:nvSpPr>
        <p:spPr>
          <a:xfrm>
            <a:off x="6650122" y="3369460"/>
            <a:ext cx="1422848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95010">
              <a:spcBef>
                <a:spcPts val="91"/>
              </a:spcBef>
              <a:tabLst>
                <a:tab pos="567757" algn="l"/>
                <a:tab pos="1040503" algn="l"/>
              </a:tabLst>
            </a:pPr>
            <a:r>
              <a:rPr sz="1451" spc="-23" dirty="0">
                <a:latin typeface="Times New Roman"/>
                <a:cs typeface="Times New Roman"/>
              </a:rPr>
              <a:t>100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140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34" name="object 34">
            <a:extLst>
              <a:ext uri="{FF2B5EF4-FFF2-40B4-BE49-F238E27FC236}">
                <a16:creationId xmlns:a16="http://schemas.microsoft.com/office/drawing/2014/main" id="{4C2FC17E-E28D-A272-66BE-B86A770E6AC3}"/>
              </a:ext>
            </a:extLst>
          </p:cNvPr>
          <p:cNvGrpSpPr/>
          <p:nvPr/>
        </p:nvGrpSpPr>
        <p:grpSpPr>
          <a:xfrm>
            <a:off x="6624210" y="3332090"/>
            <a:ext cx="1960662" cy="647796"/>
            <a:chOff x="5929198" y="3674554"/>
            <a:chExt cx="2162175" cy="714375"/>
          </a:xfrm>
        </p:grpSpPr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2E106B88-7FFC-0370-ED59-15C3A012A3C8}"/>
                </a:ext>
              </a:extLst>
            </p:cNvPr>
            <p:cNvSpPr/>
            <p:nvPr/>
          </p:nvSpPr>
          <p:spPr>
            <a:xfrm>
              <a:off x="5943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9B1B7E77-E2DE-EEC3-71EA-34CF6929C9FB}"/>
                </a:ext>
              </a:extLst>
            </p:cNvPr>
            <p:cNvSpPr/>
            <p:nvPr/>
          </p:nvSpPr>
          <p:spPr>
            <a:xfrm>
              <a:off x="5943485" y="40317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0CD296CF-6287-C557-3F32-84FB1A75BD26}"/>
                </a:ext>
              </a:extLst>
            </p:cNvPr>
            <p:cNvSpPr/>
            <p:nvPr/>
          </p:nvSpPr>
          <p:spPr>
            <a:xfrm>
              <a:off x="5943485" y="43746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2F949ECF-FBBB-6A92-A0A9-90D70E0C8A51}"/>
                </a:ext>
              </a:extLst>
            </p:cNvPr>
            <p:cNvSpPr/>
            <p:nvPr/>
          </p:nvSpPr>
          <p:spPr>
            <a:xfrm>
              <a:off x="59434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62089740-44FA-4A95-ABA8-2621E6BD08D2}"/>
                </a:ext>
              </a:extLst>
            </p:cNvPr>
            <p:cNvSpPr/>
            <p:nvPr/>
          </p:nvSpPr>
          <p:spPr>
            <a:xfrm>
              <a:off x="80770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970278D9-BC3B-0163-AB77-E013D46221C6}"/>
                </a:ext>
              </a:extLst>
            </p:cNvPr>
            <p:cNvSpPr/>
            <p:nvPr/>
          </p:nvSpPr>
          <p:spPr>
            <a:xfrm>
              <a:off x="6985126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8ECC80C8-C28F-BB15-6945-8AD2E3869AB8}"/>
                </a:ext>
              </a:extLst>
            </p:cNvPr>
            <p:cNvSpPr/>
            <p:nvPr/>
          </p:nvSpPr>
          <p:spPr>
            <a:xfrm>
              <a:off x="6488302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87442DB4-E870-F516-2DD4-676CFB156239}"/>
                </a:ext>
              </a:extLst>
            </p:cNvPr>
            <p:cNvSpPr/>
            <p:nvPr/>
          </p:nvSpPr>
          <p:spPr>
            <a:xfrm>
              <a:off x="7533004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6DDD5F7F-934B-4F7F-8B85-3F7510009CC4}"/>
                </a:ext>
              </a:extLst>
            </p:cNvPr>
            <p:cNvSpPr/>
            <p:nvPr/>
          </p:nvSpPr>
          <p:spPr>
            <a:xfrm>
              <a:off x="62421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D57E4D50-E62C-B930-8F64-55FDE31C7EEF}"/>
                </a:ext>
              </a:extLst>
            </p:cNvPr>
            <p:cNvSpPr/>
            <p:nvPr/>
          </p:nvSpPr>
          <p:spPr>
            <a:xfrm>
              <a:off x="67374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E3CD89FE-9B58-ECF4-95EC-8ABD7D30D03F}"/>
                </a:ext>
              </a:extLst>
            </p:cNvPr>
            <p:cNvSpPr/>
            <p:nvPr/>
          </p:nvSpPr>
          <p:spPr>
            <a:xfrm>
              <a:off x="72838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0FC9FCD4-27AC-85B4-88B9-2D42299F9F92}"/>
                </a:ext>
              </a:extLst>
            </p:cNvPr>
            <p:cNvSpPr/>
            <p:nvPr/>
          </p:nvSpPr>
          <p:spPr>
            <a:xfrm>
              <a:off x="77791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47" name="object 47">
            <a:extLst>
              <a:ext uri="{FF2B5EF4-FFF2-40B4-BE49-F238E27FC236}">
                <a16:creationId xmlns:a16="http://schemas.microsoft.com/office/drawing/2014/main" id="{B7858A01-55C1-B2D9-05F9-C6930490F2F5}"/>
              </a:ext>
            </a:extLst>
          </p:cNvPr>
          <p:cNvSpPr txBox="1"/>
          <p:nvPr/>
        </p:nvSpPr>
        <p:spPr>
          <a:xfrm>
            <a:off x="2227835" y="4683017"/>
            <a:ext cx="142515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  <a:tab pos="1171790" algn="l"/>
              </a:tabLst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18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19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48" name="object 48">
            <a:extLst>
              <a:ext uri="{FF2B5EF4-FFF2-40B4-BE49-F238E27FC236}">
                <a16:creationId xmlns:a16="http://schemas.microsoft.com/office/drawing/2014/main" id="{715CBA8B-AF7A-287D-7EB2-3533EAC913D1}"/>
              </a:ext>
            </a:extLst>
          </p:cNvPr>
          <p:cNvGrpSpPr/>
          <p:nvPr/>
        </p:nvGrpSpPr>
        <p:grpSpPr>
          <a:xfrm>
            <a:off x="2201923" y="4644956"/>
            <a:ext cx="1476975" cy="647796"/>
            <a:chOff x="1052398" y="5122354"/>
            <a:chExt cx="1628775" cy="714375"/>
          </a:xfrm>
        </p:grpSpPr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09FCE7C5-C196-D581-44C5-8498B4D833E8}"/>
                </a:ext>
              </a:extLst>
            </p:cNvPr>
            <p:cNvSpPr/>
            <p:nvPr/>
          </p:nvSpPr>
          <p:spPr>
            <a:xfrm>
              <a:off x="10666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7266AA1A-BF1A-BF1D-1535-D0EBF76E35E2}"/>
                </a:ext>
              </a:extLst>
            </p:cNvPr>
            <p:cNvSpPr/>
            <p:nvPr/>
          </p:nvSpPr>
          <p:spPr>
            <a:xfrm>
              <a:off x="10666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9FA32184-574A-C052-E630-0C07D92EC99B}"/>
                </a:ext>
              </a:extLst>
            </p:cNvPr>
            <p:cNvSpPr/>
            <p:nvPr/>
          </p:nvSpPr>
          <p:spPr>
            <a:xfrm>
              <a:off x="10666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B24810A3-2634-4081-B4D1-AF17FB27A7DE}"/>
                </a:ext>
              </a:extLst>
            </p:cNvPr>
            <p:cNvSpPr/>
            <p:nvPr/>
          </p:nvSpPr>
          <p:spPr>
            <a:xfrm>
              <a:off x="10666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DB9A3C0-4C99-2D11-3826-DFACB0C27CFA}"/>
                </a:ext>
              </a:extLst>
            </p:cNvPr>
            <p:cNvSpPr/>
            <p:nvPr/>
          </p:nvSpPr>
          <p:spPr>
            <a:xfrm>
              <a:off x="26668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481EAE93-BA99-BF96-223C-66343D9A0F70}"/>
                </a:ext>
              </a:extLst>
            </p:cNvPr>
            <p:cNvSpPr/>
            <p:nvPr/>
          </p:nvSpPr>
          <p:spPr>
            <a:xfrm>
              <a:off x="18477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A12ADB2D-FDCD-3C15-E06C-F80F217B7D06}"/>
                </a:ext>
              </a:extLst>
            </p:cNvPr>
            <p:cNvSpPr/>
            <p:nvPr/>
          </p:nvSpPr>
          <p:spPr>
            <a:xfrm>
              <a:off x="14766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94D41CFA-1BAF-D2C5-49DF-70B8EECFB542}"/>
                </a:ext>
              </a:extLst>
            </p:cNvPr>
            <p:cNvSpPr/>
            <p:nvPr/>
          </p:nvSpPr>
          <p:spPr>
            <a:xfrm>
              <a:off x="225769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98629C75-0EC6-E8E1-FDEC-041B90DCF734}"/>
                </a:ext>
              </a:extLst>
            </p:cNvPr>
            <p:cNvSpPr/>
            <p:nvPr/>
          </p:nvSpPr>
          <p:spPr>
            <a:xfrm>
              <a:off x="12907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2B683042-A0FD-AEDA-6835-4E6733EE5495}"/>
                </a:ext>
              </a:extLst>
            </p:cNvPr>
            <p:cNvSpPr/>
            <p:nvPr/>
          </p:nvSpPr>
          <p:spPr>
            <a:xfrm>
              <a:off x="16625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4A577BED-0F82-AB2A-1BE9-8C90C64DAC5A}"/>
                </a:ext>
              </a:extLst>
            </p:cNvPr>
            <p:cNvSpPr/>
            <p:nvPr/>
          </p:nvSpPr>
          <p:spPr>
            <a:xfrm>
              <a:off x="207176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B593AEE3-1CA0-8153-CFF0-76F514D94ACA}"/>
                </a:ext>
              </a:extLst>
            </p:cNvPr>
            <p:cNvSpPr/>
            <p:nvPr/>
          </p:nvSpPr>
          <p:spPr>
            <a:xfrm>
              <a:off x="244361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61" name="object 61">
            <a:extLst>
              <a:ext uri="{FF2B5EF4-FFF2-40B4-BE49-F238E27FC236}">
                <a16:creationId xmlns:a16="http://schemas.microsoft.com/office/drawing/2014/main" id="{03F83C50-01CD-EDDF-4A83-0A51F92F81C7}"/>
              </a:ext>
            </a:extLst>
          </p:cNvPr>
          <p:cNvSpPr txBox="1"/>
          <p:nvPr/>
        </p:nvSpPr>
        <p:spPr>
          <a:xfrm>
            <a:off x="3899494" y="4683017"/>
            <a:ext cx="676587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78311">
              <a:spcBef>
                <a:spcPts val="86"/>
              </a:spcBef>
              <a:tabLst>
                <a:tab pos="433015" algn="l"/>
              </a:tabLst>
            </a:pPr>
            <a:r>
              <a:rPr sz="1270" spc="-23" dirty="0">
                <a:latin typeface="Times New Roman"/>
                <a:cs typeface="Times New Roman"/>
              </a:rPr>
              <a:t>20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solidFill>
                  <a:srgbClr val="CC0000"/>
                </a:solidFill>
                <a:latin typeface="Times New Roman"/>
                <a:cs typeface="Times New Roman"/>
              </a:rPr>
              <a:t>25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62" name="object 62">
            <a:extLst>
              <a:ext uri="{FF2B5EF4-FFF2-40B4-BE49-F238E27FC236}">
                <a16:creationId xmlns:a16="http://schemas.microsoft.com/office/drawing/2014/main" id="{BB9235D4-336E-C76A-4342-2D20B7083DC2}"/>
              </a:ext>
            </a:extLst>
          </p:cNvPr>
          <p:cNvGrpSpPr/>
          <p:nvPr/>
        </p:nvGrpSpPr>
        <p:grpSpPr>
          <a:xfrm>
            <a:off x="3860281" y="4644956"/>
            <a:ext cx="1407877" cy="647796"/>
            <a:chOff x="2881198" y="5122354"/>
            <a:chExt cx="1552575" cy="714375"/>
          </a:xfrm>
        </p:grpSpPr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2E6E9DC9-153A-BD78-9721-84742C70EB4D}"/>
                </a:ext>
              </a:extLst>
            </p:cNvPr>
            <p:cNvSpPr/>
            <p:nvPr/>
          </p:nvSpPr>
          <p:spPr>
            <a:xfrm>
              <a:off x="2895485" y="51366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3493E804-5086-6FAB-7C41-C6C46AF71A80}"/>
                </a:ext>
              </a:extLst>
            </p:cNvPr>
            <p:cNvSpPr/>
            <p:nvPr/>
          </p:nvSpPr>
          <p:spPr>
            <a:xfrm>
              <a:off x="2895485" y="54795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42224BE2-941F-42A7-BA25-5D4E329DA46F}"/>
                </a:ext>
              </a:extLst>
            </p:cNvPr>
            <p:cNvSpPr/>
            <p:nvPr/>
          </p:nvSpPr>
          <p:spPr>
            <a:xfrm>
              <a:off x="2895485" y="58224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973BDC60-2B12-1517-7C9B-3D93E35BE203}"/>
                </a:ext>
              </a:extLst>
            </p:cNvPr>
            <p:cNvSpPr/>
            <p:nvPr/>
          </p:nvSpPr>
          <p:spPr>
            <a:xfrm>
              <a:off x="2895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750A5723-C6FF-40C8-F8D5-6E2332A66FAD}"/>
                </a:ext>
              </a:extLst>
            </p:cNvPr>
            <p:cNvSpPr/>
            <p:nvPr/>
          </p:nvSpPr>
          <p:spPr>
            <a:xfrm>
              <a:off x="4419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BD5EDA56-0CD4-7D0B-84CB-F0D01DD0D844}"/>
                </a:ext>
              </a:extLst>
            </p:cNvPr>
            <p:cNvSpPr/>
            <p:nvPr/>
          </p:nvSpPr>
          <p:spPr>
            <a:xfrm>
              <a:off x="36765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56320653-01E4-F04E-40AB-A32F24BBF748}"/>
                </a:ext>
              </a:extLst>
            </p:cNvPr>
            <p:cNvSpPr/>
            <p:nvPr/>
          </p:nvSpPr>
          <p:spPr>
            <a:xfrm>
              <a:off x="33054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EBE139DF-0288-90E8-3C98-E54111916484}"/>
                </a:ext>
              </a:extLst>
            </p:cNvPr>
            <p:cNvSpPr/>
            <p:nvPr/>
          </p:nvSpPr>
          <p:spPr>
            <a:xfrm>
              <a:off x="4041533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73C38FF8-12B2-D47F-3245-6FC79EBAE93B}"/>
                </a:ext>
              </a:extLst>
            </p:cNvPr>
            <p:cNvSpPr/>
            <p:nvPr/>
          </p:nvSpPr>
          <p:spPr>
            <a:xfrm>
              <a:off x="31195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7F6F520A-327C-A74A-038A-0ED9C493BCC0}"/>
                </a:ext>
              </a:extLst>
            </p:cNvPr>
            <p:cNvSpPr/>
            <p:nvPr/>
          </p:nvSpPr>
          <p:spPr>
            <a:xfrm>
              <a:off x="34913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6AC5B0FD-2A69-A6D1-5728-5613942D2F02}"/>
                </a:ext>
              </a:extLst>
            </p:cNvPr>
            <p:cNvSpPr/>
            <p:nvPr/>
          </p:nvSpPr>
          <p:spPr>
            <a:xfrm>
              <a:off x="3859415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FCF6364B-3BB7-2758-024D-B0C23E8FE2C7}"/>
                </a:ext>
              </a:extLst>
            </p:cNvPr>
            <p:cNvSpPr/>
            <p:nvPr/>
          </p:nvSpPr>
          <p:spPr>
            <a:xfrm>
              <a:off x="42244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75" name="object 75">
            <a:extLst>
              <a:ext uri="{FF2B5EF4-FFF2-40B4-BE49-F238E27FC236}">
                <a16:creationId xmlns:a16="http://schemas.microsoft.com/office/drawing/2014/main" id="{A052E960-B06B-7761-3EF8-8CEB4C2ADF6C}"/>
              </a:ext>
            </a:extLst>
          </p:cNvPr>
          <p:cNvSpPr txBox="1"/>
          <p:nvPr/>
        </p:nvSpPr>
        <p:spPr>
          <a:xfrm>
            <a:off x="6857416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76" name="object 76">
            <a:extLst>
              <a:ext uri="{FF2B5EF4-FFF2-40B4-BE49-F238E27FC236}">
                <a16:creationId xmlns:a16="http://schemas.microsoft.com/office/drawing/2014/main" id="{1E6BE1FC-66DC-19C0-33DB-ED31E42326A5}"/>
              </a:ext>
            </a:extLst>
          </p:cNvPr>
          <p:cNvGrpSpPr/>
          <p:nvPr/>
        </p:nvGrpSpPr>
        <p:grpSpPr>
          <a:xfrm>
            <a:off x="6831505" y="4644956"/>
            <a:ext cx="1476975" cy="647796"/>
            <a:chOff x="6157798" y="5122354"/>
            <a:chExt cx="1628775" cy="714375"/>
          </a:xfrm>
        </p:grpSpPr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0B197E43-7E18-D1A2-7901-B2B08185DCAD}"/>
                </a:ext>
              </a:extLst>
            </p:cNvPr>
            <p:cNvSpPr/>
            <p:nvPr/>
          </p:nvSpPr>
          <p:spPr>
            <a:xfrm>
              <a:off x="61720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865290A9-FA20-3E22-F5E6-F4B27A8B2234}"/>
                </a:ext>
              </a:extLst>
            </p:cNvPr>
            <p:cNvSpPr/>
            <p:nvPr/>
          </p:nvSpPr>
          <p:spPr>
            <a:xfrm>
              <a:off x="61720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905573DD-44B3-A152-4C98-34E54F608EF2}"/>
                </a:ext>
              </a:extLst>
            </p:cNvPr>
            <p:cNvSpPr/>
            <p:nvPr/>
          </p:nvSpPr>
          <p:spPr>
            <a:xfrm>
              <a:off x="61720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7BA03D52-1C15-2AD4-AE03-8F44299D8DB2}"/>
                </a:ext>
              </a:extLst>
            </p:cNvPr>
            <p:cNvSpPr/>
            <p:nvPr/>
          </p:nvSpPr>
          <p:spPr>
            <a:xfrm>
              <a:off x="61720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E2A2A494-6BB7-6E19-A44D-0D9B5ACE0F07}"/>
                </a:ext>
              </a:extLst>
            </p:cNvPr>
            <p:cNvSpPr/>
            <p:nvPr/>
          </p:nvSpPr>
          <p:spPr>
            <a:xfrm>
              <a:off x="77722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451DA0DC-D20A-05A3-35FC-191856A7AB74}"/>
                </a:ext>
              </a:extLst>
            </p:cNvPr>
            <p:cNvSpPr/>
            <p:nvPr/>
          </p:nvSpPr>
          <p:spPr>
            <a:xfrm>
              <a:off x="6953122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B525E2E6-A3E1-1AA3-723E-7390B5C75DD3}"/>
                </a:ext>
              </a:extLst>
            </p:cNvPr>
            <p:cNvSpPr/>
            <p:nvPr/>
          </p:nvSpPr>
          <p:spPr>
            <a:xfrm>
              <a:off x="658202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3A9C3AA3-F8BF-D5E6-86C8-DDEC1259CD24}"/>
                </a:ext>
              </a:extLst>
            </p:cNvPr>
            <p:cNvSpPr/>
            <p:nvPr/>
          </p:nvSpPr>
          <p:spPr>
            <a:xfrm>
              <a:off x="736307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100FDA45-EF2D-0EC9-C02C-EDD6FC0A97FF}"/>
                </a:ext>
              </a:extLst>
            </p:cNvPr>
            <p:cNvSpPr/>
            <p:nvPr/>
          </p:nvSpPr>
          <p:spPr>
            <a:xfrm>
              <a:off x="639610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1728732C-797A-FD95-31DA-EFC62831627D}"/>
                </a:ext>
              </a:extLst>
            </p:cNvPr>
            <p:cNvSpPr/>
            <p:nvPr/>
          </p:nvSpPr>
          <p:spPr>
            <a:xfrm>
              <a:off x="676795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868115E1-10E8-2C28-270D-86E1AA044D74}"/>
                </a:ext>
              </a:extLst>
            </p:cNvPr>
            <p:cNvSpPr/>
            <p:nvPr/>
          </p:nvSpPr>
          <p:spPr>
            <a:xfrm>
              <a:off x="717715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6C2EF485-B091-6F27-8887-7567029905A7}"/>
                </a:ext>
              </a:extLst>
            </p:cNvPr>
            <p:cNvSpPr/>
            <p:nvPr/>
          </p:nvSpPr>
          <p:spPr>
            <a:xfrm>
              <a:off x="754900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89" name="object 89">
            <a:extLst>
              <a:ext uri="{FF2B5EF4-FFF2-40B4-BE49-F238E27FC236}">
                <a16:creationId xmlns:a16="http://schemas.microsoft.com/office/drawing/2014/main" id="{058D6AED-66E8-8082-9E63-46B930BE3ACA}"/>
              </a:ext>
            </a:extLst>
          </p:cNvPr>
          <p:cNvSpPr txBox="1"/>
          <p:nvPr/>
        </p:nvSpPr>
        <p:spPr>
          <a:xfrm>
            <a:off x="844666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85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90" name="object 90">
            <a:extLst>
              <a:ext uri="{FF2B5EF4-FFF2-40B4-BE49-F238E27FC236}">
                <a16:creationId xmlns:a16="http://schemas.microsoft.com/office/drawing/2014/main" id="{A39DE4B3-0A0F-982A-8CDE-FB2B762200C3}"/>
              </a:ext>
            </a:extLst>
          </p:cNvPr>
          <p:cNvGrpSpPr/>
          <p:nvPr/>
        </p:nvGrpSpPr>
        <p:grpSpPr>
          <a:xfrm>
            <a:off x="2698566" y="2995409"/>
            <a:ext cx="7462610" cy="2297516"/>
            <a:chOff x="1600085" y="3303270"/>
            <a:chExt cx="8229600" cy="2533650"/>
          </a:xfrm>
        </p:grpSpPr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63DE198F-D8EF-04D7-B3BB-536C0F236E01}"/>
                </a:ext>
              </a:extLst>
            </p:cNvPr>
            <p:cNvSpPr/>
            <p:nvPr/>
          </p:nvSpPr>
          <p:spPr>
            <a:xfrm>
              <a:off x="7924672" y="51366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D732BDF9-4F96-4C2C-35D2-AEDC907B030A}"/>
                </a:ext>
              </a:extLst>
            </p:cNvPr>
            <p:cNvSpPr/>
            <p:nvPr/>
          </p:nvSpPr>
          <p:spPr>
            <a:xfrm>
              <a:off x="7924672" y="54795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9CE3AE6F-0CF8-CF85-D549-66684FD6458E}"/>
                </a:ext>
              </a:extLst>
            </p:cNvPr>
            <p:cNvSpPr/>
            <p:nvPr/>
          </p:nvSpPr>
          <p:spPr>
            <a:xfrm>
              <a:off x="7924672" y="58224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B647420A-C814-DBFA-E997-6ED525579D22}"/>
                </a:ext>
              </a:extLst>
            </p:cNvPr>
            <p:cNvSpPr/>
            <p:nvPr/>
          </p:nvSpPr>
          <p:spPr>
            <a:xfrm>
              <a:off x="7924672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0EB507EA-78AF-206B-9021-4992597162E7}"/>
                </a:ext>
              </a:extLst>
            </p:cNvPr>
            <p:cNvSpPr/>
            <p:nvPr/>
          </p:nvSpPr>
          <p:spPr>
            <a:xfrm>
              <a:off x="9524873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EB847AF9-C71D-4643-571D-85FBD3CF0086}"/>
                </a:ext>
              </a:extLst>
            </p:cNvPr>
            <p:cNvSpPr/>
            <p:nvPr/>
          </p:nvSpPr>
          <p:spPr>
            <a:xfrm>
              <a:off x="8705723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BF529DE0-3BEB-0A69-3462-BC259CA553FA}"/>
                </a:ext>
              </a:extLst>
            </p:cNvPr>
            <p:cNvSpPr/>
            <p:nvPr/>
          </p:nvSpPr>
          <p:spPr>
            <a:xfrm>
              <a:off x="833462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A9834792-E264-A81D-2E02-FB22C7FE61DF}"/>
                </a:ext>
              </a:extLst>
            </p:cNvPr>
            <p:cNvSpPr/>
            <p:nvPr/>
          </p:nvSpPr>
          <p:spPr>
            <a:xfrm>
              <a:off x="911567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F6D4E04A-97FE-EC93-BF43-F9525DB680D3}"/>
                </a:ext>
              </a:extLst>
            </p:cNvPr>
            <p:cNvSpPr/>
            <p:nvPr/>
          </p:nvSpPr>
          <p:spPr>
            <a:xfrm>
              <a:off x="814870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7FE95E30-1248-B998-76EF-C20630D6610C}"/>
                </a:ext>
              </a:extLst>
            </p:cNvPr>
            <p:cNvSpPr/>
            <p:nvPr/>
          </p:nvSpPr>
          <p:spPr>
            <a:xfrm>
              <a:off x="852055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81A0DB82-E9E3-E027-EBCB-D17C05CC339F}"/>
                </a:ext>
              </a:extLst>
            </p:cNvPr>
            <p:cNvSpPr/>
            <p:nvPr/>
          </p:nvSpPr>
          <p:spPr>
            <a:xfrm>
              <a:off x="892975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18AFDFF8-EC35-E2DD-971D-7812A58B4643}"/>
                </a:ext>
              </a:extLst>
            </p:cNvPr>
            <p:cNvSpPr/>
            <p:nvPr/>
          </p:nvSpPr>
          <p:spPr>
            <a:xfrm>
              <a:off x="930160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3ABF0DA0-0681-949C-4403-7B43D9096448}"/>
                </a:ext>
              </a:extLst>
            </p:cNvPr>
            <p:cNvSpPr/>
            <p:nvPr/>
          </p:nvSpPr>
          <p:spPr>
            <a:xfrm>
              <a:off x="1600085" y="3303282"/>
              <a:ext cx="8229600" cy="2405380"/>
            </a:xfrm>
            <a:custGeom>
              <a:avLst/>
              <a:gdLst/>
              <a:ahLst/>
              <a:cxnLst/>
              <a:rect l="l" t="t" r="r" b="b"/>
              <a:pathLst>
                <a:path w="8229600" h="2405379">
                  <a:moveTo>
                    <a:pt x="1072134" y="919734"/>
                  </a:moveTo>
                  <a:lnTo>
                    <a:pt x="1070610" y="915924"/>
                  </a:lnTo>
                  <a:lnTo>
                    <a:pt x="1067562" y="914400"/>
                  </a:lnTo>
                  <a:lnTo>
                    <a:pt x="1063752" y="915924"/>
                  </a:lnTo>
                  <a:lnTo>
                    <a:pt x="55219" y="1780260"/>
                  </a:lnTo>
                  <a:lnTo>
                    <a:pt x="33528" y="1754886"/>
                  </a:lnTo>
                  <a:lnTo>
                    <a:pt x="0" y="1833372"/>
                  </a:lnTo>
                  <a:lnTo>
                    <a:pt x="43434" y="1822602"/>
                  </a:lnTo>
                  <a:lnTo>
                    <a:pt x="83058" y="1812798"/>
                  </a:lnTo>
                  <a:lnTo>
                    <a:pt x="61556" y="1787664"/>
                  </a:lnTo>
                  <a:lnTo>
                    <a:pt x="1069848" y="922782"/>
                  </a:lnTo>
                  <a:lnTo>
                    <a:pt x="1072134" y="919734"/>
                  </a:lnTo>
                  <a:close/>
                </a:path>
                <a:path w="8229600" h="2405379">
                  <a:moveTo>
                    <a:pt x="1295400" y="2366772"/>
                  </a:moveTo>
                  <a:lnTo>
                    <a:pt x="1219200" y="2328672"/>
                  </a:lnTo>
                  <a:lnTo>
                    <a:pt x="1219200" y="2362200"/>
                  </a:lnTo>
                  <a:lnTo>
                    <a:pt x="990600" y="2362200"/>
                  </a:lnTo>
                  <a:lnTo>
                    <a:pt x="987552" y="2363724"/>
                  </a:lnTo>
                  <a:lnTo>
                    <a:pt x="986028" y="2366772"/>
                  </a:lnTo>
                  <a:lnTo>
                    <a:pt x="987552" y="2370582"/>
                  </a:lnTo>
                  <a:lnTo>
                    <a:pt x="990600" y="2372106"/>
                  </a:lnTo>
                  <a:lnTo>
                    <a:pt x="1219200" y="2372106"/>
                  </a:lnTo>
                  <a:lnTo>
                    <a:pt x="1219200" y="2404872"/>
                  </a:lnTo>
                  <a:lnTo>
                    <a:pt x="1236726" y="2396109"/>
                  </a:lnTo>
                  <a:lnTo>
                    <a:pt x="1295400" y="2366772"/>
                  </a:lnTo>
                  <a:close/>
                </a:path>
                <a:path w="8229600" h="2405379">
                  <a:moveTo>
                    <a:pt x="1834896" y="1748790"/>
                  </a:moveTo>
                  <a:lnTo>
                    <a:pt x="1804111" y="1761490"/>
                  </a:lnTo>
                  <a:lnTo>
                    <a:pt x="1452372" y="917448"/>
                  </a:lnTo>
                  <a:lnTo>
                    <a:pt x="1450086" y="914400"/>
                  </a:lnTo>
                  <a:lnTo>
                    <a:pt x="1446276" y="915162"/>
                  </a:lnTo>
                  <a:lnTo>
                    <a:pt x="1443228" y="917448"/>
                  </a:lnTo>
                  <a:lnTo>
                    <a:pt x="1443990" y="921258"/>
                  </a:lnTo>
                  <a:lnTo>
                    <a:pt x="1795614" y="1765007"/>
                  </a:lnTo>
                  <a:lnTo>
                    <a:pt x="1764792" y="1777746"/>
                  </a:lnTo>
                  <a:lnTo>
                    <a:pt x="1808988" y="1816150"/>
                  </a:lnTo>
                  <a:lnTo>
                    <a:pt x="1828800" y="1833372"/>
                  </a:lnTo>
                  <a:lnTo>
                    <a:pt x="1834896" y="1748790"/>
                  </a:lnTo>
                  <a:close/>
                </a:path>
                <a:path w="8229600" h="2405379">
                  <a:moveTo>
                    <a:pt x="2900172" y="3810"/>
                  </a:moveTo>
                  <a:lnTo>
                    <a:pt x="2898648" y="762"/>
                  </a:lnTo>
                  <a:lnTo>
                    <a:pt x="2894838" y="0"/>
                  </a:lnTo>
                  <a:lnTo>
                    <a:pt x="988479" y="366420"/>
                  </a:lnTo>
                  <a:lnTo>
                    <a:pt x="982218" y="333756"/>
                  </a:lnTo>
                  <a:lnTo>
                    <a:pt x="914400" y="385572"/>
                  </a:lnTo>
                  <a:lnTo>
                    <a:pt x="972312" y="402183"/>
                  </a:lnTo>
                  <a:lnTo>
                    <a:pt x="996696" y="409194"/>
                  </a:lnTo>
                  <a:lnTo>
                    <a:pt x="990371" y="376262"/>
                  </a:lnTo>
                  <a:lnTo>
                    <a:pt x="2897124" y="9144"/>
                  </a:lnTo>
                  <a:lnTo>
                    <a:pt x="2900172" y="7620"/>
                  </a:lnTo>
                  <a:lnTo>
                    <a:pt x="2900172" y="3810"/>
                  </a:lnTo>
                  <a:close/>
                </a:path>
                <a:path w="8229600" h="2405379">
                  <a:moveTo>
                    <a:pt x="3048000" y="2366772"/>
                  </a:moveTo>
                  <a:lnTo>
                    <a:pt x="2971800" y="2328672"/>
                  </a:lnTo>
                  <a:lnTo>
                    <a:pt x="2971800" y="2362200"/>
                  </a:lnTo>
                  <a:lnTo>
                    <a:pt x="2743200" y="2362200"/>
                  </a:lnTo>
                  <a:lnTo>
                    <a:pt x="2740152" y="2363724"/>
                  </a:lnTo>
                  <a:lnTo>
                    <a:pt x="2738628" y="2366772"/>
                  </a:lnTo>
                  <a:lnTo>
                    <a:pt x="2740152" y="2370582"/>
                  </a:lnTo>
                  <a:lnTo>
                    <a:pt x="2743200" y="2372106"/>
                  </a:lnTo>
                  <a:lnTo>
                    <a:pt x="2971800" y="2372106"/>
                  </a:lnTo>
                  <a:lnTo>
                    <a:pt x="2971800" y="2404872"/>
                  </a:lnTo>
                  <a:lnTo>
                    <a:pt x="2989326" y="2396109"/>
                  </a:lnTo>
                  <a:lnTo>
                    <a:pt x="3048000" y="2366772"/>
                  </a:lnTo>
                  <a:close/>
                </a:path>
                <a:path w="8229600" h="2405379">
                  <a:moveTo>
                    <a:pt x="4343400" y="385572"/>
                  </a:moveTo>
                  <a:lnTo>
                    <a:pt x="4284726" y="324612"/>
                  </a:lnTo>
                  <a:lnTo>
                    <a:pt x="4273575" y="355409"/>
                  </a:lnTo>
                  <a:lnTo>
                    <a:pt x="3278124" y="0"/>
                  </a:lnTo>
                  <a:lnTo>
                    <a:pt x="3275076" y="762"/>
                  </a:lnTo>
                  <a:lnTo>
                    <a:pt x="3272028" y="3048"/>
                  </a:lnTo>
                  <a:lnTo>
                    <a:pt x="3272790" y="6858"/>
                  </a:lnTo>
                  <a:lnTo>
                    <a:pt x="3275076" y="9144"/>
                  </a:lnTo>
                  <a:lnTo>
                    <a:pt x="4270299" y="364464"/>
                  </a:lnTo>
                  <a:lnTo>
                    <a:pt x="4258818" y="396240"/>
                  </a:lnTo>
                  <a:lnTo>
                    <a:pt x="4287774" y="392582"/>
                  </a:lnTo>
                  <a:lnTo>
                    <a:pt x="4288536" y="392480"/>
                  </a:lnTo>
                  <a:lnTo>
                    <a:pt x="4343400" y="385572"/>
                  </a:lnTo>
                  <a:close/>
                </a:path>
                <a:path w="8229600" h="2405379">
                  <a:moveTo>
                    <a:pt x="4572000" y="1833372"/>
                  </a:moveTo>
                  <a:lnTo>
                    <a:pt x="4517136" y="1768602"/>
                  </a:lnTo>
                  <a:lnTo>
                    <a:pt x="4504042" y="1799450"/>
                  </a:lnTo>
                  <a:lnTo>
                    <a:pt x="2440686" y="915162"/>
                  </a:lnTo>
                  <a:lnTo>
                    <a:pt x="2436876" y="914400"/>
                  </a:lnTo>
                  <a:lnTo>
                    <a:pt x="2434590" y="917448"/>
                  </a:lnTo>
                  <a:lnTo>
                    <a:pt x="2433828" y="921258"/>
                  </a:lnTo>
                  <a:lnTo>
                    <a:pt x="2436876" y="923544"/>
                  </a:lnTo>
                  <a:lnTo>
                    <a:pt x="4500461" y="1807933"/>
                  </a:lnTo>
                  <a:lnTo>
                    <a:pt x="4487418" y="1838706"/>
                  </a:lnTo>
                  <a:lnTo>
                    <a:pt x="4515612" y="1836928"/>
                  </a:lnTo>
                  <a:lnTo>
                    <a:pt x="4517136" y="1836826"/>
                  </a:lnTo>
                  <a:lnTo>
                    <a:pt x="4518660" y="1836724"/>
                  </a:lnTo>
                  <a:lnTo>
                    <a:pt x="4572000" y="1833372"/>
                  </a:lnTo>
                  <a:close/>
                </a:path>
                <a:path w="8229600" h="2405379">
                  <a:moveTo>
                    <a:pt x="6324600" y="1833372"/>
                  </a:moveTo>
                  <a:lnTo>
                    <a:pt x="6273546" y="1765554"/>
                  </a:lnTo>
                  <a:lnTo>
                    <a:pt x="6259042" y="1794878"/>
                  </a:lnTo>
                  <a:lnTo>
                    <a:pt x="4498086" y="915162"/>
                  </a:lnTo>
                  <a:lnTo>
                    <a:pt x="4494276" y="914400"/>
                  </a:lnTo>
                  <a:lnTo>
                    <a:pt x="4491990" y="917448"/>
                  </a:lnTo>
                  <a:lnTo>
                    <a:pt x="4491228" y="920496"/>
                  </a:lnTo>
                  <a:lnTo>
                    <a:pt x="4494276" y="923544"/>
                  </a:lnTo>
                  <a:lnTo>
                    <a:pt x="6254508" y="1804035"/>
                  </a:lnTo>
                  <a:lnTo>
                    <a:pt x="6240018" y="1833372"/>
                  </a:lnTo>
                  <a:lnTo>
                    <a:pt x="6272784" y="1833372"/>
                  </a:lnTo>
                  <a:lnTo>
                    <a:pt x="6324600" y="1833372"/>
                  </a:lnTo>
                  <a:close/>
                </a:path>
                <a:path w="8229600" h="2405379">
                  <a:moveTo>
                    <a:pt x="7315200" y="1757172"/>
                  </a:moveTo>
                  <a:lnTo>
                    <a:pt x="7255764" y="1696974"/>
                  </a:lnTo>
                  <a:lnTo>
                    <a:pt x="7245236" y="1727885"/>
                  </a:lnTo>
                  <a:lnTo>
                    <a:pt x="4878324" y="914400"/>
                  </a:lnTo>
                  <a:lnTo>
                    <a:pt x="4875276" y="915162"/>
                  </a:lnTo>
                  <a:lnTo>
                    <a:pt x="4872228" y="917448"/>
                  </a:lnTo>
                  <a:lnTo>
                    <a:pt x="4872990" y="921258"/>
                  </a:lnTo>
                  <a:lnTo>
                    <a:pt x="4875276" y="923544"/>
                  </a:lnTo>
                  <a:lnTo>
                    <a:pt x="7242048" y="1737233"/>
                  </a:lnTo>
                  <a:lnTo>
                    <a:pt x="7231380" y="1768602"/>
                  </a:lnTo>
                  <a:lnTo>
                    <a:pt x="7259574" y="1764753"/>
                  </a:lnTo>
                  <a:lnTo>
                    <a:pt x="7315200" y="1757172"/>
                  </a:lnTo>
                  <a:close/>
                </a:path>
                <a:path w="8229600" h="2405379">
                  <a:moveTo>
                    <a:pt x="7848587" y="1833372"/>
                  </a:moveTo>
                  <a:lnTo>
                    <a:pt x="7789913" y="1772412"/>
                  </a:lnTo>
                  <a:lnTo>
                    <a:pt x="7778509" y="1803908"/>
                  </a:lnTo>
                  <a:lnTo>
                    <a:pt x="5487911" y="990600"/>
                  </a:lnTo>
                  <a:lnTo>
                    <a:pt x="5484863" y="991362"/>
                  </a:lnTo>
                  <a:lnTo>
                    <a:pt x="5481815" y="993648"/>
                  </a:lnTo>
                  <a:lnTo>
                    <a:pt x="5482577" y="997458"/>
                  </a:lnTo>
                  <a:lnTo>
                    <a:pt x="5484863" y="999744"/>
                  </a:lnTo>
                  <a:lnTo>
                    <a:pt x="7775473" y="1812290"/>
                  </a:lnTo>
                  <a:lnTo>
                    <a:pt x="7764005" y="1844040"/>
                  </a:lnTo>
                  <a:lnTo>
                    <a:pt x="7792961" y="1840382"/>
                  </a:lnTo>
                  <a:lnTo>
                    <a:pt x="7793723" y="1840280"/>
                  </a:lnTo>
                  <a:lnTo>
                    <a:pt x="7848587" y="1833372"/>
                  </a:lnTo>
                  <a:close/>
                </a:path>
                <a:path w="8229600" h="2405379">
                  <a:moveTo>
                    <a:pt x="8229600" y="1757172"/>
                  </a:moveTo>
                  <a:lnTo>
                    <a:pt x="8172450" y="1694688"/>
                  </a:lnTo>
                  <a:lnTo>
                    <a:pt x="8160474" y="1725955"/>
                  </a:lnTo>
                  <a:lnTo>
                    <a:pt x="6022086" y="914400"/>
                  </a:lnTo>
                  <a:lnTo>
                    <a:pt x="6018276" y="915162"/>
                  </a:lnTo>
                  <a:lnTo>
                    <a:pt x="6015228" y="917448"/>
                  </a:lnTo>
                  <a:lnTo>
                    <a:pt x="6015990" y="921258"/>
                  </a:lnTo>
                  <a:lnTo>
                    <a:pt x="6018276" y="923544"/>
                  </a:lnTo>
                  <a:lnTo>
                    <a:pt x="8156930" y="1735201"/>
                  </a:lnTo>
                  <a:lnTo>
                    <a:pt x="8145018" y="1766316"/>
                  </a:lnTo>
                  <a:lnTo>
                    <a:pt x="8174736" y="1763102"/>
                  </a:lnTo>
                  <a:lnTo>
                    <a:pt x="8229600" y="1757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04" name="object 104">
              <a:extLst>
                <a:ext uri="{FF2B5EF4-FFF2-40B4-BE49-F238E27FC236}">
                  <a16:creationId xmlns:a16="http://schemas.microsoft.com/office/drawing/2014/main" id="{B7D9AFD0-2C02-DCAD-4A11-3819B9278B0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1901" y="5631942"/>
              <a:ext cx="233172" cy="76200"/>
            </a:xfrm>
            <a:prstGeom prst="rect">
              <a:avLst/>
            </a:prstGeom>
          </p:spPr>
        </p:pic>
      </p:grpSp>
      <p:sp>
        <p:nvSpPr>
          <p:cNvPr id="105" name="object 105">
            <a:extLst>
              <a:ext uri="{FF2B5EF4-FFF2-40B4-BE49-F238E27FC236}">
                <a16:creationId xmlns:a16="http://schemas.microsoft.com/office/drawing/2014/main" id="{E7BE1D63-CE96-064A-1A46-F6B0A92615F6}"/>
              </a:ext>
            </a:extLst>
          </p:cNvPr>
          <p:cNvSpPr/>
          <p:nvPr/>
        </p:nvSpPr>
        <p:spPr>
          <a:xfrm>
            <a:off x="2214878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09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6" name="object 106">
            <a:extLst>
              <a:ext uri="{FF2B5EF4-FFF2-40B4-BE49-F238E27FC236}">
                <a16:creationId xmlns:a16="http://schemas.microsoft.com/office/drawing/2014/main" id="{8D59C625-F705-4892-8A2D-2A07BABC95F1}"/>
              </a:ext>
            </a:extLst>
          </p:cNvPr>
          <p:cNvSpPr txBox="1"/>
          <p:nvPr/>
        </p:nvSpPr>
        <p:spPr>
          <a:xfrm>
            <a:off x="2291111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7" name="object 107">
            <a:extLst>
              <a:ext uri="{FF2B5EF4-FFF2-40B4-BE49-F238E27FC236}">
                <a16:creationId xmlns:a16="http://schemas.microsoft.com/office/drawing/2014/main" id="{35F346E5-0A57-81DF-60D3-965DF1648F7A}"/>
              </a:ext>
            </a:extLst>
          </p:cNvPr>
          <p:cNvSpPr/>
          <p:nvPr/>
        </p:nvSpPr>
        <p:spPr>
          <a:xfrm>
            <a:off x="2698566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10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8" name="object 108">
            <a:extLst>
              <a:ext uri="{FF2B5EF4-FFF2-40B4-BE49-F238E27FC236}">
                <a16:creationId xmlns:a16="http://schemas.microsoft.com/office/drawing/2014/main" id="{6A176BDC-EE4F-5EC5-CCC1-9AA75B52570F}"/>
              </a:ext>
            </a:extLst>
          </p:cNvPr>
          <p:cNvSpPr txBox="1"/>
          <p:nvPr/>
        </p:nvSpPr>
        <p:spPr>
          <a:xfrm>
            <a:off x="2774799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9" name="object 109">
            <a:extLst>
              <a:ext uri="{FF2B5EF4-FFF2-40B4-BE49-F238E27FC236}">
                <a16:creationId xmlns:a16="http://schemas.microsoft.com/office/drawing/2014/main" id="{42990290-9A6D-3DB7-E9C7-C90D4F42310B}"/>
              </a:ext>
            </a:extLst>
          </p:cNvPr>
          <p:cNvSpPr txBox="1"/>
          <p:nvPr/>
        </p:nvSpPr>
        <p:spPr>
          <a:xfrm>
            <a:off x="4287825" y="5901681"/>
            <a:ext cx="337430" cy="236139"/>
          </a:xfrm>
          <a:prstGeom prst="rect">
            <a:avLst/>
          </a:prstGeom>
          <a:ln w="9525">
            <a:solidFill>
              <a:srgbClr val="CC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solidFill>
                  <a:srgbClr val="CC0000"/>
                </a:solidFill>
                <a:latin typeface="Times New Roman"/>
                <a:cs typeface="Times New Roman"/>
              </a:rPr>
              <a:t>25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0" name="object 110">
            <a:extLst>
              <a:ext uri="{FF2B5EF4-FFF2-40B4-BE49-F238E27FC236}">
                <a16:creationId xmlns:a16="http://schemas.microsoft.com/office/drawing/2014/main" id="{E83B09C3-E317-15A7-CE65-D724C34BF7F4}"/>
              </a:ext>
            </a:extLst>
          </p:cNvPr>
          <p:cNvSpPr txBox="1"/>
          <p:nvPr/>
        </p:nvSpPr>
        <p:spPr>
          <a:xfrm>
            <a:off x="511700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40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1" name="object 111">
            <a:extLst>
              <a:ext uri="{FF2B5EF4-FFF2-40B4-BE49-F238E27FC236}">
                <a16:creationId xmlns:a16="http://schemas.microsoft.com/office/drawing/2014/main" id="{9474EEA2-CF28-F04B-8B83-4B616DA5F194}"/>
              </a:ext>
            </a:extLst>
          </p:cNvPr>
          <p:cNvSpPr txBox="1"/>
          <p:nvPr/>
        </p:nvSpPr>
        <p:spPr>
          <a:xfrm>
            <a:off x="6982656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2" name="object 112">
            <a:extLst>
              <a:ext uri="{FF2B5EF4-FFF2-40B4-BE49-F238E27FC236}">
                <a16:creationId xmlns:a16="http://schemas.microsoft.com/office/drawing/2014/main" id="{BD10CF74-56D5-D08B-F94F-378E41B56894}"/>
              </a:ext>
            </a:extLst>
          </p:cNvPr>
          <p:cNvSpPr txBox="1"/>
          <p:nvPr/>
        </p:nvSpPr>
        <p:spPr>
          <a:xfrm>
            <a:off x="739723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3" name="object 113">
            <a:extLst>
              <a:ext uri="{FF2B5EF4-FFF2-40B4-BE49-F238E27FC236}">
                <a16:creationId xmlns:a16="http://schemas.microsoft.com/office/drawing/2014/main" id="{6F9B442D-0E3C-8CD8-89C0-5D471FD8E622}"/>
              </a:ext>
            </a:extLst>
          </p:cNvPr>
          <p:cNvSpPr txBox="1"/>
          <p:nvPr/>
        </p:nvSpPr>
        <p:spPr>
          <a:xfrm>
            <a:off x="7811823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4" name="object 114">
            <a:extLst>
              <a:ext uri="{FF2B5EF4-FFF2-40B4-BE49-F238E27FC236}">
                <a16:creationId xmlns:a16="http://schemas.microsoft.com/office/drawing/2014/main" id="{EB9638B1-DD65-6002-C7A3-1A9BBAFB3E61}"/>
              </a:ext>
            </a:extLst>
          </p:cNvPr>
          <p:cNvSpPr txBox="1"/>
          <p:nvPr/>
        </p:nvSpPr>
        <p:spPr>
          <a:xfrm>
            <a:off x="8295511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5" name="object 115">
            <a:extLst>
              <a:ext uri="{FF2B5EF4-FFF2-40B4-BE49-F238E27FC236}">
                <a16:creationId xmlns:a16="http://schemas.microsoft.com/office/drawing/2014/main" id="{1FA358F2-7FD1-7F1C-4DE7-4708BBF66D0E}"/>
              </a:ext>
            </a:extLst>
          </p:cNvPr>
          <p:cNvSpPr txBox="1"/>
          <p:nvPr/>
        </p:nvSpPr>
        <p:spPr>
          <a:xfrm>
            <a:off x="8779199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6" name="object 116">
            <a:extLst>
              <a:ext uri="{FF2B5EF4-FFF2-40B4-BE49-F238E27FC236}">
                <a16:creationId xmlns:a16="http://schemas.microsoft.com/office/drawing/2014/main" id="{563641E9-359E-B5E5-8D4D-9784ACB31D0F}"/>
              </a:ext>
            </a:extLst>
          </p:cNvPr>
          <p:cNvSpPr/>
          <p:nvPr/>
        </p:nvSpPr>
        <p:spPr>
          <a:xfrm>
            <a:off x="2193458" y="5068367"/>
            <a:ext cx="7346294" cy="833785"/>
          </a:xfrm>
          <a:custGeom>
            <a:avLst/>
            <a:gdLst/>
            <a:ahLst/>
            <a:cxnLst/>
            <a:rect l="l" t="t" r="r" b="b"/>
            <a:pathLst>
              <a:path w="8101330" h="919479">
                <a:moveTo>
                  <a:pt x="180594" y="81534"/>
                </a:moveTo>
                <a:lnTo>
                  <a:pt x="179832" y="78486"/>
                </a:lnTo>
                <a:lnTo>
                  <a:pt x="176784" y="76200"/>
                </a:lnTo>
                <a:lnTo>
                  <a:pt x="173736" y="76962"/>
                </a:lnTo>
                <a:lnTo>
                  <a:pt x="171450" y="80010"/>
                </a:lnTo>
                <a:lnTo>
                  <a:pt x="32702" y="843445"/>
                </a:lnTo>
                <a:lnTo>
                  <a:pt x="0" y="837438"/>
                </a:lnTo>
                <a:lnTo>
                  <a:pt x="23622" y="918972"/>
                </a:lnTo>
                <a:lnTo>
                  <a:pt x="30480" y="909853"/>
                </a:lnTo>
                <a:lnTo>
                  <a:pt x="74676" y="851154"/>
                </a:lnTo>
                <a:lnTo>
                  <a:pt x="41821" y="845108"/>
                </a:lnTo>
                <a:lnTo>
                  <a:pt x="180594" y="81534"/>
                </a:lnTo>
                <a:close/>
              </a:path>
              <a:path w="8101330" h="919479">
                <a:moveTo>
                  <a:pt x="588264" y="839724"/>
                </a:moveTo>
                <a:lnTo>
                  <a:pt x="557022" y="842530"/>
                </a:lnTo>
                <a:lnTo>
                  <a:pt x="556260" y="842594"/>
                </a:lnTo>
                <a:lnTo>
                  <a:pt x="555078" y="842708"/>
                </a:lnTo>
                <a:lnTo>
                  <a:pt x="486156" y="80772"/>
                </a:lnTo>
                <a:lnTo>
                  <a:pt x="483870" y="77724"/>
                </a:lnTo>
                <a:lnTo>
                  <a:pt x="480822" y="76200"/>
                </a:lnTo>
                <a:lnTo>
                  <a:pt x="477774" y="77724"/>
                </a:lnTo>
                <a:lnTo>
                  <a:pt x="476250" y="81534"/>
                </a:lnTo>
                <a:lnTo>
                  <a:pt x="545922" y="843534"/>
                </a:lnTo>
                <a:lnTo>
                  <a:pt x="512064" y="846582"/>
                </a:lnTo>
                <a:lnTo>
                  <a:pt x="556260" y="917740"/>
                </a:lnTo>
                <a:lnTo>
                  <a:pt x="557022" y="918972"/>
                </a:lnTo>
                <a:lnTo>
                  <a:pt x="588264" y="839724"/>
                </a:lnTo>
                <a:close/>
              </a:path>
              <a:path w="8101330" h="919479">
                <a:moveTo>
                  <a:pt x="1107186" y="835914"/>
                </a:moveTo>
                <a:lnTo>
                  <a:pt x="1075182" y="844575"/>
                </a:lnTo>
                <a:lnTo>
                  <a:pt x="1074991" y="844626"/>
                </a:lnTo>
                <a:lnTo>
                  <a:pt x="866394" y="80010"/>
                </a:lnTo>
                <a:lnTo>
                  <a:pt x="864108" y="76962"/>
                </a:lnTo>
                <a:lnTo>
                  <a:pt x="861060" y="76200"/>
                </a:lnTo>
                <a:lnTo>
                  <a:pt x="858012" y="78486"/>
                </a:lnTo>
                <a:lnTo>
                  <a:pt x="857250" y="82296"/>
                </a:lnTo>
                <a:lnTo>
                  <a:pt x="1065707" y="847140"/>
                </a:lnTo>
                <a:lnTo>
                  <a:pt x="1034034" y="855726"/>
                </a:lnTo>
                <a:lnTo>
                  <a:pt x="1078230" y="905294"/>
                </a:lnTo>
                <a:lnTo>
                  <a:pt x="1090422" y="918972"/>
                </a:lnTo>
                <a:lnTo>
                  <a:pt x="1107186" y="835914"/>
                </a:lnTo>
                <a:close/>
              </a:path>
              <a:path w="8101330" h="919479">
                <a:moveTo>
                  <a:pt x="1973580" y="846582"/>
                </a:moveTo>
                <a:lnTo>
                  <a:pt x="1940471" y="843572"/>
                </a:lnTo>
                <a:lnTo>
                  <a:pt x="1931314" y="842733"/>
                </a:lnTo>
                <a:lnTo>
                  <a:pt x="1898142" y="839724"/>
                </a:lnTo>
                <a:lnTo>
                  <a:pt x="1928622" y="918972"/>
                </a:lnTo>
                <a:lnTo>
                  <a:pt x="1930146" y="916508"/>
                </a:lnTo>
                <a:lnTo>
                  <a:pt x="1973580" y="846582"/>
                </a:lnTo>
                <a:close/>
              </a:path>
              <a:path w="8101330" h="919479">
                <a:moveTo>
                  <a:pt x="2010156" y="81534"/>
                </a:moveTo>
                <a:lnTo>
                  <a:pt x="2008632" y="77724"/>
                </a:lnTo>
                <a:lnTo>
                  <a:pt x="2005584" y="76200"/>
                </a:lnTo>
                <a:lnTo>
                  <a:pt x="2001774" y="77724"/>
                </a:lnTo>
                <a:lnTo>
                  <a:pt x="2000250" y="80772"/>
                </a:lnTo>
                <a:lnTo>
                  <a:pt x="1931314" y="842733"/>
                </a:lnTo>
                <a:lnTo>
                  <a:pt x="1939290" y="843457"/>
                </a:lnTo>
                <a:lnTo>
                  <a:pt x="1940471" y="843572"/>
                </a:lnTo>
                <a:lnTo>
                  <a:pt x="2010156" y="81534"/>
                </a:lnTo>
                <a:close/>
              </a:path>
              <a:path w="8101330" h="919479">
                <a:moveTo>
                  <a:pt x="2347722" y="842772"/>
                </a:moveTo>
                <a:lnTo>
                  <a:pt x="2314956" y="842772"/>
                </a:lnTo>
                <a:lnTo>
                  <a:pt x="2314956" y="80772"/>
                </a:lnTo>
                <a:lnTo>
                  <a:pt x="2313432" y="77724"/>
                </a:lnTo>
                <a:lnTo>
                  <a:pt x="2309622" y="76200"/>
                </a:lnTo>
                <a:lnTo>
                  <a:pt x="2306574" y="77724"/>
                </a:lnTo>
                <a:lnTo>
                  <a:pt x="2305050" y="80772"/>
                </a:lnTo>
                <a:lnTo>
                  <a:pt x="2305050" y="842772"/>
                </a:lnTo>
                <a:lnTo>
                  <a:pt x="2271522" y="842772"/>
                </a:lnTo>
                <a:lnTo>
                  <a:pt x="2305050" y="909828"/>
                </a:lnTo>
                <a:lnTo>
                  <a:pt x="2309622" y="918972"/>
                </a:lnTo>
                <a:lnTo>
                  <a:pt x="2314956" y="908304"/>
                </a:lnTo>
                <a:lnTo>
                  <a:pt x="2347722" y="842772"/>
                </a:lnTo>
                <a:close/>
              </a:path>
              <a:path w="8101330" h="919479">
                <a:moveTo>
                  <a:pt x="3685794" y="79248"/>
                </a:moveTo>
                <a:lnTo>
                  <a:pt x="3683508" y="76962"/>
                </a:lnTo>
                <a:lnTo>
                  <a:pt x="3679698" y="76200"/>
                </a:lnTo>
                <a:lnTo>
                  <a:pt x="3677412" y="79248"/>
                </a:lnTo>
                <a:lnTo>
                  <a:pt x="3327527" y="848067"/>
                </a:lnTo>
                <a:lnTo>
                  <a:pt x="3297174" y="834390"/>
                </a:lnTo>
                <a:lnTo>
                  <a:pt x="3300222" y="918972"/>
                </a:lnTo>
                <a:lnTo>
                  <a:pt x="3322320" y="901192"/>
                </a:lnTo>
                <a:lnTo>
                  <a:pt x="3366516" y="865632"/>
                </a:lnTo>
                <a:lnTo>
                  <a:pt x="3335921" y="851852"/>
                </a:lnTo>
                <a:lnTo>
                  <a:pt x="3685794" y="83058"/>
                </a:lnTo>
                <a:lnTo>
                  <a:pt x="3685794" y="79248"/>
                </a:lnTo>
                <a:close/>
              </a:path>
              <a:path w="8101330" h="919479">
                <a:moveTo>
                  <a:pt x="5319509" y="842772"/>
                </a:moveTo>
                <a:lnTo>
                  <a:pt x="5286743" y="842772"/>
                </a:lnTo>
                <a:lnTo>
                  <a:pt x="5286743" y="80772"/>
                </a:lnTo>
                <a:lnTo>
                  <a:pt x="5285219" y="77724"/>
                </a:lnTo>
                <a:lnTo>
                  <a:pt x="5281409" y="76200"/>
                </a:lnTo>
                <a:lnTo>
                  <a:pt x="5278361" y="77724"/>
                </a:lnTo>
                <a:lnTo>
                  <a:pt x="5276837" y="80772"/>
                </a:lnTo>
                <a:lnTo>
                  <a:pt x="5276837" y="842772"/>
                </a:lnTo>
                <a:lnTo>
                  <a:pt x="5243309" y="842772"/>
                </a:lnTo>
                <a:lnTo>
                  <a:pt x="5276837" y="909828"/>
                </a:lnTo>
                <a:lnTo>
                  <a:pt x="5281409" y="918972"/>
                </a:lnTo>
                <a:lnTo>
                  <a:pt x="5286743" y="908304"/>
                </a:lnTo>
                <a:lnTo>
                  <a:pt x="5319509" y="842772"/>
                </a:lnTo>
                <a:close/>
              </a:path>
              <a:path w="8101330" h="919479">
                <a:moveTo>
                  <a:pt x="5757672" y="835914"/>
                </a:moveTo>
                <a:lnTo>
                  <a:pt x="5724830" y="844029"/>
                </a:lnTo>
                <a:lnTo>
                  <a:pt x="5514594" y="3810"/>
                </a:lnTo>
                <a:lnTo>
                  <a:pt x="5513070" y="762"/>
                </a:lnTo>
                <a:lnTo>
                  <a:pt x="5509260" y="0"/>
                </a:lnTo>
                <a:lnTo>
                  <a:pt x="5506212" y="2286"/>
                </a:lnTo>
                <a:lnTo>
                  <a:pt x="5505450" y="6096"/>
                </a:lnTo>
                <a:lnTo>
                  <a:pt x="5715686" y="846289"/>
                </a:lnTo>
                <a:lnTo>
                  <a:pt x="5683758" y="854202"/>
                </a:lnTo>
                <a:lnTo>
                  <a:pt x="5727954" y="906373"/>
                </a:lnTo>
                <a:lnTo>
                  <a:pt x="5738622" y="918972"/>
                </a:lnTo>
                <a:lnTo>
                  <a:pt x="5757672" y="835914"/>
                </a:lnTo>
                <a:close/>
              </a:path>
              <a:path w="8101330" h="919479">
                <a:moveTo>
                  <a:pt x="7039356" y="80772"/>
                </a:moveTo>
                <a:lnTo>
                  <a:pt x="7037832" y="77724"/>
                </a:lnTo>
                <a:lnTo>
                  <a:pt x="7034022" y="76200"/>
                </a:lnTo>
                <a:lnTo>
                  <a:pt x="7030974" y="77724"/>
                </a:lnTo>
                <a:lnTo>
                  <a:pt x="6246698" y="861987"/>
                </a:lnTo>
                <a:lnTo>
                  <a:pt x="6223254" y="838200"/>
                </a:lnTo>
                <a:lnTo>
                  <a:pt x="6195822" y="918972"/>
                </a:lnTo>
                <a:lnTo>
                  <a:pt x="6236208" y="905637"/>
                </a:lnTo>
                <a:lnTo>
                  <a:pt x="6276594" y="892302"/>
                </a:lnTo>
                <a:lnTo>
                  <a:pt x="6253505" y="868895"/>
                </a:lnTo>
                <a:lnTo>
                  <a:pt x="7037832" y="84582"/>
                </a:lnTo>
                <a:lnTo>
                  <a:pt x="7039356" y="80772"/>
                </a:lnTo>
                <a:close/>
              </a:path>
              <a:path w="8101330" h="919479">
                <a:moveTo>
                  <a:pt x="7344156" y="80010"/>
                </a:moveTo>
                <a:lnTo>
                  <a:pt x="7341870" y="76962"/>
                </a:lnTo>
                <a:lnTo>
                  <a:pt x="7338060" y="76200"/>
                </a:lnTo>
                <a:lnTo>
                  <a:pt x="7335012" y="78486"/>
                </a:lnTo>
                <a:lnTo>
                  <a:pt x="6770281" y="854506"/>
                </a:lnTo>
                <a:lnTo>
                  <a:pt x="6743700" y="835152"/>
                </a:lnTo>
                <a:lnTo>
                  <a:pt x="6729222" y="918972"/>
                </a:lnTo>
                <a:lnTo>
                  <a:pt x="6761988" y="902258"/>
                </a:lnTo>
                <a:lnTo>
                  <a:pt x="6805422" y="880110"/>
                </a:lnTo>
                <a:lnTo>
                  <a:pt x="6778155" y="860247"/>
                </a:lnTo>
                <a:lnTo>
                  <a:pt x="7342632" y="83820"/>
                </a:lnTo>
                <a:lnTo>
                  <a:pt x="7344156" y="80010"/>
                </a:lnTo>
                <a:close/>
              </a:path>
              <a:path w="8101330" h="919479">
                <a:moveTo>
                  <a:pt x="7724381" y="80010"/>
                </a:moveTo>
                <a:lnTo>
                  <a:pt x="7722095" y="76962"/>
                </a:lnTo>
                <a:lnTo>
                  <a:pt x="7719047" y="76200"/>
                </a:lnTo>
                <a:lnTo>
                  <a:pt x="7715999" y="78486"/>
                </a:lnTo>
                <a:lnTo>
                  <a:pt x="7295210" y="850176"/>
                </a:lnTo>
                <a:lnTo>
                  <a:pt x="7265657" y="834390"/>
                </a:lnTo>
                <a:lnTo>
                  <a:pt x="7262609" y="918972"/>
                </a:lnTo>
                <a:lnTo>
                  <a:pt x="7288517" y="900938"/>
                </a:lnTo>
                <a:lnTo>
                  <a:pt x="7332713" y="870204"/>
                </a:lnTo>
                <a:lnTo>
                  <a:pt x="7303630" y="854671"/>
                </a:lnTo>
                <a:lnTo>
                  <a:pt x="7724381" y="83058"/>
                </a:lnTo>
                <a:lnTo>
                  <a:pt x="7724381" y="80010"/>
                </a:lnTo>
                <a:close/>
              </a:path>
              <a:path w="8101330" h="919479">
                <a:moveTo>
                  <a:pt x="8100809" y="80772"/>
                </a:moveTo>
                <a:lnTo>
                  <a:pt x="8024609" y="42672"/>
                </a:lnTo>
                <a:lnTo>
                  <a:pt x="8024609" y="76200"/>
                </a:lnTo>
                <a:lnTo>
                  <a:pt x="7796009" y="76200"/>
                </a:lnTo>
                <a:lnTo>
                  <a:pt x="7792961" y="77724"/>
                </a:lnTo>
                <a:lnTo>
                  <a:pt x="7791437" y="80772"/>
                </a:lnTo>
                <a:lnTo>
                  <a:pt x="7792961" y="84582"/>
                </a:lnTo>
                <a:lnTo>
                  <a:pt x="7796009" y="86106"/>
                </a:lnTo>
                <a:lnTo>
                  <a:pt x="8024609" y="86106"/>
                </a:lnTo>
                <a:lnTo>
                  <a:pt x="8024609" y="118872"/>
                </a:lnTo>
                <a:lnTo>
                  <a:pt x="8042135" y="110109"/>
                </a:lnTo>
                <a:lnTo>
                  <a:pt x="8100809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17" name="object 117">
            <a:extLst>
              <a:ext uri="{FF2B5EF4-FFF2-40B4-BE49-F238E27FC236}">
                <a16:creationId xmlns:a16="http://schemas.microsoft.com/office/drawing/2014/main" id="{3696ABED-E0D2-3882-4070-3C5C5CA5B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010045"/>
              </p:ext>
            </p:extLst>
          </p:nvPr>
        </p:nvGraphicFramePr>
        <p:xfrm>
          <a:off x="3108837" y="5897362"/>
          <a:ext cx="1097510" cy="285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3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8" name="object 118">
            <a:extLst>
              <a:ext uri="{FF2B5EF4-FFF2-40B4-BE49-F238E27FC236}">
                <a16:creationId xmlns:a16="http://schemas.microsoft.com/office/drawing/2014/main" id="{AFF73509-9624-A702-2D50-08ED270E9BEC}"/>
              </a:ext>
            </a:extLst>
          </p:cNvPr>
          <p:cNvSpPr/>
          <p:nvPr/>
        </p:nvSpPr>
        <p:spPr>
          <a:xfrm>
            <a:off x="3316304" y="5137454"/>
            <a:ext cx="224569" cy="695589"/>
          </a:xfrm>
          <a:custGeom>
            <a:avLst/>
            <a:gdLst/>
            <a:ahLst/>
            <a:cxnLst/>
            <a:rect l="l" t="t" r="r" b="b"/>
            <a:pathLst>
              <a:path w="247650" h="767079">
                <a:moveTo>
                  <a:pt x="215748" y="692490"/>
                </a:moveTo>
                <a:lnTo>
                  <a:pt x="9143" y="3810"/>
                </a:lnTo>
                <a:lnTo>
                  <a:pt x="6857" y="762"/>
                </a:lnTo>
                <a:lnTo>
                  <a:pt x="3809" y="0"/>
                </a:lnTo>
                <a:lnTo>
                  <a:pt x="761" y="2286"/>
                </a:lnTo>
                <a:lnTo>
                  <a:pt x="0" y="6096"/>
                </a:lnTo>
                <a:lnTo>
                  <a:pt x="206743" y="695239"/>
                </a:lnTo>
                <a:lnTo>
                  <a:pt x="215748" y="692490"/>
                </a:lnTo>
                <a:close/>
              </a:path>
              <a:path w="247650" h="767079">
                <a:moveTo>
                  <a:pt x="219456" y="751953"/>
                </a:moveTo>
                <a:lnTo>
                  <a:pt x="219456" y="708660"/>
                </a:lnTo>
                <a:lnTo>
                  <a:pt x="216408" y="710184"/>
                </a:lnTo>
                <a:lnTo>
                  <a:pt x="212598" y="710184"/>
                </a:lnTo>
                <a:lnTo>
                  <a:pt x="210312" y="707136"/>
                </a:lnTo>
                <a:lnTo>
                  <a:pt x="206743" y="695239"/>
                </a:lnTo>
                <a:lnTo>
                  <a:pt x="175260" y="704850"/>
                </a:lnTo>
                <a:lnTo>
                  <a:pt x="219456" y="751953"/>
                </a:lnTo>
                <a:close/>
              </a:path>
              <a:path w="247650" h="767079">
                <a:moveTo>
                  <a:pt x="219456" y="708660"/>
                </a:moveTo>
                <a:lnTo>
                  <a:pt x="219456" y="704850"/>
                </a:lnTo>
                <a:lnTo>
                  <a:pt x="215748" y="692490"/>
                </a:lnTo>
                <a:lnTo>
                  <a:pt x="206743" y="695239"/>
                </a:lnTo>
                <a:lnTo>
                  <a:pt x="210312" y="707136"/>
                </a:lnTo>
                <a:lnTo>
                  <a:pt x="212598" y="710184"/>
                </a:lnTo>
                <a:lnTo>
                  <a:pt x="216408" y="710184"/>
                </a:lnTo>
                <a:lnTo>
                  <a:pt x="219456" y="708660"/>
                </a:lnTo>
                <a:close/>
              </a:path>
              <a:path w="247650" h="767079">
                <a:moveTo>
                  <a:pt x="247650" y="682752"/>
                </a:moveTo>
                <a:lnTo>
                  <a:pt x="215748" y="692490"/>
                </a:lnTo>
                <a:lnTo>
                  <a:pt x="219456" y="704850"/>
                </a:lnTo>
                <a:lnTo>
                  <a:pt x="219456" y="751953"/>
                </a:lnTo>
                <a:lnTo>
                  <a:pt x="233172" y="766572"/>
                </a:lnTo>
                <a:lnTo>
                  <a:pt x="247650" y="682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9" name="object 119">
            <a:extLst>
              <a:ext uri="{FF2B5EF4-FFF2-40B4-BE49-F238E27FC236}">
                <a16:creationId xmlns:a16="http://schemas.microsoft.com/office/drawing/2014/main" id="{9D5BCE08-1FA1-5E48-FEB1-D3ECE3A3EF00}"/>
              </a:ext>
            </a:extLst>
          </p:cNvPr>
          <p:cNvSpPr txBox="1"/>
          <p:nvPr/>
        </p:nvSpPr>
        <p:spPr>
          <a:xfrm>
            <a:off x="6568067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20" name="object 120">
            <a:extLst>
              <a:ext uri="{FF2B5EF4-FFF2-40B4-BE49-F238E27FC236}">
                <a16:creationId xmlns:a16="http://schemas.microsoft.com/office/drawing/2014/main" id="{43CEB1D7-018D-605E-0645-8EF01A7D2329}"/>
              </a:ext>
            </a:extLst>
          </p:cNvPr>
          <p:cNvSpPr/>
          <p:nvPr/>
        </p:nvSpPr>
        <p:spPr>
          <a:xfrm>
            <a:off x="5734742" y="5137454"/>
            <a:ext cx="971982" cy="764687"/>
          </a:xfrm>
          <a:custGeom>
            <a:avLst/>
            <a:gdLst/>
            <a:ahLst/>
            <a:cxnLst/>
            <a:rect l="l" t="t" r="r" b="b"/>
            <a:pathLst>
              <a:path w="1071879" h="843279">
                <a:moveTo>
                  <a:pt x="1014842" y="792205"/>
                </a:moveTo>
                <a:lnTo>
                  <a:pt x="7620" y="762"/>
                </a:lnTo>
                <a:lnTo>
                  <a:pt x="4572" y="0"/>
                </a:lnTo>
                <a:lnTo>
                  <a:pt x="762" y="1524"/>
                </a:lnTo>
                <a:lnTo>
                  <a:pt x="0" y="5334"/>
                </a:lnTo>
                <a:lnTo>
                  <a:pt x="1524" y="8382"/>
                </a:lnTo>
                <a:lnTo>
                  <a:pt x="1008818" y="799881"/>
                </a:lnTo>
                <a:lnTo>
                  <a:pt x="1014842" y="792205"/>
                </a:lnTo>
                <a:close/>
              </a:path>
              <a:path w="1071879" h="843279">
                <a:moveTo>
                  <a:pt x="1026414" y="833697"/>
                </a:moveTo>
                <a:lnTo>
                  <a:pt x="1026414" y="803147"/>
                </a:lnTo>
                <a:lnTo>
                  <a:pt x="1025652" y="806957"/>
                </a:lnTo>
                <a:lnTo>
                  <a:pt x="1022604" y="808482"/>
                </a:lnTo>
                <a:lnTo>
                  <a:pt x="1018794" y="807719"/>
                </a:lnTo>
                <a:lnTo>
                  <a:pt x="1008818" y="799881"/>
                </a:lnTo>
                <a:lnTo>
                  <a:pt x="988314" y="826008"/>
                </a:lnTo>
                <a:lnTo>
                  <a:pt x="1026414" y="833697"/>
                </a:lnTo>
                <a:close/>
              </a:path>
              <a:path w="1071879" h="843279">
                <a:moveTo>
                  <a:pt x="1026414" y="803147"/>
                </a:moveTo>
                <a:lnTo>
                  <a:pt x="1024890" y="800099"/>
                </a:lnTo>
                <a:lnTo>
                  <a:pt x="1014842" y="792205"/>
                </a:lnTo>
                <a:lnTo>
                  <a:pt x="1008818" y="799881"/>
                </a:lnTo>
                <a:lnTo>
                  <a:pt x="1018794" y="807719"/>
                </a:lnTo>
                <a:lnTo>
                  <a:pt x="1022604" y="808482"/>
                </a:lnTo>
                <a:lnTo>
                  <a:pt x="1025652" y="806957"/>
                </a:lnTo>
                <a:lnTo>
                  <a:pt x="1026414" y="803147"/>
                </a:lnTo>
                <a:close/>
              </a:path>
              <a:path w="1071879" h="843279">
                <a:moveTo>
                  <a:pt x="1071372" y="842772"/>
                </a:moveTo>
                <a:lnTo>
                  <a:pt x="1035558" y="765810"/>
                </a:lnTo>
                <a:lnTo>
                  <a:pt x="1014842" y="792205"/>
                </a:lnTo>
                <a:lnTo>
                  <a:pt x="1024890" y="800099"/>
                </a:lnTo>
                <a:lnTo>
                  <a:pt x="1026414" y="803147"/>
                </a:lnTo>
                <a:lnTo>
                  <a:pt x="1026414" y="833697"/>
                </a:lnTo>
                <a:lnTo>
                  <a:pt x="1071372" y="842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21" name="object 121">
            <a:extLst>
              <a:ext uri="{FF2B5EF4-FFF2-40B4-BE49-F238E27FC236}">
                <a16:creationId xmlns:a16="http://schemas.microsoft.com/office/drawing/2014/main" id="{21BEEA36-9B2F-B606-21D3-7F7DB85DE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05902"/>
              </p:ext>
            </p:extLst>
          </p:nvPr>
        </p:nvGraphicFramePr>
        <p:xfrm>
          <a:off x="5380442" y="4644956"/>
          <a:ext cx="1382536" cy="621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8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2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8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942">
                <a:tc gridSpan="2"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627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62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2" name="object 122">
            <a:extLst>
              <a:ext uri="{FF2B5EF4-FFF2-40B4-BE49-F238E27FC236}">
                <a16:creationId xmlns:a16="http://schemas.microsoft.com/office/drawing/2014/main" id="{AF41EBE7-7CDC-6E08-8730-151A9F9190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2117" y="5107050"/>
            <a:ext cx="211441" cy="69098"/>
          </a:xfrm>
          <a:prstGeom prst="rect">
            <a:avLst/>
          </a:prstGeom>
        </p:spPr>
      </p:pic>
      <p:sp>
        <p:nvSpPr>
          <p:cNvPr id="123" name="object 123">
            <a:extLst>
              <a:ext uri="{FF2B5EF4-FFF2-40B4-BE49-F238E27FC236}">
                <a16:creationId xmlns:a16="http://schemas.microsoft.com/office/drawing/2014/main" id="{86EBBA6C-84CC-A6DA-51E7-F5182A2BEC87}"/>
              </a:ext>
            </a:extLst>
          </p:cNvPr>
          <p:cNvSpPr/>
          <p:nvPr/>
        </p:nvSpPr>
        <p:spPr>
          <a:xfrm>
            <a:off x="1950232" y="4273737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4" name="object 124">
            <a:extLst>
              <a:ext uri="{FF2B5EF4-FFF2-40B4-BE49-F238E27FC236}">
                <a16:creationId xmlns:a16="http://schemas.microsoft.com/office/drawing/2014/main" id="{99CC5644-B50A-CA5F-04AA-1D90627759F7}"/>
              </a:ext>
            </a:extLst>
          </p:cNvPr>
          <p:cNvSpPr/>
          <p:nvPr/>
        </p:nvSpPr>
        <p:spPr>
          <a:xfrm>
            <a:off x="1950232" y="5615625"/>
            <a:ext cx="125528" cy="34549"/>
          </a:xfrm>
          <a:custGeom>
            <a:avLst/>
            <a:gdLst/>
            <a:ahLst/>
            <a:cxnLst/>
            <a:rect l="l" t="t" r="r" b="b"/>
            <a:pathLst>
              <a:path w="138430" h="38100">
                <a:moveTo>
                  <a:pt x="137922" y="25908"/>
                </a:moveTo>
                <a:lnTo>
                  <a:pt x="0" y="25209"/>
                </a:lnTo>
                <a:lnTo>
                  <a:pt x="0" y="38100"/>
                </a:lnTo>
                <a:lnTo>
                  <a:pt x="137922" y="38100"/>
                </a:lnTo>
                <a:lnTo>
                  <a:pt x="137922" y="25908"/>
                </a:lnTo>
                <a:close/>
              </a:path>
              <a:path w="138430" h="38100">
                <a:moveTo>
                  <a:pt x="137922" y="0"/>
                </a:moveTo>
                <a:lnTo>
                  <a:pt x="0" y="0"/>
                </a:lnTo>
                <a:lnTo>
                  <a:pt x="0" y="12255"/>
                </a:lnTo>
                <a:lnTo>
                  <a:pt x="137922" y="12954"/>
                </a:lnTo>
                <a:lnTo>
                  <a:pt x="137922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pSp>
        <p:nvGrpSpPr>
          <p:cNvPr id="125" name="object 125">
            <a:extLst>
              <a:ext uri="{FF2B5EF4-FFF2-40B4-BE49-F238E27FC236}">
                <a16:creationId xmlns:a16="http://schemas.microsoft.com/office/drawing/2014/main" id="{8514896D-75AE-2C72-703F-5F458F1977F6}"/>
              </a:ext>
            </a:extLst>
          </p:cNvPr>
          <p:cNvGrpSpPr/>
          <p:nvPr/>
        </p:nvGrpSpPr>
        <p:grpSpPr>
          <a:xfrm>
            <a:off x="2178948" y="3824588"/>
            <a:ext cx="8063188" cy="1851257"/>
            <a:chOff x="1027061" y="4217670"/>
            <a:chExt cx="8891905" cy="2041525"/>
          </a:xfrm>
        </p:grpSpPr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F277877C-4E64-5A72-E98A-6E20D0435177}"/>
                </a:ext>
              </a:extLst>
            </p:cNvPr>
            <p:cNvSpPr/>
            <p:nvPr/>
          </p:nvSpPr>
          <p:spPr>
            <a:xfrm>
              <a:off x="3576713" y="4217670"/>
              <a:ext cx="995680" cy="919480"/>
            </a:xfrm>
            <a:custGeom>
              <a:avLst/>
              <a:gdLst/>
              <a:ahLst/>
              <a:cxnLst/>
              <a:rect l="l" t="t" r="r" b="b"/>
              <a:pathLst>
                <a:path w="995679" h="919479">
                  <a:moveTo>
                    <a:pt x="942702" y="864148"/>
                  </a:moveTo>
                  <a:lnTo>
                    <a:pt x="8382" y="1524"/>
                  </a:lnTo>
                  <a:lnTo>
                    <a:pt x="4572" y="0"/>
                  </a:lnTo>
                  <a:lnTo>
                    <a:pt x="1524" y="1524"/>
                  </a:lnTo>
                  <a:lnTo>
                    <a:pt x="0" y="5334"/>
                  </a:lnTo>
                  <a:lnTo>
                    <a:pt x="1524" y="8382"/>
                  </a:lnTo>
                  <a:lnTo>
                    <a:pt x="936446" y="870864"/>
                  </a:lnTo>
                  <a:lnTo>
                    <a:pt x="942702" y="864148"/>
                  </a:lnTo>
                  <a:close/>
                </a:path>
                <a:path w="995679" h="919479">
                  <a:moveTo>
                    <a:pt x="953262" y="906829"/>
                  </a:moveTo>
                  <a:lnTo>
                    <a:pt x="953262" y="876300"/>
                  </a:lnTo>
                  <a:lnTo>
                    <a:pt x="952500" y="879348"/>
                  </a:lnTo>
                  <a:lnTo>
                    <a:pt x="948690" y="880872"/>
                  </a:lnTo>
                  <a:lnTo>
                    <a:pt x="945642" y="879348"/>
                  </a:lnTo>
                  <a:lnTo>
                    <a:pt x="936446" y="870864"/>
                  </a:lnTo>
                  <a:lnTo>
                    <a:pt x="913638" y="895350"/>
                  </a:lnTo>
                  <a:lnTo>
                    <a:pt x="953262" y="906829"/>
                  </a:lnTo>
                  <a:close/>
                </a:path>
                <a:path w="995679" h="919479">
                  <a:moveTo>
                    <a:pt x="953262" y="876300"/>
                  </a:moveTo>
                  <a:lnTo>
                    <a:pt x="951738" y="872490"/>
                  </a:lnTo>
                  <a:lnTo>
                    <a:pt x="942702" y="864148"/>
                  </a:lnTo>
                  <a:lnTo>
                    <a:pt x="936446" y="870864"/>
                  </a:lnTo>
                  <a:lnTo>
                    <a:pt x="945642" y="879348"/>
                  </a:lnTo>
                  <a:lnTo>
                    <a:pt x="948690" y="880872"/>
                  </a:lnTo>
                  <a:lnTo>
                    <a:pt x="952500" y="879348"/>
                  </a:lnTo>
                  <a:lnTo>
                    <a:pt x="953262" y="876300"/>
                  </a:lnTo>
                  <a:close/>
                </a:path>
                <a:path w="995679" h="919479">
                  <a:moveTo>
                    <a:pt x="995172" y="918972"/>
                  </a:moveTo>
                  <a:lnTo>
                    <a:pt x="965454" y="839724"/>
                  </a:lnTo>
                  <a:lnTo>
                    <a:pt x="942702" y="864148"/>
                  </a:lnTo>
                  <a:lnTo>
                    <a:pt x="951738" y="872490"/>
                  </a:lnTo>
                  <a:lnTo>
                    <a:pt x="953262" y="876300"/>
                  </a:lnTo>
                  <a:lnTo>
                    <a:pt x="953262" y="906829"/>
                  </a:lnTo>
                  <a:lnTo>
                    <a:pt x="995172" y="918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C2AD37A3-6A80-536B-799B-90BBBC6A1171}"/>
                </a:ext>
              </a:extLst>
            </p:cNvPr>
            <p:cNvSpPr/>
            <p:nvPr/>
          </p:nvSpPr>
          <p:spPr>
            <a:xfrm>
              <a:off x="1027061" y="4713744"/>
              <a:ext cx="8891905" cy="1518285"/>
            </a:xfrm>
            <a:custGeom>
              <a:avLst/>
              <a:gdLst/>
              <a:ahLst/>
              <a:cxnLst/>
              <a:rect l="l" t="t" r="r" b="b"/>
              <a:pathLst>
                <a:path w="8891905" h="1518285">
                  <a:moveTo>
                    <a:pt x="152400" y="1505712"/>
                  </a:moveTo>
                  <a:lnTo>
                    <a:pt x="0" y="1504950"/>
                  </a:lnTo>
                  <a:lnTo>
                    <a:pt x="0" y="1517904"/>
                  </a:lnTo>
                  <a:lnTo>
                    <a:pt x="152400" y="1517904"/>
                  </a:lnTo>
                  <a:lnTo>
                    <a:pt x="152400" y="1505712"/>
                  </a:lnTo>
                  <a:close/>
                </a:path>
                <a:path w="8891905" h="1518285">
                  <a:moveTo>
                    <a:pt x="152400" y="1479804"/>
                  </a:moveTo>
                  <a:lnTo>
                    <a:pt x="0" y="1479804"/>
                  </a:lnTo>
                  <a:lnTo>
                    <a:pt x="0" y="1491996"/>
                  </a:lnTo>
                  <a:lnTo>
                    <a:pt x="152400" y="1492758"/>
                  </a:lnTo>
                  <a:lnTo>
                    <a:pt x="152400" y="1479804"/>
                  </a:lnTo>
                  <a:close/>
                </a:path>
                <a:path w="8891905" h="1518285">
                  <a:moveTo>
                    <a:pt x="166878" y="25908"/>
                  </a:moveTo>
                  <a:lnTo>
                    <a:pt x="14478" y="25146"/>
                  </a:lnTo>
                  <a:lnTo>
                    <a:pt x="14478" y="38100"/>
                  </a:lnTo>
                  <a:lnTo>
                    <a:pt x="166878" y="38862"/>
                  </a:lnTo>
                  <a:lnTo>
                    <a:pt x="166878" y="25908"/>
                  </a:lnTo>
                  <a:close/>
                </a:path>
                <a:path w="8891905" h="1518285">
                  <a:moveTo>
                    <a:pt x="166878" y="762"/>
                  </a:moveTo>
                  <a:lnTo>
                    <a:pt x="14478" y="0"/>
                  </a:lnTo>
                  <a:lnTo>
                    <a:pt x="14478" y="12954"/>
                  </a:lnTo>
                  <a:lnTo>
                    <a:pt x="166878" y="12954"/>
                  </a:lnTo>
                  <a:lnTo>
                    <a:pt x="166878" y="762"/>
                  </a:lnTo>
                  <a:close/>
                </a:path>
                <a:path w="8891905" h="1518285">
                  <a:moveTo>
                    <a:pt x="419100" y="1481328"/>
                  </a:moveTo>
                  <a:lnTo>
                    <a:pt x="266700" y="1480566"/>
                  </a:lnTo>
                  <a:lnTo>
                    <a:pt x="266700" y="1493520"/>
                  </a:lnTo>
                  <a:lnTo>
                    <a:pt x="419100" y="1493520"/>
                  </a:lnTo>
                  <a:lnTo>
                    <a:pt x="419100" y="1481328"/>
                  </a:lnTo>
                  <a:close/>
                </a:path>
                <a:path w="8891905" h="1518285">
                  <a:moveTo>
                    <a:pt x="433578" y="26670"/>
                  </a:moveTo>
                  <a:lnTo>
                    <a:pt x="281178" y="26670"/>
                  </a:lnTo>
                  <a:lnTo>
                    <a:pt x="281178" y="38862"/>
                  </a:lnTo>
                  <a:lnTo>
                    <a:pt x="433578" y="39624"/>
                  </a:lnTo>
                  <a:lnTo>
                    <a:pt x="433578" y="26670"/>
                  </a:lnTo>
                  <a:close/>
                </a:path>
                <a:path w="8891905" h="1518285">
                  <a:moveTo>
                    <a:pt x="433578" y="1524"/>
                  </a:moveTo>
                  <a:lnTo>
                    <a:pt x="281178" y="762"/>
                  </a:lnTo>
                  <a:lnTo>
                    <a:pt x="281178" y="13716"/>
                  </a:lnTo>
                  <a:lnTo>
                    <a:pt x="433578" y="14478"/>
                  </a:lnTo>
                  <a:lnTo>
                    <a:pt x="433578" y="1524"/>
                  </a:lnTo>
                  <a:close/>
                </a:path>
                <a:path w="8891905" h="1518285">
                  <a:moveTo>
                    <a:pt x="700278" y="27432"/>
                  </a:moveTo>
                  <a:lnTo>
                    <a:pt x="547878" y="27432"/>
                  </a:lnTo>
                  <a:lnTo>
                    <a:pt x="547878" y="39624"/>
                  </a:lnTo>
                  <a:lnTo>
                    <a:pt x="700278" y="40386"/>
                  </a:lnTo>
                  <a:lnTo>
                    <a:pt x="700278" y="27432"/>
                  </a:lnTo>
                  <a:close/>
                </a:path>
                <a:path w="8891905" h="1518285">
                  <a:moveTo>
                    <a:pt x="700278" y="2286"/>
                  </a:moveTo>
                  <a:lnTo>
                    <a:pt x="547878" y="1524"/>
                  </a:lnTo>
                  <a:lnTo>
                    <a:pt x="547878" y="14478"/>
                  </a:lnTo>
                  <a:lnTo>
                    <a:pt x="700278" y="15240"/>
                  </a:lnTo>
                  <a:lnTo>
                    <a:pt x="700278" y="2286"/>
                  </a:lnTo>
                  <a:close/>
                </a:path>
                <a:path w="8891905" h="1518285">
                  <a:moveTo>
                    <a:pt x="966978" y="28194"/>
                  </a:moveTo>
                  <a:lnTo>
                    <a:pt x="814578" y="28194"/>
                  </a:lnTo>
                  <a:lnTo>
                    <a:pt x="814578" y="40386"/>
                  </a:lnTo>
                  <a:lnTo>
                    <a:pt x="966978" y="41148"/>
                  </a:lnTo>
                  <a:lnTo>
                    <a:pt x="966978" y="28194"/>
                  </a:lnTo>
                  <a:close/>
                </a:path>
                <a:path w="8891905" h="1518285">
                  <a:moveTo>
                    <a:pt x="966978" y="3048"/>
                  </a:moveTo>
                  <a:lnTo>
                    <a:pt x="814578" y="2286"/>
                  </a:lnTo>
                  <a:lnTo>
                    <a:pt x="814578" y="15240"/>
                  </a:lnTo>
                  <a:lnTo>
                    <a:pt x="966978" y="16002"/>
                  </a:lnTo>
                  <a:lnTo>
                    <a:pt x="966978" y="3048"/>
                  </a:lnTo>
                  <a:close/>
                </a:path>
                <a:path w="8891905" h="1518285">
                  <a:moveTo>
                    <a:pt x="1233678" y="28956"/>
                  </a:moveTo>
                  <a:lnTo>
                    <a:pt x="1081278" y="28956"/>
                  </a:lnTo>
                  <a:lnTo>
                    <a:pt x="1081278" y="41910"/>
                  </a:lnTo>
                  <a:lnTo>
                    <a:pt x="1233678" y="41910"/>
                  </a:lnTo>
                  <a:lnTo>
                    <a:pt x="1233678" y="28956"/>
                  </a:lnTo>
                  <a:close/>
                </a:path>
                <a:path w="8891905" h="1518285">
                  <a:moveTo>
                    <a:pt x="1233678" y="3810"/>
                  </a:moveTo>
                  <a:lnTo>
                    <a:pt x="1081278" y="3810"/>
                  </a:lnTo>
                  <a:lnTo>
                    <a:pt x="1081278" y="16002"/>
                  </a:lnTo>
                  <a:lnTo>
                    <a:pt x="1233678" y="16764"/>
                  </a:lnTo>
                  <a:lnTo>
                    <a:pt x="1233678" y="3810"/>
                  </a:lnTo>
                  <a:close/>
                </a:path>
                <a:path w="8891905" h="1518285">
                  <a:moveTo>
                    <a:pt x="1500378" y="30480"/>
                  </a:moveTo>
                  <a:lnTo>
                    <a:pt x="1347978" y="29718"/>
                  </a:lnTo>
                  <a:lnTo>
                    <a:pt x="1347978" y="42672"/>
                  </a:lnTo>
                  <a:lnTo>
                    <a:pt x="1500378" y="42672"/>
                  </a:lnTo>
                  <a:lnTo>
                    <a:pt x="1500378" y="30480"/>
                  </a:lnTo>
                  <a:close/>
                </a:path>
                <a:path w="8891905" h="1518285">
                  <a:moveTo>
                    <a:pt x="1500378" y="4572"/>
                  </a:moveTo>
                  <a:lnTo>
                    <a:pt x="1347978" y="4572"/>
                  </a:lnTo>
                  <a:lnTo>
                    <a:pt x="1347978" y="16764"/>
                  </a:lnTo>
                  <a:lnTo>
                    <a:pt x="1500378" y="17526"/>
                  </a:lnTo>
                  <a:lnTo>
                    <a:pt x="1500378" y="4572"/>
                  </a:lnTo>
                  <a:close/>
                </a:path>
                <a:path w="8891905" h="1518285">
                  <a:moveTo>
                    <a:pt x="1767078" y="31242"/>
                  </a:moveTo>
                  <a:lnTo>
                    <a:pt x="1614678" y="30480"/>
                  </a:lnTo>
                  <a:lnTo>
                    <a:pt x="1614678" y="43434"/>
                  </a:lnTo>
                  <a:lnTo>
                    <a:pt x="1767078" y="43434"/>
                  </a:lnTo>
                  <a:lnTo>
                    <a:pt x="1767078" y="31242"/>
                  </a:lnTo>
                  <a:close/>
                </a:path>
                <a:path w="8891905" h="1518285">
                  <a:moveTo>
                    <a:pt x="1767078" y="5334"/>
                  </a:moveTo>
                  <a:lnTo>
                    <a:pt x="1614678" y="5334"/>
                  </a:lnTo>
                  <a:lnTo>
                    <a:pt x="1614678" y="17526"/>
                  </a:lnTo>
                  <a:lnTo>
                    <a:pt x="1767078" y="18288"/>
                  </a:lnTo>
                  <a:lnTo>
                    <a:pt x="1767078" y="5334"/>
                  </a:lnTo>
                  <a:close/>
                </a:path>
                <a:path w="8891905" h="1518285">
                  <a:moveTo>
                    <a:pt x="2033778" y="32004"/>
                  </a:moveTo>
                  <a:lnTo>
                    <a:pt x="1881378" y="31242"/>
                  </a:lnTo>
                  <a:lnTo>
                    <a:pt x="1881378" y="44196"/>
                  </a:lnTo>
                  <a:lnTo>
                    <a:pt x="2033778" y="44196"/>
                  </a:lnTo>
                  <a:lnTo>
                    <a:pt x="2033778" y="32004"/>
                  </a:lnTo>
                  <a:close/>
                </a:path>
                <a:path w="8891905" h="1518285">
                  <a:moveTo>
                    <a:pt x="2033778" y="6096"/>
                  </a:moveTo>
                  <a:lnTo>
                    <a:pt x="1881378" y="6096"/>
                  </a:lnTo>
                  <a:lnTo>
                    <a:pt x="1881378" y="18288"/>
                  </a:lnTo>
                  <a:lnTo>
                    <a:pt x="2033778" y="19050"/>
                  </a:lnTo>
                  <a:lnTo>
                    <a:pt x="2033778" y="6096"/>
                  </a:lnTo>
                  <a:close/>
                </a:path>
                <a:path w="8891905" h="1518285">
                  <a:moveTo>
                    <a:pt x="2300478" y="32766"/>
                  </a:moveTo>
                  <a:lnTo>
                    <a:pt x="2148078" y="32004"/>
                  </a:lnTo>
                  <a:lnTo>
                    <a:pt x="2148078" y="44958"/>
                  </a:lnTo>
                  <a:lnTo>
                    <a:pt x="2300478" y="45720"/>
                  </a:lnTo>
                  <a:lnTo>
                    <a:pt x="2300478" y="32766"/>
                  </a:lnTo>
                  <a:close/>
                </a:path>
                <a:path w="8891905" h="1518285">
                  <a:moveTo>
                    <a:pt x="2300478" y="7620"/>
                  </a:moveTo>
                  <a:lnTo>
                    <a:pt x="2148078" y="6858"/>
                  </a:lnTo>
                  <a:lnTo>
                    <a:pt x="2148078" y="19812"/>
                  </a:lnTo>
                  <a:lnTo>
                    <a:pt x="2300478" y="19812"/>
                  </a:lnTo>
                  <a:lnTo>
                    <a:pt x="2300478" y="7620"/>
                  </a:lnTo>
                  <a:close/>
                </a:path>
                <a:path w="8891905" h="1518285">
                  <a:moveTo>
                    <a:pt x="2567178" y="33528"/>
                  </a:moveTo>
                  <a:lnTo>
                    <a:pt x="2414778" y="32766"/>
                  </a:lnTo>
                  <a:lnTo>
                    <a:pt x="2414778" y="45720"/>
                  </a:lnTo>
                  <a:lnTo>
                    <a:pt x="2567178" y="46482"/>
                  </a:lnTo>
                  <a:lnTo>
                    <a:pt x="2567178" y="33528"/>
                  </a:lnTo>
                  <a:close/>
                </a:path>
                <a:path w="8891905" h="1518285">
                  <a:moveTo>
                    <a:pt x="2567178" y="8382"/>
                  </a:moveTo>
                  <a:lnTo>
                    <a:pt x="2414778" y="7620"/>
                  </a:lnTo>
                  <a:lnTo>
                    <a:pt x="2414778" y="20574"/>
                  </a:lnTo>
                  <a:lnTo>
                    <a:pt x="2567178" y="20574"/>
                  </a:lnTo>
                  <a:lnTo>
                    <a:pt x="2567178" y="8382"/>
                  </a:lnTo>
                  <a:close/>
                </a:path>
                <a:path w="8891905" h="1518285">
                  <a:moveTo>
                    <a:pt x="2833878" y="34290"/>
                  </a:moveTo>
                  <a:lnTo>
                    <a:pt x="2681478" y="33528"/>
                  </a:lnTo>
                  <a:lnTo>
                    <a:pt x="2681478" y="46482"/>
                  </a:lnTo>
                  <a:lnTo>
                    <a:pt x="2833878" y="47244"/>
                  </a:lnTo>
                  <a:lnTo>
                    <a:pt x="2833878" y="34290"/>
                  </a:lnTo>
                  <a:close/>
                </a:path>
                <a:path w="8891905" h="1518285">
                  <a:moveTo>
                    <a:pt x="2833878" y="9144"/>
                  </a:moveTo>
                  <a:lnTo>
                    <a:pt x="2681478" y="8382"/>
                  </a:lnTo>
                  <a:lnTo>
                    <a:pt x="2681478" y="21336"/>
                  </a:lnTo>
                  <a:lnTo>
                    <a:pt x="2833878" y="21336"/>
                  </a:lnTo>
                  <a:lnTo>
                    <a:pt x="2833878" y="9144"/>
                  </a:lnTo>
                  <a:close/>
                </a:path>
                <a:path w="8891905" h="1518285">
                  <a:moveTo>
                    <a:pt x="3100578" y="35052"/>
                  </a:moveTo>
                  <a:lnTo>
                    <a:pt x="2948178" y="35052"/>
                  </a:lnTo>
                  <a:lnTo>
                    <a:pt x="2948178" y="47244"/>
                  </a:lnTo>
                  <a:lnTo>
                    <a:pt x="3100578" y="48006"/>
                  </a:lnTo>
                  <a:lnTo>
                    <a:pt x="3100578" y="35052"/>
                  </a:lnTo>
                  <a:close/>
                </a:path>
                <a:path w="8891905" h="1518285">
                  <a:moveTo>
                    <a:pt x="3100578" y="9906"/>
                  </a:moveTo>
                  <a:lnTo>
                    <a:pt x="2948178" y="9144"/>
                  </a:lnTo>
                  <a:lnTo>
                    <a:pt x="2948178" y="22098"/>
                  </a:lnTo>
                  <a:lnTo>
                    <a:pt x="3100578" y="22098"/>
                  </a:lnTo>
                  <a:lnTo>
                    <a:pt x="3100578" y="9906"/>
                  </a:lnTo>
                  <a:close/>
                </a:path>
                <a:path w="8891905" h="1518285">
                  <a:moveTo>
                    <a:pt x="3367278" y="35814"/>
                  </a:moveTo>
                  <a:lnTo>
                    <a:pt x="3214878" y="35814"/>
                  </a:lnTo>
                  <a:lnTo>
                    <a:pt x="3214878" y="48006"/>
                  </a:lnTo>
                  <a:lnTo>
                    <a:pt x="3367278" y="48768"/>
                  </a:lnTo>
                  <a:lnTo>
                    <a:pt x="3367278" y="35814"/>
                  </a:lnTo>
                  <a:close/>
                </a:path>
                <a:path w="8891905" h="1518285">
                  <a:moveTo>
                    <a:pt x="3367278" y="10668"/>
                  </a:moveTo>
                  <a:lnTo>
                    <a:pt x="3214878" y="9906"/>
                  </a:lnTo>
                  <a:lnTo>
                    <a:pt x="3214878" y="22860"/>
                  </a:lnTo>
                  <a:lnTo>
                    <a:pt x="3367278" y="23622"/>
                  </a:lnTo>
                  <a:lnTo>
                    <a:pt x="3367278" y="10668"/>
                  </a:lnTo>
                  <a:close/>
                </a:path>
                <a:path w="8891905" h="1518285">
                  <a:moveTo>
                    <a:pt x="3633978" y="36576"/>
                  </a:moveTo>
                  <a:lnTo>
                    <a:pt x="3481578" y="36576"/>
                  </a:lnTo>
                  <a:lnTo>
                    <a:pt x="3481578" y="48768"/>
                  </a:lnTo>
                  <a:lnTo>
                    <a:pt x="3633978" y="49530"/>
                  </a:lnTo>
                  <a:lnTo>
                    <a:pt x="3633978" y="36576"/>
                  </a:lnTo>
                  <a:close/>
                </a:path>
                <a:path w="8891905" h="1518285">
                  <a:moveTo>
                    <a:pt x="3633978" y="11430"/>
                  </a:moveTo>
                  <a:lnTo>
                    <a:pt x="3481578" y="10668"/>
                  </a:lnTo>
                  <a:lnTo>
                    <a:pt x="3481578" y="23622"/>
                  </a:lnTo>
                  <a:lnTo>
                    <a:pt x="3633978" y="24384"/>
                  </a:lnTo>
                  <a:lnTo>
                    <a:pt x="3633978" y="11430"/>
                  </a:lnTo>
                  <a:close/>
                </a:path>
                <a:path w="8891905" h="1518285">
                  <a:moveTo>
                    <a:pt x="3900678" y="37338"/>
                  </a:moveTo>
                  <a:lnTo>
                    <a:pt x="3748278" y="37338"/>
                  </a:lnTo>
                  <a:lnTo>
                    <a:pt x="3748278" y="49530"/>
                  </a:lnTo>
                  <a:lnTo>
                    <a:pt x="3900678" y="50292"/>
                  </a:lnTo>
                  <a:lnTo>
                    <a:pt x="3900678" y="37338"/>
                  </a:lnTo>
                  <a:close/>
                </a:path>
                <a:path w="8891905" h="1518285">
                  <a:moveTo>
                    <a:pt x="3900678" y="12192"/>
                  </a:moveTo>
                  <a:lnTo>
                    <a:pt x="3748278" y="11430"/>
                  </a:lnTo>
                  <a:lnTo>
                    <a:pt x="3748278" y="24384"/>
                  </a:lnTo>
                  <a:lnTo>
                    <a:pt x="3900678" y="25146"/>
                  </a:lnTo>
                  <a:lnTo>
                    <a:pt x="3900678" y="12192"/>
                  </a:lnTo>
                  <a:close/>
                </a:path>
                <a:path w="8891905" h="1518285">
                  <a:moveTo>
                    <a:pt x="4167378" y="38862"/>
                  </a:moveTo>
                  <a:lnTo>
                    <a:pt x="4014978" y="38100"/>
                  </a:lnTo>
                  <a:lnTo>
                    <a:pt x="4014978" y="51054"/>
                  </a:lnTo>
                  <a:lnTo>
                    <a:pt x="4167378" y="51054"/>
                  </a:lnTo>
                  <a:lnTo>
                    <a:pt x="4167378" y="38862"/>
                  </a:lnTo>
                  <a:close/>
                </a:path>
                <a:path w="8891905" h="1518285">
                  <a:moveTo>
                    <a:pt x="4167378" y="12954"/>
                  </a:moveTo>
                  <a:lnTo>
                    <a:pt x="4014978" y="12954"/>
                  </a:lnTo>
                  <a:lnTo>
                    <a:pt x="4014978" y="25146"/>
                  </a:lnTo>
                  <a:lnTo>
                    <a:pt x="4167378" y="25908"/>
                  </a:lnTo>
                  <a:lnTo>
                    <a:pt x="4167378" y="12954"/>
                  </a:lnTo>
                  <a:close/>
                </a:path>
                <a:path w="8891905" h="1518285">
                  <a:moveTo>
                    <a:pt x="4434078" y="39624"/>
                  </a:moveTo>
                  <a:lnTo>
                    <a:pt x="4281678" y="38862"/>
                  </a:lnTo>
                  <a:lnTo>
                    <a:pt x="4281678" y="51816"/>
                  </a:lnTo>
                  <a:lnTo>
                    <a:pt x="4434078" y="51816"/>
                  </a:lnTo>
                  <a:lnTo>
                    <a:pt x="4434078" y="39624"/>
                  </a:lnTo>
                  <a:close/>
                </a:path>
                <a:path w="8891905" h="1518285">
                  <a:moveTo>
                    <a:pt x="4434078" y="13716"/>
                  </a:moveTo>
                  <a:lnTo>
                    <a:pt x="4281678" y="13716"/>
                  </a:lnTo>
                  <a:lnTo>
                    <a:pt x="4281678" y="25908"/>
                  </a:lnTo>
                  <a:lnTo>
                    <a:pt x="4434078" y="26670"/>
                  </a:lnTo>
                  <a:lnTo>
                    <a:pt x="4434078" y="13716"/>
                  </a:lnTo>
                  <a:close/>
                </a:path>
                <a:path w="8891905" h="1518285">
                  <a:moveTo>
                    <a:pt x="4700778" y="40386"/>
                  </a:moveTo>
                  <a:lnTo>
                    <a:pt x="4548378" y="39624"/>
                  </a:lnTo>
                  <a:lnTo>
                    <a:pt x="4548378" y="52578"/>
                  </a:lnTo>
                  <a:lnTo>
                    <a:pt x="4700778" y="52578"/>
                  </a:lnTo>
                  <a:lnTo>
                    <a:pt x="4700778" y="40386"/>
                  </a:lnTo>
                  <a:close/>
                </a:path>
                <a:path w="8891905" h="1518285">
                  <a:moveTo>
                    <a:pt x="4700778" y="14478"/>
                  </a:moveTo>
                  <a:lnTo>
                    <a:pt x="4548378" y="14478"/>
                  </a:lnTo>
                  <a:lnTo>
                    <a:pt x="4548378" y="26670"/>
                  </a:lnTo>
                  <a:lnTo>
                    <a:pt x="4700778" y="27432"/>
                  </a:lnTo>
                  <a:lnTo>
                    <a:pt x="4700778" y="14478"/>
                  </a:lnTo>
                  <a:close/>
                </a:path>
                <a:path w="8891905" h="1518285">
                  <a:moveTo>
                    <a:pt x="4967478" y="41148"/>
                  </a:moveTo>
                  <a:lnTo>
                    <a:pt x="4815078" y="40386"/>
                  </a:lnTo>
                  <a:lnTo>
                    <a:pt x="4815078" y="53340"/>
                  </a:lnTo>
                  <a:lnTo>
                    <a:pt x="4967478" y="53340"/>
                  </a:lnTo>
                  <a:lnTo>
                    <a:pt x="4967478" y="41148"/>
                  </a:lnTo>
                  <a:close/>
                </a:path>
                <a:path w="8891905" h="1518285">
                  <a:moveTo>
                    <a:pt x="4967478" y="15240"/>
                  </a:moveTo>
                  <a:lnTo>
                    <a:pt x="4815078" y="15240"/>
                  </a:lnTo>
                  <a:lnTo>
                    <a:pt x="4815078" y="27432"/>
                  </a:lnTo>
                  <a:lnTo>
                    <a:pt x="4967478" y="28194"/>
                  </a:lnTo>
                  <a:lnTo>
                    <a:pt x="4967478" y="15240"/>
                  </a:lnTo>
                  <a:close/>
                </a:path>
                <a:path w="8891905" h="1518285">
                  <a:moveTo>
                    <a:pt x="5234178" y="41910"/>
                  </a:moveTo>
                  <a:lnTo>
                    <a:pt x="5081778" y="41148"/>
                  </a:lnTo>
                  <a:lnTo>
                    <a:pt x="5081778" y="54102"/>
                  </a:lnTo>
                  <a:lnTo>
                    <a:pt x="5234178" y="54864"/>
                  </a:lnTo>
                  <a:lnTo>
                    <a:pt x="5234178" y="41910"/>
                  </a:lnTo>
                  <a:close/>
                </a:path>
                <a:path w="8891905" h="1518285">
                  <a:moveTo>
                    <a:pt x="5234178" y="16764"/>
                  </a:moveTo>
                  <a:lnTo>
                    <a:pt x="5081778" y="16002"/>
                  </a:lnTo>
                  <a:lnTo>
                    <a:pt x="5081778" y="28956"/>
                  </a:lnTo>
                  <a:lnTo>
                    <a:pt x="5234178" y="28956"/>
                  </a:lnTo>
                  <a:lnTo>
                    <a:pt x="5234178" y="16764"/>
                  </a:lnTo>
                  <a:close/>
                </a:path>
                <a:path w="8891905" h="1518285">
                  <a:moveTo>
                    <a:pt x="5500878" y="42672"/>
                  </a:moveTo>
                  <a:lnTo>
                    <a:pt x="5348478" y="41910"/>
                  </a:lnTo>
                  <a:lnTo>
                    <a:pt x="5348478" y="54864"/>
                  </a:lnTo>
                  <a:lnTo>
                    <a:pt x="5500878" y="55626"/>
                  </a:lnTo>
                  <a:lnTo>
                    <a:pt x="5500878" y="42672"/>
                  </a:lnTo>
                  <a:close/>
                </a:path>
                <a:path w="8891905" h="1518285">
                  <a:moveTo>
                    <a:pt x="5500878" y="17526"/>
                  </a:moveTo>
                  <a:lnTo>
                    <a:pt x="5348478" y="16764"/>
                  </a:lnTo>
                  <a:lnTo>
                    <a:pt x="5348478" y="29718"/>
                  </a:lnTo>
                  <a:lnTo>
                    <a:pt x="5500878" y="29718"/>
                  </a:lnTo>
                  <a:lnTo>
                    <a:pt x="5500878" y="17526"/>
                  </a:lnTo>
                  <a:close/>
                </a:path>
                <a:path w="8891905" h="1518285">
                  <a:moveTo>
                    <a:pt x="5767578" y="43434"/>
                  </a:moveTo>
                  <a:lnTo>
                    <a:pt x="5615178" y="42672"/>
                  </a:lnTo>
                  <a:lnTo>
                    <a:pt x="5615178" y="55626"/>
                  </a:lnTo>
                  <a:lnTo>
                    <a:pt x="5767578" y="56388"/>
                  </a:lnTo>
                  <a:lnTo>
                    <a:pt x="5767578" y="43434"/>
                  </a:lnTo>
                  <a:close/>
                </a:path>
                <a:path w="8891905" h="1518285">
                  <a:moveTo>
                    <a:pt x="5767578" y="18288"/>
                  </a:moveTo>
                  <a:lnTo>
                    <a:pt x="5615178" y="17526"/>
                  </a:lnTo>
                  <a:lnTo>
                    <a:pt x="5615178" y="30480"/>
                  </a:lnTo>
                  <a:lnTo>
                    <a:pt x="5767578" y="30480"/>
                  </a:lnTo>
                  <a:lnTo>
                    <a:pt x="5767578" y="18288"/>
                  </a:lnTo>
                  <a:close/>
                </a:path>
                <a:path w="8891905" h="1518285">
                  <a:moveTo>
                    <a:pt x="6034278" y="44196"/>
                  </a:moveTo>
                  <a:lnTo>
                    <a:pt x="5881878" y="44196"/>
                  </a:lnTo>
                  <a:lnTo>
                    <a:pt x="5881878" y="56388"/>
                  </a:lnTo>
                  <a:lnTo>
                    <a:pt x="6034278" y="57150"/>
                  </a:lnTo>
                  <a:lnTo>
                    <a:pt x="6034278" y="44196"/>
                  </a:lnTo>
                  <a:close/>
                </a:path>
                <a:path w="8891905" h="1518285">
                  <a:moveTo>
                    <a:pt x="6034278" y="19050"/>
                  </a:moveTo>
                  <a:lnTo>
                    <a:pt x="5881878" y="18288"/>
                  </a:lnTo>
                  <a:lnTo>
                    <a:pt x="5881878" y="31242"/>
                  </a:lnTo>
                  <a:lnTo>
                    <a:pt x="6034278" y="31242"/>
                  </a:lnTo>
                  <a:lnTo>
                    <a:pt x="6034278" y="19050"/>
                  </a:lnTo>
                  <a:close/>
                </a:path>
                <a:path w="8891905" h="1518285">
                  <a:moveTo>
                    <a:pt x="6300978" y="44958"/>
                  </a:moveTo>
                  <a:lnTo>
                    <a:pt x="6148578" y="44958"/>
                  </a:lnTo>
                  <a:lnTo>
                    <a:pt x="6148578" y="57150"/>
                  </a:lnTo>
                  <a:lnTo>
                    <a:pt x="6300978" y="57912"/>
                  </a:lnTo>
                  <a:lnTo>
                    <a:pt x="6300978" y="44958"/>
                  </a:lnTo>
                  <a:close/>
                </a:path>
                <a:path w="8891905" h="1518285">
                  <a:moveTo>
                    <a:pt x="6300978" y="19812"/>
                  </a:moveTo>
                  <a:lnTo>
                    <a:pt x="6148578" y="19050"/>
                  </a:lnTo>
                  <a:lnTo>
                    <a:pt x="6148578" y="32004"/>
                  </a:lnTo>
                  <a:lnTo>
                    <a:pt x="6300978" y="32766"/>
                  </a:lnTo>
                  <a:lnTo>
                    <a:pt x="6300978" y="19812"/>
                  </a:lnTo>
                  <a:close/>
                </a:path>
                <a:path w="8891905" h="1518285">
                  <a:moveTo>
                    <a:pt x="6567678" y="45720"/>
                  </a:moveTo>
                  <a:lnTo>
                    <a:pt x="6415278" y="45720"/>
                  </a:lnTo>
                  <a:lnTo>
                    <a:pt x="6415278" y="57912"/>
                  </a:lnTo>
                  <a:lnTo>
                    <a:pt x="6567678" y="58674"/>
                  </a:lnTo>
                  <a:lnTo>
                    <a:pt x="6567678" y="45720"/>
                  </a:lnTo>
                  <a:close/>
                </a:path>
                <a:path w="8891905" h="1518285">
                  <a:moveTo>
                    <a:pt x="6567678" y="20574"/>
                  </a:moveTo>
                  <a:lnTo>
                    <a:pt x="6415278" y="19812"/>
                  </a:lnTo>
                  <a:lnTo>
                    <a:pt x="6415278" y="32766"/>
                  </a:lnTo>
                  <a:lnTo>
                    <a:pt x="6567678" y="33528"/>
                  </a:lnTo>
                  <a:lnTo>
                    <a:pt x="6567678" y="20574"/>
                  </a:lnTo>
                  <a:close/>
                </a:path>
                <a:path w="8891905" h="1518285">
                  <a:moveTo>
                    <a:pt x="6834378" y="46482"/>
                  </a:moveTo>
                  <a:lnTo>
                    <a:pt x="6681978" y="46482"/>
                  </a:lnTo>
                  <a:lnTo>
                    <a:pt x="6681978" y="58674"/>
                  </a:lnTo>
                  <a:lnTo>
                    <a:pt x="6834378" y="59436"/>
                  </a:lnTo>
                  <a:lnTo>
                    <a:pt x="6834378" y="46482"/>
                  </a:lnTo>
                  <a:close/>
                </a:path>
                <a:path w="8891905" h="1518285">
                  <a:moveTo>
                    <a:pt x="6834378" y="21336"/>
                  </a:moveTo>
                  <a:lnTo>
                    <a:pt x="6681978" y="20574"/>
                  </a:lnTo>
                  <a:lnTo>
                    <a:pt x="6681978" y="33528"/>
                  </a:lnTo>
                  <a:lnTo>
                    <a:pt x="6834378" y="34290"/>
                  </a:lnTo>
                  <a:lnTo>
                    <a:pt x="6834378" y="21336"/>
                  </a:lnTo>
                  <a:close/>
                </a:path>
                <a:path w="8891905" h="1518285">
                  <a:moveTo>
                    <a:pt x="7101078" y="48006"/>
                  </a:moveTo>
                  <a:lnTo>
                    <a:pt x="6948678" y="47244"/>
                  </a:lnTo>
                  <a:lnTo>
                    <a:pt x="6948678" y="60198"/>
                  </a:lnTo>
                  <a:lnTo>
                    <a:pt x="7101078" y="60198"/>
                  </a:lnTo>
                  <a:lnTo>
                    <a:pt x="7101078" y="48006"/>
                  </a:lnTo>
                  <a:close/>
                </a:path>
                <a:path w="8891905" h="1518285">
                  <a:moveTo>
                    <a:pt x="7101078" y="22098"/>
                  </a:moveTo>
                  <a:lnTo>
                    <a:pt x="6948678" y="22098"/>
                  </a:lnTo>
                  <a:lnTo>
                    <a:pt x="6948678" y="34290"/>
                  </a:lnTo>
                  <a:lnTo>
                    <a:pt x="7101078" y="35052"/>
                  </a:lnTo>
                  <a:lnTo>
                    <a:pt x="7101078" y="22098"/>
                  </a:lnTo>
                  <a:close/>
                </a:path>
                <a:path w="8891905" h="1518285">
                  <a:moveTo>
                    <a:pt x="7367778" y="48768"/>
                  </a:moveTo>
                  <a:lnTo>
                    <a:pt x="7215378" y="48006"/>
                  </a:lnTo>
                  <a:lnTo>
                    <a:pt x="7215378" y="60960"/>
                  </a:lnTo>
                  <a:lnTo>
                    <a:pt x="7367778" y="60960"/>
                  </a:lnTo>
                  <a:lnTo>
                    <a:pt x="7367778" y="48768"/>
                  </a:lnTo>
                  <a:close/>
                </a:path>
                <a:path w="8891905" h="1518285">
                  <a:moveTo>
                    <a:pt x="7367778" y="22860"/>
                  </a:moveTo>
                  <a:lnTo>
                    <a:pt x="7215378" y="22860"/>
                  </a:lnTo>
                  <a:lnTo>
                    <a:pt x="7215378" y="35052"/>
                  </a:lnTo>
                  <a:lnTo>
                    <a:pt x="7367778" y="35814"/>
                  </a:lnTo>
                  <a:lnTo>
                    <a:pt x="7367778" y="22860"/>
                  </a:lnTo>
                  <a:close/>
                </a:path>
                <a:path w="8891905" h="1518285">
                  <a:moveTo>
                    <a:pt x="7634478" y="49530"/>
                  </a:moveTo>
                  <a:lnTo>
                    <a:pt x="7482078" y="48768"/>
                  </a:lnTo>
                  <a:lnTo>
                    <a:pt x="7482078" y="61722"/>
                  </a:lnTo>
                  <a:lnTo>
                    <a:pt x="7634478" y="61722"/>
                  </a:lnTo>
                  <a:lnTo>
                    <a:pt x="7634478" y="49530"/>
                  </a:lnTo>
                  <a:close/>
                </a:path>
                <a:path w="8891905" h="1518285">
                  <a:moveTo>
                    <a:pt x="7634478" y="23622"/>
                  </a:moveTo>
                  <a:lnTo>
                    <a:pt x="7482078" y="23622"/>
                  </a:lnTo>
                  <a:lnTo>
                    <a:pt x="7482078" y="35814"/>
                  </a:lnTo>
                  <a:lnTo>
                    <a:pt x="7634478" y="36576"/>
                  </a:lnTo>
                  <a:lnTo>
                    <a:pt x="7634478" y="23622"/>
                  </a:lnTo>
                  <a:close/>
                </a:path>
                <a:path w="8891905" h="1518285">
                  <a:moveTo>
                    <a:pt x="7901178" y="50292"/>
                  </a:moveTo>
                  <a:lnTo>
                    <a:pt x="7748778" y="49530"/>
                  </a:lnTo>
                  <a:lnTo>
                    <a:pt x="7748778" y="62484"/>
                  </a:lnTo>
                  <a:lnTo>
                    <a:pt x="7901178" y="62484"/>
                  </a:lnTo>
                  <a:lnTo>
                    <a:pt x="7901178" y="50292"/>
                  </a:lnTo>
                  <a:close/>
                </a:path>
                <a:path w="8891905" h="1518285">
                  <a:moveTo>
                    <a:pt x="7901178" y="24384"/>
                  </a:moveTo>
                  <a:lnTo>
                    <a:pt x="7748778" y="24384"/>
                  </a:lnTo>
                  <a:lnTo>
                    <a:pt x="7748778" y="37338"/>
                  </a:lnTo>
                  <a:lnTo>
                    <a:pt x="7901178" y="37338"/>
                  </a:lnTo>
                  <a:lnTo>
                    <a:pt x="7901178" y="24384"/>
                  </a:lnTo>
                  <a:close/>
                </a:path>
                <a:path w="8891905" h="1518285">
                  <a:moveTo>
                    <a:pt x="8167878" y="51054"/>
                  </a:moveTo>
                  <a:lnTo>
                    <a:pt x="8015478" y="50292"/>
                  </a:lnTo>
                  <a:lnTo>
                    <a:pt x="8015478" y="63246"/>
                  </a:lnTo>
                  <a:lnTo>
                    <a:pt x="8167878" y="64008"/>
                  </a:lnTo>
                  <a:lnTo>
                    <a:pt x="8167878" y="51054"/>
                  </a:lnTo>
                  <a:close/>
                </a:path>
                <a:path w="8891905" h="1518285">
                  <a:moveTo>
                    <a:pt x="8167878" y="25908"/>
                  </a:moveTo>
                  <a:lnTo>
                    <a:pt x="8015478" y="25146"/>
                  </a:lnTo>
                  <a:lnTo>
                    <a:pt x="8015478" y="38100"/>
                  </a:lnTo>
                  <a:lnTo>
                    <a:pt x="8167878" y="38100"/>
                  </a:lnTo>
                  <a:lnTo>
                    <a:pt x="8167878" y="25908"/>
                  </a:lnTo>
                  <a:close/>
                </a:path>
                <a:path w="8891905" h="1518285">
                  <a:moveTo>
                    <a:pt x="8434578" y="51816"/>
                  </a:moveTo>
                  <a:lnTo>
                    <a:pt x="8282178" y="51054"/>
                  </a:lnTo>
                  <a:lnTo>
                    <a:pt x="8282178" y="64008"/>
                  </a:lnTo>
                  <a:lnTo>
                    <a:pt x="8434578" y="64770"/>
                  </a:lnTo>
                  <a:lnTo>
                    <a:pt x="8434578" y="51816"/>
                  </a:lnTo>
                  <a:close/>
                </a:path>
                <a:path w="8891905" h="1518285">
                  <a:moveTo>
                    <a:pt x="8434578" y="26670"/>
                  </a:moveTo>
                  <a:lnTo>
                    <a:pt x="8282178" y="25908"/>
                  </a:lnTo>
                  <a:lnTo>
                    <a:pt x="8282178" y="38862"/>
                  </a:lnTo>
                  <a:lnTo>
                    <a:pt x="8434578" y="38862"/>
                  </a:lnTo>
                  <a:lnTo>
                    <a:pt x="8434578" y="26670"/>
                  </a:lnTo>
                  <a:close/>
                </a:path>
                <a:path w="8891905" h="1518285">
                  <a:moveTo>
                    <a:pt x="8701278" y="52578"/>
                  </a:moveTo>
                  <a:lnTo>
                    <a:pt x="8548878" y="51816"/>
                  </a:lnTo>
                  <a:lnTo>
                    <a:pt x="8548878" y="64770"/>
                  </a:lnTo>
                  <a:lnTo>
                    <a:pt x="8701278" y="65532"/>
                  </a:lnTo>
                  <a:lnTo>
                    <a:pt x="8701278" y="52578"/>
                  </a:lnTo>
                  <a:close/>
                </a:path>
                <a:path w="8891905" h="1518285">
                  <a:moveTo>
                    <a:pt x="8701278" y="27432"/>
                  </a:moveTo>
                  <a:lnTo>
                    <a:pt x="8548878" y="26670"/>
                  </a:lnTo>
                  <a:lnTo>
                    <a:pt x="8548878" y="39624"/>
                  </a:lnTo>
                  <a:lnTo>
                    <a:pt x="8701278" y="39624"/>
                  </a:lnTo>
                  <a:lnTo>
                    <a:pt x="8701278" y="27432"/>
                  </a:lnTo>
                  <a:close/>
                </a:path>
                <a:path w="8891905" h="1518285">
                  <a:moveTo>
                    <a:pt x="8891778" y="53340"/>
                  </a:moveTo>
                  <a:lnTo>
                    <a:pt x="8815578" y="53340"/>
                  </a:lnTo>
                  <a:lnTo>
                    <a:pt x="8815578" y="65532"/>
                  </a:lnTo>
                  <a:lnTo>
                    <a:pt x="8891778" y="66294"/>
                  </a:lnTo>
                  <a:lnTo>
                    <a:pt x="8891778" y="53340"/>
                  </a:lnTo>
                  <a:close/>
                </a:path>
                <a:path w="8891905" h="1518285">
                  <a:moveTo>
                    <a:pt x="8891778" y="28194"/>
                  </a:moveTo>
                  <a:lnTo>
                    <a:pt x="8815578" y="27432"/>
                  </a:lnTo>
                  <a:lnTo>
                    <a:pt x="8815578" y="40386"/>
                  </a:lnTo>
                  <a:lnTo>
                    <a:pt x="8891778" y="40386"/>
                  </a:lnTo>
                  <a:lnTo>
                    <a:pt x="8891778" y="28194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8" name="object 128">
              <a:extLst>
                <a:ext uri="{FF2B5EF4-FFF2-40B4-BE49-F238E27FC236}">
                  <a16:creationId xmlns:a16="http://schemas.microsoft.com/office/drawing/2014/main" id="{F7CCC3A3-1290-29E7-91C4-86A60DEF9EAB}"/>
                </a:ext>
              </a:extLst>
            </p:cNvPr>
            <p:cNvSpPr/>
            <p:nvPr/>
          </p:nvSpPr>
          <p:spPr>
            <a:xfrm>
              <a:off x="1293761" y="6194310"/>
              <a:ext cx="8610600" cy="64769"/>
            </a:xfrm>
            <a:custGeom>
              <a:avLst/>
              <a:gdLst/>
              <a:ahLst/>
              <a:cxnLst/>
              <a:rect l="l" t="t" r="r" b="b"/>
              <a:pathLst>
                <a:path w="8610600" h="64770">
                  <a:moveTo>
                    <a:pt x="152400" y="25908"/>
                  </a:moveTo>
                  <a:lnTo>
                    <a:pt x="0" y="25146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8610600" h="64770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2954"/>
                  </a:lnTo>
                  <a:lnTo>
                    <a:pt x="152400" y="762"/>
                  </a:lnTo>
                  <a:close/>
                </a:path>
                <a:path w="8610600" h="64770">
                  <a:moveTo>
                    <a:pt x="419100" y="26670"/>
                  </a:moveTo>
                  <a:lnTo>
                    <a:pt x="266700" y="25908"/>
                  </a:lnTo>
                  <a:lnTo>
                    <a:pt x="266700" y="38862"/>
                  </a:lnTo>
                  <a:lnTo>
                    <a:pt x="419100" y="39624"/>
                  </a:lnTo>
                  <a:lnTo>
                    <a:pt x="419100" y="26670"/>
                  </a:lnTo>
                  <a:close/>
                </a:path>
                <a:path w="8610600" h="64770">
                  <a:moveTo>
                    <a:pt x="419100" y="1524"/>
                  </a:moveTo>
                  <a:lnTo>
                    <a:pt x="266700" y="762"/>
                  </a:lnTo>
                  <a:lnTo>
                    <a:pt x="266700" y="13716"/>
                  </a:lnTo>
                  <a:lnTo>
                    <a:pt x="419100" y="13716"/>
                  </a:lnTo>
                  <a:lnTo>
                    <a:pt x="419100" y="1524"/>
                  </a:lnTo>
                  <a:close/>
                </a:path>
                <a:path w="8610600" h="64770">
                  <a:moveTo>
                    <a:pt x="685800" y="27432"/>
                  </a:moveTo>
                  <a:lnTo>
                    <a:pt x="533400" y="26670"/>
                  </a:lnTo>
                  <a:lnTo>
                    <a:pt x="533400" y="39624"/>
                  </a:lnTo>
                  <a:lnTo>
                    <a:pt x="685800" y="40386"/>
                  </a:lnTo>
                  <a:lnTo>
                    <a:pt x="685800" y="27432"/>
                  </a:lnTo>
                  <a:close/>
                </a:path>
                <a:path w="8610600" h="64770">
                  <a:moveTo>
                    <a:pt x="685800" y="2286"/>
                  </a:moveTo>
                  <a:lnTo>
                    <a:pt x="533400" y="1524"/>
                  </a:lnTo>
                  <a:lnTo>
                    <a:pt x="533400" y="14478"/>
                  </a:lnTo>
                  <a:lnTo>
                    <a:pt x="685800" y="14478"/>
                  </a:lnTo>
                  <a:lnTo>
                    <a:pt x="685800" y="2286"/>
                  </a:lnTo>
                  <a:close/>
                </a:path>
                <a:path w="8610600" h="64770">
                  <a:moveTo>
                    <a:pt x="952500" y="28194"/>
                  </a:moveTo>
                  <a:lnTo>
                    <a:pt x="800100" y="28194"/>
                  </a:lnTo>
                  <a:lnTo>
                    <a:pt x="800100" y="40386"/>
                  </a:lnTo>
                  <a:lnTo>
                    <a:pt x="952500" y="41148"/>
                  </a:lnTo>
                  <a:lnTo>
                    <a:pt x="952500" y="28194"/>
                  </a:lnTo>
                  <a:close/>
                </a:path>
                <a:path w="8610600" h="64770">
                  <a:moveTo>
                    <a:pt x="952500" y="3048"/>
                  </a:moveTo>
                  <a:lnTo>
                    <a:pt x="800100" y="2286"/>
                  </a:lnTo>
                  <a:lnTo>
                    <a:pt x="800100" y="15240"/>
                  </a:lnTo>
                  <a:lnTo>
                    <a:pt x="952500" y="15240"/>
                  </a:lnTo>
                  <a:lnTo>
                    <a:pt x="952500" y="3048"/>
                  </a:lnTo>
                  <a:close/>
                </a:path>
                <a:path w="8610600" h="64770">
                  <a:moveTo>
                    <a:pt x="1219200" y="28956"/>
                  </a:moveTo>
                  <a:lnTo>
                    <a:pt x="1066800" y="28956"/>
                  </a:lnTo>
                  <a:lnTo>
                    <a:pt x="1066800" y="41148"/>
                  </a:lnTo>
                  <a:lnTo>
                    <a:pt x="1219200" y="41910"/>
                  </a:lnTo>
                  <a:lnTo>
                    <a:pt x="1219200" y="28956"/>
                  </a:lnTo>
                  <a:close/>
                </a:path>
                <a:path w="8610600" h="64770">
                  <a:moveTo>
                    <a:pt x="1219200" y="3810"/>
                  </a:moveTo>
                  <a:lnTo>
                    <a:pt x="1066800" y="3048"/>
                  </a:lnTo>
                  <a:lnTo>
                    <a:pt x="1066800" y="16002"/>
                  </a:lnTo>
                  <a:lnTo>
                    <a:pt x="1219200" y="16764"/>
                  </a:lnTo>
                  <a:lnTo>
                    <a:pt x="1219200" y="3810"/>
                  </a:lnTo>
                  <a:close/>
                </a:path>
                <a:path w="8610600" h="64770">
                  <a:moveTo>
                    <a:pt x="1485900" y="29718"/>
                  </a:moveTo>
                  <a:lnTo>
                    <a:pt x="1333500" y="29718"/>
                  </a:lnTo>
                  <a:lnTo>
                    <a:pt x="1333500" y="41910"/>
                  </a:lnTo>
                  <a:lnTo>
                    <a:pt x="1485900" y="42672"/>
                  </a:lnTo>
                  <a:lnTo>
                    <a:pt x="1485900" y="29718"/>
                  </a:lnTo>
                  <a:close/>
                </a:path>
                <a:path w="8610600" h="64770">
                  <a:moveTo>
                    <a:pt x="1485900" y="4572"/>
                  </a:moveTo>
                  <a:lnTo>
                    <a:pt x="1333500" y="3810"/>
                  </a:lnTo>
                  <a:lnTo>
                    <a:pt x="1333500" y="16764"/>
                  </a:lnTo>
                  <a:lnTo>
                    <a:pt x="1485900" y="17526"/>
                  </a:lnTo>
                  <a:lnTo>
                    <a:pt x="1485900" y="4572"/>
                  </a:lnTo>
                  <a:close/>
                </a:path>
                <a:path w="8610600" h="64770">
                  <a:moveTo>
                    <a:pt x="1752600" y="30480"/>
                  </a:moveTo>
                  <a:lnTo>
                    <a:pt x="1600200" y="30480"/>
                  </a:lnTo>
                  <a:lnTo>
                    <a:pt x="1600200" y="42672"/>
                  </a:lnTo>
                  <a:lnTo>
                    <a:pt x="1752600" y="43434"/>
                  </a:lnTo>
                  <a:lnTo>
                    <a:pt x="1752600" y="30480"/>
                  </a:lnTo>
                  <a:close/>
                </a:path>
                <a:path w="8610600" h="64770">
                  <a:moveTo>
                    <a:pt x="1752600" y="5334"/>
                  </a:moveTo>
                  <a:lnTo>
                    <a:pt x="1600200" y="4572"/>
                  </a:lnTo>
                  <a:lnTo>
                    <a:pt x="1600200" y="17526"/>
                  </a:lnTo>
                  <a:lnTo>
                    <a:pt x="1752600" y="18288"/>
                  </a:lnTo>
                  <a:lnTo>
                    <a:pt x="1752600" y="5334"/>
                  </a:lnTo>
                  <a:close/>
                </a:path>
                <a:path w="8610600" h="64770">
                  <a:moveTo>
                    <a:pt x="2019300" y="32004"/>
                  </a:moveTo>
                  <a:lnTo>
                    <a:pt x="1866900" y="31242"/>
                  </a:lnTo>
                  <a:lnTo>
                    <a:pt x="1866900" y="44196"/>
                  </a:lnTo>
                  <a:lnTo>
                    <a:pt x="2019300" y="44196"/>
                  </a:lnTo>
                  <a:lnTo>
                    <a:pt x="2019300" y="32004"/>
                  </a:lnTo>
                  <a:close/>
                </a:path>
                <a:path w="8610600" h="64770">
                  <a:moveTo>
                    <a:pt x="2019300" y="6096"/>
                  </a:moveTo>
                  <a:lnTo>
                    <a:pt x="1866900" y="6096"/>
                  </a:lnTo>
                  <a:lnTo>
                    <a:pt x="1866900" y="18288"/>
                  </a:lnTo>
                  <a:lnTo>
                    <a:pt x="2019300" y="19050"/>
                  </a:lnTo>
                  <a:lnTo>
                    <a:pt x="2019300" y="6096"/>
                  </a:lnTo>
                  <a:close/>
                </a:path>
                <a:path w="8610600" h="64770">
                  <a:moveTo>
                    <a:pt x="2286000" y="32766"/>
                  </a:moveTo>
                  <a:lnTo>
                    <a:pt x="2133600" y="32004"/>
                  </a:lnTo>
                  <a:lnTo>
                    <a:pt x="2133600" y="44958"/>
                  </a:lnTo>
                  <a:lnTo>
                    <a:pt x="2286000" y="44958"/>
                  </a:lnTo>
                  <a:lnTo>
                    <a:pt x="2286000" y="32766"/>
                  </a:lnTo>
                  <a:close/>
                </a:path>
                <a:path w="8610600" h="64770">
                  <a:moveTo>
                    <a:pt x="2286000" y="6858"/>
                  </a:moveTo>
                  <a:lnTo>
                    <a:pt x="2133600" y="6858"/>
                  </a:lnTo>
                  <a:lnTo>
                    <a:pt x="2133600" y="19050"/>
                  </a:lnTo>
                  <a:lnTo>
                    <a:pt x="2286000" y="19812"/>
                  </a:lnTo>
                  <a:lnTo>
                    <a:pt x="2286000" y="6858"/>
                  </a:lnTo>
                  <a:close/>
                </a:path>
                <a:path w="8610600" h="64770">
                  <a:moveTo>
                    <a:pt x="2552700" y="33528"/>
                  </a:moveTo>
                  <a:lnTo>
                    <a:pt x="2400300" y="32766"/>
                  </a:lnTo>
                  <a:lnTo>
                    <a:pt x="2400300" y="45720"/>
                  </a:lnTo>
                  <a:lnTo>
                    <a:pt x="2552700" y="45720"/>
                  </a:lnTo>
                  <a:lnTo>
                    <a:pt x="2552700" y="33528"/>
                  </a:lnTo>
                  <a:close/>
                </a:path>
                <a:path w="8610600" h="64770">
                  <a:moveTo>
                    <a:pt x="2552700" y="7620"/>
                  </a:moveTo>
                  <a:lnTo>
                    <a:pt x="2400300" y="7620"/>
                  </a:lnTo>
                  <a:lnTo>
                    <a:pt x="2400300" y="19812"/>
                  </a:lnTo>
                  <a:lnTo>
                    <a:pt x="2552700" y="20574"/>
                  </a:lnTo>
                  <a:lnTo>
                    <a:pt x="2552700" y="7620"/>
                  </a:lnTo>
                  <a:close/>
                </a:path>
                <a:path w="8610600" h="64770">
                  <a:moveTo>
                    <a:pt x="2819400" y="34290"/>
                  </a:moveTo>
                  <a:lnTo>
                    <a:pt x="2667000" y="33528"/>
                  </a:lnTo>
                  <a:lnTo>
                    <a:pt x="2667000" y="46482"/>
                  </a:lnTo>
                  <a:lnTo>
                    <a:pt x="2819400" y="46482"/>
                  </a:lnTo>
                  <a:lnTo>
                    <a:pt x="2819400" y="34290"/>
                  </a:lnTo>
                  <a:close/>
                </a:path>
                <a:path w="8610600" h="64770">
                  <a:moveTo>
                    <a:pt x="2819400" y="8382"/>
                  </a:moveTo>
                  <a:lnTo>
                    <a:pt x="2667000" y="8382"/>
                  </a:lnTo>
                  <a:lnTo>
                    <a:pt x="2667000" y="21336"/>
                  </a:lnTo>
                  <a:lnTo>
                    <a:pt x="2819400" y="21336"/>
                  </a:lnTo>
                  <a:lnTo>
                    <a:pt x="2819400" y="8382"/>
                  </a:lnTo>
                  <a:close/>
                </a:path>
                <a:path w="8610600" h="64770">
                  <a:moveTo>
                    <a:pt x="3086100" y="35052"/>
                  </a:moveTo>
                  <a:lnTo>
                    <a:pt x="2933700" y="34290"/>
                  </a:lnTo>
                  <a:lnTo>
                    <a:pt x="2933700" y="47244"/>
                  </a:lnTo>
                  <a:lnTo>
                    <a:pt x="3086100" y="48006"/>
                  </a:lnTo>
                  <a:lnTo>
                    <a:pt x="3086100" y="35052"/>
                  </a:lnTo>
                  <a:close/>
                </a:path>
                <a:path w="8610600" h="64770">
                  <a:moveTo>
                    <a:pt x="3086100" y="9906"/>
                  </a:moveTo>
                  <a:lnTo>
                    <a:pt x="2933700" y="9144"/>
                  </a:lnTo>
                  <a:lnTo>
                    <a:pt x="2933700" y="22098"/>
                  </a:lnTo>
                  <a:lnTo>
                    <a:pt x="3086100" y="22098"/>
                  </a:lnTo>
                  <a:lnTo>
                    <a:pt x="3086100" y="9906"/>
                  </a:lnTo>
                  <a:close/>
                </a:path>
                <a:path w="8610600" h="64770">
                  <a:moveTo>
                    <a:pt x="3352800" y="35814"/>
                  </a:moveTo>
                  <a:lnTo>
                    <a:pt x="3200400" y="35052"/>
                  </a:lnTo>
                  <a:lnTo>
                    <a:pt x="3200400" y="48006"/>
                  </a:lnTo>
                  <a:lnTo>
                    <a:pt x="3352800" y="48768"/>
                  </a:lnTo>
                  <a:lnTo>
                    <a:pt x="3352800" y="35814"/>
                  </a:lnTo>
                  <a:close/>
                </a:path>
                <a:path w="8610600" h="64770">
                  <a:moveTo>
                    <a:pt x="3352800" y="10668"/>
                  </a:moveTo>
                  <a:lnTo>
                    <a:pt x="3200400" y="9906"/>
                  </a:lnTo>
                  <a:lnTo>
                    <a:pt x="3200400" y="22860"/>
                  </a:lnTo>
                  <a:lnTo>
                    <a:pt x="3352800" y="22860"/>
                  </a:lnTo>
                  <a:lnTo>
                    <a:pt x="3352800" y="10668"/>
                  </a:lnTo>
                  <a:close/>
                </a:path>
                <a:path w="8610600" h="64770">
                  <a:moveTo>
                    <a:pt x="3619500" y="36576"/>
                  </a:moveTo>
                  <a:lnTo>
                    <a:pt x="3467100" y="35814"/>
                  </a:lnTo>
                  <a:lnTo>
                    <a:pt x="3467100" y="48768"/>
                  </a:lnTo>
                  <a:lnTo>
                    <a:pt x="3619500" y="49530"/>
                  </a:lnTo>
                  <a:lnTo>
                    <a:pt x="3619500" y="36576"/>
                  </a:lnTo>
                  <a:close/>
                </a:path>
                <a:path w="8610600" h="64770">
                  <a:moveTo>
                    <a:pt x="3619500" y="11430"/>
                  </a:moveTo>
                  <a:lnTo>
                    <a:pt x="3467100" y="10668"/>
                  </a:lnTo>
                  <a:lnTo>
                    <a:pt x="3467100" y="23622"/>
                  </a:lnTo>
                  <a:lnTo>
                    <a:pt x="3619500" y="23622"/>
                  </a:lnTo>
                  <a:lnTo>
                    <a:pt x="3619500" y="11430"/>
                  </a:lnTo>
                  <a:close/>
                </a:path>
                <a:path w="8610600" h="64770">
                  <a:moveTo>
                    <a:pt x="3886200" y="37338"/>
                  </a:moveTo>
                  <a:lnTo>
                    <a:pt x="3733800" y="37338"/>
                  </a:lnTo>
                  <a:lnTo>
                    <a:pt x="3733800" y="49530"/>
                  </a:lnTo>
                  <a:lnTo>
                    <a:pt x="3886200" y="50292"/>
                  </a:lnTo>
                  <a:lnTo>
                    <a:pt x="3886200" y="37338"/>
                  </a:lnTo>
                  <a:close/>
                </a:path>
                <a:path w="8610600" h="64770">
                  <a:moveTo>
                    <a:pt x="3886200" y="12192"/>
                  </a:moveTo>
                  <a:lnTo>
                    <a:pt x="3733800" y="11430"/>
                  </a:lnTo>
                  <a:lnTo>
                    <a:pt x="3733800" y="24384"/>
                  </a:lnTo>
                  <a:lnTo>
                    <a:pt x="3886200" y="25146"/>
                  </a:lnTo>
                  <a:lnTo>
                    <a:pt x="3886200" y="12192"/>
                  </a:lnTo>
                  <a:close/>
                </a:path>
                <a:path w="8610600" h="64770">
                  <a:moveTo>
                    <a:pt x="4152900" y="38100"/>
                  </a:moveTo>
                  <a:lnTo>
                    <a:pt x="4000500" y="38100"/>
                  </a:lnTo>
                  <a:lnTo>
                    <a:pt x="4000500" y="50292"/>
                  </a:lnTo>
                  <a:lnTo>
                    <a:pt x="4152900" y="51054"/>
                  </a:lnTo>
                  <a:lnTo>
                    <a:pt x="4152900" y="38100"/>
                  </a:lnTo>
                  <a:close/>
                </a:path>
                <a:path w="8610600" h="64770">
                  <a:moveTo>
                    <a:pt x="4152900" y="12954"/>
                  </a:moveTo>
                  <a:lnTo>
                    <a:pt x="4000500" y="12192"/>
                  </a:lnTo>
                  <a:lnTo>
                    <a:pt x="4000500" y="25146"/>
                  </a:lnTo>
                  <a:lnTo>
                    <a:pt x="4152900" y="25908"/>
                  </a:lnTo>
                  <a:lnTo>
                    <a:pt x="4152900" y="12954"/>
                  </a:lnTo>
                  <a:close/>
                </a:path>
                <a:path w="8610600" h="64770">
                  <a:moveTo>
                    <a:pt x="4419600" y="38862"/>
                  </a:moveTo>
                  <a:lnTo>
                    <a:pt x="4267200" y="38862"/>
                  </a:lnTo>
                  <a:lnTo>
                    <a:pt x="4267200" y="51054"/>
                  </a:lnTo>
                  <a:lnTo>
                    <a:pt x="4419600" y="51816"/>
                  </a:lnTo>
                  <a:lnTo>
                    <a:pt x="4419600" y="38862"/>
                  </a:lnTo>
                  <a:close/>
                </a:path>
                <a:path w="8610600" h="64770">
                  <a:moveTo>
                    <a:pt x="4419600" y="13716"/>
                  </a:moveTo>
                  <a:lnTo>
                    <a:pt x="4267200" y="12954"/>
                  </a:lnTo>
                  <a:lnTo>
                    <a:pt x="4267200" y="25908"/>
                  </a:lnTo>
                  <a:lnTo>
                    <a:pt x="4419600" y="26670"/>
                  </a:lnTo>
                  <a:lnTo>
                    <a:pt x="4419600" y="13716"/>
                  </a:lnTo>
                  <a:close/>
                </a:path>
                <a:path w="8610600" h="64770">
                  <a:moveTo>
                    <a:pt x="4686300" y="39624"/>
                  </a:moveTo>
                  <a:lnTo>
                    <a:pt x="4533900" y="39624"/>
                  </a:lnTo>
                  <a:lnTo>
                    <a:pt x="4533900" y="51816"/>
                  </a:lnTo>
                  <a:lnTo>
                    <a:pt x="4686300" y="52578"/>
                  </a:lnTo>
                  <a:lnTo>
                    <a:pt x="4686300" y="39624"/>
                  </a:lnTo>
                  <a:close/>
                </a:path>
                <a:path w="8610600" h="64770">
                  <a:moveTo>
                    <a:pt x="4686300" y="14478"/>
                  </a:moveTo>
                  <a:lnTo>
                    <a:pt x="4533900" y="13716"/>
                  </a:lnTo>
                  <a:lnTo>
                    <a:pt x="4533900" y="26670"/>
                  </a:lnTo>
                  <a:lnTo>
                    <a:pt x="4686300" y="27432"/>
                  </a:lnTo>
                  <a:lnTo>
                    <a:pt x="4686300" y="14478"/>
                  </a:lnTo>
                  <a:close/>
                </a:path>
                <a:path w="8610600" h="64770">
                  <a:moveTo>
                    <a:pt x="4953000" y="41148"/>
                  </a:moveTo>
                  <a:lnTo>
                    <a:pt x="4800600" y="40386"/>
                  </a:lnTo>
                  <a:lnTo>
                    <a:pt x="4800600" y="53340"/>
                  </a:lnTo>
                  <a:lnTo>
                    <a:pt x="4953000" y="53340"/>
                  </a:lnTo>
                  <a:lnTo>
                    <a:pt x="4953000" y="41148"/>
                  </a:lnTo>
                  <a:close/>
                </a:path>
                <a:path w="8610600" h="64770">
                  <a:moveTo>
                    <a:pt x="4953000" y="15240"/>
                  </a:moveTo>
                  <a:lnTo>
                    <a:pt x="4800600" y="15240"/>
                  </a:lnTo>
                  <a:lnTo>
                    <a:pt x="4800600" y="27432"/>
                  </a:lnTo>
                  <a:lnTo>
                    <a:pt x="4953000" y="28194"/>
                  </a:lnTo>
                  <a:lnTo>
                    <a:pt x="4953000" y="15240"/>
                  </a:lnTo>
                  <a:close/>
                </a:path>
                <a:path w="8610600" h="64770">
                  <a:moveTo>
                    <a:pt x="5219700" y="41910"/>
                  </a:moveTo>
                  <a:lnTo>
                    <a:pt x="5067300" y="41148"/>
                  </a:lnTo>
                  <a:lnTo>
                    <a:pt x="5067300" y="54102"/>
                  </a:lnTo>
                  <a:lnTo>
                    <a:pt x="5219700" y="54102"/>
                  </a:lnTo>
                  <a:lnTo>
                    <a:pt x="5219700" y="41910"/>
                  </a:lnTo>
                  <a:close/>
                </a:path>
                <a:path w="8610600" h="64770">
                  <a:moveTo>
                    <a:pt x="5219700" y="16002"/>
                  </a:moveTo>
                  <a:lnTo>
                    <a:pt x="5067300" y="16002"/>
                  </a:lnTo>
                  <a:lnTo>
                    <a:pt x="5067300" y="28194"/>
                  </a:lnTo>
                  <a:lnTo>
                    <a:pt x="5219700" y="28956"/>
                  </a:lnTo>
                  <a:lnTo>
                    <a:pt x="5219700" y="16002"/>
                  </a:lnTo>
                  <a:close/>
                </a:path>
                <a:path w="8610600" h="64770">
                  <a:moveTo>
                    <a:pt x="5486400" y="42672"/>
                  </a:moveTo>
                  <a:lnTo>
                    <a:pt x="5334000" y="41910"/>
                  </a:lnTo>
                  <a:lnTo>
                    <a:pt x="5334000" y="54864"/>
                  </a:lnTo>
                  <a:lnTo>
                    <a:pt x="5486400" y="54864"/>
                  </a:lnTo>
                  <a:lnTo>
                    <a:pt x="5486400" y="42672"/>
                  </a:lnTo>
                  <a:close/>
                </a:path>
                <a:path w="8610600" h="64770">
                  <a:moveTo>
                    <a:pt x="5486400" y="16764"/>
                  </a:moveTo>
                  <a:lnTo>
                    <a:pt x="5334000" y="16764"/>
                  </a:lnTo>
                  <a:lnTo>
                    <a:pt x="5334000" y="28956"/>
                  </a:lnTo>
                  <a:lnTo>
                    <a:pt x="5486400" y="29718"/>
                  </a:lnTo>
                  <a:lnTo>
                    <a:pt x="5486400" y="16764"/>
                  </a:lnTo>
                  <a:close/>
                </a:path>
                <a:path w="8610600" h="64770">
                  <a:moveTo>
                    <a:pt x="5753100" y="43434"/>
                  </a:moveTo>
                  <a:lnTo>
                    <a:pt x="5600700" y="42672"/>
                  </a:lnTo>
                  <a:lnTo>
                    <a:pt x="5600700" y="55626"/>
                  </a:lnTo>
                  <a:lnTo>
                    <a:pt x="5753100" y="55626"/>
                  </a:lnTo>
                  <a:lnTo>
                    <a:pt x="5753100" y="43434"/>
                  </a:lnTo>
                  <a:close/>
                </a:path>
                <a:path w="8610600" h="64770">
                  <a:moveTo>
                    <a:pt x="5753100" y="17526"/>
                  </a:moveTo>
                  <a:lnTo>
                    <a:pt x="5600700" y="17526"/>
                  </a:lnTo>
                  <a:lnTo>
                    <a:pt x="5600700" y="30480"/>
                  </a:lnTo>
                  <a:lnTo>
                    <a:pt x="5753100" y="30480"/>
                  </a:lnTo>
                  <a:lnTo>
                    <a:pt x="5753100" y="17526"/>
                  </a:lnTo>
                  <a:close/>
                </a:path>
                <a:path w="8610600" h="64770">
                  <a:moveTo>
                    <a:pt x="6019800" y="44196"/>
                  </a:moveTo>
                  <a:lnTo>
                    <a:pt x="5867400" y="43434"/>
                  </a:lnTo>
                  <a:lnTo>
                    <a:pt x="5867400" y="56388"/>
                  </a:lnTo>
                  <a:lnTo>
                    <a:pt x="6019800" y="57150"/>
                  </a:lnTo>
                  <a:lnTo>
                    <a:pt x="6019800" y="44196"/>
                  </a:lnTo>
                  <a:close/>
                </a:path>
                <a:path w="8610600" h="64770">
                  <a:moveTo>
                    <a:pt x="6019800" y="19050"/>
                  </a:moveTo>
                  <a:lnTo>
                    <a:pt x="5867400" y="18288"/>
                  </a:lnTo>
                  <a:lnTo>
                    <a:pt x="5867400" y="31242"/>
                  </a:lnTo>
                  <a:lnTo>
                    <a:pt x="6019800" y="31242"/>
                  </a:lnTo>
                  <a:lnTo>
                    <a:pt x="6019800" y="19050"/>
                  </a:lnTo>
                  <a:close/>
                </a:path>
                <a:path w="8610600" h="64770">
                  <a:moveTo>
                    <a:pt x="6286500" y="44958"/>
                  </a:moveTo>
                  <a:lnTo>
                    <a:pt x="6134100" y="44196"/>
                  </a:lnTo>
                  <a:lnTo>
                    <a:pt x="6134100" y="57150"/>
                  </a:lnTo>
                  <a:lnTo>
                    <a:pt x="6286500" y="57912"/>
                  </a:lnTo>
                  <a:lnTo>
                    <a:pt x="6286500" y="44958"/>
                  </a:lnTo>
                  <a:close/>
                </a:path>
                <a:path w="8610600" h="64770">
                  <a:moveTo>
                    <a:pt x="6286500" y="19812"/>
                  </a:moveTo>
                  <a:lnTo>
                    <a:pt x="6134100" y="19050"/>
                  </a:lnTo>
                  <a:lnTo>
                    <a:pt x="6134100" y="32004"/>
                  </a:lnTo>
                  <a:lnTo>
                    <a:pt x="6286500" y="32004"/>
                  </a:lnTo>
                  <a:lnTo>
                    <a:pt x="6286500" y="19812"/>
                  </a:lnTo>
                  <a:close/>
                </a:path>
                <a:path w="8610600" h="64770">
                  <a:moveTo>
                    <a:pt x="6553200" y="45720"/>
                  </a:moveTo>
                  <a:lnTo>
                    <a:pt x="6400800" y="44958"/>
                  </a:lnTo>
                  <a:lnTo>
                    <a:pt x="6400800" y="57912"/>
                  </a:lnTo>
                  <a:lnTo>
                    <a:pt x="6553200" y="58674"/>
                  </a:lnTo>
                  <a:lnTo>
                    <a:pt x="6553200" y="45720"/>
                  </a:lnTo>
                  <a:close/>
                </a:path>
                <a:path w="8610600" h="64770">
                  <a:moveTo>
                    <a:pt x="6553200" y="20574"/>
                  </a:moveTo>
                  <a:lnTo>
                    <a:pt x="6400800" y="19812"/>
                  </a:lnTo>
                  <a:lnTo>
                    <a:pt x="6400800" y="32766"/>
                  </a:lnTo>
                  <a:lnTo>
                    <a:pt x="6553200" y="32766"/>
                  </a:lnTo>
                  <a:lnTo>
                    <a:pt x="6553200" y="20574"/>
                  </a:lnTo>
                  <a:close/>
                </a:path>
                <a:path w="8610600" h="64770">
                  <a:moveTo>
                    <a:pt x="6819900" y="46482"/>
                  </a:moveTo>
                  <a:lnTo>
                    <a:pt x="6667500" y="46482"/>
                  </a:lnTo>
                  <a:lnTo>
                    <a:pt x="6667500" y="58674"/>
                  </a:lnTo>
                  <a:lnTo>
                    <a:pt x="6819900" y="59436"/>
                  </a:lnTo>
                  <a:lnTo>
                    <a:pt x="6819900" y="46482"/>
                  </a:lnTo>
                  <a:close/>
                </a:path>
                <a:path w="8610600" h="64770">
                  <a:moveTo>
                    <a:pt x="6819900" y="21336"/>
                  </a:moveTo>
                  <a:lnTo>
                    <a:pt x="6667500" y="20574"/>
                  </a:lnTo>
                  <a:lnTo>
                    <a:pt x="6667500" y="33528"/>
                  </a:lnTo>
                  <a:lnTo>
                    <a:pt x="6819900" y="34290"/>
                  </a:lnTo>
                  <a:lnTo>
                    <a:pt x="6819900" y="21336"/>
                  </a:lnTo>
                  <a:close/>
                </a:path>
                <a:path w="8610600" h="64770">
                  <a:moveTo>
                    <a:pt x="7086600" y="47244"/>
                  </a:moveTo>
                  <a:lnTo>
                    <a:pt x="6934200" y="47244"/>
                  </a:lnTo>
                  <a:lnTo>
                    <a:pt x="6934200" y="59436"/>
                  </a:lnTo>
                  <a:lnTo>
                    <a:pt x="7086600" y="60198"/>
                  </a:lnTo>
                  <a:lnTo>
                    <a:pt x="7086600" y="47244"/>
                  </a:lnTo>
                  <a:close/>
                </a:path>
                <a:path w="8610600" h="64770">
                  <a:moveTo>
                    <a:pt x="7086600" y="22098"/>
                  </a:moveTo>
                  <a:lnTo>
                    <a:pt x="6934200" y="21336"/>
                  </a:lnTo>
                  <a:lnTo>
                    <a:pt x="6934200" y="34290"/>
                  </a:lnTo>
                  <a:lnTo>
                    <a:pt x="7086600" y="35052"/>
                  </a:lnTo>
                  <a:lnTo>
                    <a:pt x="7086600" y="22098"/>
                  </a:lnTo>
                  <a:close/>
                </a:path>
                <a:path w="8610600" h="64770">
                  <a:moveTo>
                    <a:pt x="7353300" y="48006"/>
                  </a:moveTo>
                  <a:lnTo>
                    <a:pt x="7200900" y="48006"/>
                  </a:lnTo>
                  <a:lnTo>
                    <a:pt x="7200900" y="60198"/>
                  </a:lnTo>
                  <a:lnTo>
                    <a:pt x="7353300" y="60960"/>
                  </a:lnTo>
                  <a:lnTo>
                    <a:pt x="7353300" y="48006"/>
                  </a:lnTo>
                  <a:close/>
                </a:path>
                <a:path w="8610600" h="64770">
                  <a:moveTo>
                    <a:pt x="7353300" y="22860"/>
                  </a:moveTo>
                  <a:lnTo>
                    <a:pt x="7200900" y="22098"/>
                  </a:lnTo>
                  <a:lnTo>
                    <a:pt x="7200900" y="35052"/>
                  </a:lnTo>
                  <a:lnTo>
                    <a:pt x="7353300" y="35814"/>
                  </a:lnTo>
                  <a:lnTo>
                    <a:pt x="7353300" y="22860"/>
                  </a:lnTo>
                  <a:close/>
                </a:path>
                <a:path w="8610600" h="64770">
                  <a:moveTo>
                    <a:pt x="7620000" y="48768"/>
                  </a:moveTo>
                  <a:lnTo>
                    <a:pt x="7467600" y="48768"/>
                  </a:lnTo>
                  <a:lnTo>
                    <a:pt x="7467600" y="61722"/>
                  </a:lnTo>
                  <a:lnTo>
                    <a:pt x="7620000" y="61722"/>
                  </a:lnTo>
                  <a:lnTo>
                    <a:pt x="7620000" y="48768"/>
                  </a:lnTo>
                  <a:close/>
                </a:path>
                <a:path w="8610600" h="64770">
                  <a:moveTo>
                    <a:pt x="7620000" y="23622"/>
                  </a:moveTo>
                  <a:lnTo>
                    <a:pt x="7467600" y="23622"/>
                  </a:lnTo>
                  <a:lnTo>
                    <a:pt x="7467600" y="35814"/>
                  </a:lnTo>
                  <a:lnTo>
                    <a:pt x="7620000" y="36576"/>
                  </a:lnTo>
                  <a:lnTo>
                    <a:pt x="7620000" y="23622"/>
                  </a:lnTo>
                  <a:close/>
                </a:path>
                <a:path w="8610600" h="64770">
                  <a:moveTo>
                    <a:pt x="7886700" y="50292"/>
                  </a:moveTo>
                  <a:lnTo>
                    <a:pt x="7734300" y="49530"/>
                  </a:lnTo>
                  <a:lnTo>
                    <a:pt x="7734300" y="62484"/>
                  </a:lnTo>
                  <a:lnTo>
                    <a:pt x="7886700" y="62484"/>
                  </a:lnTo>
                  <a:lnTo>
                    <a:pt x="7886700" y="50292"/>
                  </a:lnTo>
                  <a:close/>
                </a:path>
                <a:path w="8610600" h="64770">
                  <a:moveTo>
                    <a:pt x="7886700" y="24384"/>
                  </a:moveTo>
                  <a:lnTo>
                    <a:pt x="7734300" y="24384"/>
                  </a:lnTo>
                  <a:lnTo>
                    <a:pt x="7734300" y="36576"/>
                  </a:lnTo>
                  <a:lnTo>
                    <a:pt x="7886700" y="37338"/>
                  </a:lnTo>
                  <a:lnTo>
                    <a:pt x="7886700" y="24384"/>
                  </a:lnTo>
                  <a:close/>
                </a:path>
                <a:path w="8610600" h="64770">
                  <a:moveTo>
                    <a:pt x="8153400" y="51054"/>
                  </a:moveTo>
                  <a:lnTo>
                    <a:pt x="8001000" y="50292"/>
                  </a:lnTo>
                  <a:lnTo>
                    <a:pt x="8001000" y="63246"/>
                  </a:lnTo>
                  <a:lnTo>
                    <a:pt x="8153400" y="63246"/>
                  </a:lnTo>
                  <a:lnTo>
                    <a:pt x="8153400" y="51054"/>
                  </a:lnTo>
                  <a:close/>
                </a:path>
                <a:path w="8610600" h="64770">
                  <a:moveTo>
                    <a:pt x="8153400" y="25146"/>
                  </a:moveTo>
                  <a:lnTo>
                    <a:pt x="8001000" y="25146"/>
                  </a:lnTo>
                  <a:lnTo>
                    <a:pt x="8001000" y="37338"/>
                  </a:lnTo>
                  <a:lnTo>
                    <a:pt x="8153400" y="38100"/>
                  </a:lnTo>
                  <a:lnTo>
                    <a:pt x="8153400" y="25146"/>
                  </a:lnTo>
                  <a:close/>
                </a:path>
                <a:path w="8610600" h="64770">
                  <a:moveTo>
                    <a:pt x="8420100" y="51816"/>
                  </a:moveTo>
                  <a:lnTo>
                    <a:pt x="8267700" y="51054"/>
                  </a:lnTo>
                  <a:lnTo>
                    <a:pt x="8267700" y="64008"/>
                  </a:lnTo>
                  <a:lnTo>
                    <a:pt x="8420100" y="64008"/>
                  </a:lnTo>
                  <a:lnTo>
                    <a:pt x="8420100" y="51816"/>
                  </a:lnTo>
                  <a:close/>
                </a:path>
                <a:path w="8610600" h="64770">
                  <a:moveTo>
                    <a:pt x="8420100" y="25908"/>
                  </a:moveTo>
                  <a:lnTo>
                    <a:pt x="8267700" y="25908"/>
                  </a:lnTo>
                  <a:lnTo>
                    <a:pt x="8267700" y="38100"/>
                  </a:lnTo>
                  <a:lnTo>
                    <a:pt x="8420100" y="38862"/>
                  </a:lnTo>
                  <a:lnTo>
                    <a:pt x="8420100" y="25908"/>
                  </a:lnTo>
                  <a:close/>
                </a:path>
                <a:path w="8610600" h="64770">
                  <a:moveTo>
                    <a:pt x="8610600" y="52578"/>
                  </a:moveTo>
                  <a:lnTo>
                    <a:pt x="8534400" y="51816"/>
                  </a:lnTo>
                  <a:lnTo>
                    <a:pt x="8534400" y="64770"/>
                  </a:lnTo>
                  <a:lnTo>
                    <a:pt x="8610600" y="64770"/>
                  </a:lnTo>
                  <a:lnTo>
                    <a:pt x="8610600" y="52578"/>
                  </a:lnTo>
                  <a:close/>
                </a:path>
                <a:path w="8610600" h="64770">
                  <a:moveTo>
                    <a:pt x="8610600" y="26670"/>
                  </a:moveTo>
                  <a:lnTo>
                    <a:pt x="8534400" y="26670"/>
                  </a:lnTo>
                  <a:lnTo>
                    <a:pt x="8534400" y="39624"/>
                  </a:lnTo>
                  <a:lnTo>
                    <a:pt x="8610600" y="39624"/>
                  </a:lnTo>
                  <a:lnTo>
                    <a:pt x="8610600" y="2667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29" name="object 129">
            <a:extLst>
              <a:ext uri="{FF2B5EF4-FFF2-40B4-BE49-F238E27FC236}">
                <a16:creationId xmlns:a16="http://schemas.microsoft.com/office/drawing/2014/main" id="{118034A1-5DFD-CDCB-45EE-80B811177516}"/>
              </a:ext>
            </a:extLst>
          </p:cNvPr>
          <p:cNvSpPr txBox="1"/>
          <p:nvPr/>
        </p:nvSpPr>
        <p:spPr>
          <a:xfrm>
            <a:off x="9146347" y="3904280"/>
            <a:ext cx="959314" cy="736118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非叶结点</a:t>
            </a:r>
            <a:endParaRPr sz="1814">
              <a:latin typeface="Lantinghei SC Heavy"/>
              <a:cs typeface="Lantinghei SC Heavy"/>
            </a:endParaRPr>
          </a:p>
          <a:p>
            <a:pPr marL="25912">
              <a:spcBef>
                <a:spcPts val="1301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叶子结点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D2152C02-3098-B289-162F-8ED4382CA557}"/>
              </a:ext>
            </a:extLst>
          </p:cNvPr>
          <p:cNvSpPr txBox="1"/>
          <p:nvPr/>
        </p:nvSpPr>
        <p:spPr>
          <a:xfrm>
            <a:off x="9264525" y="5689075"/>
            <a:ext cx="713439" cy="56940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 marR="4607">
              <a:spcBef>
                <a:spcPts val="86"/>
              </a:spcBef>
            </a:pPr>
            <a:r>
              <a:rPr sz="1814" b="1" spc="-32" dirty="0">
                <a:solidFill>
                  <a:srgbClr val="CC0000"/>
                </a:solidFill>
                <a:latin typeface="Lantinghei SC Heavy"/>
                <a:cs typeface="Lantinghei SC Heavy"/>
              </a:rPr>
              <a:t>主文件的记录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31" name="object 131">
            <a:extLst>
              <a:ext uri="{FF2B5EF4-FFF2-40B4-BE49-F238E27FC236}">
                <a16:creationId xmlns:a16="http://schemas.microsoft.com/office/drawing/2014/main" id="{7C09CA0F-D0AB-FEB5-9CA7-2B39F744FBF6}"/>
              </a:ext>
            </a:extLst>
          </p:cNvPr>
          <p:cNvSpPr txBox="1"/>
          <p:nvPr/>
        </p:nvSpPr>
        <p:spPr>
          <a:xfrm>
            <a:off x="2203357" y="1108566"/>
            <a:ext cx="3416331" cy="444727"/>
          </a:xfrm>
          <a:prstGeom prst="rect">
            <a:avLst/>
          </a:prstGeom>
        </p:spPr>
        <p:txBody>
          <a:bodyPr vert="horz" wrap="square" lIns="0" tIns="108829" rIns="0" bIns="0" rtlCol="0">
            <a:spAutoFit/>
          </a:bodyPr>
          <a:lstStyle/>
          <a:p>
            <a:pPr marL="11516">
              <a:spcBef>
                <a:spcPts val="856"/>
              </a:spcBef>
            </a:pP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删除</a:t>
            </a:r>
            <a:r>
              <a:rPr lang="en-US" altLang="zh-CN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25</a:t>
            </a: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（</a:t>
            </a:r>
            <a:r>
              <a:rPr lang="en-US" altLang="zh-CN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step1</a:t>
            </a: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）</a:t>
            </a:r>
            <a:endParaRPr sz="2176" dirty="0">
              <a:latin typeface="SimHei" panose="02010609060101010101" pitchFamily="49" charset="-122"/>
              <a:ea typeface="SimHei" panose="02010609060101010101" pitchFamily="49" charset="-122"/>
              <a:cs typeface="Lantinghei SC Heavy"/>
            </a:endParaRPr>
          </a:p>
        </p:txBody>
      </p:sp>
      <p:sp>
        <p:nvSpPr>
          <p:cNvPr id="137" name="object 137">
            <a:extLst>
              <a:ext uri="{FF2B5EF4-FFF2-40B4-BE49-F238E27FC236}">
                <a16:creationId xmlns:a16="http://schemas.microsoft.com/office/drawing/2014/main" id="{EC9925EE-D7D4-C056-608F-2B1421CDB8DE}"/>
              </a:ext>
            </a:extLst>
          </p:cNvPr>
          <p:cNvSpPr/>
          <p:nvPr/>
        </p:nvSpPr>
        <p:spPr>
          <a:xfrm>
            <a:off x="3864944" y="4645475"/>
            <a:ext cx="1380813" cy="656433"/>
          </a:xfrm>
          <a:custGeom>
            <a:avLst/>
            <a:gdLst/>
            <a:ahLst/>
            <a:cxnLst/>
            <a:rect l="l" t="t" r="r" b="b"/>
            <a:pathLst>
              <a:path w="1522729" h="723900">
                <a:moveTo>
                  <a:pt x="0" y="0"/>
                </a:moveTo>
                <a:lnTo>
                  <a:pt x="0" y="723900"/>
                </a:lnTo>
                <a:lnTo>
                  <a:pt x="1522475" y="723900"/>
                </a:lnTo>
                <a:lnTo>
                  <a:pt x="1522475" y="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</p:spTree>
    <p:extLst>
      <p:ext uri="{BB962C8B-B14F-4D97-AF65-F5344CB8AC3E}">
        <p14:creationId xmlns:p14="http://schemas.microsoft.com/office/powerpoint/2010/main" val="1603046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99059" y="2540281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80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73147" y="2502911"/>
            <a:ext cx="1960662" cy="647796"/>
            <a:chOff x="4328998" y="2760154"/>
            <a:chExt cx="2162175" cy="714375"/>
          </a:xfrm>
        </p:grpSpPr>
        <p:sp>
          <p:nvSpPr>
            <p:cNvPr id="5" name="object 5"/>
            <p:cNvSpPr/>
            <p:nvPr/>
          </p:nvSpPr>
          <p:spPr>
            <a:xfrm>
              <a:off x="4343285" y="27744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" name="object 6"/>
            <p:cNvSpPr/>
            <p:nvPr/>
          </p:nvSpPr>
          <p:spPr>
            <a:xfrm>
              <a:off x="4343285" y="31173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" name="object 7"/>
            <p:cNvSpPr/>
            <p:nvPr/>
          </p:nvSpPr>
          <p:spPr>
            <a:xfrm>
              <a:off x="4343285" y="34602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/>
            <p:cNvSpPr/>
            <p:nvPr/>
          </p:nvSpPr>
          <p:spPr>
            <a:xfrm>
              <a:off x="43432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/>
            <p:cNvSpPr/>
            <p:nvPr/>
          </p:nvSpPr>
          <p:spPr>
            <a:xfrm>
              <a:off x="64768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/>
            <p:cNvSpPr/>
            <p:nvPr/>
          </p:nvSpPr>
          <p:spPr>
            <a:xfrm>
              <a:off x="5384939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" name="object 11"/>
            <p:cNvSpPr/>
            <p:nvPr/>
          </p:nvSpPr>
          <p:spPr>
            <a:xfrm>
              <a:off x="4888115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" name="object 12"/>
            <p:cNvSpPr/>
            <p:nvPr/>
          </p:nvSpPr>
          <p:spPr>
            <a:xfrm>
              <a:off x="5932817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19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/>
            <p:cNvSpPr/>
            <p:nvPr/>
          </p:nvSpPr>
          <p:spPr>
            <a:xfrm>
              <a:off x="51372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836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/>
            <p:cNvSpPr/>
            <p:nvPr/>
          </p:nvSpPr>
          <p:spPr>
            <a:xfrm>
              <a:off x="61789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42255" y="3369460"/>
            <a:ext cx="1421120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39924">
              <a:spcBef>
                <a:spcPts val="91"/>
              </a:spcBef>
              <a:tabLst>
                <a:tab pos="612095" algn="l"/>
                <a:tab pos="1085993" algn="l"/>
              </a:tabLst>
            </a:pPr>
            <a:r>
              <a:rPr sz="1451" spc="-23" dirty="0">
                <a:latin typeface="Times New Roman"/>
                <a:cs typeface="Times New Roman"/>
              </a:rPr>
              <a:t>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40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60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14790" y="3332090"/>
            <a:ext cx="1960662" cy="647796"/>
            <a:chOff x="2500198" y="3674554"/>
            <a:chExt cx="2162175" cy="714375"/>
          </a:xfrm>
        </p:grpSpPr>
        <p:sp>
          <p:nvSpPr>
            <p:cNvPr id="19" name="object 19"/>
            <p:cNvSpPr/>
            <p:nvPr/>
          </p:nvSpPr>
          <p:spPr>
            <a:xfrm>
              <a:off x="2514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0" name="object 20"/>
            <p:cNvSpPr/>
            <p:nvPr/>
          </p:nvSpPr>
          <p:spPr>
            <a:xfrm>
              <a:off x="2514485" y="40317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1" name="object 21"/>
            <p:cNvSpPr/>
            <p:nvPr/>
          </p:nvSpPr>
          <p:spPr>
            <a:xfrm>
              <a:off x="2514485" y="43746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/>
            <p:cNvSpPr/>
            <p:nvPr/>
          </p:nvSpPr>
          <p:spPr>
            <a:xfrm>
              <a:off x="25144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3" name="object 23"/>
            <p:cNvSpPr/>
            <p:nvPr/>
          </p:nvSpPr>
          <p:spPr>
            <a:xfrm>
              <a:off x="46480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4" name="object 24"/>
            <p:cNvSpPr/>
            <p:nvPr/>
          </p:nvSpPr>
          <p:spPr>
            <a:xfrm>
              <a:off x="3556139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5" name="object 25"/>
            <p:cNvSpPr/>
            <p:nvPr/>
          </p:nvSpPr>
          <p:spPr>
            <a:xfrm>
              <a:off x="3059315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6" name="object 26"/>
            <p:cNvSpPr/>
            <p:nvPr/>
          </p:nvSpPr>
          <p:spPr>
            <a:xfrm>
              <a:off x="4104017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7" name="object 27"/>
            <p:cNvSpPr/>
            <p:nvPr/>
          </p:nvSpPr>
          <p:spPr>
            <a:xfrm>
              <a:off x="2813189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8" name="object 28"/>
            <p:cNvSpPr/>
            <p:nvPr/>
          </p:nvSpPr>
          <p:spPr>
            <a:xfrm>
              <a:off x="3308489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9" name="object 29"/>
            <p:cNvSpPr/>
            <p:nvPr/>
          </p:nvSpPr>
          <p:spPr>
            <a:xfrm>
              <a:off x="3854843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0" name="object 30"/>
            <p:cNvSpPr/>
            <p:nvPr/>
          </p:nvSpPr>
          <p:spPr>
            <a:xfrm>
              <a:off x="4350143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650122" y="3369460"/>
            <a:ext cx="1422848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95010">
              <a:spcBef>
                <a:spcPts val="91"/>
              </a:spcBef>
              <a:tabLst>
                <a:tab pos="567757" algn="l"/>
                <a:tab pos="1040503" algn="l"/>
              </a:tabLst>
            </a:pPr>
            <a:r>
              <a:rPr sz="1451" spc="-23" dirty="0">
                <a:latin typeface="Times New Roman"/>
                <a:cs typeface="Times New Roman"/>
              </a:rPr>
              <a:t>100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140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624210" y="3332090"/>
            <a:ext cx="1960662" cy="647796"/>
            <a:chOff x="5929198" y="3674554"/>
            <a:chExt cx="2162175" cy="714375"/>
          </a:xfrm>
        </p:grpSpPr>
        <p:sp>
          <p:nvSpPr>
            <p:cNvPr id="33" name="object 33"/>
            <p:cNvSpPr/>
            <p:nvPr/>
          </p:nvSpPr>
          <p:spPr>
            <a:xfrm>
              <a:off x="5943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4" name="object 34"/>
            <p:cNvSpPr/>
            <p:nvPr/>
          </p:nvSpPr>
          <p:spPr>
            <a:xfrm>
              <a:off x="5943485" y="40317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5" name="object 35"/>
            <p:cNvSpPr/>
            <p:nvPr/>
          </p:nvSpPr>
          <p:spPr>
            <a:xfrm>
              <a:off x="5943485" y="43746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34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7" name="object 37"/>
            <p:cNvSpPr/>
            <p:nvPr/>
          </p:nvSpPr>
          <p:spPr>
            <a:xfrm>
              <a:off x="80770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8" name="object 38"/>
            <p:cNvSpPr/>
            <p:nvPr/>
          </p:nvSpPr>
          <p:spPr>
            <a:xfrm>
              <a:off x="6985126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9" name="object 39"/>
            <p:cNvSpPr/>
            <p:nvPr/>
          </p:nvSpPr>
          <p:spPr>
            <a:xfrm>
              <a:off x="6488302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0" name="object 40"/>
            <p:cNvSpPr/>
            <p:nvPr/>
          </p:nvSpPr>
          <p:spPr>
            <a:xfrm>
              <a:off x="7533004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1" name="object 41"/>
            <p:cNvSpPr/>
            <p:nvPr/>
          </p:nvSpPr>
          <p:spPr>
            <a:xfrm>
              <a:off x="62421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2" name="object 42"/>
            <p:cNvSpPr/>
            <p:nvPr/>
          </p:nvSpPr>
          <p:spPr>
            <a:xfrm>
              <a:off x="67374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3" name="object 43"/>
            <p:cNvSpPr/>
            <p:nvPr/>
          </p:nvSpPr>
          <p:spPr>
            <a:xfrm>
              <a:off x="72838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4" name="object 44"/>
            <p:cNvSpPr/>
            <p:nvPr/>
          </p:nvSpPr>
          <p:spPr>
            <a:xfrm>
              <a:off x="77791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294884" y="4657911"/>
            <a:ext cx="371403" cy="232069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36277" rIns="0" bIns="0" rtlCol="0">
            <a:spAutoFit/>
          </a:bodyPr>
          <a:lstStyle/>
          <a:p>
            <a:pPr marL="104799">
              <a:spcBef>
                <a:spcPts val="286"/>
              </a:spcBef>
            </a:pPr>
            <a:r>
              <a:rPr sz="1270" spc="-23" dirty="0">
                <a:latin typeface="Times New Roman"/>
                <a:cs typeface="Times New Roman"/>
              </a:rPr>
              <a:t>19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22783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18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201923" y="4644956"/>
            <a:ext cx="1476975" cy="647796"/>
            <a:chOff x="1052398" y="5122354"/>
            <a:chExt cx="1628775" cy="714375"/>
          </a:xfrm>
        </p:grpSpPr>
        <p:sp>
          <p:nvSpPr>
            <p:cNvPr id="48" name="object 48"/>
            <p:cNvSpPr/>
            <p:nvPr/>
          </p:nvSpPr>
          <p:spPr>
            <a:xfrm>
              <a:off x="10666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9" name="object 49"/>
            <p:cNvSpPr/>
            <p:nvPr/>
          </p:nvSpPr>
          <p:spPr>
            <a:xfrm>
              <a:off x="10666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0" name="object 50"/>
            <p:cNvSpPr/>
            <p:nvPr/>
          </p:nvSpPr>
          <p:spPr>
            <a:xfrm>
              <a:off x="10666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1" name="object 51"/>
            <p:cNvSpPr/>
            <p:nvPr/>
          </p:nvSpPr>
          <p:spPr>
            <a:xfrm>
              <a:off x="10666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2" name="object 52"/>
            <p:cNvSpPr/>
            <p:nvPr/>
          </p:nvSpPr>
          <p:spPr>
            <a:xfrm>
              <a:off x="26668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3" name="object 53"/>
            <p:cNvSpPr/>
            <p:nvPr/>
          </p:nvSpPr>
          <p:spPr>
            <a:xfrm>
              <a:off x="18477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4" name="object 54"/>
            <p:cNvSpPr/>
            <p:nvPr/>
          </p:nvSpPr>
          <p:spPr>
            <a:xfrm>
              <a:off x="14766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5" name="object 55"/>
            <p:cNvSpPr/>
            <p:nvPr/>
          </p:nvSpPr>
          <p:spPr>
            <a:xfrm>
              <a:off x="225769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6" name="object 56"/>
            <p:cNvSpPr/>
            <p:nvPr/>
          </p:nvSpPr>
          <p:spPr>
            <a:xfrm>
              <a:off x="12907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7" name="object 57"/>
            <p:cNvSpPr/>
            <p:nvPr/>
          </p:nvSpPr>
          <p:spPr>
            <a:xfrm>
              <a:off x="16625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8" name="object 58"/>
            <p:cNvSpPr/>
            <p:nvPr/>
          </p:nvSpPr>
          <p:spPr>
            <a:xfrm>
              <a:off x="207176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9" name="object 59"/>
            <p:cNvSpPr/>
            <p:nvPr/>
          </p:nvSpPr>
          <p:spPr>
            <a:xfrm>
              <a:off x="244361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3873236" y="4657911"/>
            <a:ext cx="371978" cy="232069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36277" rIns="0" bIns="0" rtlCol="0">
            <a:spAutoFit/>
          </a:bodyPr>
          <a:lstStyle/>
          <a:p>
            <a:pPr marL="104799">
              <a:spcBef>
                <a:spcPts val="286"/>
              </a:spcBef>
            </a:pPr>
            <a:r>
              <a:rPr sz="1270" spc="-23" dirty="0">
                <a:latin typeface="Times New Roman"/>
                <a:cs typeface="Times New Roman"/>
              </a:rPr>
              <a:t>20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860281" y="4644956"/>
            <a:ext cx="1407877" cy="647796"/>
            <a:chOff x="2881198" y="5122354"/>
            <a:chExt cx="1552575" cy="714375"/>
          </a:xfrm>
        </p:grpSpPr>
        <p:sp>
          <p:nvSpPr>
            <p:cNvPr id="62" name="object 62"/>
            <p:cNvSpPr/>
            <p:nvPr/>
          </p:nvSpPr>
          <p:spPr>
            <a:xfrm>
              <a:off x="2895485" y="51366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3" name="object 63"/>
            <p:cNvSpPr/>
            <p:nvPr/>
          </p:nvSpPr>
          <p:spPr>
            <a:xfrm>
              <a:off x="2895485" y="54795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4" name="object 64"/>
            <p:cNvSpPr/>
            <p:nvPr/>
          </p:nvSpPr>
          <p:spPr>
            <a:xfrm>
              <a:off x="2895485" y="58224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5" name="object 65"/>
            <p:cNvSpPr/>
            <p:nvPr/>
          </p:nvSpPr>
          <p:spPr>
            <a:xfrm>
              <a:off x="2895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6" name="object 66"/>
            <p:cNvSpPr/>
            <p:nvPr/>
          </p:nvSpPr>
          <p:spPr>
            <a:xfrm>
              <a:off x="4419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7" name="object 67"/>
            <p:cNvSpPr/>
            <p:nvPr/>
          </p:nvSpPr>
          <p:spPr>
            <a:xfrm>
              <a:off x="36765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8" name="object 68"/>
            <p:cNvSpPr/>
            <p:nvPr/>
          </p:nvSpPr>
          <p:spPr>
            <a:xfrm>
              <a:off x="33054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9" name="object 69"/>
            <p:cNvSpPr/>
            <p:nvPr/>
          </p:nvSpPr>
          <p:spPr>
            <a:xfrm>
              <a:off x="4041533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0" name="object 70"/>
            <p:cNvSpPr/>
            <p:nvPr/>
          </p:nvSpPr>
          <p:spPr>
            <a:xfrm>
              <a:off x="31195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1" name="object 71"/>
            <p:cNvSpPr/>
            <p:nvPr/>
          </p:nvSpPr>
          <p:spPr>
            <a:xfrm>
              <a:off x="34913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2" name="object 72"/>
            <p:cNvSpPr/>
            <p:nvPr/>
          </p:nvSpPr>
          <p:spPr>
            <a:xfrm>
              <a:off x="3859415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3" name="object 73"/>
            <p:cNvSpPr/>
            <p:nvPr/>
          </p:nvSpPr>
          <p:spPr>
            <a:xfrm>
              <a:off x="42244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857416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831505" y="4644956"/>
            <a:ext cx="1476975" cy="647796"/>
            <a:chOff x="6157798" y="5122354"/>
            <a:chExt cx="1628775" cy="714375"/>
          </a:xfrm>
        </p:grpSpPr>
        <p:sp>
          <p:nvSpPr>
            <p:cNvPr id="76" name="object 76"/>
            <p:cNvSpPr/>
            <p:nvPr/>
          </p:nvSpPr>
          <p:spPr>
            <a:xfrm>
              <a:off x="61720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7" name="object 77"/>
            <p:cNvSpPr/>
            <p:nvPr/>
          </p:nvSpPr>
          <p:spPr>
            <a:xfrm>
              <a:off x="61720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8" name="object 78"/>
            <p:cNvSpPr/>
            <p:nvPr/>
          </p:nvSpPr>
          <p:spPr>
            <a:xfrm>
              <a:off x="61720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9" name="object 79"/>
            <p:cNvSpPr/>
            <p:nvPr/>
          </p:nvSpPr>
          <p:spPr>
            <a:xfrm>
              <a:off x="61720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0" name="object 80"/>
            <p:cNvSpPr/>
            <p:nvPr/>
          </p:nvSpPr>
          <p:spPr>
            <a:xfrm>
              <a:off x="77722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1" name="object 81"/>
            <p:cNvSpPr/>
            <p:nvPr/>
          </p:nvSpPr>
          <p:spPr>
            <a:xfrm>
              <a:off x="6953122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2" name="object 82"/>
            <p:cNvSpPr/>
            <p:nvPr/>
          </p:nvSpPr>
          <p:spPr>
            <a:xfrm>
              <a:off x="658202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3" name="object 83"/>
            <p:cNvSpPr/>
            <p:nvPr/>
          </p:nvSpPr>
          <p:spPr>
            <a:xfrm>
              <a:off x="736307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4" name="object 84"/>
            <p:cNvSpPr/>
            <p:nvPr/>
          </p:nvSpPr>
          <p:spPr>
            <a:xfrm>
              <a:off x="639610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5" name="object 85"/>
            <p:cNvSpPr/>
            <p:nvPr/>
          </p:nvSpPr>
          <p:spPr>
            <a:xfrm>
              <a:off x="676795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6" name="object 86"/>
            <p:cNvSpPr/>
            <p:nvPr/>
          </p:nvSpPr>
          <p:spPr>
            <a:xfrm>
              <a:off x="717715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7" name="object 87"/>
            <p:cNvSpPr/>
            <p:nvPr/>
          </p:nvSpPr>
          <p:spPr>
            <a:xfrm>
              <a:off x="754900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844666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85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2698566" y="2995409"/>
            <a:ext cx="7462610" cy="2297516"/>
            <a:chOff x="1600085" y="3303270"/>
            <a:chExt cx="8229600" cy="2533650"/>
          </a:xfrm>
        </p:grpSpPr>
        <p:sp>
          <p:nvSpPr>
            <p:cNvPr id="90" name="object 90"/>
            <p:cNvSpPr/>
            <p:nvPr/>
          </p:nvSpPr>
          <p:spPr>
            <a:xfrm>
              <a:off x="7924672" y="51366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1" name="object 91"/>
            <p:cNvSpPr/>
            <p:nvPr/>
          </p:nvSpPr>
          <p:spPr>
            <a:xfrm>
              <a:off x="7924672" y="54795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2" name="object 92"/>
            <p:cNvSpPr/>
            <p:nvPr/>
          </p:nvSpPr>
          <p:spPr>
            <a:xfrm>
              <a:off x="7924672" y="58224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3" name="object 93"/>
            <p:cNvSpPr/>
            <p:nvPr/>
          </p:nvSpPr>
          <p:spPr>
            <a:xfrm>
              <a:off x="7924672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4" name="object 94"/>
            <p:cNvSpPr/>
            <p:nvPr/>
          </p:nvSpPr>
          <p:spPr>
            <a:xfrm>
              <a:off x="9524873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5" name="object 95"/>
            <p:cNvSpPr/>
            <p:nvPr/>
          </p:nvSpPr>
          <p:spPr>
            <a:xfrm>
              <a:off x="8705723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6" name="object 96"/>
            <p:cNvSpPr/>
            <p:nvPr/>
          </p:nvSpPr>
          <p:spPr>
            <a:xfrm>
              <a:off x="833462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7" name="object 97"/>
            <p:cNvSpPr/>
            <p:nvPr/>
          </p:nvSpPr>
          <p:spPr>
            <a:xfrm>
              <a:off x="911567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8" name="object 98"/>
            <p:cNvSpPr/>
            <p:nvPr/>
          </p:nvSpPr>
          <p:spPr>
            <a:xfrm>
              <a:off x="814870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9" name="object 99"/>
            <p:cNvSpPr/>
            <p:nvPr/>
          </p:nvSpPr>
          <p:spPr>
            <a:xfrm>
              <a:off x="852055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92975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930160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600085" y="3303282"/>
              <a:ext cx="8229600" cy="2405380"/>
            </a:xfrm>
            <a:custGeom>
              <a:avLst/>
              <a:gdLst/>
              <a:ahLst/>
              <a:cxnLst/>
              <a:rect l="l" t="t" r="r" b="b"/>
              <a:pathLst>
                <a:path w="8229600" h="2405379">
                  <a:moveTo>
                    <a:pt x="1072134" y="919734"/>
                  </a:moveTo>
                  <a:lnTo>
                    <a:pt x="1070610" y="915924"/>
                  </a:lnTo>
                  <a:lnTo>
                    <a:pt x="1067562" y="914400"/>
                  </a:lnTo>
                  <a:lnTo>
                    <a:pt x="1063752" y="915924"/>
                  </a:lnTo>
                  <a:lnTo>
                    <a:pt x="55219" y="1780260"/>
                  </a:lnTo>
                  <a:lnTo>
                    <a:pt x="33528" y="1754886"/>
                  </a:lnTo>
                  <a:lnTo>
                    <a:pt x="0" y="1833372"/>
                  </a:lnTo>
                  <a:lnTo>
                    <a:pt x="43434" y="1822602"/>
                  </a:lnTo>
                  <a:lnTo>
                    <a:pt x="83058" y="1812798"/>
                  </a:lnTo>
                  <a:lnTo>
                    <a:pt x="61556" y="1787664"/>
                  </a:lnTo>
                  <a:lnTo>
                    <a:pt x="1069848" y="922782"/>
                  </a:lnTo>
                  <a:lnTo>
                    <a:pt x="1072134" y="919734"/>
                  </a:lnTo>
                  <a:close/>
                </a:path>
                <a:path w="8229600" h="2405379">
                  <a:moveTo>
                    <a:pt x="1295400" y="2366772"/>
                  </a:moveTo>
                  <a:lnTo>
                    <a:pt x="1219200" y="2328672"/>
                  </a:lnTo>
                  <a:lnTo>
                    <a:pt x="1219200" y="2362200"/>
                  </a:lnTo>
                  <a:lnTo>
                    <a:pt x="990600" y="2362200"/>
                  </a:lnTo>
                  <a:lnTo>
                    <a:pt x="987552" y="2363724"/>
                  </a:lnTo>
                  <a:lnTo>
                    <a:pt x="986028" y="2366772"/>
                  </a:lnTo>
                  <a:lnTo>
                    <a:pt x="987552" y="2370582"/>
                  </a:lnTo>
                  <a:lnTo>
                    <a:pt x="990600" y="2372106"/>
                  </a:lnTo>
                  <a:lnTo>
                    <a:pt x="1219200" y="2372106"/>
                  </a:lnTo>
                  <a:lnTo>
                    <a:pt x="1219200" y="2404872"/>
                  </a:lnTo>
                  <a:lnTo>
                    <a:pt x="1236726" y="2396109"/>
                  </a:lnTo>
                  <a:lnTo>
                    <a:pt x="1295400" y="2366772"/>
                  </a:lnTo>
                  <a:close/>
                </a:path>
                <a:path w="8229600" h="2405379">
                  <a:moveTo>
                    <a:pt x="1834896" y="1748790"/>
                  </a:moveTo>
                  <a:lnTo>
                    <a:pt x="1804111" y="1761490"/>
                  </a:lnTo>
                  <a:lnTo>
                    <a:pt x="1452372" y="917448"/>
                  </a:lnTo>
                  <a:lnTo>
                    <a:pt x="1450086" y="914400"/>
                  </a:lnTo>
                  <a:lnTo>
                    <a:pt x="1446276" y="915162"/>
                  </a:lnTo>
                  <a:lnTo>
                    <a:pt x="1443228" y="917448"/>
                  </a:lnTo>
                  <a:lnTo>
                    <a:pt x="1443990" y="921258"/>
                  </a:lnTo>
                  <a:lnTo>
                    <a:pt x="1795614" y="1765007"/>
                  </a:lnTo>
                  <a:lnTo>
                    <a:pt x="1764792" y="1777746"/>
                  </a:lnTo>
                  <a:lnTo>
                    <a:pt x="1808988" y="1816150"/>
                  </a:lnTo>
                  <a:lnTo>
                    <a:pt x="1828800" y="1833372"/>
                  </a:lnTo>
                  <a:lnTo>
                    <a:pt x="1834896" y="1748790"/>
                  </a:lnTo>
                  <a:close/>
                </a:path>
                <a:path w="8229600" h="2405379">
                  <a:moveTo>
                    <a:pt x="2900172" y="3810"/>
                  </a:moveTo>
                  <a:lnTo>
                    <a:pt x="2898648" y="762"/>
                  </a:lnTo>
                  <a:lnTo>
                    <a:pt x="2894838" y="0"/>
                  </a:lnTo>
                  <a:lnTo>
                    <a:pt x="988479" y="366420"/>
                  </a:lnTo>
                  <a:lnTo>
                    <a:pt x="982218" y="333756"/>
                  </a:lnTo>
                  <a:lnTo>
                    <a:pt x="914400" y="385572"/>
                  </a:lnTo>
                  <a:lnTo>
                    <a:pt x="972312" y="402183"/>
                  </a:lnTo>
                  <a:lnTo>
                    <a:pt x="996696" y="409194"/>
                  </a:lnTo>
                  <a:lnTo>
                    <a:pt x="990371" y="376262"/>
                  </a:lnTo>
                  <a:lnTo>
                    <a:pt x="2897124" y="9144"/>
                  </a:lnTo>
                  <a:lnTo>
                    <a:pt x="2900172" y="7620"/>
                  </a:lnTo>
                  <a:lnTo>
                    <a:pt x="2900172" y="3810"/>
                  </a:lnTo>
                  <a:close/>
                </a:path>
                <a:path w="8229600" h="2405379">
                  <a:moveTo>
                    <a:pt x="3048000" y="2366772"/>
                  </a:moveTo>
                  <a:lnTo>
                    <a:pt x="2971800" y="2328672"/>
                  </a:lnTo>
                  <a:lnTo>
                    <a:pt x="2971800" y="2362200"/>
                  </a:lnTo>
                  <a:lnTo>
                    <a:pt x="2743200" y="2362200"/>
                  </a:lnTo>
                  <a:lnTo>
                    <a:pt x="2740152" y="2363724"/>
                  </a:lnTo>
                  <a:lnTo>
                    <a:pt x="2738628" y="2366772"/>
                  </a:lnTo>
                  <a:lnTo>
                    <a:pt x="2740152" y="2370582"/>
                  </a:lnTo>
                  <a:lnTo>
                    <a:pt x="2743200" y="2372106"/>
                  </a:lnTo>
                  <a:lnTo>
                    <a:pt x="2971800" y="2372106"/>
                  </a:lnTo>
                  <a:lnTo>
                    <a:pt x="2971800" y="2404872"/>
                  </a:lnTo>
                  <a:lnTo>
                    <a:pt x="2989326" y="2396109"/>
                  </a:lnTo>
                  <a:lnTo>
                    <a:pt x="3048000" y="2366772"/>
                  </a:lnTo>
                  <a:close/>
                </a:path>
                <a:path w="8229600" h="2405379">
                  <a:moveTo>
                    <a:pt x="4343400" y="385572"/>
                  </a:moveTo>
                  <a:lnTo>
                    <a:pt x="4284726" y="324612"/>
                  </a:lnTo>
                  <a:lnTo>
                    <a:pt x="4273575" y="355409"/>
                  </a:lnTo>
                  <a:lnTo>
                    <a:pt x="3278124" y="0"/>
                  </a:lnTo>
                  <a:lnTo>
                    <a:pt x="3275076" y="762"/>
                  </a:lnTo>
                  <a:lnTo>
                    <a:pt x="3272028" y="3048"/>
                  </a:lnTo>
                  <a:lnTo>
                    <a:pt x="3272790" y="6858"/>
                  </a:lnTo>
                  <a:lnTo>
                    <a:pt x="3275076" y="9144"/>
                  </a:lnTo>
                  <a:lnTo>
                    <a:pt x="4270299" y="364464"/>
                  </a:lnTo>
                  <a:lnTo>
                    <a:pt x="4258818" y="396240"/>
                  </a:lnTo>
                  <a:lnTo>
                    <a:pt x="4287774" y="392582"/>
                  </a:lnTo>
                  <a:lnTo>
                    <a:pt x="4288536" y="392480"/>
                  </a:lnTo>
                  <a:lnTo>
                    <a:pt x="4343400" y="385572"/>
                  </a:lnTo>
                  <a:close/>
                </a:path>
                <a:path w="8229600" h="2405379">
                  <a:moveTo>
                    <a:pt x="4572000" y="1833372"/>
                  </a:moveTo>
                  <a:lnTo>
                    <a:pt x="4517136" y="1768602"/>
                  </a:lnTo>
                  <a:lnTo>
                    <a:pt x="4504042" y="1799450"/>
                  </a:lnTo>
                  <a:lnTo>
                    <a:pt x="2440686" y="915162"/>
                  </a:lnTo>
                  <a:lnTo>
                    <a:pt x="2436876" y="914400"/>
                  </a:lnTo>
                  <a:lnTo>
                    <a:pt x="2434590" y="917448"/>
                  </a:lnTo>
                  <a:lnTo>
                    <a:pt x="2433828" y="921258"/>
                  </a:lnTo>
                  <a:lnTo>
                    <a:pt x="2436876" y="923544"/>
                  </a:lnTo>
                  <a:lnTo>
                    <a:pt x="4500461" y="1807933"/>
                  </a:lnTo>
                  <a:lnTo>
                    <a:pt x="4487418" y="1838706"/>
                  </a:lnTo>
                  <a:lnTo>
                    <a:pt x="4515612" y="1836928"/>
                  </a:lnTo>
                  <a:lnTo>
                    <a:pt x="4517136" y="1836826"/>
                  </a:lnTo>
                  <a:lnTo>
                    <a:pt x="4518660" y="1836724"/>
                  </a:lnTo>
                  <a:lnTo>
                    <a:pt x="4572000" y="1833372"/>
                  </a:lnTo>
                  <a:close/>
                </a:path>
                <a:path w="8229600" h="2405379">
                  <a:moveTo>
                    <a:pt x="6324600" y="1833372"/>
                  </a:moveTo>
                  <a:lnTo>
                    <a:pt x="6273546" y="1765554"/>
                  </a:lnTo>
                  <a:lnTo>
                    <a:pt x="6259042" y="1794878"/>
                  </a:lnTo>
                  <a:lnTo>
                    <a:pt x="4498086" y="915162"/>
                  </a:lnTo>
                  <a:lnTo>
                    <a:pt x="4494276" y="914400"/>
                  </a:lnTo>
                  <a:lnTo>
                    <a:pt x="4491990" y="917448"/>
                  </a:lnTo>
                  <a:lnTo>
                    <a:pt x="4491228" y="920496"/>
                  </a:lnTo>
                  <a:lnTo>
                    <a:pt x="4494276" y="923544"/>
                  </a:lnTo>
                  <a:lnTo>
                    <a:pt x="6254508" y="1804035"/>
                  </a:lnTo>
                  <a:lnTo>
                    <a:pt x="6240018" y="1833372"/>
                  </a:lnTo>
                  <a:lnTo>
                    <a:pt x="6272784" y="1833372"/>
                  </a:lnTo>
                  <a:lnTo>
                    <a:pt x="6324600" y="1833372"/>
                  </a:lnTo>
                  <a:close/>
                </a:path>
                <a:path w="8229600" h="2405379">
                  <a:moveTo>
                    <a:pt x="7315200" y="1757172"/>
                  </a:moveTo>
                  <a:lnTo>
                    <a:pt x="7255764" y="1696974"/>
                  </a:lnTo>
                  <a:lnTo>
                    <a:pt x="7245236" y="1727885"/>
                  </a:lnTo>
                  <a:lnTo>
                    <a:pt x="4878324" y="914400"/>
                  </a:lnTo>
                  <a:lnTo>
                    <a:pt x="4875276" y="915162"/>
                  </a:lnTo>
                  <a:lnTo>
                    <a:pt x="4872228" y="917448"/>
                  </a:lnTo>
                  <a:lnTo>
                    <a:pt x="4872990" y="921258"/>
                  </a:lnTo>
                  <a:lnTo>
                    <a:pt x="4875276" y="923544"/>
                  </a:lnTo>
                  <a:lnTo>
                    <a:pt x="7242048" y="1737233"/>
                  </a:lnTo>
                  <a:lnTo>
                    <a:pt x="7231380" y="1768602"/>
                  </a:lnTo>
                  <a:lnTo>
                    <a:pt x="7259574" y="1764753"/>
                  </a:lnTo>
                  <a:lnTo>
                    <a:pt x="7315200" y="1757172"/>
                  </a:lnTo>
                  <a:close/>
                </a:path>
                <a:path w="8229600" h="2405379">
                  <a:moveTo>
                    <a:pt x="7848587" y="1833372"/>
                  </a:moveTo>
                  <a:lnTo>
                    <a:pt x="7789913" y="1772412"/>
                  </a:lnTo>
                  <a:lnTo>
                    <a:pt x="7778509" y="1803908"/>
                  </a:lnTo>
                  <a:lnTo>
                    <a:pt x="5487911" y="990600"/>
                  </a:lnTo>
                  <a:lnTo>
                    <a:pt x="5484863" y="991362"/>
                  </a:lnTo>
                  <a:lnTo>
                    <a:pt x="5481815" y="993648"/>
                  </a:lnTo>
                  <a:lnTo>
                    <a:pt x="5482577" y="997458"/>
                  </a:lnTo>
                  <a:lnTo>
                    <a:pt x="5484863" y="999744"/>
                  </a:lnTo>
                  <a:lnTo>
                    <a:pt x="7775473" y="1812290"/>
                  </a:lnTo>
                  <a:lnTo>
                    <a:pt x="7764005" y="1844040"/>
                  </a:lnTo>
                  <a:lnTo>
                    <a:pt x="7792961" y="1840382"/>
                  </a:lnTo>
                  <a:lnTo>
                    <a:pt x="7793723" y="1840280"/>
                  </a:lnTo>
                  <a:lnTo>
                    <a:pt x="7848587" y="1833372"/>
                  </a:lnTo>
                  <a:close/>
                </a:path>
                <a:path w="8229600" h="2405379">
                  <a:moveTo>
                    <a:pt x="8229600" y="1757172"/>
                  </a:moveTo>
                  <a:lnTo>
                    <a:pt x="8172450" y="1694688"/>
                  </a:lnTo>
                  <a:lnTo>
                    <a:pt x="8160474" y="1725955"/>
                  </a:lnTo>
                  <a:lnTo>
                    <a:pt x="6022086" y="914400"/>
                  </a:lnTo>
                  <a:lnTo>
                    <a:pt x="6018276" y="915162"/>
                  </a:lnTo>
                  <a:lnTo>
                    <a:pt x="6015228" y="917448"/>
                  </a:lnTo>
                  <a:lnTo>
                    <a:pt x="6015990" y="921258"/>
                  </a:lnTo>
                  <a:lnTo>
                    <a:pt x="6018276" y="923544"/>
                  </a:lnTo>
                  <a:lnTo>
                    <a:pt x="8156930" y="1735201"/>
                  </a:lnTo>
                  <a:lnTo>
                    <a:pt x="8145018" y="1766316"/>
                  </a:lnTo>
                  <a:lnTo>
                    <a:pt x="8174736" y="1763102"/>
                  </a:lnTo>
                  <a:lnTo>
                    <a:pt x="8229600" y="1757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03" name="object 10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1901" y="5631942"/>
              <a:ext cx="233172" cy="76200"/>
            </a:xfrm>
            <a:prstGeom prst="rect">
              <a:avLst/>
            </a:prstGeom>
          </p:spPr>
        </p:pic>
      </p:grpSp>
      <p:sp>
        <p:nvSpPr>
          <p:cNvPr id="104" name="object 104"/>
          <p:cNvSpPr/>
          <p:nvPr/>
        </p:nvSpPr>
        <p:spPr>
          <a:xfrm>
            <a:off x="2214878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09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5" name="object 105"/>
          <p:cNvSpPr txBox="1"/>
          <p:nvPr/>
        </p:nvSpPr>
        <p:spPr>
          <a:xfrm>
            <a:off x="2291111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2698566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10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7" name="object 107"/>
          <p:cNvSpPr txBox="1"/>
          <p:nvPr/>
        </p:nvSpPr>
        <p:spPr>
          <a:xfrm>
            <a:off x="2774799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511700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40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982656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39723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811823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295511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779199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2193458" y="5068367"/>
            <a:ext cx="7346294" cy="833785"/>
          </a:xfrm>
          <a:custGeom>
            <a:avLst/>
            <a:gdLst/>
            <a:ahLst/>
            <a:cxnLst/>
            <a:rect l="l" t="t" r="r" b="b"/>
            <a:pathLst>
              <a:path w="8101330" h="919479">
                <a:moveTo>
                  <a:pt x="180594" y="81534"/>
                </a:moveTo>
                <a:lnTo>
                  <a:pt x="179832" y="78486"/>
                </a:lnTo>
                <a:lnTo>
                  <a:pt x="176784" y="76200"/>
                </a:lnTo>
                <a:lnTo>
                  <a:pt x="173736" y="76962"/>
                </a:lnTo>
                <a:lnTo>
                  <a:pt x="171450" y="80010"/>
                </a:lnTo>
                <a:lnTo>
                  <a:pt x="32702" y="843445"/>
                </a:lnTo>
                <a:lnTo>
                  <a:pt x="0" y="837438"/>
                </a:lnTo>
                <a:lnTo>
                  <a:pt x="23622" y="918972"/>
                </a:lnTo>
                <a:lnTo>
                  <a:pt x="30480" y="909853"/>
                </a:lnTo>
                <a:lnTo>
                  <a:pt x="74676" y="851154"/>
                </a:lnTo>
                <a:lnTo>
                  <a:pt x="41821" y="845108"/>
                </a:lnTo>
                <a:lnTo>
                  <a:pt x="180594" y="81534"/>
                </a:lnTo>
                <a:close/>
              </a:path>
              <a:path w="8101330" h="919479">
                <a:moveTo>
                  <a:pt x="588264" y="839724"/>
                </a:moveTo>
                <a:lnTo>
                  <a:pt x="557022" y="842530"/>
                </a:lnTo>
                <a:lnTo>
                  <a:pt x="556260" y="842594"/>
                </a:lnTo>
                <a:lnTo>
                  <a:pt x="555078" y="842708"/>
                </a:lnTo>
                <a:lnTo>
                  <a:pt x="486156" y="80772"/>
                </a:lnTo>
                <a:lnTo>
                  <a:pt x="483870" y="77724"/>
                </a:lnTo>
                <a:lnTo>
                  <a:pt x="480822" y="76200"/>
                </a:lnTo>
                <a:lnTo>
                  <a:pt x="477774" y="77724"/>
                </a:lnTo>
                <a:lnTo>
                  <a:pt x="476250" y="81534"/>
                </a:lnTo>
                <a:lnTo>
                  <a:pt x="545922" y="843534"/>
                </a:lnTo>
                <a:lnTo>
                  <a:pt x="512064" y="846582"/>
                </a:lnTo>
                <a:lnTo>
                  <a:pt x="556260" y="917740"/>
                </a:lnTo>
                <a:lnTo>
                  <a:pt x="557022" y="918972"/>
                </a:lnTo>
                <a:lnTo>
                  <a:pt x="588264" y="839724"/>
                </a:lnTo>
                <a:close/>
              </a:path>
              <a:path w="8101330" h="919479">
                <a:moveTo>
                  <a:pt x="1107186" y="835914"/>
                </a:moveTo>
                <a:lnTo>
                  <a:pt x="1075182" y="844575"/>
                </a:lnTo>
                <a:lnTo>
                  <a:pt x="1074991" y="844626"/>
                </a:lnTo>
                <a:lnTo>
                  <a:pt x="866394" y="80010"/>
                </a:lnTo>
                <a:lnTo>
                  <a:pt x="864108" y="76962"/>
                </a:lnTo>
                <a:lnTo>
                  <a:pt x="861060" y="76200"/>
                </a:lnTo>
                <a:lnTo>
                  <a:pt x="858012" y="78486"/>
                </a:lnTo>
                <a:lnTo>
                  <a:pt x="857250" y="82296"/>
                </a:lnTo>
                <a:lnTo>
                  <a:pt x="1065707" y="847140"/>
                </a:lnTo>
                <a:lnTo>
                  <a:pt x="1034034" y="855726"/>
                </a:lnTo>
                <a:lnTo>
                  <a:pt x="1078230" y="905294"/>
                </a:lnTo>
                <a:lnTo>
                  <a:pt x="1090422" y="918972"/>
                </a:lnTo>
                <a:lnTo>
                  <a:pt x="1107186" y="835914"/>
                </a:lnTo>
                <a:close/>
              </a:path>
              <a:path w="8101330" h="919479">
                <a:moveTo>
                  <a:pt x="1973580" y="846582"/>
                </a:moveTo>
                <a:lnTo>
                  <a:pt x="1940471" y="843572"/>
                </a:lnTo>
                <a:lnTo>
                  <a:pt x="1931314" y="842733"/>
                </a:lnTo>
                <a:lnTo>
                  <a:pt x="1898142" y="839724"/>
                </a:lnTo>
                <a:lnTo>
                  <a:pt x="1928622" y="918972"/>
                </a:lnTo>
                <a:lnTo>
                  <a:pt x="1930146" y="916508"/>
                </a:lnTo>
                <a:lnTo>
                  <a:pt x="1973580" y="846582"/>
                </a:lnTo>
                <a:close/>
              </a:path>
              <a:path w="8101330" h="919479">
                <a:moveTo>
                  <a:pt x="2010156" y="81534"/>
                </a:moveTo>
                <a:lnTo>
                  <a:pt x="2008632" y="77724"/>
                </a:lnTo>
                <a:lnTo>
                  <a:pt x="2005584" y="76200"/>
                </a:lnTo>
                <a:lnTo>
                  <a:pt x="2001774" y="77724"/>
                </a:lnTo>
                <a:lnTo>
                  <a:pt x="2000250" y="80772"/>
                </a:lnTo>
                <a:lnTo>
                  <a:pt x="1931314" y="842733"/>
                </a:lnTo>
                <a:lnTo>
                  <a:pt x="1939290" y="843457"/>
                </a:lnTo>
                <a:lnTo>
                  <a:pt x="1940471" y="843572"/>
                </a:lnTo>
                <a:lnTo>
                  <a:pt x="2010156" y="81534"/>
                </a:lnTo>
                <a:close/>
              </a:path>
              <a:path w="8101330" h="919479">
                <a:moveTo>
                  <a:pt x="3685794" y="79248"/>
                </a:moveTo>
                <a:lnTo>
                  <a:pt x="3683508" y="76962"/>
                </a:lnTo>
                <a:lnTo>
                  <a:pt x="3679698" y="76200"/>
                </a:lnTo>
                <a:lnTo>
                  <a:pt x="3677412" y="79248"/>
                </a:lnTo>
                <a:lnTo>
                  <a:pt x="3327527" y="848067"/>
                </a:lnTo>
                <a:lnTo>
                  <a:pt x="3297174" y="834390"/>
                </a:lnTo>
                <a:lnTo>
                  <a:pt x="3300222" y="918972"/>
                </a:lnTo>
                <a:lnTo>
                  <a:pt x="3322320" y="901192"/>
                </a:lnTo>
                <a:lnTo>
                  <a:pt x="3366516" y="865632"/>
                </a:lnTo>
                <a:lnTo>
                  <a:pt x="3335921" y="851852"/>
                </a:lnTo>
                <a:lnTo>
                  <a:pt x="3685794" y="83058"/>
                </a:lnTo>
                <a:lnTo>
                  <a:pt x="3685794" y="79248"/>
                </a:lnTo>
                <a:close/>
              </a:path>
              <a:path w="8101330" h="919479">
                <a:moveTo>
                  <a:pt x="5319509" y="842772"/>
                </a:moveTo>
                <a:lnTo>
                  <a:pt x="5286743" y="842772"/>
                </a:lnTo>
                <a:lnTo>
                  <a:pt x="5286743" y="80772"/>
                </a:lnTo>
                <a:lnTo>
                  <a:pt x="5285219" y="77724"/>
                </a:lnTo>
                <a:lnTo>
                  <a:pt x="5281409" y="76200"/>
                </a:lnTo>
                <a:lnTo>
                  <a:pt x="5278361" y="77724"/>
                </a:lnTo>
                <a:lnTo>
                  <a:pt x="5276837" y="80772"/>
                </a:lnTo>
                <a:lnTo>
                  <a:pt x="5276837" y="842772"/>
                </a:lnTo>
                <a:lnTo>
                  <a:pt x="5243309" y="842772"/>
                </a:lnTo>
                <a:lnTo>
                  <a:pt x="5276837" y="909828"/>
                </a:lnTo>
                <a:lnTo>
                  <a:pt x="5281409" y="918972"/>
                </a:lnTo>
                <a:lnTo>
                  <a:pt x="5286743" y="908304"/>
                </a:lnTo>
                <a:lnTo>
                  <a:pt x="5319509" y="842772"/>
                </a:lnTo>
                <a:close/>
              </a:path>
              <a:path w="8101330" h="919479">
                <a:moveTo>
                  <a:pt x="5757672" y="835914"/>
                </a:moveTo>
                <a:lnTo>
                  <a:pt x="5724830" y="844029"/>
                </a:lnTo>
                <a:lnTo>
                  <a:pt x="5514594" y="3810"/>
                </a:lnTo>
                <a:lnTo>
                  <a:pt x="5513070" y="762"/>
                </a:lnTo>
                <a:lnTo>
                  <a:pt x="5509260" y="0"/>
                </a:lnTo>
                <a:lnTo>
                  <a:pt x="5506212" y="2286"/>
                </a:lnTo>
                <a:lnTo>
                  <a:pt x="5505450" y="6096"/>
                </a:lnTo>
                <a:lnTo>
                  <a:pt x="5715686" y="846289"/>
                </a:lnTo>
                <a:lnTo>
                  <a:pt x="5683758" y="854202"/>
                </a:lnTo>
                <a:lnTo>
                  <a:pt x="5727954" y="906373"/>
                </a:lnTo>
                <a:lnTo>
                  <a:pt x="5738622" y="918972"/>
                </a:lnTo>
                <a:lnTo>
                  <a:pt x="5757672" y="835914"/>
                </a:lnTo>
                <a:close/>
              </a:path>
              <a:path w="8101330" h="919479">
                <a:moveTo>
                  <a:pt x="7039356" y="80772"/>
                </a:moveTo>
                <a:lnTo>
                  <a:pt x="7037832" y="77724"/>
                </a:lnTo>
                <a:lnTo>
                  <a:pt x="7034022" y="76200"/>
                </a:lnTo>
                <a:lnTo>
                  <a:pt x="7030974" y="77724"/>
                </a:lnTo>
                <a:lnTo>
                  <a:pt x="6246698" y="861987"/>
                </a:lnTo>
                <a:lnTo>
                  <a:pt x="6223254" y="838200"/>
                </a:lnTo>
                <a:lnTo>
                  <a:pt x="6195822" y="918972"/>
                </a:lnTo>
                <a:lnTo>
                  <a:pt x="6236208" y="905637"/>
                </a:lnTo>
                <a:lnTo>
                  <a:pt x="6276594" y="892302"/>
                </a:lnTo>
                <a:lnTo>
                  <a:pt x="6253505" y="868895"/>
                </a:lnTo>
                <a:lnTo>
                  <a:pt x="7037832" y="84582"/>
                </a:lnTo>
                <a:lnTo>
                  <a:pt x="7039356" y="80772"/>
                </a:lnTo>
                <a:close/>
              </a:path>
              <a:path w="8101330" h="919479">
                <a:moveTo>
                  <a:pt x="7344156" y="80010"/>
                </a:moveTo>
                <a:lnTo>
                  <a:pt x="7341870" y="76962"/>
                </a:lnTo>
                <a:lnTo>
                  <a:pt x="7338060" y="76200"/>
                </a:lnTo>
                <a:lnTo>
                  <a:pt x="7335012" y="78486"/>
                </a:lnTo>
                <a:lnTo>
                  <a:pt x="6770281" y="854506"/>
                </a:lnTo>
                <a:lnTo>
                  <a:pt x="6743700" y="835152"/>
                </a:lnTo>
                <a:lnTo>
                  <a:pt x="6729222" y="918972"/>
                </a:lnTo>
                <a:lnTo>
                  <a:pt x="6761988" y="902258"/>
                </a:lnTo>
                <a:lnTo>
                  <a:pt x="6805422" y="880110"/>
                </a:lnTo>
                <a:lnTo>
                  <a:pt x="6778155" y="860247"/>
                </a:lnTo>
                <a:lnTo>
                  <a:pt x="7342632" y="83820"/>
                </a:lnTo>
                <a:lnTo>
                  <a:pt x="7344156" y="80010"/>
                </a:lnTo>
                <a:close/>
              </a:path>
              <a:path w="8101330" h="919479">
                <a:moveTo>
                  <a:pt x="7724381" y="80010"/>
                </a:moveTo>
                <a:lnTo>
                  <a:pt x="7722095" y="76962"/>
                </a:lnTo>
                <a:lnTo>
                  <a:pt x="7719047" y="76200"/>
                </a:lnTo>
                <a:lnTo>
                  <a:pt x="7715999" y="78486"/>
                </a:lnTo>
                <a:lnTo>
                  <a:pt x="7295210" y="850176"/>
                </a:lnTo>
                <a:lnTo>
                  <a:pt x="7265657" y="834390"/>
                </a:lnTo>
                <a:lnTo>
                  <a:pt x="7262609" y="918972"/>
                </a:lnTo>
                <a:lnTo>
                  <a:pt x="7288517" y="900938"/>
                </a:lnTo>
                <a:lnTo>
                  <a:pt x="7332713" y="870204"/>
                </a:lnTo>
                <a:lnTo>
                  <a:pt x="7303630" y="854671"/>
                </a:lnTo>
                <a:lnTo>
                  <a:pt x="7724381" y="83058"/>
                </a:lnTo>
                <a:lnTo>
                  <a:pt x="7724381" y="80010"/>
                </a:lnTo>
                <a:close/>
              </a:path>
              <a:path w="8101330" h="919479">
                <a:moveTo>
                  <a:pt x="8100809" y="80772"/>
                </a:moveTo>
                <a:lnTo>
                  <a:pt x="8024609" y="42672"/>
                </a:lnTo>
                <a:lnTo>
                  <a:pt x="8024609" y="76200"/>
                </a:lnTo>
                <a:lnTo>
                  <a:pt x="7796009" y="76200"/>
                </a:lnTo>
                <a:lnTo>
                  <a:pt x="7792961" y="77724"/>
                </a:lnTo>
                <a:lnTo>
                  <a:pt x="7791437" y="80772"/>
                </a:lnTo>
                <a:lnTo>
                  <a:pt x="7792961" y="84582"/>
                </a:lnTo>
                <a:lnTo>
                  <a:pt x="7796009" y="86106"/>
                </a:lnTo>
                <a:lnTo>
                  <a:pt x="8024609" y="86106"/>
                </a:lnTo>
                <a:lnTo>
                  <a:pt x="8024609" y="118872"/>
                </a:lnTo>
                <a:lnTo>
                  <a:pt x="8042135" y="110109"/>
                </a:lnTo>
                <a:lnTo>
                  <a:pt x="8100809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15" name="object 1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786635"/>
              </p:ext>
            </p:extLst>
          </p:nvPr>
        </p:nvGraphicFramePr>
        <p:xfrm>
          <a:off x="3108837" y="5897362"/>
          <a:ext cx="1097510" cy="285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3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6" name="object 116"/>
          <p:cNvSpPr/>
          <p:nvPr/>
        </p:nvSpPr>
        <p:spPr>
          <a:xfrm>
            <a:off x="3316304" y="5137454"/>
            <a:ext cx="224569" cy="695589"/>
          </a:xfrm>
          <a:custGeom>
            <a:avLst/>
            <a:gdLst/>
            <a:ahLst/>
            <a:cxnLst/>
            <a:rect l="l" t="t" r="r" b="b"/>
            <a:pathLst>
              <a:path w="247650" h="767079">
                <a:moveTo>
                  <a:pt x="215748" y="692490"/>
                </a:moveTo>
                <a:lnTo>
                  <a:pt x="9143" y="3810"/>
                </a:lnTo>
                <a:lnTo>
                  <a:pt x="6857" y="762"/>
                </a:lnTo>
                <a:lnTo>
                  <a:pt x="3809" y="0"/>
                </a:lnTo>
                <a:lnTo>
                  <a:pt x="761" y="2286"/>
                </a:lnTo>
                <a:lnTo>
                  <a:pt x="0" y="6096"/>
                </a:lnTo>
                <a:lnTo>
                  <a:pt x="206743" y="695239"/>
                </a:lnTo>
                <a:lnTo>
                  <a:pt x="215748" y="692490"/>
                </a:lnTo>
                <a:close/>
              </a:path>
              <a:path w="247650" h="767079">
                <a:moveTo>
                  <a:pt x="219456" y="751953"/>
                </a:moveTo>
                <a:lnTo>
                  <a:pt x="219456" y="708660"/>
                </a:lnTo>
                <a:lnTo>
                  <a:pt x="216408" y="710184"/>
                </a:lnTo>
                <a:lnTo>
                  <a:pt x="212598" y="710184"/>
                </a:lnTo>
                <a:lnTo>
                  <a:pt x="210312" y="707136"/>
                </a:lnTo>
                <a:lnTo>
                  <a:pt x="206743" y="695239"/>
                </a:lnTo>
                <a:lnTo>
                  <a:pt x="175260" y="704850"/>
                </a:lnTo>
                <a:lnTo>
                  <a:pt x="219456" y="751953"/>
                </a:lnTo>
                <a:close/>
              </a:path>
              <a:path w="247650" h="767079">
                <a:moveTo>
                  <a:pt x="219456" y="708660"/>
                </a:moveTo>
                <a:lnTo>
                  <a:pt x="219456" y="704850"/>
                </a:lnTo>
                <a:lnTo>
                  <a:pt x="215748" y="692490"/>
                </a:lnTo>
                <a:lnTo>
                  <a:pt x="206743" y="695239"/>
                </a:lnTo>
                <a:lnTo>
                  <a:pt x="210312" y="707136"/>
                </a:lnTo>
                <a:lnTo>
                  <a:pt x="212598" y="710184"/>
                </a:lnTo>
                <a:lnTo>
                  <a:pt x="216408" y="710184"/>
                </a:lnTo>
                <a:lnTo>
                  <a:pt x="219456" y="708660"/>
                </a:lnTo>
                <a:close/>
              </a:path>
              <a:path w="247650" h="767079">
                <a:moveTo>
                  <a:pt x="247650" y="682752"/>
                </a:moveTo>
                <a:lnTo>
                  <a:pt x="215748" y="692490"/>
                </a:lnTo>
                <a:lnTo>
                  <a:pt x="219456" y="704850"/>
                </a:lnTo>
                <a:lnTo>
                  <a:pt x="219456" y="751953"/>
                </a:lnTo>
                <a:lnTo>
                  <a:pt x="233172" y="766572"/>
                </a:lnTo>
                <a:lnTo>
                  <a:pt x="247650" y="682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7" name="object 117"/>
          <p:cNvSpPr txBox="1"/>
          <p:nvPr/>
        </p:nvSpPr>
        <p:spPr>
          <a:xfrm>
            <a:off x="6568067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5734742" y="5137454"/>
            <a:ext cx="971982" cy="764687"/>
          </a:xfrm>
          <a:custGeom>
            <a:avLst/>
            <a:gdLst/>
            <a:ahLst/>
            <a:cxnLst/>
            <a:rect l="l" t="t" r="r" b="b"/>
            <a:pathLst>
              <a:path w="1071879" h="843279">
                <a:moveTo>
                  <a:pt x="1014842" y="792205"/>
                </a:moveTo>
                <a:lnTo>
                  <a:pt x="7620" y="762"/>
                </a:lnTo>
                <a:lnTo>
                  <a:pt x="4572" y="0"/>
                </a:lnTo>
                <a:lnTo>
                  <a:pt x="762" y="1524"/>
                </a:lnTo>
                <a:lnTo>
                  <a:pt x="0" y="5334"/>
                </a:lnTo>
                <a:lnTo>
                  <a:pt x="1524" y="8382"/>
                </a:lnTo>
                <a:lnTo>
                  <a:pt x="1008818" y="799881"/>
                </a:lnTo>
                <a:lnTo>
                  <a:pt x="1014842" y="792205"/>
                </a:lnTo>
                <a:close/>
              </a:path>
              <a:path w="1071879" h="843279">
                <a:moveTo>
                  <a:pt x="1026414" y="833697"/>
                </a:moveTo>
                <a:lnTo>
                  <a:pt x="1026414" y="803147"/>
                </a:lnTo>
                <a:lnTo>
                  <a:pt x="1025652" y="806957"/>
                </a:lnTo>
                <a:lnTo>
                  <a:pt x="1022604" y="808482"/>
                </a:lnTo>
                <a:lnTo>
                  <a:pt x="1018794" y="807719"/>
                </a:lnTo>
                <a:lnTo>
                  <a:pt x="1008818" y="799881"/>
                </a:lnTo>
                <a:lnTo>
                  <a:pt x="988314" y="826008"/>
                </a:lnTo>
                <a:lnTo>
                  <a:pt x="1026414" y="833697"/>
                </a:lnTo>
                <a:close/>
              </a:path>
              <a:path w="1071879" h="843279">
                <a:moveTo>
                  <a:pt x="1026414" y="803147"/>
                </a:moveTo>
                <a:lnTo>
                  <a:pt x="1024890" y="800099"/>
                </a:lnTo>
                <a:lnTo>
                  <a:pt x="1014842" y="792205"/>
                </a:lnTo>
                <a:lnTo>
                  <a:pt x="1008818" y="799881"/>
                </a:lnTo>
                <a:lnTo>
                  <a:pt x="1018794" y="807719"/>
                </a:lnTo>
                <a:lnTo>
                  <a:pt x="1022604" y="808482"/>
                </a:lnTo>
                <a:lnTo>
                  <a:pt x="1025652" y="806957"/>
                </a:lnTo>
                <a:lnTo>
                  <a:pt x="1026414" y="803147"/>
                </a:lnTo>
                <a:close/>
              </a:path>
              <a:path w="1071879" h="843279">
                <a:moveTo>
                  <a:pt x="1071372" y="842772"/>
                </a:moveTo>
                <a:lnTo>
                  <a:pt x="1035558" y="765810"/>
                </a:lnTo>
                <a:lnTo>
                  <a:pt x="1014842" y="792205"/>
                </a:lnTo>
                <a:lnTo>
                  <a:pt x="1024890" y="800099"/>
                </a:lnTo>
                <a:lnTo>
                  <a:pt x="1026414" y="803147"/>
                </a:lnTo>
                <a:lnTo>
                  <a:pt x="1026414" y="833697"/>
                </a:lnTo>
                <a:lnTo>
                  <a:pt x="1071372" y="842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19" name="object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518510"/>
              </p:ext>
            </p:extLst>
          </p:nvPr>
        </p:nvGraphicFramePr>
        <p:xfrm>
          <a:off x="5380442" y="4644956"/>
          <a:ext cx="1382536" cy="621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8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2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8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942">
                <a:tc gridSpan="2"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627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62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0" name="object 1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2117" y="5107050"/>
            <a:ext cx="211441" cy="69098"/>
          </a:xfrm>
          <a:prstGeom prst="rect">
            <a:avLst/>
          </a:prstGeom>
        </p:spPr>
      </p:pic>
      <p:sp>
        <p:nvSpPr>
          <p:cNvPr id="121" name="object 121"/>
          <p:cNvSpPr/>
          <p:nvPr/>
        </p:nvSpPr>
        <p:spPr>
          <a:xfrm>
            <a:off x="1950232" y="4273737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2" name="object 122"/>
          <p:cNvSpPr/>
          <p:nvPr/>
        </p:nvSpPr>
        <p:spPr>
          <a:xfrm>
            <a:off x="1950232" y="5615625"/>
            <a:ext cx="125528" cy="34549"/>
          </a:xfrm>
          <a:custGeom>
            <a:avLst/>
            <a:gdLst/>
            <a:ahLst/>
            <a:cxnLst/>
            <a:rect l="l" t="t" r="r" b="b"/>
            <a:pathLst>
              <a:path w="138430" h="38100">
                <a:moveTo>
                  <a:pt x="137922" y="25908"/>
                </a:moveTo>
                <a:lnTo>
                  <a:pt x="0" y="25209"/>
                </a:lnTo>
                <a:lnTo>
                  <a:pt x="0" y="38100"/>
                </a:lnTo>
                <a:lnTo>
                  <a:pt x="137922" y="38100"/>
                </a:lnTo>
                <a:lnTo>
                  <a:pt x="137922" y="25908"/>
                </a:lnTo>
                <a:close/>
              </a:path>
              <a:path w="138430" h="38100">
                <a:moveTo>
                  <a:pt x="137922" y="0"/>
                </a:moveTo>
                <a:lnTo>
                  <a:pt x="0" y="0"/>
                </a:lnTo>
                <a:lnTo>
                  <a:pt x="0" y="12255"/>
                </a:lnTo>
                <a:lnTo>
                  <a:pt x="137922" y="12954"/>
                </a:lnTo>
                <a:lnTo>
                  <a:pt x="137922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pSp>
        <p:nvGrpSpPr>
          <p:cNvPr id="123" name="object 123"/>
          <p:cNvGrpSpPr/>
          <p:nvPr/>
        </p:nvGrpSpPr>
        <p:grpSpPr>
          <a:xfrm>
            <a:off x="2178948" y="3824588"/>
            <a:ext cx="8063188" cy="1851257"/>
            <a:chOff x="1027061" y="4217670"/>
            <a:chExt cx="8891905" cy="2041525"/>
          </a:xfrm>
        </p:grpSpPr>
        <p:sp>
          <p:nvSpPr>
            <p:cNvPr id="124" name="object 124"/>
            <p:cNvSpPr/>
            <p:nvPr/>
          </p:nvSpPr>
          <p:spPr>
            <a:xfrm>
              <a:off x="3576713" y="4217670"/>
              <a:ext cx="995680" cy="919480"/>
            </a:xfrm>
            <a:custGeom>
              <a:avLst/>
              <a:gdLst/>
              <a:ahLst/>
              <a:cxnLst/>
              <a:rect l="l" t="t" r="r" b="b"/>
              <a:pathLst>
                <a:path w="995679" h="919479">
                  <a:moveTo>
                    <a:pt x="942702" y="864148"/>
                  </a:moveTo>
                  <a:lnTo>
                    <a:pt x="8382" y="1524"/>
                  </a:lnTo>
                  <a:lnTo>
                    <a:pt x="4572" y="0"/>
                  </a:lnTo>
                  <a:lnTo>
                    <a:pt x="1524" y="1524"/>
                  </a:lnTo>
                  <a:lnTo>
                    <a:pt x="0" y="5334"/>
                  </a:lnTo>
                  <a:lnTo>
                    <a:pt x="1524" y="8382"/>
                  </a:lnTo>
                  <a:lnTo>
                    <a:pt x="936446" y="870864"/>
                  </a:lnTo>
                  <a:lnTo>
                    <a:pt x="942702" y="864148"/>
                  </a:lnTo>
                  <a:close/>
                </a:path>
                <a:path w="995679" h="919479">
                  <a:moveTo>
                    <a:pt x="953262" y="906829"/>
                  </a:moveTo>
                  <a:lnTo>
                    <a:pt x="953262" y="876300"/>
                  </a:lnTo>
                  <a:lnTo>
                    <a:pt x="952500" y="879348"/>
                  </a:lnTo>
                  <a:lnTo>
                    <a:pt x="948690" y="880872"/>
                  </a:lnTo>
                  <a:lnTo>
                    <a:pt x="945642" y="879348"/>
                  </a:lnTo>
                  <a:lnTo>
                    <a:pt x="936446" y="870864"/>
                  </a:lnTo>
                  <a:lnTo>
                    <a:pt x="913638" y="895350"/>
                  </a:lnTo>
                  <a:lnTo>
                    <a:pt x="953262" y="906829"/>
                  </a:lnTo>
                  <a:close/>
                </a:path>
                <a:path w="995679" h="919479">
                  <a:moveTo>
                    <a:pt x="953262" y="876300"/>
                  </a:moveTo>
                  <a:lnTo>
                    <a:pt x="951738" y="872490"/>
                  </a:lnTo>
                  <a:lnTo>
                    <a:pt x="942702" y="864148"/>
                  </a:lnTo>
                  <a:lnTo>
                    <a:pt x="936446" y="870864"/>
                  </a:lnTo>
                  <a:lnTo>
                    <a:pt x="945642" y="879348"/>
                  </a:lnTo>
                  <a:lnTo>
                    <a:pt x="948690" y="880872"/>
                  </a:lnTo>
                  <a:lnTo>
                    <a:pt x="952500" y="879348"/>
                  </a:lnTo>
                  <a:lnTo>
                    <a:pt x="953262" y="876300"/>
                  </a:lnTo>
                  <a:close/>
                </a:path>
                <a:path w="995679" h="919479">
                  <a:moveTo>
                    <a:pt x="995172" y="918972"/>
                  </a:moveTo>
                  <a:lnTo>
                    <a:pt x="965454" y="839724"/>
                  </a:lnTo>
                  <a:lnTo>
                    <a:pt x="942702" y="864148"/>
                  </a:lnTo>
                  <a:lnTo>
                    <a:pt x="951738" y="872490"/>
                  </a:lnTo>
                  <a:lnTo>
                    <a:pt x="953262" y="876300"/>
                  </a:lnTo>
                  <a:lnTo>
                    <a:pt x="953262" y="906829"/>
                  </a:lnTo>
                  <a:lnTo>
                    <a:pt x="995172" y="918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362085" y="4450842"/>
              <a:ext cx="1027430" cy="685800"/>
            </a:xfrm>
            <a:custGeom>
              <a:avLst/>
              <a:gdLst/>
              <a:ahLst/>
              <a:cxnLst/>
              <a:rect l="l" t="t" r="r" b="b"/>
              <a:pathLst>
                <a:path w="1027429" h="685800">
                  <a:moveTo>
                    <a:pt x="1027176" y="400811"/>
                  </a:moveTo>
                  <a:lnTo>
                    <a:pt x="890016" y="400811"/>
                  </a:lnTo>
                  <a:lnTo>
                    <a:pt x="872669" y="341702"/>
                  </a:lnTo>
                  <a:lnTo>
                    <a:pt x="852395" y="286455"/>
                  </a:lnTo>
                  <a:lnTo>
                    <a:pt x="829413" y="235315"/>
                  </a:lnTo>
                  <a:lnTo>
                    <a:pt x="803938" y="188524"/>
                  </a:lnTo>
                  <a:lnTo>
                    <a:pt x="776187" y="146326"/>
                  </a:lnTo>
                  <a:lnTo>
                    <a:pt x="746379" y="108965"/>
                  </a:lnTo>
                  <a:lnTo>
                    <a:pt x="714728" y="76685"/>
                  </a:lnTo>
                  <a:lnTo>
                    <a:pt x="681453" y="49727"/>
                  </a:lnTo>
                  <a:lnTo>
                    <a:pt x="646771" y="28336"/>
                  </a:lnTo>
                  <a:lnTo>
                    <a:pt x="610898" y="12756"/>
                  </a:lnTo>
                  <a:lnTo>
                    <a:pt x="536448" y="0"/>
                  </a:lnTo>
                  <a:lnTo>
                    <a:pt x="388620" y="0"/>
                  </a:lnTo>
                  <a:lnTo>
                    <a:pt x="322476" y="9933"/>
                  </a:lnTo>
                  <a:lnTo>
                    <a:pt x="259912" y="38634"/>
                  </a:lnTo>
                  <a:lnTo>
                    <a:pt x="201869" y="84455"/>
                  </a:lnTo>
                  <a:lnTo>
                    <a:pt x="174838" y="113271"/>
                  </a:lnTo>
                  <a:lnTo>
                    <a:pt x="149292" y="145749"/>
                  </a:lnTo>
                  <a:lnTo>
                    <a:pt x="125348" y="181683"/>
                  </a:lnTo>
                  <a:lnTo>
                    <a:pt x="103124" y="220867"/>
                  </a:lnTo>
                  <a:lnTo>
                    <a:pt x="82739" y="263096"/>
                  </a:lnTo>
                  <a:lnTo>
                    <a:pt x="64311" y="308163"/>
                  </a:lnTo>
                  <a:lnTo>
                    <a:pt x="47957" y="355862"/>
                  </a:lnTo>
                  <a:lnTo>
                    <a:pt x="33795" y="405987"/>
                  </a:lnTo>
                  <a:lnTo>
                    <a:pt x="21943" y="458333"/>
                  </a:lnTo>
                  <a:lnTo>
                    <a:pt x="12520" y="512693"/>
                  </a:lnTo>
                  <a:lnTo>
                    <a:pt x="5643" y="568861"/>
                  </a:lnTo>
                  <a:lnTo>
                    <a:pt x="1430" y="626632"/>
                  </a:lnTo>
                  <a:lnTo>
                    <a:pt x="0" y="685800"/>
                  </a:lnTo>
                  <a:lnTo>
                    <a:pt x="147066" y="685800"/>
                  </a:lnTo>
                  <a:lnTo>
                    <a:pt x="148599" y="624799"/>
                  </a:lnTo>
                  <a:lnTo>
                    <a:pt x="153120" y="565127"/>
                  </a:lnTo>
                  <a:lnTo>
                    <a:pt x="160507" y="507039"/>
                  </a:lnTo>
                  <a:lnTo>
                    <a:pt x="170640" y="450794"/>
                  </a:lnTo>
                  <a:lnTo>
                    <a:pt x="183398" y="396647"/>
                  </a:lnTo>
                  <a:lnTo>
                    <a:pt x="198661" y="344855"/>
                  </a:lnTo>
                  <a:lnTo>
                    <a:pt x="216309" y="295675"/>
                  </a:lnTo>
                  <a:lnTo>
                    <a:pt x="236219" y="249364"/>
                  </a:lnTo>
                  <a:lnTo>
                    <a:pt x="258274" y="206178"/>
                  </a:lnTo>
                  <a:lnTo>
                    <a:pt x="282350" y="166374"/>
                  </a:lnTo>
                  <a:lnTo>
                    <a:pt x="308329" y="130210"/>
                  </a:lnTo>
                  <a:lnTo>
                    <a:pt x="336089" y="97940"/>
                  </a:lnTo>
                  <a:lnTo>
                    <a:pt x="365510" y="69823"/>
                  </a:lnTo>
                  <a:lnTo>
                    <a:pt x="396472" y="46115"/>
                  </a:lnTo>
                  <a:lnTo>
                    <a:pt x="462534" y="12954"/>
                  </a:lnTo>
                  <a:lnTo>
                    <a:pt x="498962" y="28566"/>
                  </a:lnTo>
                  <a:lnTo>
                    <a:pt x="534046" y="50072"/>
                  </a:lnTo>
                  <a:lnTo>
                    <a:pt x="567584" y="77192"/>
                  </a:lnTo>
                  <a:lnTo>
                    <a:pt x="599377" y="109648"/>
                  </a:lnTo>
                  <a:lnTo>
                    <a:pt x="629221" y="147161"/>
                  </a:lnTo>
                  <a:lnTo>
                    <a:pt x="656917" y="189451"/>
                  </a:lnTo>
                  <a:lnTo>
                    <a:pt x="682262" y="236240"/>
                  </a:lnTo>
                  <a:lnTo>
                    <a:pt x="705057" y="287249"/>
                  </a:lnTo>
                  <a:lnTo>
                    <a:pt x="725099" y="342199"/>
                  </a:lnTo>
                  <a:lnTo>
                    <a:pt x="742188" y="400811"/>
                  </a:lnTo>
                  <a:lnTo>
                    <a:pt x="605028" y="400811"/>
                  </a:lnTo>
                  <a:lnTo>
                    <a:pt x="851154" y="685799"/>
                  </a:lnTo>
                  <a:lnTo>
                    <a:pt x="1027176" y="400811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362085" y="4450842"/>
              <a:ext cx="462915" cy="685800"/>
            </a:xfrm>
            <a:custGeom>
              <a:avLst/>
              <a:gdLst/>
              <a:ahLst/>
              <a:cxnLst/>
              <a:rect l="l" t="t" r="r" b="b"/>
              <a:pathLst>
                <a:path w="462914" h="685800">
                  <a:moveTo>
                    <a:pt x="462534" y="12954"/>
                  </a:moveTo>
                  <a:lnTo>
                    <a:pt x="444234" y="7393"/>
                  </a:lnTo>
                  <a:lnTo>
                    <a:pt x="425862" y="3333"/>
                  </a:lnTo>
                  <a:lnTo>
                    <a:pt x="407348" y="845"/>
                  </a:lnTo>
                  <a:lnTo>
                    <a:pt x="388620" y="0"/>
                  </a:lnTo>
                  <a:lnTo>
                    <a:pt x="355160" y="2517"/>
                  </a:lnTo>
                  <a:lnTo>
                    <a:pt x="290688" y="22040"/>
                  </a:lnTo>
                  <a:lnTo>
                    <a:pt x="230266" y="59507"/>
                  </a:lnTo>
                  <a:lnTo>
                    <a:pt x="174838" y="113271"/>
                  </a:lnTo>
                  <a:lnTo>
                    <a:pt x="149292" y="145749"/>
                  </a:lnTo>
                  <a:lnTo>
                    <a:pt x="125348" y="181683"/>
                  </a:lnTo>
                  <a:lnTo>
                    <a:pt x="103124" y="220867"/>
                  </a:lnTo>
                  <a:lnTo>
                    <a:pt x="82739" y="263096"/>
                  </a:lnTo>
                  <a:lnTo>
                    <a:pt x="64311" y="308163"/>
                  </a:lnTo>
                  <a:lnTo>
                    <a:pt x="47957" y="355862"/>
                  </a:lnTo>
                  <a:lnTo>
                    <a:pt x="33795" y="405987"/>
                  </a:lnTo>
                  <a:lnTo>
                    <a:pt x="21943" y="458333"/>
                  </a:lnTo>
                  <a:lnTo>
                    <a:pt x="12520" y="512693"/>
                  </a:lnTo>
                  <a:lnTo>
                    <a:pt x="5643" y="568861"/>
                  </a:lnTo>
                  <a:lnTo>
                    <a:pt x="1430" y="626632"/>
                  </a:lnTo>
                  <a:lnTo>
                    <a:pt x="0" y="685800"/>
                  </a:lnTo>
                  <a:lnTo>
                    <a:pt x="147066" y="685800"/>
                  </a:lnTo>
                  <a:lnTo>
                    <a:pt x="148599" y="624799"/>
                  </a:lnTo>
                  <a:lnTo>
                    <a:pt x="153120" y="565127"/>
                  </a:lnTo>
                  <a:lnTo>
                    <a:pt x="160507" y="507039"/>
                  </a:lnTo>
                  <a:lnTo>
                    <a:pt x="170640" y="450794"/>
                  </a:lnTo>
                  <a:lnTo>
                    <a:pt x="183398" y="396647"/>
                  </a:lnTo>
                  <a:lnTo>
                    <a:pt x="198661" y="344855"/>
                  </a:lnTo>
                  <a:lnTo>
                    <a:pt x="216309" y="295675"/>
                  </a:lnTo>
                  <a:lnTo>
                    <a:pt x="236219" y="249364"/>
                  </a:lnTo>
                  <a:lnTo>
                    <a:pt x="258274" y="206178"/>
                  </a:lnTo>
                  <a:lnTo>
                    <a:pt x="282350" y="166374"/>
                  </a:lnTo>
                  <a:lnTo>
                    <a:pt x="308329" y="130210"/>
                  </a:lnTo>
                  <a:lnTo>
                    <a:pt x="336089" y="97940"/>
                  </a:lnTo>
                  <a:lnTo>
                    <a:pt x="365510" y="69823"/>
                  </a:lnTo>
                  <a:lnTo>
                    <a:pt x="396472" y="46115"/>
                  </a:lnTo>
                  <a:lnTo>
                    <a:pt x="428853" y="27073"/>
                  </a:lnTo>
                  <a:lnTo>
                    <a:pt x="462534" y="12954"/>
                  </a:lnTo>
                  <a:close/>
                </a:path>
              </a:pathLst>
            </a:custGeom>
            <a:solidFill>
              <a:srgbClr val="A4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362085" y="4450842"/>
              <a:ext cx="1027430" cy="685800"/>
            </a:xfrm>
            <a:custGeom>
              <a:avLst/>
              <a:gdLst/>
              <a:ahLst/>
              <a:cxnLst/>
              <a:rect l="l" t="t" r="r" b="b"/>
              <a:pathLst>
                <a:path w="1027429" h="685800">
                  <a:moveTo>
                    <a:pt x="0" y="685800"/>
                  </a:moveTo>
                  <a:lnTo>
                    <a:pt x="1430" y="626632"/>
                  </a:lnTo>
                  <a:lnTo>
                    <a:pt x="5643" y="568861"/>
                  </a:lnTo>
                  <a:lnTo>
                    <a:pt x="12520" y="512693"/>
                  </a:lnTo>
                  <a:lnTo>
                    <a:pt x="21943" y="458333"/>
                  </a:lnTo>
                  <a:lnTo>
                    <a:pt x="33795" y="405987"/>
                  </a:lnTo>
                  <a:lnTo>
                    <a:pt x="47957" y="355862"/>
                  </a:lnTo>
                  <a:lnTo>
                    <a:pt x="64311" y="308163"/>
                  </a:lnTo>
                  <a:lnTo>
                    <a:pt x="82739" y="263096"/>
                  </a:lnTo>
                  <a:lnTo>
                    <a:pt x="103124" y="220867"/>
                  </a:lnTo>
                  <a:lnTo>
                    <a:pt x="125348" y="181683"/>
                  </a:lnTo>
                  <a:lnTo>
                    <a:pt x="149292" y="145749"/>
                  </a:lnTo>
                  <a:lnTo>
                    <a:pt x="174838" y="113271"/>
                  </a:lnTo>
                  <a:lnTo>
                    <a:pt x="201869" y="84455"/>
                  </a:lnTo>
                  <a:lnTo>
                    <a:pt x="259912" y="38634"/>
                  </a:lnTo>
                  <a:lnTo>
                    <a:pt x="322476" y="9933"/>
                  </a:lnTo>
                  <a:lnTo>
                    <a:pt x="388620" y="0"/>
                  </a:lnTo>
                  <a:lnTo>
                    <a:pt x="536448" y="0"/>
                  </a:lnTo>
                  <a:lnTo>
                    <a:pt x="610898" y="12756"/>
                  </a:lnTo>
                  <a:lnTo>
                    <a:pt x="646771" y="28336"/>
                  </a:lnTo>
                  <a:lnTo>
                    <a:pt x="681453" y="49727"/>
                  </a:lnTo>
                  <a:lnTo>
                    <a:pt x="714728" y="76685"/>
                  </a:lnTo>
                  <a:lnTo>
                    <a:pt x="746379" y="108965"/>
                  </a:lnTo>
                  <a:lnTo>
                    <a:pt x="776187" y="146326"/>
                  </a:lnTo>
                  <a:lnTo>
                    <a:pt x="803938" y="188524"/>
                  </a:lnTo>
                  <a:lnTo>
                    <a:pt x="829413" y="235315"/>
                  </a:lnTo>
                  <a:lnTo>
                    <a:pt x="852395" y="286455"/>
                  </a:lnTo>
                  <a:lnTo>
                    <a:pt x="872669" y="341702"/>
                  </a:lnTo>
                  <a:lnTo>
                    <a:pt x="890016" y="400811"/>
                  </a:lnTo>
                  <a:lnTo>
                    <a:pt x="1027176" y="400811"/>
                  </a:lnTo>
                  <a:lnTo>
                    <a:pt x="851154" y="685799"/>
                  </a:lnTo>
                  <a:lnTo>
                    <a:pt x="605028" y="400811"/>
                  </a:lnTo>
                  <a:lnTo>
                    <a:pt x="742188" y="400811"/>
                  </a:lnTo>
                  <a:lnTo>
                    <a:pt x="725099" y="342199"/>
                  </a:lnTo>
                  <a:lnTo>
                    <a:pt x="705057" y="287249"/>
                  </a:lnTo>
                  <a:lnTo>
                    <a:pt x="682262" y="236240"/>
                  </a:lnTo>
                  <a:lnTo>
                    <a:pt x="656917" y="189451"/>
                  </a:lnTo>
                  <a:lnTo>
                    <a:pt x="629221" y="147161"/>
                  </a:lnTo>
                  <a:lnTo>
                    <a:pt x="599377" y="109648"/>
                  </a:lnTo>
                  <a:lnTo>
                    <a:pt x="567584" y="77192"/>
                  </a:lnTo>
                  <a:lnTo>
                    <a:pt x="534046" y="50072"/>
                  </a:lnTo>
                  <a:lnTo>
                    <a:pt x="498962" y="28566"/>
                  </a:lnTo>
                  <a:lnTo>
                    <a:pt x="462534" y="12954"/>
                  </a:lnTo>
                  <a:lnTo>
                    <a:pt x="428853" y="27073"/>
                  </a:lnTo>
                  <a:lnTo>
                    <a:pt x="365510" y="69823"/>
                  </a:lnTo>
                  <a:lnTo>
                    <a:pt x="336089" y="97940"/>
                  </a:lnTo>
                  <a:lnTo>
                    <a:pt x="308329" y="130210"/>
                  </a:lnTo>
                  <a:lnTo>
                    <a:pt x="282350" y="166374"/>
                  </a:lnTo>
                  <a:lnTo>
                    <a:pt x="258274" y="206178"/>
                  </a:lnTo>
                  <a:lnTo>
                    <a:pt x="236219" y="249364"/>
                  </a:lnTo>
                  <a:lnTo>
                    <a:pt x="216309" y="295675"/>
                  </a:lnTo>
                  <a:lnTo>
                    <a:pt x="198661" y="344855"/>
                  </a:lnTo>
                  <a:lnTo>
                    <a:pt x="183398" y="396647"/>
                  </a:lnTo>
                  <a:lnTo>
                    <a:pt x="170640" y="450794"/>
                  </a:lnTo>
                  <a:lnTo>
                    <a:pt x="160507" y="507039"/>
                  </a:lnTo>
                  <a:lnTo>
                    <a:pt x="153120" y="565127"/>
                  </a:lnTo>
                  <a:lnTo>
                    <a:pt x="148599" y="624799"/>
                  </a:lnTo>
                  <a:lnTo>
                    <a:pt x="147066" y="685800"/>
                  </a:lnTo>
                  <a:lnTo>
                    <a:pt x="0" y="685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750705" y="4450842"/>
              <a:ext cx="74295" cy="13335"/>
            </a:xfrm>
            <a:custGeom>
              <a:avLst/>
              <a:gdLst/>
              <a:ahLst/>
              <a:cxnLst/>
              <a:rect l="l" t="t" r="r" b="b"/>
              <a:pathLst>
                <a:path w="74294" h="13335">
                  <a:moveTo>
                    <a:pt x="0" y="0"/>
                  </a:moveTo>
                  <a:lnTo>
                    <a:pt x="18728" y="845"/>
                  </a:lnTo>
                  <a:lnTo>
                    <a:pt x="37242" y="3333"/>
                  </a:lnTo>
                  <a:lnTo>
                    <a:pt x="55614" y="7393"/>
                  </a:lnTo>
                  <a:lnTo>
                    <a:pt x="73914" y="1295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027061" y="4713744"/>
              <a:ext cx="8891905" cy="1518285"/>
            </a:xfrm>
            <a:custGeom>
              <a:avLst/>
              <a:gdLst/>
              <a:ahLst/>
              <a:cxnLst/>
              <a:rect l="l" t="t" r="r" b="b"/>
              <a:pathLst>
                <a:path w="8891905" h="1518285">
                  <a:moveTo>
                    <a:pt x="152400" y="1505712"/>
                  </a:moveTo>
                  <a:lnTo>
                    <a:pt x="0" y="1504950"/>
                  </a:lnTo>
                  <a:lnTo>
                    <a:pt x="0" y="1517904"/>
                  </a:lnTo>
                  <a:lnTo>
                    <a:pt x="152400" y="1517904"/>
                  </a:lnTo>
                  <a:lnTo>
                    <a:pt x="152400" y="1505712"/>
                  </a:lnTo>
                  <a:close/>
                </a:path>
                <a:path w="8891905" h="1518285">
                  <a:moveTo>
                    <a:pt x="152400" y="1479804"/>
                  </a:moveTo>
                  <a:lnTo>
                    <a:pt x="0" y="1479804"/>
                  </a:lnTo>
                  <a:lnTo>
                    <a:pt x="0" y="1491996"/>
                  </a:lnTo>
                  <a:lnTo>
                    <a:pt x="152400" y="1492758"/>
                  </a:lnTo>
                  <a:lnTo>
                    <a:pt x="152400" y="1479804"/>
                  </a:lnTo>
                  <a:close/>
                </a:path>
                <a:path w="8891905" h="1518285">
                  <a:moveTo>
                    <a:pt x="166878" y="25908"/>
                  </a:moveTo>
                  <a:lnTo>
                    <a:pt x="14478" y="25146"/>
                  </a:lnTo>
                  <a:lnTo>
                    <a:pt x="14478" y="38100"/>
                  </a:lnTo>
                  <a:lnTo>
                    <a:pt x="166878" y="38862"/>
                  </a:lnTo>
                  <a:lnTo>
                    <a:pt x="166878" y="25908"/>
                  </a:lnTo>
                  <a:close/>
                </a:path>
                <a:path w="8891905" h="1518285">
                  <a:moveTo>
                    <a:pt x="166878" y="762"/>
                  </a:moveTo>
                  <a:lnTo>
                    <a:pt x="14478" y="0"/>
                  </a:lnTo>
                  <a:lnTo>
                    <a:pt x="14478" y="12954"/>
                  </a:lnTo>
                  <a:lnTo>
                    <a:pt x="166878" y="12954"/>
                  </a:lnTo>
                  <a:lnTo>
                    <a:pt x="166878" y="762"/>
                  </a:lnTo>
                  <a:close/>
                </a:path>
                <a:path w="8891905" h="1518285">
                  <a:moveTo>
                    <a:pt x="419100" y="1481328"/>
                  </a:moveTo>
                  <a:lnTo>
                    <a:pt x="266700" y="1480566"/>
                  </a:lnTo>
                  <a:lnTo>
                    <a:pt x="266700" y="1493520"/>
                  </a:lnTo>
                  <a:lnTo>
                    <a:pt x="419100" y="1493520"/>
                  </a:lnTo>
                  <a:lnTo>
                    <a:pt x="419100" y="1481328"/>
                  </a:lnTo>
                  <a:close/>
                </a:path>
                <a:path w="8891905" h="1518285">
                  <a:moveTo>
                    <a:pt x="433578" y="26670"/>
                  </a:moveTo>
                  <a:lnTo>
                    <a:pt x="281178" y="26670"/>
                  </a:lnTo>
                  <a:lnTo>
                    <a:pt x="281178" y="38862"/>
                  </a:lnTo>
                  <a:lnTo>
                    <a:pt x="433578" y="39624"/>
                  </a:lnTo>
                  <a:lnTo>
                    <a:pt x="433578" y="26670"/>
                  </a:lnTo>
                  <a:close/>
                </a:path>
                <a:path w="8891905" h="1518285">
                  <a:moveTo>
                    <a:pt x="433578" y="1524"/>
                  </a:moveTo>
                  <a:lnTo>
                    <a:pt x="281178" y="762"/>
                  </a:lnTo>
                  <a:lnTo>
                    <a:pt x="281178" y="13716"/>
                  </a:lnTo>
                  <a:lnTo>
                    <a:pt x="433578" y="14478"/>
                  </a:lnTo>
                  <a:lnTo>
                    <a:pt x="433578" y="1524"/>
                  </a:lnTo>
                  <a:close/>
                </a:path>
                <a:path w="8891905" h="1518285">
                  <a:moveTo>
                    <a:pt x="700278" y="27432"/>
                  </a:moveTo>
                  <a:lnTo>
                    <a:pt x="547878" y="27432"/>
                  </a:lnTo>
                  <a:lnTo>
                    <a:pt x="547878" y="39624"/>
                  </a:lnTo>
                  <a:lnTo>
                    <a:pt x="700278" y="40386"/>
                  </a:lnTo>
                  <a:lnTo>
                    <a:pt x="700278" y="27432"/>
                  </a:lnTo>
                  <a:close/>
                </a:path>
                <a:path w="8891905" h="1518285">
                  <a:moveTo>
                    <a:pt x="700278" y="2286"/>
                  </a:moveTo>
                  <a:lnTo>
                    <a:pt x="547878" y="1524"/>
                  </a:lnTo>
                  <a:lnTo>
                    <a:pt x="547878" y="14478"/>
                  </a:lnTo>
                  <a:lnTo>
                    <a:pt x="700278" y="15240"/>
                  </a:lnTo>
                  <a:lnTo>
                    <a:pt x="700278" y="2286"/>
                  </a:lnTo>
                  <a:close/>
                </a:path>
                <a:path w="8891905" h="1518285">
                  <a:moveTo>
                    <a:pt x="966978" y="28194"/>
                  </a:moveTo>
                  <a:lnTo>
                    <a:pt x="814578" y="28194"/>
                  </a:lnTo>
                  <a:lnTo>
                    <a:pt x="814578" y="40386"/>
                  </a:lnTo>
                  <a:lnTo>
                    <a:pt x="966978" y="41148"/>
                  </a:lnTo>
                  <a:lnTo>
                    <a:pt x="966978" y="28194"/>
                  </a:lnTo>
                  <a:close/>
                </a:path>
                <a:path w="8891905" h="1518285">
                  <a:moveTo>
                    <a:pt x="966978" y="3048"/>
                  </a:moveTo>
                  <a:lnTo>
                    <a:pt x="814578" y="2286"/>
                  </a:lnTo>
                  <a:lnTo>
                    <a:pt x="814578" y="15240"/>
                  </a:lnTo>
                  <a:lnTo>
                    <a:pt x="966978" y="16002"/>
                  </a:lnTo>
                  <a:lnTo>
                    <a:pt x="966978" y="3048"/>
                  </a:lnTo>
                  <a:close/>
                </a:path>
                <a:path w="8891905" h="1518285">
                  <a:moveTo>
                    <a:pt x="1233678" y="28956"/>
                  </a:moveTo>
                  <a:lnTo>
                    <a:pt x="1081278" y="28956"/>
                  </a:lnTo>
                  <a:lnTo>
                    <a:pt x="1081278" y="41910"/>
                  </a:lnTo>
                  <a:lnTo>
                    <a:pt x="1233678" y="41910"/>
                  </a:lnTo>
                  <a:lnTo>
                    <a:pt x="1233678" y="28956"/>
                  </a:lnTo>
                  <a:close/>
                </a:path>
                <a:path w="8891905" h="1518285">
                  <a:moveTo>
                    <a:pt x="1233678" y="3810"/>
                  </a:moveTo>
                  <a:lnTo>
                    <a:pt x="1081278" y="3810"/>
                  </a:lnTo>
                  <a:lnTo>
                    <a:pt x="1081278" y="16002"/>
                  </a:lnTo>
                  <a:lnTo>
                    <a:pt x="1233678" y="16764"/>
                  </a:lnTo>
                  <a:lnTo>
                    <a:pt x="1233678" y="3810"/>
                  </a:lnTo>
                  <a:close/>
                </a:path>
                <a:path w="8891905" h="1518285">
                  <a:moveTo>
                    <a:pt x="1500378" y="30480"/>
                  </a:moveTo>
                  <a:lnTo>
                    <a:pt x="1347978" y="29718"/>
                  </a:lnTo>
                  <a:lnTo>
                    <a:pt x="1347978" y="42672"/>
                  </a:lnTo>
                  <a:lnTo>
                    <a:pt x="1500378" y="42672"/>
                  </a:lnTo>
                  <a:lnTo>
                    <a:pt x="1500378" y="30480"/>
                  </a:lnTo>
                  <a:close/>
                </a:path>
                <a:path w="8891905" h="1518285">
                  <a:moveTo>
                    <a:pt x="1500378" y="4572"/>
                  </a:moveTo>
                  <a:lnTo>
                    <a:pt x="1347978" y="4572"/>
                  </a:lnTo>
                  <a:lnTo>
                    <a:pt x="1347978" y="16764"/>
                  </a:lnTo>
                  <a:lnTo>
                    <a:pt x="1500378" y="17526"/>
                  </a:lnTo>
                  <a:lnTo>
                    <a:pt x="1500378" y="4572"/>
                  </a:lnTo>
                  <a:close/>
                </a:path>
                <a:path w="8891905" h="1518285">
                  <a:moveTo>
                    <a:pt x="1767078" y="31242"/>
                  </a:moveTo>
                  <a:lnTo>
                    <a:pt x="1614678" y="30480"/>
                  </a:lnTo>
                  <a:lnTo>
                    <a:pt x="1614678" y="43434"/>
                  </a:lnTo>
                  <a:lnTo>
                    <a:pt x="1767078" y="43434"/>
                  </a:lnTo>
                  <a:lnTo>
                    <a:pt x="1767078" y="31242"/>
                  </a:lnTo>
                  <a:close/>
                </a:path>
                <a:path w="8891905" h="1518285">
                  <a:moveTo>
                    <a:pt x="1767078" y="5334"/>
                  </a:moveTo>
                  <a:lnTo>
                    <a:pt x="1614678" y="5334"/>
                  </a:lnTo>
                  <a:lnTo>
                    <a:pt x="1614678" y="17526"/>
                  </a:lnTo>
                  <a:lnTo>
                    <a:pt x="1767078" y="18288"/>
                  </a:lnTo>
                  <a:lnTo>
                    <a:pt x="1767078" y="5334"/>
                  </a:lnTo>
                  <a:close/>
                </a:path>
                <a:path w="8891905" h="1518285">
                  <a:moveTo>
                    <a:pt x="2033778" y="32004"/>
                  </a:moveTo>
                  <a:lnTo>
                    <a:pt x="1881378" y="31242"/>
                  </a:lnTo>
                  <a:lnTo>
                    <a:pt x="1881378" y="44196"/>
                  </a:lnTo>
                  <a:lnTo>
                    <a:pt x="2033778" y="44196"/>
                  </a:lnTo>
                  <a:lnTo>
                    <a:pt x="2033778" y="32004"/>
                  </a:lnTo>
                  <a:close/>
                </a:path>
                <a:path w="8891905" h="1518285">
                  <a:moveTo>
                    <a:pt x="2033778" y="6096"/>
                  </a:moveTo>
                  <a:lnTo>
                    <a:pt x="1881378" y="6096"/>
                  </a:lnTo>
                  <a:lnTo>
                    <a:pt x="1881378" y="18288"/>
                  </a:lnTo>
                  <a:lnTo>
                    <a:pt x="2033778" y="19050"/>
                  </a:lnTo>
                  <a:lnTo>
                    <a:pt x="2033778" y="6096"/>
                  </a:lnTo>
                  <a:close/>
                </a:path>
                <a:path w="8891905" h="1518285">
                  <a:moveTo>
                    <a:pt x="2300478" y="32766"/>
                  </a:moveTo>
                  <a:lnTo>
                    <a:pt x="2148078" y="32004"/>
                  </a:lnTo>
                  <a:lnTo>
                    <a:pt x="2148078" y="44958"/>
                  </a:lnTo>
                  <a:lnTo>
                    <a:pt x="2300478" y="45720"/>
                  </a:lnTo>
                  <a:lnTo>
                    <a:pt x="2300478" y="32766"/>
                  </a:lnTo>
                  <a:close/>
                </a:path>
                <a:path w="8891905" h="1518285">
                  <a:moveTo>
                    <a:pt x="2300478" y="7620"/>
                  </a:moveTo>
                  <a:lnTo>
                    <a:pt x="2148078" y="6858"/>
                  </a:lnTo>
                  <a:lnTo>
                    <a:pt x="2148078" y="19812"/>
                  </a:lnTo>
                  <a:lnTo>
                    <a:pt x="2300478" y="19812"/>
                  </a:lnTo>
                  <a:lnTo>
                    <a:pt x="2300478" y="7620"/>
                  </a:lnTo>
                  <a:close/>
                </a:path>
                <a:path w="8891905" h="1518285">
                  <a:moveTo>
                    <a:pt x="2567178" y="33528"/>
                  </a:moveTo>
                  <a:lnTo>
                    <a:pt x="2414778" y="32766"/>
                  </a:lnTo>
                  <a:lnTo>
                    <a:pt x="2414778" y="45720"/>
                  </a:lnTo>
                  <a:lnTo>
                    <a:pt x="2567178" y="46482"/>
                  </a:lnTo>
                  <a:lnTo>
                    <a:pt x="2567178" y="33528"/>
                  </a:lnTo>
                  <a:close/>
                </a:path>
                <a:path w="8891905" h="1518285">
                  <a:moveTo>
                    <a:pt x="2567178" y="8382"/>
                  </a:moveTo>
                  <a:lnTo>
                    <a:pt x="2414778" y="7620"/>
                  </a:lnTo>
                  <a:lnTo>
                    <a:pt x="2414778" y="20574"/>
                  </a:lnTo>
                  <a:lnTo>
                    <a:pt x="2567178" y="20574"/>
                  </a:lnTo>
                  <a:lnTo>
                    <a:pt x="2567178" y="8382"/>
                  </a:lnTo>
                  <a:close/>
                </a:path>
                <a:path w="8891905" h="1518285">
                  <a:moveTo>
                    <a:pt x="2833878" y="34290"/>
                  </a:moveTo>
                  <a:lnTo>
                    <a:pt x="2681478" y="33528"/>
                  </a:lnTo>
                  <a:lnTo>
                    <a:pt x="2681478" y="46482"/>
                  </a:lnTo>
                  <a:lnTo>
                    <a:pt x="2833878" y="47244"/>
                  </a:lnTo>
                  <a:lnTo>
                    <a:pt x="2833878" y="34290"/>
                  </a:lnTo>
                  <a:close/>
                </a:path>
                <a:path w="8891905" h="1518285">
                  <a:moveTo>
                    <a:pt x="2833878" y="9144"/>
                  </a:moveTo>
                  <a:lnTo>
                    <a:pt x="2681478" y="8382"/>
                  </a:lnTo>
                  <a:lnTo>
                    <a:pt x="2681478" y="21336"/>
                  </a:lnTo>
                  <a:lnTo>
                    <a:pt x="2833878" y="21336"/>
                  </a:lnTo>
                  <a:lnTo>
                    <a:pt x="2833878" y="9144"/>
                  </a:lnTo>
                  <a:close/>
                </a:path>
                <a:path w="8891905" h="1518285">
                  <a:moveTo>
                    <a:pt x="3100578" y="35052"/>
                  </a:moveTo>
                  <a:lnTo>
                    <a:pt x="2948178" y="35052"/>
                  </a:lnTo>
                  <a:lnTo>
                    <a:pt x="2948178" y="47244"/>
                  </a:lnTo>
                  <a:lnTo>
                    <a:pt x="3100578" y="48006"/>
                  </a:lnTo>
                  <a:lnTo>
                    <a:pt x="3100578" y="35052"/>
                  </a:lnTo>
                  <a:close/>
                </a:path>
                <a:path w="8891905" h="1518285">
                  <a:moveTo>
                    <a:pt x="3100578" y="9906"/>
                  </a:moveTo>
                  <a:lnTo>
                    <a:pt x="2948178" y="9144"/>
                  </a:lnTo>
                  <a:lnTo>
                    <a:pt x="2948178" y="22098"/>
                  </a:lnTo>
                  <a:lnTo>
                    <a:pt x="3100578" y="22098"/>
                  </a:lnTo>
                  <a:lnTo>
                    <a:pt x="3100578" y="9906"/>
                  </a:lnTo>
                  <a:close/>
                </a:path>
                <a:path w="8891905" h="1518285">
                  <a:moveTo>
                    <a:pt x="3367278" y="35814"/>
                  </a:moveTo>
                  <a:lnTo>
                    <a:pt x="3214878" y="35814"/>
                  </a:lnTo>
                  <a:lnTo>
                    <a:pt x="3214878" y="48006"/>
                  </a:lnTo>
                  <a:lnTo>
                    <a:pt x="3367278" y="48768"/>
                  </a:lnTo>
                  <a:lnTo>
                    <a:pt x="3367278" y="35814"/>
                  </a:lnTo>
                  <a:close/>
                </a:path>
                <a:path w="8891905" h="1518285">
                  <a:moveTo>
                    <a:pt x="3367278" y="10668"/>
                  </a:moveTo>
                  <a:lnTo>
                    <a:pt x="3214878" y="9906"/>
                  </a:lnTo>
                  <a:lnTo>
                    <a:pt x="3214878" y="22860"/>
                  </a:lnTo>
                  <a:lnTo>
                    <a:pt x="3367278" y="23622"/>
                  </a:lnTo>
                  <a:lnTo>
                    <a:pt x="3367278" y="10668"/>
                  </a:lnTo>
                  <a:close/>
                </a:path>
                <a:path w="8891905" h="1518285">
                  <a:moveTo>
                    <a:pt x="3633978" y="36576"/>
                  </a:moveTo>
                  <a:lnTo>
                    <a:pt x="3481578" y="36576"/>
                  </a:lnTo>
                  <a:lnTo>
                    <a:pt x="3481578" y="48768"/>
                  </a:lnTo>
                  <a:lnTo>
                    <a:pt x="3633978" y="49530"/>
                  </a:lnTo>
                  <a:lnTo>
                    <a:pt x="3633978" y="36576"/>
                  </a:lnTo>
                  <a:close/>
                </a:path>
                <a:path w="8891905" h="1518285">
                  <a:moveTo>
                    <a:pt x="3633978" y="11430"/>
                  </a:moveTo>
                  <a:lnTo>
                    <a:pt x="3481578" y="10668"/>
                  </a:lnTo>
                  <a:lnTo>
                    <a:pt x="3481578" y="23622"/>
                  </a:lnTo>
                  <a:lnTo>
                    <a:pt x="3633978" y="24384"/>
                  </a:lnTo>
                  <a:lnTo>
                    <a:pt x="3633978" y="11430"/>
                  </a:lnTo>
                  <a:close/>
                </a:path>
                <a:path w="8891905" h="1518285">
                  <a:moveTo>
                    <a:pt x="3900678" y="37338"/>
                  </a:moveTo>
                  <a:lnTo>
                    <a:pt x="3748278" y="37338"/>
                  </a:lnTo>
                  <a:lnTo>
                    <a:pt x="3748278" y="49530"/>
                  </a:lnTo>
                  <a:lnTo>
                    <a:pt x="3900678" y="50292"/>
                  </a:lnTo>
                  <a:lnTo>
                    <a:pt x="3900678" y="37338"/>
                  </a:lnTo>
                  <a:close/>
                </a:path>
                <a:path w="8891905" h="1518285">
                  <a:moveTo>
                    <a:pt x="3900678" y="12192"/>
                  </a:moveTo>
                  <a:lnTo>
                    <a:pt x="3748278" y="11430"/>
                  </a:lnTo>
                  <a:lnTo>
                    <a:pt x="3748278" y="24384"/>
                  </a:lnTo>
                  <a:lnTo>
                    <a:pt x="3900678" y="25146"/>
                  </a:lnTo>
                  <a:lnTo>
                    <a:pt x="3900678" y="12192"/>
                  </a:lnTo>
                  <a:close/>
                </a:path>
                <a:path w="8891905" h="1518285">
                  <a:moveTo>
                    <a:pt x="4167378" y="38862"/>
                  </a:moveTo>
                  <a:lnTo>
                    <a:pt x="4014978" y="38100"/>
                  </a:lnTo>
                  <a:lnTo>
                    <a:pt x="4014978" y="51054"/>
                  </a:lnTo>
                  <a:lnTo>
                    <a:pt x="4167378" y="51054"/>
                  </a:lnTo>
                  <a:lnTo>
                    <a:pt x="4167378" y="38862"/>
                  </a:lnTo>
                  <a:close/>
                </a:path>
                <a:path w="8891905" h="1518285">
                  <a:moveTo>
                    <a:pt x="4167378" y="12954"/>
                  </a:moveTo>
                  <a:lnTo>
                    <a:pt x="4014978" y="12954"/>
                  </a:lnTo>
                  <a:lnTo>
                    <a:pt x="4014978" y="25146"/>
                  </a:lnTo>
                  <a:lnTo>
                    <a:pt x="4167378" y="25908"/>
                  </a:lnTo>
                  <a:lnTo>
                    <a:pt x="4167378" y="12954"/>
                  </a:lnTo>
                  <a:close/>
                </a:path>
                <a:path w="8891905" h="1518285">
                  <a:moveTo>
                    <a:pt x="4434078" y="39624"/>
                  </a:moveTo>
                  <a:lnTo>
                    <a:pt x="4281678" y="38862"/>
                  </a:lnTo>
                  <a:lnTo>
                    <a:pt x="4281678" y="51816"/>
                  </a:lnTo>
                  <a:lnTo>
                    <a:pt x="4434078" y="51816"/>
                  </a:lnTo>
                  <a:lnTo>
                    <a:pt x="4434078" y="39624"/>
                  </a:lnTo>
                  <a:close/>
                </a:path>
                <a:path w="8891905" h="1518285">
                  <a:moveTo>
                    <a:pt x="4434078" y="13716"/>
                  </a:moveTo>
                  <a:lnTo>
                    <a:pt x="4281678" y="13716"/>
                  </a:lnTo>
                  <a:lnTo>
                    <a:pt x="4281678" y="25908"/>
                  </a:lnTo>
                  <a:lnTo>
                    <a:pt x="4434078" y="26670"/>
                  </a:lnTo>
                  <a:lnTo>
                    <a:pt x="4434078" y="13716"/>
                  </a:lnTo>
                  <a:close/>
                </a:path>
                <a:path w="8891905" h="1518285">
                  <a:moveTo>
                    <a:pt x="4700778" y="40386"/>
                  </a:moveTo>
                  <a:lnTo>
                    <a:pt x="4548378" y="39624"/>
                  </a:lnTo>
                  <a:lnTo>
                    <a:pt x="4548378" y="52578"/>
                  </a:lnTo>
                  <a:lnTo>
                    <a:pt x="4700778" y="52578"/>
                  </a:lnTo>
                  <a:lnTo>
                    <a:pt x="4700778" y="40386"/>
                  </a:lnTo>
                  <a:close/>
                </a:path>
                <a:path w="8891905" h="1518285">
                  <a:moveTo>
                    <a:pt x="4700778" y="14478"/>
                  </a:moveTo>
                  <a:lnTo>
                    <a:pt x="4548378" y="14478"/>
                  </a:lnTo>
                  <a:lnTo>
                    <a:pt x="4548378" y="26670"/>
                  </a:lnTo>
                  <a:lnTo>
                    <a:pt x="4700778" y="27432"/>
                  </a:lnTo>
                  <a:lnTo>
                    <a:pt x="4700778" y="14478"/>
                  </a:lnTo>
                  <a:close/>
                </a:path>
                <a:path w="8891905" h="1518285">
                  <a:moveTo>
                    <a:pt x="4967478" y="41148"/>
                  </a:moveTo>
                  <a:lnTo>
                    <a:pt x="4815078" y="40386"/>
                  </a:lnTo>
                  <a:lnTo>
                    <a:pt x="4815078" y="53340"/>
                  </a:lnTo>
                  <a:lnTo>
                    <a:pt x="4967478" y="53340"/>
                  </a:lnTo>
                  <a:lnTo>
                    <a:pt x="4967478" y="41148"/>
                  </a:lnTo>
                  <a:close/>
                </a:path>
                <a:path w="8891905" h="1518285">
                  <a:moveTo>
                    <a:pt x="4967478" y="15240"/>
                  </a:moveTo>
                  <a:lnTo>
                    <a:pt x="4815078" y="15240"/>
                  </a:lnTo>
                  <a:lnTo>
                    <a:pt x="4815078" y="27432"/>
                  </a:lnTo>
                  <a:lnTo>
                    <a:pt x="4967478" y="28194"/>
                  </a:lnTo>
                  <a:lnTo>
                    <a:pt x="4967478" y="15240"/>
                  </a:lnTo>
                  <a:close/>
                </a:path>
                <a:path w="8891905" h="1518285">
                  <a:moveTo>
                    <a:pt x="5234178" y="41910"/>
                  </a:moveTo>
                  <a:lnTo>
                    <a:pt x="5081778" y="41148"/>
                  </a:lnTo>
                  <a:lnTo>
                    <a:pt x="5081778" y="54102"/>
                  </a:lnTo>
                  <a:lnTo>
                    <a:pt x="5234178" y="54864"/>
                  </a:lnTo>
                  <a:lnTo>
                    <a:pt x="5234178" y="41910"/>
                  </a:lnTo>
                  <a:close/>
                </a:path>
                <a:path w="8891905" h="1518285">
                  <a:moveTo>
                    <a:pt x="5234178" y="16764"/>
                  </a:moveTo>
                  <a:lnTo>
                    <a:pt x="5081778" y="16002"/>
                  </a:lnTo>
                  <a:lnTo>
                    <a:pt x="5081778" y="28956"/>
                  </a:lnTo>
                  <a:lnTo>
                    <a:pt x="5234178" y="28956"/>
                  </a:lnTo>
                  <a:lnTo>
                    <a:pt x="5234178" y="16764"/>
                  </a:lnTo>
                  <a:close/>
                </a:path>
                <a:path w="8891905" h="1518285">
                  <a:moveTo>
                    <a:pt x="5500878" y="42672"/>
                  </a:moveTo>
                  <a:lnTo>
                    <a:pt x="5348478" y="41910"/>
                  </a:lnTo>
                  <a:lnTo>
                    <a:pt x="5348478" y="54864"/>
                  </a:lnTo>
                  <a:lnTo>
                    <a:pt x="5500878" y="55626"/>
                  </a:lnTo>
                  <a:lnTo>
                    <a:pt x="5500878" y="42672"/>
                  </a:lnTo>
                  <a:close/>
                </a:path>
                <a:path w="8891905" h="1518285">
                  <a:moveTo>
                    <a:pt x="5500878" y="17526"/>
                  </a:moveTo>
                  <a:lnTo>
                    <a:pt x="5348478" y="16764"/>
                  </a:lnTo>
                  <a:lnTo>
                    <a:pt x="5348478" y="29718"/>
                  </a:lnTo>
                  <a:lnTo>
                    <a:pt x="5500878" y="29718"/>
                  </a:lnTo>
                  <a:lnTo>
                    <a:pt x="5500878" y="17526"/>
                  </a:lnTo>
                  <a:close/>
                </a:path>
                <a:path w="8891905" h="1518285">
                  <a:moveTo>
                    <a:pt x="5767578" y="43434"/>
                  </a:moveTo>
                  <a:lnTo>
                    <a:pt x="5615178" y="42672"/>
                  </a:lnTo>
                  <a:lnTo>
                    <a:pt x="5615178" y="55626"/>
                  </a:lnTo>
                  <a:lnTo>
                    <a:pt x="5767578" y="56388"/>
                  </a:lnTo>
                  <a:lnTo>
                    <a:pt x="5767578" y="43434"/>
                  </a:lnTo>
                  <a:close/>
                </a:path>
                <a:path w="8891905" h="1518285">
                  <a:moveTo>
                    <a:pt x="5767578" y="18288"/>
                  </a:moveTo>
                  <a:lnTo>
                    <a:pt x="5615178" y="17526"/>
                  </a:lnTo>
                  <a:lnTo>
                    <a:pt x="5615178" y="30480"/>
                  </a:lnTo>
                  <a:lnTo>
                    <a:pt x="5767578" y="30480"/>
                  </a:lnTo>
                  <a:lnTo>
                    <a:pt x="5767578" y="18288"/>
                  </a:lnTo>
                  <a:close/>
                </a:path>
                <a:path w="8891905" h="1518285">
                  <a:moveTo>
                    <a:pt x="6034278" y="44196"/>
                  </a:moveTo>
                  <a:lnTo>
                    <a:pt x="5881878" y="44196"/>
                  </a:lnTo>
                  <a:lnTo>
                    <a:pt x="5881878" y="56388"/>
                  </a:lnTo>
                  <a:lnTo>
                    <a:pt x="6034278" y="57150"/>
                  </a:lnTo>
                  <a:lnTo>
                    <a:pt x="6034278" y="44196"/>
                  </a:lnTo>
                  <a:close/>
                </a:path>
                <a:path w="8891905" h="1518285">
                  <a:moveTo>
                    <a:pt x="6034278" y="19050"/>
                  </a:moveTo>
                  <a:lnTo>
                    <a:pt x="5881878" y="18288"/>
                  </a:lnTo>
                  <a:lnTo>
                    <a:pt x="5881878" y="31242"/>
                  </a:lnTo>
                  <a:lnTo>
                    <a:pt x="6034278" y="31242"/>
                  </a:lnTo>
                  <a:lnTo>
                    <a:pt x="6034278" y="19050"/>
                  </a:lnTo>
                  <a:close/>
                </a:path>
                <a:path w="8891905" h="1518285">
                  <a:moveTo>
                    <a:pt x="6300978" y="44958"/>
                  </a:moveTo>
                  <a:lnTo>
                    <a:pt x="6148578" y="44958"/>
                  </a:lnTo>
                  <a:lnTo>
                    <a:pt x="6148578" y="57150"/>
                  </a:lnTo>
                  <a:lnTo>
                    <a:pt x="6300978" y="57912"/>
                  </a:lnTo>
                  <a:lnTo>
                    <a:pt x="6300978" y="44958"/>
                  </a:lnTo>
                  <a:close/>
                </a:path>
                <a:path w="8891905" h="1518285">
                  <a:moveTo>
                    <a:pt x="6300978" y="19812"/>
                  </a:moveTo>
                  <a:lnTo>
                    <a:pt x="6148578" y="19050"/>
                  </a:lnTo>
                  <a:lnTo>
                    <a:pt x="6148578" y="32004"/>
                  </a:lnTo>
                  <a:lnTo>
                    <a:pt x="6300978" y="32766"/>
                  </a:lnTo>
                  <a:lnTo>
                    <a:pt x="6300978" y="19812"/>
                  </a:lnTo>
                  <a:close/>
                </a:path>
                <a:path w="8891905" h="1518285">
                  <a:moveTo>
                    <a:pt x="6567678" y="45720"/>
                  </a:moveTo>
                  <a:lnTo>
                    <a:pt x="6415278" y="45720"/>
                  </a:lnTo>
                  <a:lnTo>
                    <a:pt x="6415278" y="57912"/>
                  </a:lnTo>
                  <a:lnTo>
                    <a:pt x="6567678" y="58674"/>
                  </a:lnTo>
                  <a:lnTo>
                    <a:pt x="6567678" y="45720"/>
                  </a:lnTo>
                  <a:close/>
                </a:path>
                <a:path w="8891905" h="1518285">
                  <a:moveTo>
                    <a:pt x="6567678" y="20574"/>
                  </a:moveTo>
                  <a:lnTo>
                    <a:pt x="6415278" y="19812"/>
                  </a:lnTo>
                  <a:lnTo>
                    <a:pt x="6415278" y="32766"/>
                  </a:lnTo>
                  <a:lnTo>
                    <a:pt x="6567678" y="33528"/>
                  </a:lnTo>
                  <a:lnTo>
                    <a:pt x="6567678" y="20574"/>
                  </a:lnTo>
                  <a:close/>
                </a:path>
                <a:path w="8891905" h="1518285">
                  <a:moveTo>
                    <a:pt x="6834378" y="46482"/>
                  </a:moveTo>
                  <a:lnTo>
                    <a:pt x="6681978" y="46482"/>
                  </a:lnTo>
                  <a:lnTo>
                    <a:pt x="6681978" y="58674"/>
                  </a:lnTo>
                  <a:lnTo>
                    <a:pt x="6834378" y="59436"/>
                  </a:lnTo>
                  <a:lnTo>
                    <a:pt x="6834378" y="46482"/>
                  </a:lnTo>
                  <a:close/>
                </a:path>
                <a:path w="8891905" h="1518285">
                  <a:moveTo>
                    <a:pt x="6834378" y="21336"/>
                  </a:moveTo>
                  <a:lnTo>
                    <a:pt x="6681978" y="20574"/>
                  </a:lnTo>
                  <a:lnTo>
                    <a:pt x="6681978" y="33528"/>
                  </a:lnTo>
                  <a:lnTo>
                    <a:pt x="6834378" y="34290"/>
                  </a:lnTo>
                  <a:lnTo>
                    <a:pt x="6834378" y="21336"/>
                  </a:lnTo>
                  <a:close/>
                </a:path>
                <a:path w="8891905" h="1518285">
                  <a:moveTo>
                    <a:pt x="7101078" y="48006"/>
                  </a:moveTo>
                  <a:lnTo>
                    <a:pt x="6948678" y="47244"/>
                  </a:lnTo>
                  <a:lnTo>
                    <a:pt x="6948678" y="60198"/>
                  </a:lnTo>
                  <a:lnTo>
                    <a:pt x="7101078" y="60198"/>
                  </a:lnTo>
                  <a:lnTo>
                    <a:pt x="7101078" y="48006"/>
                  </a:lnTo>
                  <a:close/>
                </a:path>
                <a:path w="8891905" h="1518285">
                  <a:moveTo>
                    <a:pt x="7101078" y="22098"/>
                  </a:moveTo>
                  <a:lnTo>
                    <a:pt x="6948678" y="22098"/>
                  </a:lnTo>
                  <a:lnTo>
                    <a:pt x="6948678" y="34290"/>
                  </a:lnTo>
                  <a:lnTo>
                    <a:pt x="7101078" y="35052"/>
                  </a:lnTo>
                  <a:lnTo>
                    <a:pt x="7101078" y="22098"/>
                  </a:lnTo>
                  <a:close/>
                </a:path>
                <a:path w="8891905" h="1518285">
                  <a:moveTo>
                    <a:pt x="7367778" y="48768"/>
                  </a:moveTo>
                  <a:lnTo>
                    <a:pt x="7215378" y="48006"/>
                  </a:lnTo>
                  <a:lnTo>
                    <a:pt x="7215378" y="60960"/>
                  </a:lnTo>
                  <a:lnTo>
                    <a:pt x="7367778" y="60960"/>
                  </a:lnTo>
                  <a:lnTo>
                    <a:pt x="7367778" y="48768"/>
                  </a:lnTo>
                  <a:close/>
                </a:path>
                <a:path w="8891905" h="1518285">
                  <a:moveTo>
                    <a:pt x="7367778" y="22860"/>
                  </a:moveTo>
                  <a:lnTo>
                    <a:pt x="7215378" y="22860"/>
                  </a:lnTo>
                  <a:lnTo>
                    <a:pt x="7215378" y="35052"/>
                  </a:lnTo>
                  <a:lnTo>
                    <a:pt x="7367778" y="35814"/>
                  </a:lnTo>
                  <a:lnTo>
                    <a:pt x="7367778" y="22860"/>
                  </a:lnTo>
                  <a:close/>
                </a:path>
                <a:path w="8891905" h="1518285">
                  <a:moveTo>
                    <a:pt x="7634478" y="49530"/>
                  </a:moveTo>
                  <a:lnTo>
                    <a:pt x="7482078" y="48768"/>
                  </a:lnTo>
                  <a:lnTo>
                    <a:pt x="7482078" y="61722"/>
                  </a:lnTo>
                  <a:lnTo>
                    <a:pt x="7634478" y="61722"/>
                  </a:lnTo>
                  <a:lnTo>
                    <a:pt x="7634478" y="49530"/>
                  </a:lnTo>
                  <a:close/>
                </a:path>
                <a:path w="8891905" h="1518285">
                  <a:moveTo>
                    <a:pt x="7634478" y="23622"/>
                  </a:moveTo>
                  <a:lnTo>
                    <a:pt x="7482078" y="23622"/>
                  </a:lnTo>
                  <a:lnTo>
                    <a:pt x="7482078" y="35814"/>
                  </a:lnTo>
                  <a:lnTo>
                    <a:pt x="7634478" y="36576"/>
                  </a:lnTo>
                  <a:lnTo>
                    <a:pt x="7634478" y="23622"/>
                  </a:lnTo>
                  <a:close/>
                </a:path>
                <a:path w="8891905" h="1518285">
                  <a:moveTo>
                    <a:pt x="7901178" y="50292"/>
                  </a:moveTo>
                  <a:lnTo>
                    <a:pt x="7748778" y="49530"/>
                  </a:lnTo>
                  <a:lnTo>
                    <a:pt x="7748778" y="62484"/>
                  </a:lnTo>
                  <a:lnTo>
                    <a:pt x="7901178" y="62484"/>
                  </a:lnTo>
                  <a:lnTo>
                    <a:pt x="7901178" y="50292"/>
                  </a:lnTo>
                  <a:close/>
                </a:path>
                <a:path w="8891905" h="1518285">
                  <a:moveTo>
                    <a:pt x="7901178" y="24384"/>
                  </a:moveTo>
                  <a:lnTo>
                    <a:pt x="7748778" y="24384"/>
                  </a:lnTo>
                  <a:lnTo>
                    <a:pt x="7748778" y="37338"/>
                  </a:lnTo>
                  <a:lnTo>
                    <a:pt x="7901178" y="37338"/>
                  </a:lnTo>
                  <a:lnTo>
                    <a:pt x="7901178" y="24384"/>
                  </a:lnTo>
                  <a:close/>
                </a:path>
                <a:path w="8891905" h="1518285">
                  <a:moveTo>
                    <a:pt x="8167878" y="51054"/>
                  </a:moveTo>
                  <a:lnTo>
                    <a:pt x="8015478" y="50292"/>
                  </a:lnTo>
                  <a:lnTo>
                    <a:pt x="8015478" y="63246"/>
                  </a:lnTo>
                  <a:lnTo>
                    <a:pt x="8167878" y="64008"/>
                  </a:lnTo>
                  <a:lnTo>
                    <a:pt x="8167878" y="51054"/>
                  </a:lnTo>
                  <a:close/>
                </a:path>
                <a:path w="8891905" h="1518285">
                  <a:moveTo>
                    <a:pt x="8167878" y="25908"/>
                  </a:moveTo>
                  <a:lnTo>
                    <a:pt x="8015478" y="25146"/>
                  </a:lnTo>
                  <a:lnTo>
                    <a:pt x="8015478" y="38100"/>
                  </a:lnTo>
                  <a:lnTo>
                    <a:pt x="8167878" y="38100"/>
                  </a:lnTo>
                  <a:lnTo>
                    <a:pt x="8167878" y="25908"/>
                  </a:lnTo>
                  <a:close/>
                </a:path>
                <a:path w="8891905" h="1518285">
                  <a:moveTo>
                    <a:pt x="8434578" y="51816"/>
                  </a:moveTo>
                  <a:lnTo>
                    <a:pt x="8282178" y="51054"/>
                  </a:lnTo>
                  <a:lnTo>
                    <a:pt x="8282178" y="64008"/>
                  </a:lnTo>
                  <a:lnTo>
                    <a:pt x="8434578" y="64770"/>
                  </a:lnTo>
                  <a:lnTo>
                    <a:pt x="8434578" y="51816"/>
                  </a:lnTo>
                  <a:close/>
                </a:path>
                <a:path w="8891905" h="1518285">
                  <a:moveTo>
                    <a:pt x="8434578" y="26670"/>
                  </a:moveTo>
                  <a:lnTo>
                    <a:pt x="8282178" y="25908"/>
                  </a:lnTo>
                  <a:lnTo>
                    <a:pt x="8282178" y="38862"/>
                  </a:lnTo>
                  <a:lnTo>
                    <a:pt x="8434578" y="38862"/>
                  </a:lnTo>
                  <a:lnTo>
                    <a:pt x="8434578" y="26670"/>
                  </a:lnTo>
                  <a:close/>
                </a:path>
                <a:path w="8891905" h="1518285">
                  <a:moveTo>
                    <a:pt x="8701278" y="52578"/>
                  </a:moveTo>
                  <a:lnTo>
                    <a:pt x="8548878" y="51816"/>
                  </a:lnTo>
                  <a:lnTo>
                    <a:pt x="8548878" y="64770"/>
                  </a:lnTo>
                  <a:lnTo>
                    <a:pt x="8701278" y="65532"/>
                  </a:lnTo>
                  <a:lnTo>
                    <a:pt x="8701278" y="52578"/>
                  </a:lnTo>
                  <a:close/>
                </a:path>
                <a:path w="8891905" h="1518285">
                  <a:moveTo>
                    <a:pt x="8701278" y="27432"/>
                  </a:moveTo>
                  <a:lnTo>
                    <a:pt x="8548878" y="26670"/>
                  </a:lnTo>
                  <a:lnTo>
                    <a:pt x="8548878" y="39624"/>
                  </a:lnTo>
                  <a:lnTo>
                    <a:pt x="8701278" y="39624"/>
                  </a:lnTo>
                  <a:lnTo>
                    <a:pt x="8701278" y="27432"/>
                  </a:lnTo>
                  <a:close/>
                </a:path>
                <a:path w="8891905" h="1518285">
                  <a:moveTo>
                    <a:pt x="8891778" y="53340"/>
                  </a:moveTo>
                  <a:lnTo>
                    <a:pt x="8815578" y="53340"/>
                  </a:lnTo>
                  <a:lnTo>
                    <a:pt x="8815578" y="65532"/>
                  </a:lnTo>
                  <a:lnTo>
                    <a:pt x="8891778" y="66294"/>
                  </a:lnTo>
                  <a:lnTo>
                    <a:pt x="8891778" y="53340"/>
                  </a:lnTo>
                  <a:close/>
                </a:path>
                <a:path w="8891905" h="1518285">
                  <a:moveTo>
                    <a:pt x="8891778" y="28194"/>
                  </a:moveTo>
                  <a:lnTo>
                    <a:pt x="8815578" y="27432"/>
                  </a:lnTo>
                  <a:lnTo>
                    <a:pt x="8815578" y="40386"/>
                  </a:lnTo>
                  <a:lnTo>
                    <a:pt x="8891778" y="40386"/>
                  </a:lnTo>
                  <a:lnTo>
                    <a:pt x="8891778" y="28194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293761" y="6194310"/>
              <a:ext cx="8610600" cy="64769"/>
            </a:xfrm>
            <a:custGeom>
              <a:avLst/>
              <a:gdLst/>
              <a:ahLst/>
              <a:cxnLst/>
              <a:rect l="l" t="t" r="r" b="b"/>
              <a:pathLst>
                <a:path w="8610600" h="64770">
                  <a:moveTo>
                    <a:pt x="152400" y="25908"/>
                  </a:moveTo>
                  <a:lnTo>
                    <a:pt x="0" y="25146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8610600" h="64770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2954"/>
                  </a:lnTo>
                  <a:lnTo>
                    <a:pt x="152400" y="762"/>
                  </a:lnTo>
                  <a:close/>
                </a:path>
                <a:path w="8610600" h="64770">
                  <a:moveTo>
                    <a:pt x="419100" y="26670"/>
                  </a:moveTo>
                  <a:lnTo>
                    <a:pt x="266700" y="25908"/>
                  </a:lnTo>
                  <a:lnTo>
                    <a:pt x="266700" y="38862"/>
                  </a:lnTo>
                  <a:lnTo>
                    <a:pt x="419100" y="39624"/>
                  </a:lnTo>
                  <a:lnTo>
                    <a:pt x="419100" y="26670"/>
                  </a:lnTo>
                  <a:close/>
                </a:path>
                <a:path w="8610600" h="64770">
                  <a:moveTo>
                    <a:pt x="419100" y="1524"/>
                  </a:moveTo>
                  <a:lnTo>
                    <a:pt x="266700" y="762"/>
                  </a:lnTo>
                  <a:lnTo>
                    <a:pt x="266700" y="13716"/>
                  </a:lnTo>
                  <a:lnTo>
                    <a:pt x="419100" y="13716"/>
                  </a:lnTo>
                  <a:lnTo>
                    <a:pt x="419100" y="1524"/>
                  </a:lnTo>
                  <a:close/>
                </a:path>
                <a:path w="8610600" h="64770">
                  <a:moveTo>
                    <a:pt x="685800" y="27432"/>
                  </a:moveTo>
                  <a:lnTo>
                    <a:pt x="533400" y="26670"/>
                  </a:lnTo>
                  <a:lnTo>
                    <a:pt x="533400" y="39624"/>
                  </a:lnTo>
                  <a:lnTo>
                    <a:pt x="685800" y="40386"/>
                  </a:lnTo>
                  <a:lnTo>
                    <a:pt x="685800" y="27432"/>
                  </a:lnTo>
                  <a:close/>
                </a:path>
                <a:path w="8610600" h="64770">
                  <a:moveTo>
                    <a:pt x="685800" y="2286"/>
                  </a:moveTo>
                  <a:lnTo>
                    <a:pt x="533400" y="1524"/>
                  </a:lnTo>
                  <a:lnTo>
                    <a:pt x="533400" y="14478"/>
                  </a:lnTo>
                  <a:lnTo>
                    <a:pt x="685800" y="14478"/>
                  </a:lnTo>
                  <a:lnTo>
                    <a:pt x="685800" y="2286"/>
                  </a:lnTo>
                  <a:close/>
                </a:path>
                <a:path w="8610600" h="64770">
                  <a:moveTo>
                    <a:pt x="952500" y="28194"/>
                  </a:moveTo>
                  <a:lnTo>
                    <a:pt x="800100" y="28194"/>
                  </a:lnTo>
                  <a:lnTo>
                    <a:pt x="800100" y="40386"/>
                  </a:lnTo>
                  <a:lnTo>
                    <a:pt x="952500" y="41148"/>
                  </a:lnTo>
                  <a:lnTo>
                    <a:pt x="952500" y="28194"/>
                  </a:lnTo>
                  <a:close/>
                </a:path>
                <a:path w="8610600" h="64770">
                  <a:moveTo>
                    <a:pt x="952500" y="3048"/>
                  </a:moveTo>
                  <a:lnTo>
                    <a:pt x="800100" y="2286"/>
                  </a:lnTo>
                  <a:lnTo>
                    <a:pt x="800100" y="15240"/>
                  </a:lnTo>
                  <a:lnTo>
                    <a:pt x="952500" y="15240"/>
                  </a:lnTo>
                  <a:lnTo>
                    <a:pt x="952500" y="3048"/>
                  </a:lnTo>
                  <a:close/>
                </a:path>
                <a:path w="8610600" h="64770">
                  <a:moveTo>
                    <a:pt x="1219200" y="28956"/>
                  </a:moveTo>
                  <a:lnTo>
                    <a:pt x="1066800" y="28956"/>
                  </a:lnTo>
                  <a:lnTo>
                    <a:pt x="1066800" y="41148"/>
                  </a:lnTo>
                  <a:lnTo>
                    <a:pt x="1219200" y="41910"/>
                  </a:lnTo>
                  <a:lnTo>
                    <a:pt x="1219200" y="28956"/>
                  </a:lnTo>
                  <a:close/>
                </a:path>
                <a:path w="8610600" h="64770">
                  <a:moveTo>
                    <a:pt x="1219200" y="3810"/>
                  </a:moveTo>
                  <a:lnTo>
                    <a:pt x="1066800" y="3048"/>
                  </a:lnTo>
                  <a:lnTo>
                    <a:pt x="1066800" y="16002"/>
                  </a:lnTo>
                  <a:lnTo>
                    <a:pt x="1219200" y="16764"/>
                  </a:lnTo>
                  <a:lnTo>
                    <a:pt x="1219200" y="3810"/>
                  </a:lnTo>
                  <a:close/>
                </a:path>
                <a:path w="8610600" h="64770">
                  <a:moveTo>
                    <a:pt x="1485900" y="29718"/>
                  </a:moveTo>
                  <a:lnTo>
                    <a:pt x="1333500" y="29718"/>
                  </a:lnTo>
                  <a:lnTo>
                    <a:pt x="1333500" y="41910"/>
                  </a:lnTo>
                  <a:lnTo>
                    <a:pt x="1485900" y="42672"/>
                  </a:lnTo>
                  <a:lnTo>
                    <a:pt x="1485900" y="29718"/>
                  </a:lnTo>
                  <a:close/>
                </a:path>
                <a:path w="8610600" h="64770">
                  <a:moveTo>
                    <a:pt x="1485900" y="4572"/>
                  </a:moveTo>
                  <a:lnTo>
                    <a:pt x="1333500" y="3810"/>
                  </a:lnTo>
                  <a:lnTo>
                    <a:pt x="1333500" y="16764"/>
                  </a:lnTo>
                  <a:lnTo>
                    <a:pt x="1485900" y="17526"/>
                  </a:lnTo>
                  <a:lnTo>
                    <a:pt x="1485900" y="4572"/>
                  </a:lnTo>
                  <a:close/>
                </a:path>
                <a:path w="8610600" h="64770">
                  <a:moveTo>
                    <a:pt x="1752600" y="30480"/>
                  </a:moveTo>
                  <a:lnTo>
                    <a:pt x="1600200" y="30480"/>
                  </a:lnTo>
                  <a:lnTo>
                    <a:pt x="1600200" y="42672"/>
                  </a:lnTo>
                  <a:lnTo>
                    <a:pt x="1752600" y="43434"/>
                  </a:lnTo>
                  <a:lnTo>
                    <a:pt x="1752600" y="30480"/>
                  </a:lnTo>
                  <a:close/>
                </a:path>
                <a:path w="8610600" h="64770">
                  <a:moveTo>
                    <a:pt x="1752600" y="5334"/>
                  </a:moveTo>
                  <a:lnTo>
                    <a:pt x="1600200" y="4572"/>
                  </a:lnTo>
                  <a:lnTo>
                    <a:pt x="1600200" y="17526"/>
                  </a:lnTo>
                  <a:lnTo>
                    <a:pt x="1752600" y="18288"/>
                  </a:lnTo>
                  <a:lnTo>
                    <a:pt x="1752600" y="5334"/>
                  </a:lnTo>
                  <a:close/>
                </a:path>
                <a:path w="8610600" h="64770">
                  <a:moveTo>
                    <a:pt x="2019300" y="32004"/>
                  </a:moveTo>
                  <a:lnTo>
                    <a:pt x="1866900" y="31242"/>
                  </a:lnTo>
                  <a:lnTo>
                    <a:pt x="1866900" y="44196"/>
                  </a:lnTo>
                  <a:lnTo>
                    <a:pt x="2019300" y="44196"/>
                  </a:lnTo>
                  <a:lnTo>
                    <a:pt x="2019300" y="32004"/>
                  </a:lnTo>
                  <a:close/>
                </a:path>
                <a:path w="8610600" h="64770">
                  <a:moveTo>
                    <a:pt x="2019300" y="6096"/>
                  </a:moveTo>
                  <a:lnTo>
                    <a:pt x="1866900" y="6096"/>
                  </a:lnTo>
                  <a:lnTo>
                    <a:pt x="1866900" y="18288"/>
                  </a:lnTo>
                  <a:lnTo>
                    <a:pt x="2019300" y="19050"/>
                  </a:lnTo>
                  <a:lnTo>
                    <a:pt x="2019300" y="6096"/>
                  </a:lnTo>
                  <a:close/>
                </a:path>
                <a:path w="8610600" h="64770">
                  <a:moveTo>
                    <a:pt x="2286000" y="32766"/>
                  </a:moveTo>
                  <a:lnTo>
                    <a:pt x="2133600" y="32004"/>
                  </a:lnTo>
                  <a:lnTo>
                    <a:pt x="2133600" y="44958"/>
                  </a:lnTo>
                  <a:lnTo>
                    <a:pt x="2286000" y="44958"/>
                  </a:lnTo>
                  <a:lnTo>
                    <a:pt x="2286000" y="32766"/>
                  </a:lnTo>
                  <a:close/>
                </a:path>
                <a:path w="8610600" h="64770">
                  <a:moveTo>
                    <a:pt x="2286000" y="6858"/>
                  </a:moveTo>
                  <a:lnTo>
                    <a:pt x="2133600" y="6858"/>
                  </a:lnTo>
                  <a:lnTo>
                    <a:pt x="2133600" y="19050"/>
                  </a:lnTo>
                  <a:lnTo>
                    <a:pt x="2286000" y="19812"/>
                  </a:lnTo>
                  <a:lnTo>
                    <a:pt x="2286000" y="6858"/>
                  </a:lnTo>
                  <a:close/>
                </a:path>
                <a:path w="8610600" h="64770">
                  <a:moveTo>
                    <a:pt x="2552700" y="33528"/>
                  </a:moveTo>
                  <a:lnTo>
                    <a:pt x="2400300" y="32766"/>
                  </a:lnTo>
                  <a:lnTo>
                    <a:pt x="2400300" y="45720"/>
                  </a:lnTo>
                  <a:lnTo>
                    <a:pt x="2552700" y="45720"/>
                  </a:lnTo>
                  <a:lnTo>
                    <a:pt x="2552700" y="33528"/>
                  </a:lnTo>
                  <a:close/>
                </a:path>
                <a:path w="8610600" h="64770">
                  <a:moveTo>
                    <a:pt x="2552700" y="7620"/>
                  </a:moveTo>
                  <a:lnTo>
                    <a:pt x="2400300" y="7620"/>
                  </a:lnTo>
                  <a:lnTo>
                    <a:pt x="2400300" y="19812"/>
                  </a:lnTo>
                  <a:lnTo>
                    <a:pt x="2552700" y="20574"/>
                  </a:lnTo>
                  <a:lnTo>
                    <a:pt x="2552700" y="7620"/>
                  </a:lnTo>
                  <a:close/>
                </a:path>
                <a:path w="8610600" h="64770">
                  <a:moveTo>
                    <a:pt x="2819400" y="34290"/>
                  </a:moveTo>
                  <a:lnTo>
                    <a:pt x="2667000" y="33528"/>
                  </a:lnTo>
                  <a:lnTo>
                    <a:pt x="2667000" y="46482"/>
                  </a:lnTo>
                  <a:lnTo>
                    <a:pt x="2819400" y="46482"/>
                  </a:lnTo>
                  <a:lnTo>
                    <a:pt x="2819400" y="34290"/>
                  </a:lnTo>
                  <a:close/>
                </a:path>
                <a:path w="8610600" h="64770">
                  <a:moveTo>
                    <a:pt x="2819400" y="8382"/>
                  </a:moveTo>
                  <a:lnTo>
                    <a:pt x="2667000" y="8382"/>
                  </a:lnTo>
                  <a:lnTo>
                    <a:pt x="2667000" y="21336"/>
                  </a:lnTo>
                  <a:lnTo>
                    <a:pt x="2819400" y="21336"/>
                  </a:lnTo>
                  <a:lnTo>
                    <a:pt x="2819400" y="8382"/>
                  </a:lnTo>
                  <a:close/>
                </a:path>
                <a:path w="8610600" h="64770">
                  <a:moveTo>
                    <a:pt x="3086100" y="35052"/>
                  </a:moveTo>
                  <a:lnTo>
                    <a:pt x="2933700" y="34290"/>
                  </a:lnTo>
                  <a:lnTo>
                    <a:pt x="2933700" y="47244"/>
                  </a:lnTo>
                  <a:lnTo>
                    <a:pt x="3086100" y="48006"/>
                  </a:lnTo>
                  <a:lnTo>
                    <a:pt x="3086100" y="35052"/>
                  </a:lnTo>
                  <a:close/>
                </a:path>
                <a:path w="8610600" h="64770">
                  <a:moveTo>
                    <a:pt x="3086100" y="9906"/>
                  </a:moveTo>
                  <a:lnTo>
                    <a:pt x="2933700" y="9144"/>
                  </a:lnTo>
                  <a:lnTo>
                    <a:pt x="2933700" y="22098"/>
                  </a:lnTo>
                  <a:lnTo>
                    <a:pt x="3086100" y="22098"/>
                  </a:lnTo>
                  <a:lnTo>
                    <a:pt x="3086100" y="9906"/>
                  </a:lnTo>
                  <a:close/>
                </a:path>
                <a:path w="8610600" h="64770">
                  <a:moveTo>
                    <a:pt x="3352800" y="35814"/>
                  </a:moveTo>
                  <a:lnTo>
                    <a:pt x="3200400" y="35052"/>
                  </a:lnTo>
                  <a:lnTo>
                    <a:pt x="3200400" y="48006"/>
                  </a:lnTo>
                  <a:lnTo>
                    <a:pt x="3352800" y="48768"/>
                  </a:lnTo>
                  <a:lnTo>
                    <a:pt x="3352800" y="35814"/>
                  </a:lnTo>
                  <a:close/>
                </a:path>
                <a:path w="8610600" h="64770">
                  <a:moveTo>
                    <a:pt x="3352800" y="10668"/>
                  </a:moveTo>
                  <a:lnTo>
                    <a:pt x="3200400" y="9906"/>
                  </a:lnTo>
                  <a:lnTo>
                    <a:pt x="3200400" y="22860"/>
                  </a:lnTo>
                  <a:lnTo>
                    <a:pt x="3352800" y="22860"/>
                  </a:lnTo>
                  <a:lnTo>
                    <a:pt x="3352800" y="10668"/>
                  </a:lnTo>
                  <a:close/>
                </a:path>
                <a:path w="8610600" h="64770">
                  <a:moveTo>
                    <a:pt x="3619500" y="36576"/>
                  </a:moveTo>
                  <a:lnTo>
                    <a:pt x="3467100" y="35814"/>
                  </a:lnTo>
                  <a:lnTo>
                    <a:pt x="3467100" y="48768"/>
                  </a:lnTo>
                  <a:lnTo>
                    <a:pt x="3619500" y="49530"/>
                  </a:lnTo>
                  <a:lnTo>
                    <a:pt x="3619500" y="36576"/>
                  </a:lnTo>
                  <a:close/>
                </a:path>
                <a:path w="8610600" h="64770">
                  <a:moveTo>
                    <a:pt x="3619500" y="11430"/>
                  </a:moveTo>
                  <a:lnTo>
                    <a:pt x="3467100" y="10668"/>
                  </a:lnTo>
                  <a:lnTo>
                    <a:pt x="3467100" y="23622"/>
                  </a:lnTo>
                  <a:lnTo>
                    <a:pt x="3619500" y="23622"/>
                  </a:lnTo>
                  <a:lnTo>
                    <a:pt x="3619500" y="11430"/>
                  </a:lnTo>
                  <a:close/>
                </a:path>
                <a:path w="8610600" h="64770">
                  <a:moveTo>
                    <a:pt x="3886200" y="37338"/>
                  </a:moveTo>
                  <a:lnTo>
                    <a:pt x="3733800" y="37338"/>
                  </a:lnTo>
                  <a:lnTo>
                    <a:pt x="3733800" y="49530"/>
                  </a:lnTo>
                  <a:lnTo>
                    <a:pt x="3886200" y="50292"/>
                  </a:lnTo>
                  <a:lnTo>
                    <a:pt x="3886200" y="37338"/>
                  </a:lnTo>
                  <a:close/>
                </a:path>
                <a:path w="8610600" h="64770">
                  <a:moveTo>
                    <a:pt x="3886200" y="12192"/>
                  </a:moveTo>
                  <a:lnTo>
                    <a:pt x="3733800" y="11430"/>
                  </a:lnTo>
                  <a:lnTo>
                    <a:pt x="3733800" y="24384"/>
                  </a:lnTo>
                  <a:lnTo>
                    <a:pt x="3886200" y="25146"/>
                  </a:lnTo>
                  <a:lnTo>
                    <a:pt x="3886200" y="12192"/>
                  </a:lnTo>
                  <a:close/>
                </a:path>
                <a:path w="8610600" h="64770">
                  <a:moveTo>
                    <a:pt x="4152900" y="38100"/>
                  </a:moveTo>
                  <a:lnTo>
                    <a:pt x="4000500" y="38100"/>
                  </a:lnTo>
                  <a:lnTo>
                    <a:pt x="4000500" y="50292"/>
                  </a:lnTo>
                  <a:lnTo>
                    <a:pt x="4152900" y="51054"/>
                  </a:lnTo>
                  <a:lnTo>
                    <a:pt x="4152900" y="38100"/>
                  </a:lnTo>
                  <a:close/>
                </a:path>
                <a:path w="8610600" h="64770">
                  <a:moveTo>
                    <a:pt x="4152900" y="12954"/>
                  </a:moveTo>
                  <a:lnTo>
                    <a:pt x="4000500" y="12192"/>
                  </a:lnTo>
                  <a:lnTo>
                    <a:pt x="4000500" y="25146"/>
                  </a:lnTo>
                  <a:lnTo>
                    <a:pt x="4152900" y="25908"/>
                  </a:lnTo>
                  <a:lnTo>
                    <a:pt x="4152900" y="12954"/>
                  </a:lnTo>
                  <a:close/>
                </a:path>
                <a:path w="8610600" h="64770">
                  <a:moveTo>
                    <a:pt x="4419600" y="38862"/>
                  </a:moveTo>
                  <a:lnTo>
                    <a:pt x="4267200" y="38862"/>
                  </a:lnTo>
                  <a:lnTo>
                    <a:pt x="4267200" y="51054"/>
                  </a:lnTo>
                  <a:lnTo>
                    <a:pt x="4419600" y="51816"/>
                  </a:lnTo>
                  <a:lnTo>
                    <a:pt x="4419600" y="38862"/>
                  </a:lnTo>
                  <a:close/>
                </a:path>
                <a:path w="8610600" h="64770">
                  <a:moveTo>
                    <a:pt x="4419600" y="13716"/>
                  </a:moveTo>
                  <a:lnTo>
                    <a:pt x="4267200" y="12954"/>
                  </a:lnTo>
                  <a:lnTo>
                    <a:pt x="4267200" y="25908"/>
                  </a:lnTo>
                  <a:lnTo>
                    <a:pt x="4419600" y="26670"/>
                  </a:lnTo>
                  <a:lnTo>
                    <a:pt x="4419600" y="13716"/>
                  </a:lnTo>
                  <a:close/>
                </a:path>
                <a:path w="8610600" h="64770">
                  <a:moveTo>
                    <a:pt x="4686300" y="39624"/>
                  </a:moveTo>
                  <a:lnTo>
                    <a:pt x="4533900" y="39624"/>
                  </a:lnTo>
                  <a:lnTo>
                    <a:pt x="4533900" y="51816"/>
                  </a:lnTo>
                  <a:lnTo>
                    <a:pt x="4686300" y="52578"/>
                  </a:lnTo>
                  <a:lnTo>
                    <a:pt x="4686300" y="39624"/>
                  </a:lnTo>
                  <a:close/>
                </a:path>
                <a:path w="8610600" h="64770">
                  <a:moveTo>
                    <a:pt x="4686300" y="14478"/>
                  </a:moveTo>
                  <a:lnTo>
                    <a:pt x="4533900" y="13716"/>
                  </a:lnTo>
                  <a:lnTo>
                    <a:pt x="4533900" y="26670"/>
                  </a:lnTo>
                  <a:lnTo>
                    <a:pt x="4686300" y="27432"/>
                  </a:lnTo>
                  <a:lnTo>
                    <a:pt x="4686300" y="14478"/>
                  </a:lnTo>
                  <a:close/>
                </a:path>
                <a:path w="8610600" h="64770">
                  <a:moveTo>
                    <a:pt x="4953000" y="41148"/>
                  </a:moveTo>
                  <a:lnTo>
                    <a:pt x="4800600" y="40386"/>
                  </a:lnTo>
                  <a:lnTo>
                    <a:pt x="4800600" y="53340"/>
                  </a:lnTo>
                  <a:lnTo>
                    <a:pt x="4953000" y="53340"/>
                  </a:lnTo>
                  <a:lnTo>
                    <a:pt x="4953000" y="41148"/>
                  </a:lnTo>
                  <a:close/>
                </a:path>
                <a:path w="8610600" h="64770">
                  <a:moveTo>
                    <a:pt x="4953000" y="15240"/>
                  </a:moveTo>
                  <a:lnTo>
                    <a:pt x="4800600" y="15240"/>
                  </a:lnTo>
                  <a:lnTo>
                    <a:pt x="4800600" y="27432"/>
                  </a:lnTo>
                  <a:lnTo>
                    <a:pt x="4953000" y="28194"/>
                  </a:lnTo>
                  <a:lnTo>
                    <a:pt x="4953000" y="15240"/>
                  </a:lnTo>
                  <a:close/>
                </a:path>
                <a:path w="8610600" h="64770">
                  <a:moveTo>
                    <a:pt x="5219700" y="41910"/>
                  </a:moveTo>
                  <a:lnTo>
                    <a:pt x="5067300" y="41148"/>
                  </a:lnTo>
                  <a:lnTo>
                    <a:pt x="5067300" y="54102"/>
                  </a:lnTo>
                  <a:lnTo>
                    <a:pt x="5219700" y="54102"/>
                  </a:lnTo>
                  <a:lnTo>
                    <a:pt x="5219700" y="41910"/>
                  </a:lnTo>
                  <a:close/>
                </a:path>
                <a:path w="8610600" h="64770">
                  <a:moveTo>
                    <a:pt x="5219700" y="16002"/>
                  </a:moveTo>
                  <a:lnTo>
                    <a:pt x="5067300" y="16002"/>
                  </a:lnTo>
                  <a:lnTo>
                    <a:pt x="5067300" y="28194"/>
                  </a:lnTo>
                  <a:lnTo>
                    <a:pt x="5219700" y="28956"/>
                  </a:lnTo>
                  <a:lnTo>
                    <a:pt x="5219700" y="16002"/>
                  </a:lnTo>
                  <a:close/>
                </a:path>
                <a:path w="8610600" h="64770">
                  <a:moveTo>
                    <a:pt x="5486400" y="42672"/>
                  </a:moveTo>
                  <a:lnTo>
                    <a:pt x="5334000" y="41910"/>
                  </a:lnTo>
                  <a:lnTo>
                    <a:pt x="5334000" y="54864"/>
                  </a:lnTo>
                  <a:lnTo>
                    <a:pt x="5486400" y="54864"/>
                  </a:lnTo>
                  <a:lnTo>
                    <a:pt x="5486400" y="42672"/>
                  </a:lnTo>
                  <a:close/>
                </a:path>
                <a:path w="8610600" h="64770">
                  <a:moveTo>
                    <a:pt x="5486400" y="16764"/>
                  </a:moveTo>
                  <a:lnTo>
                    <a:pt x="5334000" y="16764"/>
                  </a:lnTo>
                  <a:lnTo>
                    <a:pt x="5334000" y="28956"/>
                  </a:lnTo>
                  <a:lnTo>
                    <a:pt x="5486400" y="29718"/>
                  </a:lnTo>
                  <a:lnTo>
                    <a:pt x="5486400" y="16764"/>
                  </a:lnTo>
                  <a:close/>
                </a:path>
                <a:path w="8610600" h="64770">
                  <a:moveTo>
                    <a:pt x="5753100" y="43434"/>
                  </a:moveTo>
                  <a:lnTo>
                    <a:pt x="5600700" y="42672"/>
                  </a:lnTo>
                  <a:lnTo>
                    <a:pt x="5600700" y="55626"/>
                  </a:lnTo>
                  <a:lnTo>
                    <a:pt x="5753100" y="55626"/>
                  </a:lnTo>
                  <a:lnTo>
                    <a:pt x="5753100" y="43434"/>
                  </a:lnTo>
                  <a:close/>
                </a:path>
                <a:path w="8610600" h="64770">
                  <a:moveTo>
                    <a:pt x="5753100" y="17526"/>
                  </a:moveTo>
                  <a:lnTo>
                    <a:pt x="5600700" y="17526"/>
                  </a:lnTo>
                  <a:lnTo>
                    <a:pt x="5600700" y="30480"/>
                  </a:lnTo>
                  <a:lnTo>
                    <a:pt x="5753100" y="30480"/>
                  </a:lnTo>
                  <a:lnTo>
                    <a:pt x="5753100" y="17526"/>
                  </a:lnTo>
                  <a:close/>
                </a:path>
                <a:path w="8610600" h="64770">
                  <a:moveTo>
                    <a:pt x="6019800" y="44196"/>
                  </a:moveTo>
                  <a:lnTo>
                    <a:pt x="5867400" y="43434"/>
                  </a:lnTo>
                  <a:lnTo>
                    <a:pt x="5867400" y="56388"/>
                  </a:lnTo>
                  <a:lnTo>
                    <a:pt x="6019800" y="57150"/>
                  </a:lnTo>
                  <a:lnTo>
                    <a:pt x="6019800" y="44196"/>
                  </a:lnTo>
                  <a:close/>
                </a:path>
                <a:path w="8610600" h="64770">
                  <a:moveTo>
                    <a:pt x="6019800" y="19050"/>
                  </a:moveTo>
                  <a:lnTo>
                    <a:pt x="5867400" y="18288"/>
                  </a:lnTo>
                  <a:lnTo>
                    <a:pt x="5867400" y="31242"/>
                  </a:lnTo>
                  <a:lnTo>
                    <a:pt x="6019800" y="31242"/>
                  </a:lnTo>
                  <a:lnTo>
                    <a:pt x="6019800" y="19050"/>
                  </a:lnTo>
                  <a:close/>
                </a:path>
                <a:path w="8610600" h="64770">
                  <a:moveTo>
                    <a:pt x="6286500" y="44958"/>
                  </a:moveTo>
                  <a:lnTo>
                    <a:pt x="6134100" y="44196"/>
                  </a:lnTo>
                  <a:lnTo>
                    <a:pt x="6134100" y="57150"/>
                  </a:lnTo>
                  <a:lnTo>
                    <a:pt x="6286500" y="57912"/>
                  </a:lnTo>
                  <a:lnTo>
                    <a:pt x="6286500" y="44958"/>
                  </a:lnTo>
                  <a:close/>
                </a:path>
                <a:path w="8610600" h="64770">
                  <a:moveTo>
                    <a:pt x="6286500" y="19812"/>
                  </a:moveTo>
                  <a:lnTo>
                    <a:pt x="6134100" y="19050"/>
                  </a:lnTo>
                  <a:lnTo>
                    <a:pt x="6134100" y="32004"/>
                  </a:lnTo>
                  <a:lnTo>
                    <a:pt x="6286500" y="32004"/>
                  </a:lnTo>
                  <a:lnTo>
                    <a:pt x="6286500" y="19812"/>
                  </a:lnTo>
                  <a:close/>
                </a:path>
                <a:path w="8610600" h="64770">
                  <a:moveTo>
                    <a:pt x="6553200" y="45720"/>
                  </a:moveTo>
                  <a:lnTo>
                    <a:pt x="6400800" y="44958"/>
                  </a:lnTo>
                  <a:lnTo>
                    <a:pt x="6400800" y="57912"/>
                  </a:lnTo>
                  <a:lnTo>
                    <a:pt x="6553200" y="58674"/>
                  </a:lnTo>
                  <a:lnTo>
                    <a:pt x="6553200" y="45720"/>
                  </a:lnTo>
                  <a:close/>
                </a:path>
                <a:path w="8610600" h="64770">
                  <a:moveTo>
                    <a:pt x="6553200" y="20574"/>
                  </a:moveTo>
                  <a:lnTo>
                    <a:pt x="6400800" y="19812"/>
                  </a:lnTo>
                  <a:lnTo>
                    <a:pt x="6400800" y="32766"/>
                  </a:lnTo>
                  <a:lnTo>
                    <a:pt x="6553200" y="32766"/>
                  </a:lnTo>
                  <a:lnTo>
                    <a:pt x="6553200" y="20574"/>
                  </a:lnTo>
                  <a:close/>
                </a:path>
                <a:path w="8610600" h="64770">
                  <a:moveTo>
                    <a:pt x="6819900" y="46482"/>
                  </a:moveTo>
                  <a:lnTo>
                    <a:pt x="6667500" y="46482"/>
                  </a:lnTo>
                  <a:lnTo>
                    <a:pt x="6667500" y="58674"/>
                  </a:lnTo>
                  <a:lnTo>
                    <a:pt x="6819900" y="59436"/>
                  </a:lnTo>
                  <a:lnTo>
                    <a:pt x="6819900" y="46482"/>
                  </a:lnTo>
                  <a:close/>
                </a:path>
                <a:path w="8610600" h="64770">
                  <a:moveTo>
                    <a:pt x="6819900" y="21336"/>
                  </a:moveTo>
                  <a:lnTo>
                    <a:pt x="6667500" y="20574"/>
                  </a:lnTo>
                  <a:lnTo>
                    <a:pt x="6667500" y="33528"/>
                  </a:lnTo>
                  <a:lnTo>
                    <a:pt x="6819900" y="34290"/>
                  </a:lnTo>
                  <a:lnTo>
                    <a:pt x="6819900" y="21336"/>
                  </a:lnTo>
                  <a:close/>
                </a:path>
                <a:path w="8610600" h="64770">
                  <a:moveTo>
                    <a:pt x="7086600" y="47244"/>
                  </a:moveTo>
                  <a:lnTo>
                    <a:pt x="6934200" y="47244"/>
                  </a:lnTo>
                  <a:lnTo>
                    <a:pt x="6934200" y="59436"/>
                  </a:lnTo>
                  <a:lnTo>
                    <a:pt x="7086600" y="60198"/>
                  </a:lnTo>
                  <a:lnTo>
                    <a:pt x="7086600" y="47244"/>
                  </a:lnTo>
                  <a:close/>
                </a:path>
                <a:path w="8610600" h="64770">
                  <a:moveTo>
                    <a:pt x="7086600" y="22098"/>
                  </a:moveTo>
                  <a:lnTo>
                    <a:pt x="6934200" y="21336"/>
                  </a:lnTo>
                  <a:lnTo>
                    <a:pt x="6934200" y="34290"/>
                  </a:lnTo>
                  <a:lnTo>
                    <a:pt x="7086600" y="35052"/>
                  </a:lnTo>
                  <a:lnTo>
                    <a:pt x="7086600" y="22098"/>
                  </a:lnTo>
                  <a:close/>
                </a:path>
                <a:path w="8610600" h="64770">
                  <a:moveTo>
                    <a:pt x="7353300" y="48006"/>
                  </a:moveTo>
                  <a:lnTo>
                    <a:pt x="7200900" y="48006"/>
                  </a:lnTo>
                  <a:lnTo>
                    <a:pt x="7200900" y="60198"/>
                  </a:lnTo>
                  <a:lnTo>
                    <a:pt x="7353300" y="60960"/>
                  </a:lnTo>
                  <a:lnTo>
                    <a:pt x="7353300" y="48006"/>
                  </a:lnTo>
                  <a:close/>
                </a:path>
                <a:path w="8610600" h="64770">
                  <a:moveTo>
                    <a:pt x="7353300" y="22860"/>
                  </a:moveTo>
                  <a:lnTo>
                    <a:pt x="7200900" y="22098"/>
                  </a:lnTo>
                  <a:lnTo>
                    <a:pt x="7200900" y="35052"/>
                  </a:lnTo>
                  <a:lnTo>
                    <a:pt x="7353300" y="35814"/>
                  </a:lnTo>
                  <a:lnTo>
                    <a:pt x="7353300" y="22860"/>
                  </a:lnTo>
                  <a:close/>
                </a:path>
                <a:path w="8610600" h="64770">
                  <a:moveTo>
                    <a:pt x="7620000" y="48768"/>
                  </a:moveTo>
                  <a:lnTo>
                    <a:pt x="7467600" y="48768"/>
                  </a:lnTo>
                  <a:lnTo>
                    <a:pt x="7467600" y="61722"/>
                  </a:lnTo>
                  <a:lnTo>
                    <a:pt x="7620000" y="61722"/>
                  </a:lnTo>
                  <a:lnTo>
                    <a:pt x="7620000" y="48768"/>
                  </a:lnTo>
                  <a:close/>
                </a:path>
                <a:path w="8610600" h="64770">
                  <a:moveTo>
                    <a:pt x="7620000" y="23622"/>
                  </a:moveTo>
                  <a:lnTo>
                    <a:pt x="7467600" y="23622"/>
                  </a:lnTo>
                  <a:lnTo>
                    <a:pt x="7467600" y="35814"/>
                  </a:lnTo>
                  <a:lnTo>
                    <a:pt x="7620000" y="36576"/>
                  </a:lnTo>
                  <a:lnTo>
                    <a:pt x="7620000" y="23622"/>
                  </a:lnTo>
                  <a:close/>
                </a:path>
                <a:path w="8610600" h="64770">
                  <a:moveTo>
                    <a:pt x="7886700" y="50292"/>
                  </a:moveTo>
                  <a:lnTo>
                    <a:pt x="7734300" y="49530"/>
                  </a:lnTo>
                  <a:lnTo>
                    <a:pt x="7734300" y="62484"/>
                  </a:lnTo>
                  <a:lnTo>
                    <a:pt x="7886700" y="62484"/>
                  </a:lnTo>
                  <a:lnTo>
                    <a:pt x="7886700" y="50292"/>
                  </a:lnTo>
                  <a:close/>
                </a:path>
                <a:path w="8610600" h="64770">
                  <a:moveTo>
                    <a:pt x="7886700" y="24384"/>
                  </a:moveTo>
                  <a:lnTo>
                    <a:pt x="7734300" y="24384"/>
                  </a:lnTo>
                  <a:lnTo>
                    <a:pt x="7734300" y="36576"/>
                  </a:lnTo>
                  <a:lnTo>
                    <a:pt x="7886700" y="37338"/>
                  </a:lnTo>
                  <a:lnTo>
                    <a:pt x="7886700" y="24384"/>
                  </a:lnTo>
                  <a:close/>
                </a:path>
                <a:path w="8610600" h="64770">
                  <a:moveTo>
                    <a:pt x="8153400" y="51054"/>
                  </a:moveTo>
                  <a:lnTo>
                    <a:pt x="8001000" y="50292"/>
                  </a:lnTo>
                  <a:lnTo>
                    <a:pt x="8001000" y="63246"/>
                  </a:lnTo>
                  <a:lnTo>
                    <a:pt x="8153400" y="63246"/>
                  </a:lnTo>
                  <a:lnTo>
                    <a:pt x="8153400" y="51054"/>
                  </a:lnTo>
                  <a:close/>
                </a:path>
                <a:path w="8610600" h="64770">
                  <a:moveTo>
                    <a:pt x="8153400" y="25146"/>
                  </a:moveTo>
                  <a:lnTo>
                    <a:pt x="8001000" y="25146"/>
                  </a:lnTo>
                  <a:lnTo>
                    <a:pt x="8001000" y="37338"/>
                  </a:lnTo>
                  <a:lnTo>
                    <a:pt x="8153400" y="38100"/>
                  </a:lnTo>
                  <a:lnTo>
                    <a:pt x="8153400" y="25146"/>
                  </a:lnTo>
                  <a:close/>
                </a:path>
                <a:path w="8610600" h="64770">
                  <a:moveTo>
                    <a:pt x="8420100" y="51816"/>
                  </a:moveTo>
                  <a:lnTo>
                    <a:pt x="8267700" y="51054"/>
                  </a:lnTo>
                  <a:lnTo>
                    <a:pt x="8267700" y="64008"/>
                  </a:lnTo>
                  <a:lnTo>
                    <a:pt x="8420100" y="64008"/>
                  </a:lnTo>
                  <a:lnTo>
                    <a:pt x="8420100" y="51816"/>
                  </a:lnTo>
                  <a:close/>
                </a:path>
                <a:path w="8610600" h="64770">
                  <a:moveTo>
                    <a:pt x="8420100" y="25908"/>
                  </a:moveTo>
                  <a:lnTo>
                    <a:pt x="8267700" y="25908"/>
                  </a:lnTo>
                  <a:lnTo>
                    <a:pt x="8267700" y="38100"/>
                  </a:lnTo>
                  <a:lnTo>
                    <a:pt x="8420100" y="38862"/>
                  </a:lnTo>
                  <a:lnTo>
                    <a:pt x="8420100" y="25908"/>
                  </a:lnTo>
                  <a:close/>
                </a:path>
                <a:path w="8610600" h="64770">
                  <a:moveTo>
                    <a:pt x="8610600" y="52578"/>
                  </a:moveTo>
                  <a:lnTo>
                    <a:pt x="8534400" y="51816"/>
                  </a:lnTo>
                  <a:lnTo>
                    <a:pt x="8534400" y="64770"/>
                  </a:lnTo>
                  <a:lnTo>
                    <a:pt x="8610600" y="64770"/>
                  </a:lnTo>
                  <a:lnTo>
                    <a:pt x="8610600" y="52578"/>
                  </a:lnTo>
                  <a:close/>
                </a:path>
                <a:path w="8610600" h="64770">
                  <a:moveTo>
                    <a:pt x="8610600" y="26670"/>
                  </a:moveTo>
                  <a:lnTo>
                    <a:pt x="8534400" y="26670"/>
                  </a:lnTo>
                  <a:lnTo>
                    <a:pt x="8534400" y="39624"/>
                  </a:lnTo>
                  <a:lnTo>
                    <a:pt x="8610600" y="39624"/>
                  </a:lnTo>
                  <a:lnTo>
                    <a:pt x="8610600" y="2667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9146347" y="3904280"/>
            <a:ext cx="959314" cy="736118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非叶结点</a:t>
            </a:r>
            <a:endParaRPr sz="1814">
              <a:latin typeface="Lantinghei SC Heavy"/>
              <a:cs typeface="Lantinghei SC Heavy"/>
            </a:endParaRPr>
          </a:p>
          <a:p>
            <a:pPr marL="25912">
              <a:spcBef>
                <a:spcPts val="1301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叶子结点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9264525" y="5689075"/>
            <a:ext cx="713439" cy="56940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 marR="4607">
              <a:spcBef>
                <a:spcPts val="86"/>
              </a:spcBef>
            </a:pPr>
            <a:r>
              <a:rPr sz="1814" b="1" spc="-32" dirty="0">
                <a:solidFill>
                  <a:srgbClr val="CC0000"/>
                </a:solidFill>
                <a:latin typeface="Lantinghei SC Heavy"/>
                <a:cs typeface="Lantinghei SC Heavy"/>
              </a:rPr>
              <a:t>主文件的记录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2203356" y="1205995"/>
            <a:ext cx="3892643" cy="346464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>
              <a:spcBef>
                <a:spcPts val="91"/>
              </a:spcBef>
            </a:pP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删除</a:t>
            </a:r>
            <a:r>
              <a:rPr lang="en-US" altLang="zh-CN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25</a:t>
            </a: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（</a:t>
            </a:r>
            <a:r>
              <a:rPr lang="en-US" altLang="zh-CN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step2</a:t>
            </a: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）引发借入</a:t>
            </a:r>
            <a:endParaRPr sz="2176" dirty="0">
              <a:latin typeface="SimHei" panose="02010609060101010101" pitchFamily="49" charset="-122"/>
              <a:ea typeface="SimHei" panose="02010609060101010101" pitchFamily="49" charset="-122"/>
              <a:cs typeface="Lantinghei SC Heavy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3507706" y="3326389"/>
            <a:ext cx="1972179" cy="1975634"/>
          </a:xfrm>
          <a:custGeom>
            <a:avLst/>
            <a:gdLst/>
            <a:ahLst/>
            <a:cxnLst/>
            <a:rect l="l" t="t" r="r" b="b"/>
            <a:pathLst>
              <a:path w="2174875" h="2178685">
                <a:moveTo>
                  <a:pt x="393953" y="1454658"/>
                </a:moveTo>
                <a:lnTo>
                  <a:pt x="393953" y="2178558"/>
                </a:lnTo>
                <a:lnTo>
                  <a:pt x="1916429" y="2178558"/>
                </a:lnTo>
                <a:lnTo>
                  <a:pt x="1916429" y="1454658"/>
                </a:lnTo>
                <a:lnTo>
                  <a:pt x="393953" y="1454658"/>
                </a:lnTo>
                <a:close/>
              </a:path>
              <a:path w="2174875" h="2178685">
                <a:moveTo>
                  <a:pt x="0" y="0"/>
                </a:moveTo>
                <a:lnTo>
                  <a:pt x="0" y="723900"/>
                </a:lnTo>
                <a:lnTo>
                  <a:pt x="2174747" y="723900"/>
                </a:lnTo>
                <a:lnTo>
                  <a:pt x="2174747" y="0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99059" y="2540281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80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73147" y="2502911"/>
            <a:ext cx="1960662" cy="647796"/>
            <a:chOff x="4328998" y="2760154"/>
            <a:chExt cx="2162175" cy="714375"/>
          </a:xfrm>
        </p:grpSpPr>
        <p:sp>
          <p:nvSpPr>
            <p:cNvPr id="5" name="object 5"/>
            <p:cNvSpPr/>
            <p:nvPr/>
          </p:nvSpPr>
          <p:spPr>
            <a:xfrm>
              <a:off x="4343285" y="27744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" name="object 6"/>
            <p:cNvSpPr/>
            <p:nvPr/>
          </p:nvSpPr>
          <p:spPr>
            <a:xfrm>
              <a:off x="4343285" y="31173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" name="object 7"/>
            <p:cNvSpPr/>
            <p:nvPr/>
          </p:nvSpPr>
          <p:spPr>
            <a:xfrm>
              <a:off x="4343285" y="34602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/>
            <p:cNvSpPr/>
            <p:nvPr/>
          </p:nvSpPr>
          <p:spPr>
            <a:xfrm>
              <a:off x="43432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/>
            <p:cNvSpPr/>
            <p:nvPr/>
          </p:nvSpPr>
          <p:spPr>
            <a:xfrm>
              <a:off x="64768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/>
            <p:cNvSpPr/>
            <p:nvPr/>
          </p:nvSpPr>
          <p:spPr>
            <a:xfrm>
              <a:off x="5384939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" name="object 11"/>
            <p:cNvSpPr/>
            <p:nvPr/>
          </p:nvSpPr>
          <p:spPr>
            <a:xfrm>
              <a:off x="4888115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" name="object 12"/>
            <p:cNvSpPr/>
            <p:nvPr/>
          </p:nvSpPr>
          <p:spPr>
            <a:xfrm>
              <a:off x="5932817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19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/>
            <p:cNvSpPr/>
            <p:nvPr/>
          </p:nvSpPr>
          <p:spPr>
            <a:xfrm>
              <a:off x="51372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836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/>
            <p:cNvSpPr/>
            <p:nvPr/>
          </p:nvSpPr>
          <p:spPr>
            <a:xfrm>
              <a:off x="61789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78076" y="3369460"/>
            <a:ext cx="485415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50288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60</a:t>
            </a:r>
            <a:endParaRPr sz="1451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40701" y="3369460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19</a:t>
            </a:r>
            <a:endParaRPr sz="1451" dirty="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14790" y="3332089"/>
            <a:ext cx="1960662" cy="695589"/>
            <a:chOff x="2500198" y="3674554"/>
            <a:chExt cx="2162175" cy="767080"/>
          </a:xfrm>
        </p:grpSpPr>
        <p:sp>
          <p:nvSpPr>
            <p:cNvPr id="21" name="object 21"/>
            <p:cNvSpPr/>
            <p:nvPr/>
          </p:nvSpPr>
          <p:spPr>
            <a:xfrm>
              <a:off x="2514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/>
            <p:cNvSpPr/>
            <p:nvPr/>
          </p:nvSpPr>
          <p:spPr>
            <a:xfrm>
              <a:off x="2514485" y="4084319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3" name="object 23"/>
            <p:cNvSpPr/>
            <p:nvPr/>
          </p:nvSpPr>
          <p:spPr>
            <a:xfrm>
              <a:off x="2514485" y="4427219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4" name="object 24"/>
            <p:cNvSpPr/>
            <p:nvPr/>
          </p:nvSpPr>
          <p:spPr>
            <a:xfrm>
              <a:off x="2514485" y="3688841"/>
              <a:ext cx="0" cy="738505"/>
            </a:xfrm>
            <a:custGeom>
              <a:avLst/>
              <a:gdLst/>
              <a:ahLst/>
              <a:cxnLst/>
              <a:rect l="l" t="t" r="r" b="b"/>
              <a:pathLst>
                <a:path h="738504">
                  <a:moveTo>
                    <a:pt x="0" y="0"/>
                  </a:moveTo>
                  <a:lnTo>
                    <a:pt x="0" y="73837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5" name="object 25"/>
            <p:cNvSpPr/>
            <p:nvPr/>
          </p:nvSpPr>
          <p:spPr>
            <a:xfrm>
              <a:off x="4648085" y="3688841"/>
              <a:ext cx="0" cy="738505"/>
            </a:xfrm>
            <a:custGeom>
              <a:avLst/>
              <a:gdLst/>
              <a:ahLst/>
              <a:cxnLst/>
              <a:rect l="l" t="t" r="r" b="b"/>
              <a:pathLst>
                <a:path h="738504">
                  <a:moveTo>
                    <a:pt x="0" y="0"/>
                  </a:moveTo>
                  <a:lnTo>
                    <a:pt x="0" y="73837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6" name="object 26"/>
            <p:cNvSpPr/>
            <p:nvPr/>
          </p:nvSpPr>
          <p:spPr>
            <a:xfrm>
              <a:off x="3556139" y="3688841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4">
                  <a:moveTo>
                    <a:pt x="0" y="0"/>
                  </a:moveTo>
                  <a:lnTo>
                    <a:pt x="0" y="3954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7" name="object 27"/>
            <p:cNvSpPr/>
            <p:nvPr/>
          </p:nvSpPr>
          <p:spPr>
            <a:xfrm>
              <a:off x="3059315" y="3688841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4">
                  <a:moveTo>
                    <a:pt x="0" y="0"/>
                  </a:moveTo>
                  <a:lnTo>
                    <a:pt x="0" y="3954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04017" y="3688841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4">
                  <a:moveTo>
                    <a:pt x="0" y="0"/>
                  </a:moveTo>
                  <a:lnTo>
                    <a:pt x="0" y="3954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9" name="object 29"/>
            <p:cNvSpPr/>
            <p:nvPr/>
          </p:nvSpPr>
          <p:spPr>
            <a:xfrm>
              <a:off x="2813189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0" name="object 30"/>
            <p:cNvSpPr/>
            <p:nvPr/>
          </p:nvSpPr>
          <p:spPr>
            <a:xfrm>
              <a:off x="3308489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1" name="object 31"/>
            <p:cNvSpPr/>
            <p:nvPr/>
          </p:nvSpPr>
          <p:spPr>
            <a:xfrm>
              <a:off x="3854843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2" name="object 32"/>
            <p:cNvSpPr/>
            <p:nvPr/>
          </p:nvSpPr>
          <p:spPr>
            <a:xfrm>
              <a:off x="4350143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650122" y="3369460"/>
            <a:ext cx="1422848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95010">
              <a:spcBef>
                <a:spcPts val="91"/>
              </a:spcBef>
              <a:tabLst>
                <a:tab pos="567757" algn="l"/>
                <a:tab pos="1040503" algn="l"/>
              </a:tabLst>
            </a:pPr>
            <a:r>
              <a:rPr sz="1451" spc="-23" dirty="0">
                <a:latin typeface="Times New Roman"/>
                <a:cs typeface="Times New Roman"/>
              </a:rPr>
              <a:t>100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140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24210" y="3332090"/>
            <a:ext cx="1960662" cy="647796"/>
            <a:chOff x="5929198" y="3674554"/>
            <a:chExt cx="2162175" cy="714375"/>
          </a:xfrm>
        </p:grpSpPr>
        <p:sp>
          <p:nvSpPr>
            <p:cNvPr id="35" name="object 35"/>
            <p:cNvSpPr/>
            <p:nvPr/>
          </p:nvSpPr>
          <p:spPr>
            <a:xfrm>
              <a:off x="5943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3485" y="40317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7" name="object 37"/>
            <p:cNvSpPr/>
            <p:nvPr/>
          </p:nvSpPr>
          <p:spPr>
            <a:xfrm>
              <a:off x="5943485" y="43746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8" name="object 38"/>
            <p:cNvSpPr/>
            <p:nvPr/>
          </p:nvSpPr>
          <p:spPr>
            <a:xfrm>
              <a:off x="59434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9" name="object 39"/>
            <p:cNvSpPr/>
            <p:nvPr/>
          </p:nvSpPr>
          <p:spPr>
            <a:xfrm>
              <a:off x="80770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0" name="object 40"/>
            <p:cNvSpPr/>
            <p:nvPr/>
          </p:nvSpPr>
          <p:spPr>
            <a:xfrm>
              <a:off x="6985126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1" name="object 41"/>
            <p:cNvSpPr/>
            <p:nvPr/>
          </p:nvSpPr>
          <p:spPr>
            <a:xfrm>
              <a:off x="6488302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2" name="object 42"/>
            <p:cNvSpPr/>
            <p:nvPr/>
          </p:nvSpPr>
          <p:spPr>
            <a:xfrm>
              <a:off x="7533004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3" name="object 43"/>
            <p:cNvSpPr/>
            <p:nvPr/>
          </p:nvSpPr>
          <p:spPr>
            <a:xfrm>
              <a:off x="62421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4" name="object 44"/>
            <p:cNvSpPr/>
            <p:nvPr/>
          </p:nvSpPr>
          <p:spPr>
            <a:xfrm>
              <a:off x="67374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5" name="object 45"/>
            <p:cNvSpPr/>
            <p:nvPr/>
          </p:nvSpPr>
          <p:spPr>
            <a:xfrm>
              <a:off x="72838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6" name="object 46"/>
            <p:cNvSpPr/>
            <p:nvPr/>
          </p:nvSpPr>
          <p:spPr>
            <a:xfrm>
              <a:off x="77791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22783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18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201923" y="4644956"/>
            <a:ext cx="1476975" cy="647796"/>
            <a:chOff x="1052398" y="5122354"/>
            <a:chExt cx="1628775" cy="714375"/>
          </a:xfrm>
        </p:grpSpPr>
        <p:sp>
          <p:nvSpPr>
            <p:cNvPr id="49" name="object 49"/>
            <p:cNvSpPr/>
            <p:nvPr/>
          </p:nvSpPr>
          <p:spPr>
            <a:xfrm>
              <a:off x="10666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0" name="object 50"/>
            <p:cNvSpPr/>
            <p:nvPr/>
          </p:nvSpPr>
          <p:spPr>
            <a:xfrm>
              <a:off x="10666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1" name="object 51"/>
            <p:cNvSpPr/>
            <p:nvPr/>
          </p:nvSpPr>
          <p:spPr>
            <a:xfrm>
              <a:off x="10666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2" name="object 52"/>
            <p:cNvSpPr/>
            <p:nvPr/>
          </p:nvSpPr>
          <p:spPr>
            <a:xfrm>
              <a:off x="10666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3" name="object 53"/>
            <p:cNvSpPr/>
            <p:nvPr/>
          </p:nvSpPr>
          <p:spPr>
            <a:xfrm>
              <a:off x="26668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4" name="object 54"/>
            <p:cNvSpPr/>
            <p:nvPr/>
          </p:nvSpPr>
          <p:spPr>
            <a:xfrm>
              <a:off x="18477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5" name="object 55"/>
            <p:cNvSpPr/>
            <p:nvPr/>
          </p:nvSpPr>
          <p:spPr>
            <a:xfrm>
              <a:off x="14766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6" name="object 56"/>
            <p:cNvSpPr/>
            <p:nvPr/>
          </p:nvSpPr>
          <p:spPr>
            <a:xfrm>
              <a:off x="225769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7" name="object 57"/>
            <p:cNvSpPr/>
            <p:nvPr/>
          </p:nvSpPr>
          <p:spPr>
            <a:xfrm>
              <a:off x="12907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8" name="object 58"/>
            <p:cNvSpPr/>
            <p:nvPr/>
          </p:nvSpPr>
          <p:spPr>
            <a:xfrm>
              <a:off x="16625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9" name="object 59"/>
            <p:cNvSpPr/>
            <p:nvPr/>
          </p:nvSpPr>
          <p:spPr>
            <a:xfrm>
              <a:off x="207176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0" name="object 60"/>
            <p:cNvSpPr/>
            <p:nvPr/>
          </p:nvSpPr>
          <p:spPr>
            <a:xfrm>
              <a:off x="244361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886192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19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20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860281" y="4644956"/>
            <a:ext cx="1407877" cy="647796"/>
            <a:chOff x="2881198" y="5122354"/>
            <a:chExt cx="1552575" cy="714375"/>
          </a:xfrm>
        </p:grpSpPr>
        <p:sp>
          <p:nvSpPr>
            <p:cNvPr id="63" name="object 63"/>
            <p:cNvSpPr/>
            <p:nvPr/>
          </p:nvSpPr>
          <p:spPr>
            <a:xfrm>
              <a:off x="2895485" y="51366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4" name="object 64"/>
            <p:cNvSpPr/>
            <p:nvPr/>
          </p:nvSpPr>
          <p:spPr>
            <a:xfrm>
              <a:off x="2895485" y="54795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5" name="object 65"/>
            <p:cNvSpPr/>
            <p:nvPr/>
          </p:nvSpPr>
          <p:spPr>
            <a:xfrm>
              <a:off x="2895485" y="58224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6" name="object 66"/>
            <p:cNvSpPr/>
            <p:nvPr/>
          </p:nvSpPr>
          <p:spPr>
            <a:xfrm>
              <a:off x="2895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7" name="object 67"/>
            <p:cNvSpPr/>
            <p:nvPr/>
          </p:nvSpPr>
          <p:spPr>
            <a:xfrm>
              <a:off x="4419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8" name="object 68"/>
            <p:cNvSpPr/>
            <p:nvPr/>
          </p:nvSpPr>
          <p:spPr>
            <a:xfrm>
              <a:off x="36765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9" name="object 69"/>
            <p:cNvSpPr/>
            <p:nvPr/>
          </p:nvSpPr>
          <p:spPr>
            <a:xfrm>
              <a:off x="33054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0" name="object 70"/>
            <p:cNvSpPr/>
            <p:nvPr/>
          </p:nvSpPr>
          <p:spPr>
            <a:xfrm>
              <a:off x="4041533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1" name="object 71"/>
            <p:cNvSpPr/>
            <p:nvPr/>
          </p:nvSpPr>
          <p:spPr>
            <a:xfrm>
              <a:off x="31195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2" name="object 72"/>
            <p:cNvSpPr/>
            <p:nvPr/>
          </p:nvSpPr>
          <p:spPr>
            <a:xfrm>
              <a:off x="34913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3" name="object 73"/>
            <p:cNvSpPr/>
            <p:nvPr/>
          </p:nvSpPr>
          <p:spPr>
            <a:xfrm>
              <a:off x="3859415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4" name="object 74"/>
            <p:cNvSpPr/>
            <p:nvPr/>
          </p:nvSpPr>
          <p:spPr>
            <a:xfrm>
              <a:off x="42244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6857416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831505" y="4644956"/>
            <a:ext cx="1476975" cy="647796"/>
            <a:chOff x="6157798" y="5122354"/>
            <a:chExt cx="1628775" cy="714375"/>
          </a:xfrm>
        </p:grpSpPr>
        <p:sp>
          <p:nvSpPr>
            <p:cNvPr id="77" name="object 77"/>
            <p:cNvSpPr/>
            <p:nvPr/>
          </p:nvSpPr>
          <p:spPr>
            <a:xfrm>
              <a:off x="61720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8" name="object 78"/>
            <p:cNvSpPr/>
            <p:nvPr/>
          </p:nvSpPr>
          <p:spPr>
            <a:xfrm>
              <a:off x="61720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9" name="object 79"/>
            <p:cNvSpPr/>
            <p:nvPr/>
          </p:nvSpPr>
          <p:spPr>
            <a:xfrm>
              <a:off x="61720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0" name="object 80"/>
            <p:cNvSpPr/>
            <p:nvPr/>
          </p:nvSpPr>
          <p:spPr>
            <a:xfrm>
              <a:off x="61720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1" name="object 81"/>
            <p:cNvSpPr/>
            <p:nvPr/>
          </p:nvSpPr>
          <p:spPr>
            <a:xfrm>
              <a:off x="77722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2" name="object 82"/>
            <p:cNvSpPr/>
            <p:nvPr/>
          </p:nvSpPr>
          <p:spPr>
            <a:xfrm>
              <a:off x="6953122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3" name="object 83"/>
            <p:cNvSpPr/>
            <p:nvPr/>
          </p:nvSpPr>
          <p:spPr>
            <a:xfrm>
              <a:off x="658202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4" name="object 84"/>
            <p:cNvSpPr/>
            <p:nvPr/>
          </p:nvSpPr>
          <p:spPr>
            <a:xfrm>
              <a:off x="736307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5" name="object 85"/>
            <p:cNvSpPr/>
            <p:nvPr/>
          </p:nvSpPr>
          <p:spPr>
            <a:xfrm>
              <a:off x="639610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6" name="object 86"/>
            <p:cNvSpPr/>
            <p:nvPr/>
          </p:nvSpPr>
          <p:spPr>
            <a:xfrm>
              <a:off x="676795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7" name="object 87"/>
            <p:cNvSpPr/>
            <p:nvPr/>
          </p:nvSpPr>
          <p:spPr>
            <a:xfrm>
              <a:off x="717715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8" name="object 88"/>
            <p:cNvSpPr/>
            <p:nvPr/>
          </p:nvSpPr>
          <p:spPr>
            <a:xfrm>
              <a:off x="754900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844666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85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2698566" y="2995409"/>
            <a:ext cx="7462610" cy="2297516"/>
            <a:chOff x="1600085" y="3303270"/>
            <a:chExt cx="8229600" cy="2533650"/>
          </a:xfrm>
        </p:grpSpPr>
        <p:sp>
          <p:nvSpPr>
            <p:cNvPr id="91" name="object 91"/>
            <p:cNvSpPr/>
            <p:nvPr/>
          </p:nvSpPr>
          <p:spPr>
            <a:xfrm>
              <a:off x="7924672" y="51366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2" name="object 92"/>
            <p:cNvSpPr/>
            <p:nvPr/>
          </p:nvSpPr>
          <p:spPr>
            <a:xfrm>
              <a:off x="7924672" y="54795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3" name="object 93"/>
            <p:cNvSpPr/>
            <p:nvPr/>
          </p:nvSpPr>
          <p:spPr>
            <a:xfrm>
              <a:off x="7924672" y="58224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4" name="object 94"/>
            <p:cNvSpPr/>
            <p:nvPr/>
          </p:nvSpPr>
          <p:spPr>
            <a:xfrm>
              <a:off x="7924672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5" name="object 95"/>
            <p:cNvSpPr/>
            <p:nvPr/>
          </p:nvSpPr>
          <p:spPr>
            <a:xfrm>
              <a:off x="9524873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6" name="object 96"/>
            <p:cNvSpPr/>
            <p:nvPr/>
          </p:nvSpPr>
          <p:spPr>
            <a:xfrm>
              <a:off x="8705723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7" name="object 97"/>
            <p:cNvSpPr/>
            <p:nvPr/>
          </p:nvSpPr>
          <p:spPr>
            <a:xfrm>
              <a:off x="833462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8" name="object 98"/>
            <p:cNvSpPr/>
            <p:nvPr/>
          </p:nvSpPr>
          <p:spPr>
            <a:xfrm>
              <a:off x="911567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9" name="object 99"/>
            <p:cNvSpPr/>
            <p:nvPr/>
          </p:nvSpPr>
          <p:spPr>
            <a:xfrm>
              <a:off x="814870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52055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92975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30160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600085" y="3303282"/>
              <a:ext cx="8229600" cy="2405380"/>
            </a:xfrm>
            <a:custGeom>
              <a:avLst/>
              <a:gdLst/>
              <a:ahLst/>
              <a:cxnLst/>
              <a:rect l="l" t="t" r="r" b="b"/>
              <a:pathLst>
                <a:path w="8229600" h="2405379">
                  <a:moveTo>
                    <a:pt x="1072134" y="919734"/>
                  </a:moveTo>
                  <a:lnTo>
                    <a:pt x="1070610" y="915924"/>
                  </a:lnTo>
                  <a:lnTo>
                    <a:pt x="1067562" y="914400"/>
                  </a:lnTo>
                  <a:lnTo>
                    <a:pt x="1063752" y="915924"/>
                  </a:lnTo>
                  <a:lnTo>
                    <a:pt x="55219" y="1780260"/>
                  </a:lnTo>
                  <a:lnTo>
                    <a:pt x="33528" y="1754886"/>
                  </a:lnTo>
                  <a:lnTo>
                    <a:pt x="0" y="1833372"/>
                  </a:lnTo>
                  <a:lnTo>
                    <a:pt x="43434" y="1822602"/>
                  </a:lnTo>
                  <a:lnTo>
                    <a:pt x="83058" y="1812798"/>
                  </a:lnTo>
                  <a:lnTo>
                    <a:pt x="61556" y="1787664"/>
                  </a:lnTo>
                  <a:lnTo>
                    <a:pt x="1069848" y="922782"/>
                  </a:lnTo>
                  <a:lnTo>
                    <a:pt x="1072134" y="919734"/>
                  </a:lnTo>
                  <a:close/>
                </a:path>
                <a:path w="8229600" h="2405379">
                  <a:moveTo>
                    <a:pt x="1295400" y="2366772"/>
                  </a:moveTo>
                  <a:lnTo>
                    <a:pt x="1219200" y="2328672"/>
                  </a:lnTo>
                  <a:lnTo>
                    <a:pt x="1219200" y="2362200"/>
                  </a:lnTo>
                  <a:lnTo>
                    <a:pt x="990600" y="2362200"/>
                  </a:lnTo>
                  <a:lnTo>
                    <a:pt x="987552" y="2363724"/>
                  </a:lnTo>
                  <a:lnTo>
                    <a:pt x="986028" y="2366772"/>
                  </a:lnTo>
                  <a:lnTo>
                    <a:pt x="987552" y="2370582"/>
                  </a:lnTo>
                  <a:lnTo>
                    <a:pt x="990600" y="2372106"/>
                  </a:lnTo>
                  <a:lnTo>
                    <a:pt x="1219200" y="2372106"/>
                  </a:lnTo>
                  <a:lnTo>
                    <a:pt x="1219200" y="2404872"/>
                  </a:lnTo>
                  <a:lnTo>
                    <a:pt x="1236726" y="2396109"/>
                  </a:lnTo>
                  <a:lnTo>
                    <a:pt x="1295400" y="2366772"/>
                  </a:lnTo>
                  <a:close/>
                </a:path>
                <a:path w="8229600" h="2405379">
                  <a:moveTo>
                    <a:pt x="1834896" y="1748790"/>
                  </a:moveTo>
                  <a:lnTo>
                    <a:pt x="1804111" y="1761490"/>
                  </a:lnTo>
                  <a:lnTo>
                    <a:pt x="1452372" y="917448"/>
                  </a:lnTo>
                  <a:lnTo>
                    <a:pt x="1450086" y="914400"/>
                  </a:lnTo>
                  <a:lnTo>
                    <a:pt x="1446276" y="915162"/>
                  </a:lnTo>
                  <a:lnTo>
                    <a:pt x="1443228" y="917448"/>
                  </a:lnTo>
                  <a:lnTo>
                    <a:pt x="1443990" y="921258"/>
                  </a:lnTo>
                  <a:lnTo>
                    <a:pt x="1795614" y="1765007"/>
                  </a:lnTo>
                  <a:lnTo>
                    <a:pt x="1764792" y="1777746"/>
                  </a:lnTo>
                  <a:lnTo>
                    <a:pt x="1808988" y="1816150"/>
                  </a:lnTo>
                  <a:lnTo>
                    <a:pt x="1828800" y="1833372"/>
                  </a:lnTo>
                  <a:lnTo>
                    <a:pt x="1834896" y="1748790"/>
                  </a:lnTo>
                  <a:close/>
                </a:path>
                <a:path w="8229600" h="2405379">
                  <a:moveTo>
                    <a:pt x="2900172" y="3810"/>
                  </a:moveTo>
                  <a:lnTo>
                    <a:pt x="2898648" y="762"/>
                  </a:lnTo>
                  <a:lnTo>
                    <a:pt x="2894838" y="0"/>
                  </a:lnTo>
                  <a:lnTo>
                    <a:pt x="988479" y="366420"/>
                  </a:lnTo>
                  <a:lnTo>
                    <a:pt x="982218" y="333756"/>
                  </a:lnTo>
                  <a:lnTo>
                    <a:pt x="914400" y="385572"/>
                  </a:lnTo>
                  <a:lnTo>
                    <a:pt x="972312" y="402183"/>
                  </a:lnTo>
                  <a:lnTo>
                    <a:pt x="996696" y="409194"/>
                  </a:lnTo>
                  <a:lnTo>
                    <a:pt x="990371" y="376262"/>
                  </a:lnTo>
                  <a:lnTo>
                    <a:pt x="2897124" y="9144"/>
                  </a:lnTo>
                  <a:lnTo>
                    <a:pt x="2900172" y="7620"/>
                  </a:lnTo>
                  <a:lnTo>
                    <a:pt x="2900172" y="3810"/>
                  </a:lnTo>
                  <a:close/>
                </a:path>
                <a:path w="8229600" h="2405379">
                  <a:moveTo>
                    <a:pt x="3048000" y="2366772"/>
                  </a:moveTo>
                  <a:lnTo>
                    <a:pt x="2971800" y="2328672"/>
                  </a:lnTo>
                  <a:lnTo>
                    <a:pt x="2971800" y="2362200"/>
                  </a:lnTo>
                  <a:lnTo>
                    <a:pt x="2743200" y="2362200"/>
                  </a:lnTo>
                  <a:lnTo>
                    <a:pt x="2740152" y="2363724"/>
                  </a:lnTo>
                  <a:lnTo>
                    <a:pt x="2738628" y="2366772"/>
                  </a:lnTo>
                  <a:lnTo>
                    <a:pt x="2740152" y="2370582"/>
                  </a:lnTo>
                  <a:lnTo>
                    <a:pt x="2743200" y="2372106"/>
                  </a:lnTo>
                  <a:lnTo>
                    <a:pt x="2971800" y="2372106"/>
                  </a:lnTo>
                  <a:lnTo>
                    <a:pt x="2971800" y="2404872"/>
                  </a:lnTo>
                  <a:lnTo>
                    <a:pt x="2989326" y="2396109"/>
                  </a:lnTo>
                  <a:lnTo>
                    <a:pt x="3048000" y="2366772"/>
                  </a:lnTo>
                  <a:close/>
                </a:path>
                <a:path w="8229600" h="2405379">
                  <a:moveTo>
                    <a:pt x="4343400" y="385572"/>
                  </a:moveTo>
                  <a:lnTo>
                    <a:pt x="4284726" y="324612"/>
                  </a:lnTo>
                  <a:lnTo>
                    <a:pt x="4273575" y="355409"/>
                  </a:lnTo>
                  <a:lnTo>
                    <a:pt x="3278124" y="0"/>
                  </a:lnTo>
                  <a:lnTo>
                    <a:pt x="3275076" y="762"/>
                  </a:lnTo>
                  <a:lnTo>
                    <a:pt x="3272028" y="3048"/>
                  </a:lnTo>
                  <a:lnTo>
                    <a:pt x="3272790" y="6858"/>
                  </a:lnTo>
                  <a:lnTo>
                    <a:pt x="3275076" y="9144"/>
                  </a:lnTo>
                  <a:lnTo>
                    <a:pt x="4270299" y="364464"/>
                  </a:lnTo>
                  <a:lnTo>
                    <a:pt x="4258818" y="396240"/>
                  </a:lnTo>
                  <a:lnTo>
                    <a:pt x="4287774" y="392582"/>
                  </a:lnTo>
                  <a:lnTo>
                    <a:pt x="4288536" y="392480"/>
                  </a:lnTo>
                  <a:lnTo>
                    <a:pt x="4343400" y="385572"/>
                  </a:lnTo>
                  <a:close/>
                </a:path>
                <a:path w="8229600" h="2405379">
                  <a:moveTo>
                    <a:pt x="4572000" y="1833372"/>
                  </a:moveTo>
                  <a:lnTo>
                    <a:pt x="4517136" y="1768602"/>
                  </a:lnTo>
                  <a:lnTo>
                    <a:pt x="4504042" y="1799450"/>
                  </a:lnTo>
                  <a:lnTo>
                    <a:pt x="2440686" y="915162"/>
                  </a:lnTo>
                  <a:lnTo>
                    <a:pt x="2436876" y="914400"/>
                  </a:lnTo>
                  <a:lnTo>
                    <a:pt x="2434590" y="917448"/>
                  </a:lnTo>
                  <a:lnTo>
                    <a:pt x="2433828" y="921258"/>
                  </a:lnTo>
                  <a:lnTo>
                    <a:pt x="2436876" y="923544"/>
                  </a:lnTo>
                  <a:lnTo>
                    <a:pt x="4500461" y="1807933"/>
                  </a:lnTo>
                  <a:lnTo>
                    <a:pt x="4487418" y="1838706"/>
                  </a:lnTo>
                  <a:lnTo>
                    <a:pt x="4515612" y="1836928"/>
                  </a:lnTo>
                  <a:lnTo>
                    <a:pt x="4517136" y="1836826"/>
                  </a:lnTo>
                  <a:lnTo>
                    <a:pt x="4518660" y="1836724"/>
                  </a:lnTo>
                  <a:lnTo>
                    <a:pt x="4572000" y="1833372"/>
                  </a:lnTo>
                  <a:close/>
                </a:path>
                <a:path w="8229600" h="2405379">
                  <a:moveTo>
                    <a:pt x="6324600" y="1833372"/>
                  </a:moveTo>
                  <a:lnTo>
                    <a:pt x="6273546" y="1765554"/>
                  </a:lnTo>
                  <a:lnTo>
                    <a:pt x="6259042" y="1794878"/>
                  </a:lnTo>
                  <a:lnTo>
                    <a:pt x="4498086" y="915162"/>
                  </a:lnTo>
                  <a:lnTo>
                    <a:pt x="4494276" y="914400"/>
                  </a:lnTo>
                  <a:lnTo>
                    <a:pt x="4491990" y="917448"/>
                  </a:lnTo>
                  <a:lnTo>
                    <a:pt x="4491228" y="920496"/>
                  </a:lnTo>
                  <a:lnTo>
                    <a:pt x="4494276" y="923544"/>
                  </a:lnTo>
                  <a:lnTo>
                    <a:pt x="6254508" y="1804035"/>
                  </a:lnTo>
                  <a:lnTo>
                    <a:pt x="6240018" y="1833372"/>
                  </a:lnTo>
                  <a:lnTo>
                    <a:pt x="6272784" y="1833372"/>
                  </a:lnTo>
                  <a:lnTo>
                    <a:pt x="6324600" y="1833372"/>
                  </a:lnTo>
                  <a:close/>
                </a:path>
                <a:path w="8229600" h="2405379">
                  <a:moveTo>
                    <a:pt x="7315200" y="1757172"/>
                  </a:moveTo>
                  <a:lnTo>
                    <a:pt x="7255764" y="1696974"/>
                  </a:lnTo>
                  <a:lnTo>
                    <a:pt x="7245236" y="1727885"/>
                  </a:lnTo>
                  <a:lnTo>
                    <a:pt x="4878324" y="914400"/>
                  </a:lnTo>
                  <a:lnTo>
                    <a:pt x="4875276" y="915162"/>
                  </a:lnTo>
                  <a:lnTo>
                    <a:pt x="4872228" y="917448"/>
                  </a:lnTo>
                  <a:lnTo>
                    <a:pt x="4872990" y="921258"/>
                  </a:lnTo>
                  <a:lnTo>
                    <a:pt x="4875276" y="923544"/>
                  </a:lnTo>
                  <a:lnTo>
                    <a:pt x="7242048" y="1737233"/>
                  </a:lnTo>
                  <a:lnTo>
                    <a:pt x="7231380" y="1768602"/>
                  </a:lnTo>
                  <a:lnTo>
                    <a:pt x="7259574" y="1764753"/>
                  </a:lnTo>
                  <a:lnTo>
                    <a:pt x="7315200" y="1757172"/>
                  </a:lnTo>
                  <a:close/>
                </a:path>
                <a:path w="8229600" h="2405379">
                  <a:moveTo>
                    <a:pt x="7848587" y="1833372"/>
                  </a:moveTo>
                  <a:lnTo>
                    <a:pt x="7789913" y="1772412"/>
                  </a:lnTo>
                  <a:lnTo>
                    <a:pt x="7778509" y="1803908"/>
                  </a:lnTo>
                  <a:lnTo>
                    <a:pt x="5487911" y="990600"/>
                  </a:lnTo>
                  <a:lnTo>
                    <a:pt x="5484863" y="991362"/>
                  </a:lnTo>
                  <a:lnTo>
                    <a:pt x="5481815" y="993648"/>
                  </a:lnTo>
                  <a:lnTo>
                    <a:pt x="5482577" y="997458"/>
                  </a:lnTo>
                  <a:lnTo>
                    <a:pt x="5484863" y="999744"/>
                  </a:lnTo>
                  <a:lnTo>
                    <a:pt x="7775473" y="1812290"/>
                  </a:lnTo>
                  <a:lnTo>
                    <a:pt x="7764005" y="1844040"/>
                  </a:lnTo>
                  <a:lnTo>
                    <a:pt x="7792961" y="1840382"/>
                  </a:lnTo>
                  <a:lnTo>
                    <a:pt x="7793723" y="1840280"/>
                  </a:lnTo>
                  <a:lnTo>
                    <a:pt x="7848587" y="1833372"/>
                  </a:lnTo>
                  <a:close/>
                </a:path>
                <a:path w="8229600" h="2405379">
                  <a:moveTo>
                    <a:pt x="8229600" y="1757172"/>
                  </a:moveTo>
                  <a:lnTo>
                    <a:pt x="8172450" y="1694688"/>
                  </a:lnTo>
                  <a:lnTo>
                    <a:pt x="8160474" y="1725955"/>
                  </a:lnTo>
                  <a:lnTo>
                    <a:pt x="6022086" y="914400"/>
                  </a:lnTo>
                  <a:lnTo>
                    <a:pt x="6018276" y="915162"/>
                  </a:lnTo>
                  <a:lnTo>
                    <a:pt x="6015228" y="917448"/>
                  </a:lnTo>
                  <a:lnTo>
                    <a:pt x="6015990" y="921258"/>
                  </a:lnTo>
                  <a:lnTo>
                    <a:pt x="6018276" y="923544"/>
                  </a:lnTo>
                  <a:lnTo>
                    <a:pt x="8156930" y="1735201"/>
                  </a:lnTo>
                  <a:lnTo>
                    <a:pt x="8145018" y="1766316"/>
                  </a:lnTo>
                  <a:lnTo>
                    <a:pt x="8174736" y="1763102"/>
                  </a:lnTo>
                  <a:lnTo>
                    <a:pt x="8229600" y="1757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04" name="object 10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1901" y="5631942"/>
              <a:ext cx="233172" cy="76200"/>
            </a:xfrm>
            <a:prstGeom prst="rect">
              <a:avLst/>
            </a:prstGeom>
          </p:spPr>
        </p:pic>
      </p:grpSp>
      <p:sp>
        <p:nvSpPr>
          <p:cNvPr id="105" name="object 105"/>
          <p:cNvSpPr/>
          <p:nvPr/>
        </p:nvSpPr>
        <p:spPr>
          <a:xfrm>
            <a:off x="2214878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09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6" name="object 106"/>
          <p:cNvSpPr txBox="1"/>
          <p:nvPr/>
        </p:nvSpPr>
        <p:spPr>
          <a:xfrm>
            <a:off x="2291111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2698566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10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8" name="object 108"/>
          <p:cNvSpPr txBox="1"/>
          <p:nvPr/>
        </p:nvSpPr>
        <p:spPr>
          <a:xfrm>
            <a:off x="2774799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117004" y="5901681"/>
            <a:ext cx="337430" cy="236139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40</a:t>
            </a:r>
            <a:endParaRPr sz="1270" dirty="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982656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39723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7811823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295511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8779199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2193458" y="5068367"/>
            <a:ext cx="7346294" cy="833785"/>
          </a:xfrm>
          <a:custGeom>
            <a:avLst/>
            <a:gdLst/>
            <a:ahLst/>
            <a:cxnLst/>
            <a:rect l="l" t="t" r="r" b="b"/>
            <a:pathLst>
              <a:path w="8101330" h="919479">
                <a:moveTo>
                  <a:pt x="180594" y="81534"/>
                </a:moveTo>
                <a:lnTo>
                  <a:pt x="179832" y="78486"/>
                </a:lnTo>
                <a:lnTo>
                  <a:pt x="176784" y="76200"/>
                </a:lnTo>
                <a:lnTo>
                  <a:pt x="173736" y="76962"/>
                </a:lnTo>
                <a:lnTo>
                  <a:pt x="171450" y="80010"/>
                </a:lnTo>
                <a:lnTo>
                  <a:pt x="32702" y="843445"/>
                </a:lnTo>
                <a:lnTo>
                  <a:pt x="0" y="837438"/>
                </a:lnTo>
                <a:lnTo>
                  <a:pt x="23622" y="918972"/>
                </a:lnTo>
                <a:lnTo>
                  <a:pt x="30480" y="909853"/>
                </a:lnTo>
                <a:lnTo>
                  <a:pt x="74676" y="851154"/>
                </a:lnTo>
                <a:lnTo>
                  <a:pt x="41821" y="845108"/>
                </a:lnTo>
                <a:lnTo>
                  <a:pt x="180594" y="81534"/>
                </a:lnTo>
                <a:close/>
              </a:path>
              <a:path w="8101330" h="919479">
                <a:moveTo>
                  <a:pt x="588264" y="839724"/>
                </a:moveTo>
                <a:lnTo>
                  <a:pt x="557022" y="842530"/>
                </a:lnTo>
                <a:lnTo>
                  <a:pt x="556260" y="842594"/>
                </a:lnTo>
                <a:lnTo>
                  <a:pt x="555078" y="842708"/>
                </a:lnTo>
                <a:lnTo>
                  <a:pt x="486156" y="80772"/>
                </a:lnTo>
                <a:lnTo>
                  <a:pt x="483870" y="77724"/>
                </a:lnTo>
                <a:lnTo>
                  <a:pt x="480822" y="76200"/>
                </a:lnTo>
                <a:lnTo>
                  <a:pt x="477774" y="77724"/>
                </a:lnTo>
                <a:lnTo>
                  <a:pt x="476250" y="81534"/>
                </a:lnTo>
                <a:lnTo>
                  <a:pt x="545922" y="843534"/>
                </a:lnTo>
                <a:lnTo>
                  <a:pt x="512064" y="846582"/>
                </a:lnTo>
                <a:lnTo>
                  <a:pt x="556260" y="917740"/>
                </a:lnTo>
                <a:lnTo>
                  <a:pt x="557022" y="918972"/>
                </a:lnTo>
                <a:lnTo>
                  <a:pt x="588264" y="839724"/>
                </a:lnTo>
                <a:close/>
              </a:path>
              <a:path w="8101330" h="919479">
                <a:moveTo>
                  <a:pt x="1107186" y="835914"/>
                </a:moveTo>
                <a:lnTo>
                  <a:pt x="1075182" y="844575"/>
                </a:lnTo>
                <a:lnTo>
                  <a:pt x="1074991" y="844626"/>
                </a:lnTo>
                <a:lnTo>
                  <a:pt x="866394" y="80010"/>
                </a:lnTo>
                <a:lnTo>
                  <a:pt x="864108" y="76962"/>
                </a:lnTo>
                <a:lnTo>
                  <a:pt x="861060" y="76200"/>
                </a:lnTo>
                <a:lnTo>
                  <a:pt x="858012" y="78486"/>
                </a:lnTo>
                <a:lnTo>
                  <a:pt x="857250" y="82296"/>
                </a:lnTo>
                <a:lnTo>
                  <a:pt x="1065707" y="847140"/>
                </a:lnTo>
                <a:lnTo>
                  <a:pt x="1034034" y="855726"/>
                </a:lnTo>
                <a:lnTo>
                  <a:pt x="1078230" y="905294"/>
                </a:lnTo>
                <a:lnTo>
                  <a:pt x="1090422" y="918972"/>
                </a:lnTo>
                <a:lnTo>
                  <a:pt x="1107186" y="835914"/>
                </a:lnTo>
                <a:close/>
              </a:path>
              <a:path w="8101330" h="919479">
                <a:moveTo>
                  <a:pt x="2237994" y="79248"/>
                </a:moveTo>
                <a:lnTo>
                  <a:pt x="2234946" y="76200"/>
                </a:lnTo>
                <a:lnTo>
                  <a:pt x="2231898" y="76962"/>
                </a:lnTo>
                <a:lnTo>
                  <a:pt x="2228850" y="79248"/>
                </a:lnTo>
                <a:lnTo>
                  <a:pt x="1950593" y="845756"/>
                </a:lnTo>
                <a:lnTo>
                  <a:pt x="1919478" y="834390"/>
                </a:lnTo>
                <a:lnTo>
                  <a:pt x="1928622" y="918972"/>
                </a:lnTo>
                <a:lnTo>
                  <a:pt x="1946148" y="902309"/>
                </a:lnTo>
                <a:lnTo>
                  <a:pt x="1990344" y="860298"/>
                </a:lnTo>
                <a:lnTo>
                  <a:pt x="1959635" y="849071"/>
                </a:lnTo>
                <a:lnTo>
                  <a:pt x="2237994" y="82296"/>
                </a:lnTo>
                <a:lnTo>
                  <a:pt x="2237994" y="79248"/>
                </a:lnTo>
                <a:close/>
              </a:path>
              <a:path w="8101330" h="919479">
                <a:moveTo>
                  <a:pt x="3685794" y="79248"/>
                </a:moveTo>
                <a:lnTo>
                  <a:pt x="3683508" y="76962"/>
                </a:lnTo>
                <a:lnTo>
                  <a:pt x="3679698" y="76200"/>
                </a:lnTo>
                <a:lnTo>
                  <a:pt x="3677412" y="79248"/>
                </a:lnTo>
                <a:lnTo>
                  <a:pt x="3327527" y="848067"/>
                </a:lnTo>
                <a:lnTo>
                  <a:pt x="3297174" y="834390"/>
                </a:lnTo>
                <a:lnTo>
                  <a:pt x="3300222" y="918972"/>
                </a:lnTo>
                <a:lnTo>
                  <a:pt x="3322320" y="901192"/>
                </a:lnTo>
                <a:lnTo>
                  <a:pt x="3366516" y="865632"/>
                </a:lnTo>
                <a:lnTo>
                  <a:pt x="3335921" y="851852"/>
                </a:lnTo>
                <a:lnTo>
                  <a:pt x="3685794" y="83058"/>
                </a:lnTo>
                <a:lnTo>
                  <a:pt x="3685794" y="79248"/>
                </a:lnTo>
                <a:close/>
              </a:path>
              <a:path w="8101330" h="919479">
                <a:moveTo>
                  <a:pt x="5319509" y="842772"/>
                </a:moveTo>
                <a:lnTo>
                  <a:pt x="5286743" y="842772"/>
                </a:lnTo>
                <a:lnTo>
                  <a:pt x="5286743" y="80772"/>
                </a:lnTo>
                <a:lnTo>
                  <a:pt x="5285219" y="77724"/>
                </a:lnTo>
                <a:lnTo>
                  <a:pt x="5281409" y="76200"/>
                </a:lnTo>
                <a:lnTo>
                  <a:pt x="5278361" y="77724"/>
                </a:lnTo>
                <a:lnTo>
                  <a:pt x="5276837" y="80772"/>
                </a:lnTo>
                <a:lnTo>
                  <a:pt x="5276837" y="842772"/>
                </a:lnTo>
                <a:lnTo>
                  <a:pt x="5243309" y="842772"/>
                </a:lnTo>
                <a:lnTo>
                  <a:pt x="5276837" y="909828"/>
                </a:lnTo>
                <a:lnTo>
                  <a:pt x="5281409" y="918972"/>
                </a:lnTo>
                <a:lnTo>
                  <a:pt x="5286743" y="908304"/>
                </a:lnTo>
                <a:lnTo>
                  <a:pt x="5319509" y="842772"/>
                </a:lnTo>
                <a:close/>
              </a:path>
              <a:path w="8101330" h="919479">
                <a:moveTo>
                  <a:pt x="5757672" y="835914"/>
                </a:moveTo>
                <a:lnTo>
                  <a:pt x="5724830" y="844029"/>
                </a:lnTo>
                <a:lnTo>
                  <a:pt x="5514594" y="3810"/>
                </a:lnTo>
                <a:lnTo>
                  <a:pt x="5513070" y="762"/>
                </a:lnTo>
                <a:lnTo>
                  <a:pt x="5509260" y="0"/>
                </a:lnTo>
                <a:lnTo>
                  <a:pt x="5506212" y="2286"/>
                </a:lnTo>
                <a:lnTo>
                  <a:pt x="5505450" y="6096"/>
                </a:lnTo>
                <a:lnTo>
                  <a:pt x="5715686" y="846289"/>
                </a:lnTo>
                <a:lnTo>
                  <a:pt x="5683758" y="854202"/>
                </a:lnTo>
                <a:lnTo>
                  <a:pt x="5727954" y="906373"/>
                </a:lnTo>
                <a:lnTo>
                  <a:pt x="5738622" y="918972"/>
                </a:lnTo>
                <a:lnTo>
                  <a:pt x="5757672" y="835914"/>
                </a:lnTo>
                <a:close/>
              </a:path>
              <a:path w="8101330" h="919479">
                <a:moveTo>
                  <a:pt x="7039356" y="80772"/>
                </a:moveTo>
                <a:lnTo>
                  <a:pt x="7037832" y="77724"/>
                </a:lnTo>
                <a:lnTo>
                  <a:pt x="7034022" y="76200"/>
                </a:lnTo>
                <a:lnTo>
                  <a:pt x="7030974" y="77724"/>
                </a:lnTo>
                <a:lnTo>
                  <a:pt x="6246698" y="861987"/>
                </a:lnTo>
                <a:lnTo>
                  <a:pt x="6223254" y="838200"/>
                </a:lnTo>
                <a:lnTo>
                  <a:pt x="6195822" y="918972"/>
                </a:lnTo>
                <a:lnTo>
                  <a:pt x="6236208" y="905637"/>
                </a:lnTo>
                <a:lnTo>
                  <a:pt x="6276594" y="892302"/>
                </a:lnTo>
                <a:lnTo>
                  <a:pt x="6253505" y="868895"/>
                </a:lnTo>
                <a:lnTo>
                  <a:pt x="7037832" y="84582"/>
                </a:lnTo>
                <a:lnTo>
                  <a:pt x="7039356" y="80772"/>
                </a:lnTo>
                <a:close/>
              </a:path>
              <a:path w="8101330" h="919479">
                <a:moveTo>
                  <a:pt x="7344156" y="80010"/>
                </a:moveTo>
                <a:lnTo>
                  <a:pt x="7341870" y="76962"/>
                </a:lnTo>
                <a:lnTo>
                  <a:pt x="7338060" y="76200"/>
                </a:lnTo>
                <a:lnTo>
                  <a:pt x="7335012" y="78486"/>
                </a:lnTo>
                <a:lnTo>
                  <a:pt x="6770281" y="854506"/>
                </a:lnTo>
                <a:lnTo>
                  <a:pt x="6743700" y="835152"/>
                </a:lnTo>
                <a:lnTo>
                  <a:pt x="6729222" y="918972"/>
                </a:lnTo>
                <a:lnTo>
                  <a:pt x="6761988" y="902258"/>
                </a:lnTo>
                <a:lnTo>
                  <a:pt x="6805422" y="880110"/>
                </a:lnTo>
                <a:lnTo>
                  <a:pt x="6778155" y="860247"/>
                </a:lnTo>
                <a:lnTo>
                  <a:pt x="7342632" y="83820"/>
                </a:lnTo>
                <a:lnTo>
                  <a:pt x="7344156" y="80010"/>
                </a:lnTo>
                <a:close/>
              </a:path>
              <a:path w="8101330" h="919479">
                <a:moveTo>
                  <a:pt x="7724381" y="80010"/>
                </a:moveTo>
                <a:lnTo>
                  <a:pt x="7722095" y="76962"/>
                </a:lnTo>
                <a:lnTo>
                  <a:pt x="7719047" y="76200"/>
                </a:lnTo>
                <a:lnTo>
                  <a:pt x="7715999" y="78486"/>
                </a:lnTo>
                <a:lnTo>
                  <a:pt x="7295210" y="850176"/>
                </a:lnTo>
                <a:lnTo>
                  <a:pt x="7265657" y="834390"/>
                </a:lnTo>
                <a:lnTo>
                  <a:pt x="7262609" y="918972"/>
                </a:lnTo>
                <a:lnTo>
                  <a:pt x="7288517" y="900938"/>
                </a:lnTo>
                <a:lnTo>
                  <a:pt x="7332713" y="870204"/>
                </a:lnTo>
                <a:lnTo>
                  <a:pt x="7303630" y="854671"/>
                </a:lnTo>
                <a:lnTo>
                  <a:pt x="7724381" y="83058"/>
                </a:lnTo>
                <a:lnTo>
                  <a:pt x="7724381" y="80010"/>
                </a:lnTo>
                <a:close/>
              </a:path>
              <a:path w="8101330" h="919479">
                <a:moveTo>
                  <a:pt x="8100809" y="80772"/>
                </a:moveTo>
                <a:lnTo>
                  <a:pt x="8024609" y="42672"/>
                </a:lnTo>
                <a:lnTo>
                  <a:pt x="8024609" y="76200"/>
                </a:lnTo>
                <a:lnTo>
                  <a:pt x="7796009" y="76200"/>
                </a:lnTo>
                <a:lnTo>
                  <a:pt x="7792961" y="77724"/>
                </a:lnTo>
                <a:lnTo>
                  <a:pt x="7791437" y="80772"/>
                </a:lnTo>
                <a:lnTo>
                  <a:pt x="7792961" y="84582"/>
                </a:lnTo>
                <a:lnTo>
                  <a:pt x="7796009" y="86106"/>
                </a:lnTo>
                <a:lnTo>
                  <a:pt x="8024609" y="86106"/>
                </a:lnTo>
                <a:lnTo>
                  <a:pt x="8024609" y="118872"/>
                </a:lnTo>
                <a:lnTo>
                  <a:pt x="8042135" y="110109"/>
                </a:lnTo>
                <a:lnTo>
                  <a:pt x="8100809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16" name="objec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608410"/>
              </p:ext>
            </p:extLst>
          </p:nvPr>
        </p:nvGraphicFramePr>
        <p:xfrm>
          <a:off x="3108837" y="5897362"/>
          <a:ext cx="1097510" cy="285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3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" name="object 117"/>
          <p:cNvSpPr/>
          <p:nvPr/>
        </p:nvSpPr>
        <p:spPr>
          <a:xfrm>
            <a:off x="3527745" y="5137454"/>
            <a:ext cx="488294" cy="695589"/>
          </a:xfrm>
          <a:custGeom>
            <a:avLst/>
            <a:gdLst/>
            <a:ahLst/>
            <a:cxnLst/>
            <a:rect l="l" t="t" r="r" b="b"/>
            <a:pathLst>
              <a:path w="538480" h="767079">
                <a:moveTo>
                  <a:pt x="39918" y="701495"/>
                </a:moveTo>
                <a:lnTo>
                  <a:pt x="12953" y="682751"/>
                </a:lnTo>
                <a:lnTo>
                  <a:pt x="0" y="766571"/>
                </a:lnTo>
                <a:lnTo>
                  <a:pt x="32003" y="749438"/>
                </a:lnTo>
                <a:lnTo>
                  <a:pt x="32003" y="715517"/>
                </a:lnTo>
                <a:lnTo>
                  <a:pt x="32765" y="711707"/>
                </a:lnTo>
                <a:lnTo>
                  <a:pt x="39918" y="701495"/>
                </a:lnTo>
                <a:close/>
              </a:path>
              <a:path w="538480" h="767079">
                <a:moveTo>
                  <a:pt x="47909" y="707050"/>
                </a:moveTo>
                <a:lnTo>
                  <a:pt x="39918" y="701495"/>
                </a:lnTo>
                <a:lnTo>
                  <a:pt x="32765" y="711707"/>
                </a:lnTo>
                <a:lnTo>
                  <a:pt x="32003" y="715517"/>
                </a:lnTo>
                <a:lnTo>
                  <a:pt x="34289" y="718565"/>
                </a:lnTo>
                <a:lnTo>
                  <a:pt x="37337" y="719327"/>
                </a:lnTo>
                <a:lnTo>
                  <a:pt x="40385" y="717803"/>
                </a:lnTo>
                <a:lnTo>
                  <a:pt x="47909" y="707050"/>
                </a:lnTo>
                <a:close/>
              </a:path>
              <a:path w="538480" h="767079">
                <a:moveTo>
                  <a:pt x="75437" y="726185"/>
                </a:moveTo>
                <a:lnTo>
                  <a:pt x="47909" y="707050"/>
                </a:lnTo>
                <a:lnTo>
                  <a:pt x="40385" y="717803"/>
                </a:lnTo>
                <a:lnTo>
                  <a:pt x="37337" y="719327"/>
                </a:lnTo>
                <a:lnTo>
                  <a:pt x="34289" y="718565"/>
                </a:lnTo>
                <a:lnTo>
                  <a:pt x="32003" y="715517"/>
                </a:lnTo>
                <a:lnTo>
                  <a:pt x="32003" y="749438"/>
                </a:lnTo>
                <a:lnTo>
                  <a:pt x="75437" y="726185"/>
                </a:lnTo>
                <a:close/>
              </a:path>
              <a:path w="538480" h="767079">
                <a:moveTo>
                  <a:pt x="537971" y="3809"/>
                </a:moveTo>
                <a:lnTo>
                  <a:pt x="536447" y="761"/>
                </a:lnTo>
                <a:lnTo>
                  <a:pt x="532637" y="0"/>
                </a:lnTo>
                <a:lnTo>
                  <a:pt x="529589" y="2285"/>
                </a:lnTo>
                <a:lnTo>
                  <a:pt x="39918" y="701495"/>
                </a:lnTo>
                <a:lnTo>
                  <a:pt x="47909" y="707050"/>
                </a:lnTo>
                <a:lnTo>
                  <a:pt x="537209" y="7619"/>
                </a:lnTo>
                <a:lnTo>
                  <a:pt x="537971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8" name="object 118"/>
          <p:cNvSpPr txBox="1"/>
          <p:nvPr/>
        </p:nvSpPr>
        <p:spPr>
          <a:xfrm>
            <a:off x="6568067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5393397" y="4657911"/>
            <a:ext cx="1312866" cy="1243768"/>
            <a:chOff x="4571885" y="5136641"/>
            <a:chExt cx="1447800" cy="1371600"/>
          </a:xfrm>
        </p:grpSpPr>
        <p:sp>
          <p:nvSpPr>
            <p:cNvPr id="120" name="object 120"/>
            <p:cNvSpPr/>
            <p:nvPr/>
          </p:nvSpPr>
          <p:spPr>
            <a:xfrm>
              <a:off x="4948313" y="5665469"/>
              <a:ext cx="1071880" cy="843280"/>
            </a:xfrm>
            <a:custGeom>
              <a:avLst/>
              <a:gdLst/>
              <a:ahLst/>
              <a:cxnLst/>
              <a:rect l="l" t="t" r="r" b="b"/>
              <a:pathLst>
                <a:path w="1071879" h="843279">
                  <a:moveTo>
                    <a:pt x="1014842" y="792205"/>
                  </a:moveTo>
                  <a:lnTo>
                    <a:pt x="7620" y="762"/>
                  </a:lnTo>
                  <a:lnTo>
                    <a:pt x="4572" y="0"/>
                  </a:lnTo>
                  <a:lnTo>
                    <a:pt x="762" y="1524"/>
                  </a:lnTo>
                  <a:lnTo>
                    <a:pt x="0" y="5334"/>
                  </a:lnTo>
                  <a:lnTo>
                    <a:pt x="1524" y="8382"/>
                  </a:lnTo>
                  <a:lnTo>
                    <a:pt x="1008818" y="799881"/>
                  </a:lnTo>
                  <a:lnTo>
                    <a:pt x="1014842" y="792205"/>
                  </a:lnTo>
                  <a:close/>
                </a:path>
                <a:path w="1071879" h="843279">
                  <a:moveTo>
                    <a:pt x="1026414" y="833697"/>
                  </a:moveTo>
                  <a:lnTo>
                    <a:pt x="1026414" y="803147"/>
                  </a:lnTo>
                  <a:lnTo>
                    <a:pt x="1025652" y="806957"/>
                  </a:lnTo>
                  <a:lnTo>
                    <a:pt x="1022604" y="808482"/>
                  </a:lnTo>
                  <a:lnTo>
                    <a:pt x="1018794" y="807719"/>
                  </a:lnTo>
                  <a:lnTo>
                    <a:pt x="1008818" y="799881"/>
                  </a:lnTo>
                  <a:lnTo>
                    <a:pt x="988314" y="826008"/>
                  </a:lnTo>
                  <a:lnTo>
                    <a:pt x="1026414" y="833697"/>
                  </a:lnTo>
                  <a:close/>
                </a:path>
                <a:path w="1071879" h="843279">
                  <a:moveTo>
                    <a:pt x="1026414" y="803147"/>
                  </a:moveTo>
                  <a:lnTo>
                    <a:pt x="1024890" y="800099"/>
                  </a:lnTo>
                  <a:lnTo>
                    <a:pt x="1014842" y="792205"/>
                  </a:lnTo>
                  <a:lnTo>
                    <a:pt x="1008818" y="799881"/>
                  </a:lnTo>
                  <a:lnTo>
                    <a:pt x="1018794" y="807719"/>
                  </a:lnTo>
                  <a:lnTo>
                    <a:pt x="1022604" y="808482"/>
                  </a:lnTo>
                  <a:lnTo>
                    <a:pt x="1025652" y="806957"/>
                  </a:lnTo>
                  <a:lnTo>
                    <a:pt x="1026414" y="803147"/>
                  </a:lnTo>
                  <a:close/>
                </a:path>
                <a:path w="1071879" h="843279">
                  <a:moveTo>
                    <a:pt x="1071372" y="842772"/>
                  </a:moveTo>
                  <a:lnTo>
                    <a:pt x="1035558" y="765810"/>
                  </a:lnTo>
                  <a:lnTo>
                    <a:pt x="1014842" y="792205"/>
                  </a:lnTo>
                  <a:lnTo>
                    <a:pt x="1024890" y="800099"/>
                  </a:lnTo>
                  <a:lnTo>
                    <a:pt x="1026414" y="803147"/>
                  </a:lnTo>
                  <a:lnTo>
                    <a:pt x="1026414" y="833697"/>
                  </a:lnTo>
                  <a:lnTo>
                    <a:pt x="1071372" y="842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571885" y="5136641"/>
              <a:ext cx="410209" cy="342900"/>
            </a:xfrm>
            <a:custGeom>
              <a:avLst/>
              <a:gdLst/>
              <a:ahLst/>
              <a:cxnLst/>
              <a:rect l="l" t="t" r="r" b="b"/>
              <a:pathLst>
                <a:path w="410210" h="342900">
                  <a:moveTo>
                    <a:pt x="409955" y="342900"/>
                  </a:moveTo>
                  <a:lnTo>
                    <a:pt x="409955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409955" y="34290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632" dirty="0"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5463946" y="4712038"/>
            <a:ext cx="656433" cy="20648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941" rIns="0" bIns="0" rtlCol="0">
            <a:spAutoFit/>
          </a:bodyPr>
          <a:lstStyle/>
          <a:p>
            <a:pPr marL="58158">
              <a:spcBef>
                <a:spcPts val="86"/>
              </a:spcBef>
              <a:tabLst>
                <a:tab pos="412862" algn="l"/>
              </a:tabLst>
            </a:pPr>
            <a:r>
              <a:rPr sz="1270" spc="-23" dirty="0">
                <a:latin typeface="Times New Roman"/>
                <a:cs typeface="Times New Roman"/>
              </a:rPr>
              <a:t>4</a:t>
            </a:r>
            <a:r>
              <a:rPr lang="en-US" altLang="zh-CN" sz="1270" spc="-23" dirty="0">
                <a:latin typeface="Times New Roman"/>
                <a:cs typeface="Times New Roman"/>
              </a:rPr>
              <a:t>0</a:t>
            </a:r>
            <a:r>
              <a:rPr sz="1270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 dirty="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1950232" y="4273737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4" name="object 124"/>
          <p:cNvSpPr/>
          <p:nvPr/>
        </p:nvSpPr>
        <p:spPr>
          <a:xfrm>
            <a:off x="1950232" y="5615625"/>
            <a:ext cx="125528" cy="34549"/>
          </a:xfrm>
          <a:custGeom>
            <a:avLst/>
            <a:gdLst/>
            <a:ahLst/>
            <a:cxnLst/>
            <a:rect l="l" t="t" r="r" b="b"/>
            <a:pathLst>
              <a:path w="138430" h="38100">
                <a:moveTo>
                  <a:pt x="137922" y="25908"/>
                </a:moveTo>
                <a:lnTo>
                  <a:pt x="0" y="25209"/>
                </a:lnTo>
                <a:lnTo>
                  <a:pt x="0" y="38100"/>
                </a:lnTo>
                <a:lnTo>
                  <a:pt x="137922" y="38100"/>
                </a:lnTo>
                <a:lnTo>
                  <a:pt x="137922" y="25908"/>
                </a:lnTo>
                <a:close/>
              </a:path>
              <a:path w="138430" h="38100">
                <a:moveTo>
                  <a:pt x="137922" y="0"/>
                </a:moveTo>
                <a:lnTo>
                  <a:pt x="0" y="0"/>
                </a:lnTo>
                <a:lnTo>
                  <a:pt x="0" y="12255"/>
                </a:lnTo>
                <a:lnTo>
                  <a:pt x="137922" y="12954"/>
                </a:lnTo>
                <a:lnTo>
                  <a:pt x="137922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pSp>
        <p:nvGrpSpPr>
          <p:cNvPr id="125" name="object 125"/>
          <p:cNvGrpSpPr/>
          <p:nvPr/>
        </p:nvGrpSpPr>
        <p:grpSpPr>
          <a:xfrm>
            <a:off x="2178948" y="3824588"/>
            <a:ext cx="8063188" cy="1851257"/>
            <a:chOff x="1027061" y="4217670"/>
            <a:chExt cx="8891905" cy="2041525"/>
          </a:xfrm>
        </p:grpSpPr>
        <p:sp>
          <p:nvSpPr>
            <p:cNvPr id="126" name="object 126"/>
            <p:cNvSpPr/>
            <p:nvPr/>
          </p:nvSpPr>
          <p:spPr>
            <a:xfrm>
              <a:off x="4571885" y="513664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571885" y="547954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571885" y="582244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571885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095885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352935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981841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717933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795913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167769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535815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900813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38" name="object 1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5113" y="5631942"/>
              <a:ext cx="233172" cy="76200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3576713" y="4217670"/>
              <a:ext cx="995680" cy="919480"/>
            </a:xfrm>
            <a:custGeom>
              <a:avLst/>
              <a:gdLst/>
              <a:ahLst/>
              <a:cxnLst/>
              <a:rect l="l" t="t" r="r" b="b"/>
              <a:pathLst>
                <a:path w="995679" h="919479">
                  <a:moveTo>
                    <a:pt x="942702" y="864148"/>
                  </a:moveTo>
                  <a:lnTo>
                    <a:pt x="8382" y="1524"/>
                  </a:lnTo>
                  <a:lnTo>
                    <a:pt x="4572" y="0"/>
                  </a:lnTo>
                  <a:lnTo>
                    <a:pt x="1524" y="1524"/>
                  </a:lnTo>
                  <a:lnTo>
                    <a:pt x="0" y="5334"/>
                  </a:lnTo>
                  <a:lnTo>
                    <a:pt x="1524" y="8382"/>
                  </a:lnTo>
                  <a:lnTo>
                    <a:pt x="936446" y="870864"/>
                  </a:lnTo>
                  <a:lnTo>
                    <a:pt x="942702" y="864148"/>
                  </a:lnTo>
                  <a:close/>
                </a:path>
                <a:path w="995679" h="919479">
                  <a:moveTo>
                    <a:pt x="953262" y="906829"/>
                  </a:moveTo>
                  <a:lnTo>
                    <a:pt x="953262" y="876300"/>
                  </a:lnTo>
                  <a:lnTo>
                    <a:pt x="952500" y="879348"/>
                  </a:lnTo>
                  <a:lnTo>
                    <a:pt x="948690" y="880872"/>
                  </a:lnTo>
                  <a:lnTo>
                    <a:pt x="945642" y="879348"/>
                  </a:lnTo>
                  <a:lnTo>
                    <a:pt x="936446" y="870864"/>
                  </a:lnTo>
                  <a:lnTo>
                    <a:pt x="913638" y="895350"/>
                  </a:lnTo>
                  <a:lnTo>
                    <a:pt x="953262" y="906829"/>
                  </a:lnTo>
                  <a:close/>
                </a:path>
                <a:path w="995679" h="919479">
                  <a:moveTo>
                    <a:pt x="953262" y="876300"/>
                  </a:moveTo>
                  <a:lnTo>
                    <a:pt x="951738" y="872490"/>
                  </a:lnTo>
                  <a:lnTo>
                    <a:pt x="942702" y="864148"/>
                  </a:lnTo>
                  <a:lnTo>
                    <a:pt x="936446" y="870864"/>
                  </a:lnTo>
                  <a:lnTo>
                    <a:pt x="945642" y="879348"/>
                  </a:lnTo>
                  <a:lnTo>
                    <a:pt x="948690" y="880872"/>
                  </a:lnTo>
                  <a:lnTo>
                    <a:pt x="952500" y="879348"/>
                  </a:lnTo>
                  <a:lnTo>
                    <a:pt x="953262" y="876300"/>
                  </a:lnTo>
                  <a:close/>
                </a:path>
                <a:path w="995679" h="919479">
                  <a:moveTo>
                    <a:pt x="995172" y="918972"/>
                  </a:moveTo>
                  <a:lnTo>
                    <a:pt x="965454" y="839724"/>
                  </a:lnTo>
                  <a:lnTo>
                    <a:pt x="942702" y="864148"/>
                  </a:lnTo>
                  <a:lnTo>
                    <a:pt x="951738" y="872490"/>
                  </a:lnTo>
                  <a:lnTo>
                    <a:pt x="953262" y="876300"/>
                  </a:lnTo>
                  <a:lnTo>
                    <a:pt x="953262" y="906829"/>
                  </a:lnTo>
                  <a:lnTo>
                    <a:pt x="995172" y="918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027061" y="4713744"/>
              <a:ext cx="8891905" cy="1518285"/>
            </a:xfrm>
            <a:custGeom>
              <a:avLst/>
              <a:gdLst/>
              <a:ahLst/>
              <a:cxnLst/>
              <a:rect l="l" t="t" r="r" b="b"/>
              <a:pathLst>
                <a:path w="8891905" h="1518285">
                  <a:moveTo>
                    <a:pt x="152400" y="1505712"/>
                  </a:moveTo>
                  <a:lnTo>
                    <a:pt x="0" y="1504950"/>
                  </a:lnTo>
                  <a:lnTo>
                    <a:pt x="0" y="1517904"/>
                  </a:lnTo>
                  <a:lnTo>
                    <a:pt x="152400" y="1517904"/>
                  </a:lnTo>
                  <a:lnTo>
                    <a:pt x="152400" y="1505712"/>
                  </a:lnTo>
                  <a:close/>
                </a:path>
                <a:path w="8891905" h="1518285">
                  <a:moveTo>
                    <a:pt x="152400" y="1479804"/>
                  </a:moveTo>
                  <a:lnTo>
                    <a:pt x="0" y="1479804"/>
                  </a:lnTo>
                  <a:lnTo>
                    <a:pt x="0" y="1491996"/>
                  </a:lnTo>
                  <a:lnTo>
                    <a:pt x="152400" y="1492758"/>
                  </a:lnTo>
                  <a:lnTo>
                    <a:pt x="152400" y="1479804"/>
                  </a:lnTo>
                  <a:close/>
                </a:path>
                <a:path w="8891905" h="1518285">
                  <a:moveTo>
                    <a:pt x="166878" y="25908"/>
                  </a:moveTo>
                  <a:lnTo>
                    <a:pt x="14478" y="25146"/>
                  </a:lnTo>
                  <a:lnTo>
                    <a:pt x="14478" y="38100"/>
                  </a:lnTo>
                  <a:lnTo>
                    <a:pt x="166878" y="38862"/>
                  </a:lnTo>
                  <a:lnTo>
                    <a:pt x="166878" y="25908"/>
                  </a:lnTo>
                  <a:close/>
                </a:path>
                <a:path w="8891905" h="1518285">
                  <a:moveTo>
                    <a:pt x="166878" y="762"/>
                  </a:moveTo>
                  <a:lnTo>
                    <a:pt x="14478" y="0"/>
                  </a:lnTo>
                  <a:lnTo>
                    <a:pt x="14478" y="12954"/>
                  </a:lnTo>
                  <a:lnTo>
                    <a:pt x="166878" y="12954"/>
                  </a:lnTo>
                  <a:lnTo>
                    <a:pt x="166878" y="762"/>
                  </a:lnTo>
                  <a:close/>
                </a:path>
                <a:path w="8891905" h="1518285">
                  <a:moveTo>
                    <a:pt x="419100" y="1481328"/>
                  </a:moveTo>
                  <a:lnTo>
                    <a:pt x="266700" y="1480566"/>
                  </a:lnTo>
                  <a:lnTo>
                    <a:pt x="266700" y="1493520"/>
                  </a:lnTo>
                  <a:lnTo>
                    <a:pt x="419100" y="1493520"/>
                  </a:lnTo>
                  <a:lnTo>
                    <a:pt x="419100" y="1481328"/>
                  </a:lnTo>
                  <a:close/>
                </a:path>
                <a:path w="8891905" h="1518285">
                  <a:moveTo>
                    <a:pt x="433578" y="26670"/>
                  </a:moveTo>
                  <a:lnTo>
                    <a:pt x="281178" y="26670"/>
                  </a:lnTo>
                  <a:lnTo>
                    <a:pt x="281178" y="38862"/>
                  </a:lnTo>
                  <a:lnTo>
                    <a:pt x="433578" y="39624"/>
                  </a:lnTo>
                  <a:lnTo>
                    <a:pt x="433578" y="26670"/>
                  </a:lnTo>
                  <a:close/>
                </a:path>
                <a:path w="8891905" h="1518285">
                  <a:moveTo>
                    <a:pt x="433578" y="1524"/>
                  </a:moveTo>
                  <a:lnTo>
                    <a:pt x="281178" y="762"/>
                  </a:lnTo>
                  <a:lnTo>
                    <a:pt x="281178" y="13716"/>
                  </a:lnTo>
                  <a:lnTo>
                    <a:pt x="433578" y="14478"/>
                  </a:lnTo>
                  <a:lnTo>
                    <a:pt x="433578" y="1524"/>
                  </a:lnTo>
                  <a:close/>
                </a:path>
                <a:path w="8891905" h="1518285">
                  <a:moveTo>
                    <a:pt x="700278" y="27432"/>
                  </a:moveTo>
                  <a:lnTo>
                    <a:pt x="547878" y="27432"/>
                  </a:lnTo>
                  <a:lnTo>
                    <a:pt x="547878" y="39624"/>
                  </a:lnTo>
                  <a:lnTo>
                    <a:pt x="700278" y="40386"/>
                  </a:lnTo>
                  <a:lnTo>
                    <a:pt x="700278" y="27432"/>
                  </a:lnTo>
                  <a:close/>
                </a:path>
                <a:path w="8891905" h="1518285">
                  <a:moveTo>
                    <a:pt x="700278" y="2286"/>
                  </a:moveTo>
                  <a:lnTo>
                    <a:pt x="547878" y="1524"/>
                  </a:lnTo>
                  <a:lnTo>
                    <a:pt x="547878" y="14478"/>
                  </a:lnTo>
                  <a:lnTo>
                    <a:pt x="700278" y="15240"/>
                  </a:lnTo>
                  <a:lnTo>
                    <a:pt x="700278" y="2286"/>
                  </a:lnTo>
                  <a:close/>
                </a:path>
                <a:path w="8891905" h="1518285">
                  <a:moveTo>
                    <a:pt x="966978" y="28194"/>
                  </a:moveTo>
                  <a:lnTo>
                    <a:pt x="814578" y="28194"/>
                  </a:lnTo>
                  <a:lnTo>
                    <a:pt x="814578" y="40386"/>
                  </a:lnTo>
                  <a:lnTo>
                    <a:pt x="966978" y="41148"/>
                  </a:lnTo>
                  <a:lnTo>
                    <a:pt x="966978" y="28194"/>
                  </a:lnTo>
                  <a:close/>
                </a:path>
                <a:path w="8891905" h="1518285">
                  <a:moveTo>
                    <a:pt x="966978" y="3048"/>
                  </a:moveTo>
                  <a:lnTo>
                    <a:pt x="814578" y="2286"/>
                  </a:lnTo>
                  <a:lnTo>
                    <a:pt x="814578" y="15240"/>
                  </a:lnTo>
                  <a:lnTo>
                    <a:pt x="966978" y="16002"/>
                  </a:lnTo>
                  <a:lnTo>
                    <a:pt x="966978" y="3048"/>
                  </a:lnTo>
                  <a:close/>
                </a:path>
                <a:path w="8891905" h="1518285">
                  <a:moveTo>
                    <a:pt x="1233678" y="28956"/>
                  </a:moveTo>
                  <a:lnTo>
                    <a:pt x="1081278" y="28956"/>
                  </a:lnTo>
                  <a:lnTo>
                    <a:pt x="1081278" y="41910"/>
                  </a:lnTo>
                  <a:lnTo>
                    <a:pt x="1233678" y="41910"/>
                  </a:lnTo>
                  <a:lnTo>
                    <a:pt x="1233678" y="28956"/>
                  </a:lnTo>
                  <a:close/>
                </a:path>
                <a:path w="8891905" h="1518285">
                  <a:moveTo>
                    <a:pt x="1233678" y="3810"/>
                  </a:moveTo>
                  <a:lnTo>
                    <a:pt x="1081278" y="3810"/>
                  </a:lnTo>
                  <a:lnTo>
                    <a:pt x="1081278" y="16002"/>
                  </a:lnTo>
                  <a:lnTo>
                    <a:pt x="1233678" y="16764"/>
                  </a:lnTo>
                  <a:lnTo>
                    <a:pt x="1233678" y="3810"/>
                  </a:lnTo>
                  <a:close/>
                </a:path>
                <a:path w="8891905" h="1518285">
                  <a:moveTo>
                    <a:pt x="1500378" y="30480"/>
                  </a:moveTo>
                  <a:lnTo>
                    <a:pt x="1347978" y="29718"/>
                  </a:lnTo>
                  <a:lnTo>
                    <a:pt x="1347978" y="42672"/>
                  </a:lnTo>
                  <a:lnTo>
                    <a:pt x="1500378" y="42672"/>
                  </a:lnTo>
                  <a:lnTo>
                    <a:pt x="1500378" y="30480"/>
                  </a:lnTo>
                  <a:close/>
                </a:path>
                <a:path w="8891905" h="1518285">
                  <a:moveTo>
                    <a:pt x="1500378" y="4572"/>
                  </a:moveTo>
                  <a:lnTo>
                    <a:pt x="1347978" y="4572"/>
                  </a:lnTo>
                  <a:lnTo>
                    <a:pt x="1347978" y="16764"/>
                  </a:lnTo>
                  <a:lnTo>
                    <a:pt x="1500378" y="17526"/>
                  </a:lnTo>
                  <a:lnTo>
                    <a:pt x="1500378" y="4572"/>
                  </a:lnTo>
                  <a:close/>
                </a:path>
                <a:path w="8891905" h="1518285">
                  <a:moveTo>
                    <a:pt x="1767078" y="31242"/>
                  </a:moveTo>
                  <a:lnTo>
                    <a:pt x="1614678" y="30480"/>
                  </a:lnTo>
                  <a:lnTo>
                    <a:pt x="1614678" y="43434"/>
                  </a:lnTo>
                  <a:lnTo>
                    <a:pt x="1767078" y="43434"/>
                  </a:lnTo>
                  <a:lnTo>
                    <a:pt x="1767078" y="31242"/>
                  </a:lnTo>
                  <a:close/>
                </a:path>
                <a:path w="8891905" h="1518285">
                  <a:moveTo>
                    <a:pt x="1767078" y="5334"/>
                  </a:moveTo>
                  <a:lnTo>
                    <a:pt x="1614678" y="5334"/>
                  </a:lnTo>
                  <a:lnTo>
                    <a:pt x="1614678" y="17526"/>
                  </a:lnTo>
                  <a:lnTo>
                    <a:pt x="1767078" y="18288"/>
                  </a:lnTo>
                  <a:lnTo>
                    <a:pt x="1767078" y="5334"/>
                  </a:lnTo>
                  <a:close/>
                </a:path>
                <a:path w="8891905" h="1518285">
                  <a:moveTo>
                    <a:pt x="2033778" y="32004"/>
                  </a:moveTo>
                  <a:lnTo>
                    <a:pt x="1881378" y="31242"/>
                  </a:lnTo>
                  <a:lnTo>
                    <a:pt x="1881378" y="44196"/>
                  </a:lnTo>
                  <a:lnTo>
                    <a:pt x="2033778" y="44196"/>
                  </a:lnTo>
                  <a:lnTo>
                    <a:pt x="2033778" y="32004"/>
                  </a:lnTo>
                  <a:close/>
                </a:path>
                <a:path w="8891905" h="1518285">
                  <a:moveTo>
                    <a:pt x="2033778" y="6096"/>
                  </a:moveTo>
                  <a:lnTo>
                    <a:pt x="1881378" y="6096"/>
                  </a:lnTo>
                  <a:lnTo>
                    <a:pt x="1881378" y="18288"/>
                  </a:lnTo>
                  <a:lnTo>
                    <a:pt x="2033778" y="19050"/>
                  </a:lnTo>
                  <a:lnTo>
                    <a:pt x="2033778" y="6096"/>
                  </a:lnTo>
                  <a:close/>
                </a:path>
                <a:path w="8891905" h="1518285">
                  <a:moveTo>
                    <a:pt x="2300478" y="32766"/>
                  </a:moveTo>
                  <a:lnTo>
                    <a:pt x="2148078" y="32004"/>
                  </a:lnTo>
                  <a:lnTo>
                    <a:pt x="2148078" y="44958"/>
                  </a:lnTo>
                  <a:lnTo>
                    <a:pt x="2300478" y="45720"/>
                  </a:lnTo>
                  <a:lnTo>
                    <a:pt x="2300478" y="32766"/>
                  </a:lnTo>
                  <a:close/>
                </a:path>
                <a:path w="8891905" h="1518285">
                  <a:moveTo>
                    <a:pt x="2300478" y="7620"/>
                  </a:moveTo>
                  <a:lnTo>
                    <a:pt x="2148078" y="6858"/>
                  </a:lnTo>
                  <a:lnTo>
                    <a:pt x="2148078" y="19812"/>
                  </a:lnTo>
                  <a:lnTo>
                    <a:pt x="2300478" y="19812"/>
                  </a:lnTo>
                  <a:lnTo>
                    <a:pt x="2300478" y="7620"/>
                  </a:lnTo>
                  <a:close/>
                </a:path>
                <a:path w="8891905" h="1518285">
                  <a:moveTo>
                    <a:pt x="2567178" y="33528"/>
                  </a:moveTo>
                  <a:lnTo>
                    <a:pt x="2414778" y="32766"/>
                  </a:lnTo>
                  <a:lnTo>
                    <a:pt x="2414778" y="45720"/>
                  </a:lnTo>
                  <a:lnTo>
                    <a:pt x="2567178" y="46482"/>
                  </a:lnTo>
                  <a:lnTo>
                    <a:pt x="2567178" y="33528"/>
                  </a:lnTo>
                  <a:close/>
                </a:path>
                <a:path w="8891905" h="1518285">
                  <a:moveTo>
                    <a:pt x="2567178" y="8382"/>
                  </a:moveTo>
                  <a:lnTo>
                    <a:pt x="2414778" y="7620"/>
                  </a:lnTo>
                  <a:lnTo>
                    <a:pt x="2414778" y="20574"/>
                  </a:lnTo>
                  <a:lnTo>
                    <a:pt x="2567178" y="20574"/>
                  </a:lnTo>
                  <a:lnTo>
                    <a:pt x="2567178" y="8382"/>
                  </a:lnTo>
                  <a:close/>
                </a:path>
                <a:path w="8891905" h="1518285">
                  <a:moveTo>
                    <a:pt x="2833878" y="34290"/>
                  </a:moveTo>
                  <a:lnTo>
                    <a:pt x="2681478" y="33528"/>
                  </a:lnTo>
                  <a:lnTo>
                    <a:pt x="2681478" y="46482"/>
                  </a:lnTo>
                  <a:lnTo>
                    <a:pt x="2833878" y="47244"/>
                  </a:lnTo>
                  <a:lnTo>
                    <a:pt x="2833878" y="34290"/>
                  </a:lnTo>
                  <a:close/>
                </a:path>
                <a:path w="8891905" h="1518285">
                  <a:moveTo>
                    <a:pt x="2833878" y="9144"/>
                  </a:moveTo>
                  <a:lnTo>
                    <a:pt x="2681478" y="8382"/>
                  </a:lnTo>
                  <a:lnTo>
                    <a:pt x="2681478" y="21336"/>
                  </a:lnTo>
                  <a:lnTo>
                    <a:pt x="2833878" y="21336"/>
                  </a:lnTo>
                  <a:lnTo>
                    <a:pt x="2833878" y="9144"/>
                  </a:lnTo>
                  <a:close/>
                </a:path>
                <a:path w="8891905" h="1518285">
                  <a:moveTo>
                    <a:pt x="3100578" y="35052"/>
                  </a:moveTo>
                  <a:lnTo>
                    <a:pt x="2948178" y="35052"/>
                  </a:lnTo>
                  <a:lnTo>
                    <a:pt x="2948178" y="47244"/>
                  </a:lnTo>
                  <a:lnTo>
                    <a:pt x="3100578" y="48006"/>
                  </a:lnTo>
                  <a:lnTo>
                    <a:pt x="3100578" y="35052"/>
                  </a:lnTo>
                  <a:close/>
                </a:path>
                <a:path w="8891905" h="1518285">
                  <a:moveTo>
                    <a:pt x="3100578" y="9906"/>
                  </a:moveTo>
                  <a:lnTo>
                    <a:pt x="2948178" y="9144"/>
                  </a:lnTo>
                  <a:lnTo>
                    <a:pt x="2948178" y="22098"/>
                  </a:lnTo>
                  <a:lnTo>
                    <a:pt x="3100578" y="22098"/>
                  </a:lnTo>
                  <a:lnTo>
                    <a:pt x="3100578" y="9906"/>
                  </a:lnTo>
                  <a:close/>
                </a:path>
                <a:path w="8891905" h="1518285">
                  <a:moveTo>
                    <a:pt x="3367278" y="35814"/>
                  </a:moveTo>
                  <a:lnTo>
                    <a:pt x="3214878" y="35814"/>
                  </a:lnTo>
                  <a:lnTo>
                    <a:pt x="3214878" y="48006"/>
                  </a:lnTo>
                  <a:lnTo>
                    <a:pt x="3367278" y="48768"/>
                  </a:lnTo>
                  <a:lnTo>
                    <a:pt x="3367278" y="35814"/>
                  </a:lnTo>
                  <a:close/>
                </a:path>
                <a:path w="8891905" h="1518285">
                  <a:moveTo>
                    <a:pt x="3367278" y="10668"/>
                  </a:moveTo>
                  <a:lnTo>
                    <a:pt x="3214878" y="9906"/>
                  </a:lnTo>
                  <a:lnTo>
                    <a:pt x="3214878" y="22860"/>
                  </a:lnTo>
                  <a:lnTo>
                    <a:pt x="3367278" y="23622"/>
                  </a:lnTo>
                  <a:lnTo>
                    <a:pt x="3367278" y="10668"/>
                  </a:lnTo>
                  <a:close/>
                </a:path>
                <a:path w="8891905" h="1518285">
                  <a:moveTo>
                    <a:pt x="3633978" y="36576"/>
                  </a:moveTo>
                  <a:lnTo>
                    <a:pt x="3481578" y="36576"/>
                  </a:lnTo>
                  <a:lnTo>
                    <a:pt x="3481578" y="48768"/>
                  </a:lnTo>
                  <a:lnTo>
                    <a:pt x="3633978" y="49530"/>
                  </a:lnTo>
                  <a:lnTo>
                    <a:pt x="3633978" y="36576"/>
                  </a:lnTo>
                  <a:close/>
                </a:path>
                <a:path w="8891905" h="1518285">
                  <a:moveTo>
                    <a:pt x="3633978" y="11430"/>
                  </a:moveTo>
                  <a:lnTo>
                    <a:pt x="3481578" y="10668"/>
                  </a:lnTo>
                  <a:lnTo>
                    <a:pt x="3481578" y="23622"/>
                  </a:lnTo>
                  <a:lnTo>
                    <a:pt x="3633978" y="24384"/>
                  </a:lnTo>
                  <a:lnTo>
                    <a:pt x="3633978" y="11430"/>
                  </a:lnTo>
                  <a:close/>
                </a:path>
                <a:path w="8891905" h="1518285">
                  <a:moveTo>
                    <a:pt x="3900678" y="37338"/>
                  </a:moveTo>
                  <a:lnTo>
                    <a:pt x="3748278" y="37338"/>
                  </a:lnTo>
                  <a:lnTo>
                    <a:pt x="3748278" y="49530"/>
                  </a:lnTo>
                  <a:lnTo>
                    <a:pt x="3900678" y="50292"/>
                  </a:lnTo>
                  <a:lnTo>
                    <a:pt x="3900678" y="37338"/>
                  </a:lnTo>
                  <a:close/>
                </a:path>
                <a:path w="8891905" h="1518285">
                  <a:moveTo>
                    <a:pt x="3900678" y="12192"/>
                  </a:moveTo>
                  <a:lnTo>
                    <a:pt x="3748278" y="11430"/>
                  </a:lnTo>
                  <a:lnTo>
                    <a:pt x="3748278" y="24384"/>
                  </a:lnTo>
                  <a:lnTo>
                    <a:pt x="3900678" y="25146"/>
                  </a:lnTo>
                  <a:lnTo>
                    <a:pt x="3900678" y="12192"/>
                  </a:lnTo>
                  <a:close/>
                </a:path>
                <a:path w="8891905" h="1518285">
                  <a:moveTo>
                    <a:pt x="4167378" y="38862"/>
                  </a:moveTo>
                  <a:lnTo>
                    <a:pt x="4014978" y="38100"/>
                  </a:lnTo>
                  <a:lnTo>
                    <a:pt x="4014978" y="51054"/>
                  </a:lnTo>
                  <a:lnTo>
                    <a:pt x="4167378" y="51054"/>
                  </a:lnTo>
                  <a:lnTo>
                    <a:pt x="4167378" y="38862"/>
                  </a:lnTo>
                  <a:close/>
                </a:path>
                <a:path w="8891905" h="1518285">
                  <a:moveTo>
                    <a:pt x="4167378" y="12954"/>
                  </a:moveTo>
                  <a:lnTo>
                    <a:pt x="4014978" y="12954"/>
                  </a:lnTo>
                  <a:lnTo>
                    <a:pt x="4014978" y="25146"/>
                  </a:lnTo>
                  <a:lnTo>
                    <a:pt x="4167378" y="25908"/>
                  </a:lnTo>
                  <a:lnTo>
                    <a:pt x="4167378" y="12954"/>
                  </a:lnTo>
                  <a:close/>
                </a:path>
                <a:path w="8891905" h="1518285">
                  <a:moveTo>
                    <a:pt x="4434078" y="39624"/>
                  </a:moveTo>
                  <a:lnTo>
                    <a:pt x="4281678" y="38862"/>
                  </a:lnTo>
                  <a:lnTo>
                    <a:pt x="4281678" y="51816"/>
                  </a:lnTo>
                  <a:lnTo>
                    <a:pt x="4434078" y="51816"/>
                  </a:lnTo>
                  <a:lnTo>
                    <a:pt x="4434078" y="39624"/>
                  </a:lnTo>
                  <a:close/>
                </a:path>
                <a:path w="8891905" h="1518285">
                  <a:moveTo>
                    <a:pt x="4434078" y="13716"/>
                  </a:moveTo>
                  <a:lnTo>
                    <a:pt x="4281678" y="13716"/>
                  </a:lnTo>
                  <a:lnTo>
                    <a:pt x="4281678" y="25908"/>
                  </a:lnTo>
                  <a:lnTo>
                    <a:pt x="4434078" y="26670"/>
                  </a:lnTo>
                  <a:lnTo>
                    <a:pt x="4434078" y="13716"/>
                  </a:lnTo>
                  <a:close/>
                </a:path>
                <a:path w="8891905" h="1518285">
                  <a:moveTo>
                    <a:pt x="4700778" y="40386"/>
                  </a:moveTo>
                  <a:lnTo>
                    <a:pt x="4548378" y="39624"/>
                  </a:lnTo>
                  <a:lnTo>
                    <a:pt x="4548378" y="52578"/>
                  </a:lnTo>
                  <a:lnTo>
                    <a:pt x="4700778" y="52578"/>
                  </a:lnTo>
                  <a:lnTo>
                    <a:pt x="4700778" y="40386"/>
                  </a:lnTo>
                  <a:close/>
                </a:path>
                <a:path w="8891905" h="1518285">
                  <a:moveTo>
                    <a:pt x="4700778" y="14478"/>
                  </a:moveTo>
                  <a:lnTo>
                    <a:pt x="4548378" y="14478"/>
                  </a:lnTo>
                  <a:lnTo>
                    <a:pt x="4548378" y="26670"/>
                  </a:lnTo>
                  <a:lnTo>
                    <a:pt x="4700778" y="27432"/>
                  </a:lnTo>
                  <a:lnTo>
                    <a:pt x="4700778" y="14478"/>
                  </a:lnTo>
                  <a:close/>
                </a:path>
                <a:path w="8891905" h="1518285">
                  <a:moveTo>
                    <a:pt x="4967478" y="41148"/>
                  </a:moveTo>
                  <a:lnTo>
                    <a:pt x="4815078" y="40386"/>
                  </a:lnTo>
                  <a:lnTo>
                    <a:pt x="4815078" y="53340"/>
                  </a:lnTo>
                  <a:lnTo>
                    <a:pt x="4967478" y="53340"/>
                  </a:lnTo>
                  <a:lnTo>
                    <a:pt x="4967478" y="41148"/>
                  </a:lnTo>
                  <a:close/>
                </a:path>
                <a:path w="8891905" h="1518285">
                  <a:moveTo>
                    <a:pt x="4967478" y="15240"/>
                  </a:moveTo>
                  <a:lnTo>
                    <a:pt x="4815078" y="15240"/>
                  </a:lnTo>
                  <a:lnTo>
                    <a:pt x="4815078" y="27432"/>
                  </a:lnTo>
                  <a:lnTo>
                    <a:pt x="4967478" y="28194"/>
                  </a:lnTo>
                  <a:lnTo>
                    <a:pt x="4967478" y="15240"/>
                  </a:lnTo>
                  <a:close/>
                </a:path>
                <a:path w="8891905" h="1518285">
                  <a:moveTo>
                    <a:pt x="5234178" y="41910"/>
                  </a:moveTo>
                  <a:lnTo>
                    <a:pt x="5081778" y="41148"/>
                  </a:lnTo>
                  <a:lnTo>
                    <a:pt x="5081778" y="54102"/>
                  </a:lnTo>
                  <a:lnTo>
                    <a:pt x="5234178" y="54864"/>
                  </a:lnTo>
                  <a:lnTo>
                    <a:pt x="5234178" y="41910"/>
                  </a:lnTo>
                  <a:close/>
                </a:path>
                <a:path w="8891905" h="1518285">
                  <a:moveTo>
                    <a:pt x="5234178" y="16764"/>
                  </a:moveTo>
                  <a:lnTo>
                    <a:pt x="5081778" y="16002"/>
                  </a:lnTo>
                  <a:lnTo>
                    <a:pt x="5081778" y="28956"/>
                  </a:lnTo>
                  <a:lnTo>
                    <a:pt x="5234178" y="28956"/>
                  </a:lnTo>
                  <a:lnTo>
                    <a:pt x="5234178" y="16764"/>
                  </a:lnTo>
                  <a:close/>
                </a:path>
                <a:path w="8891905" h="1518285">
                  <a:moveTo>
                    <a:pt x="5500878" y="42672"/>
                  </a:moveTo>
                  <a:lnTo>
                    <a:pt x="5348478" y="41910"/>
                  </a:lnTo>
                  <a:lnTo>
                    <a:pt x="5348478" y="54864"/>
                  </a:lnTo>
                  <a:lnTo>
                    <a:pt x="5500878" y="55626"/>
                  </a:lnTo>
                  <a:lnTo>
                    <a:pt x="5500878" y="42672"/>
                  </a:lnTo>
                  <a:close/>
                </a:path>
                <a:path w="8891905" h="1518285">
                  <a:moveTo>
                    <a:pt x="5500878" y="17526"/>
                  </a:moveTo>
                  <a:lnTo>
                    <a:pt x="5348478" y="16764"/>
                  </a:lnTo>
                  <a:lnTo>
                    <a:pt x="5348478" y="29718"/>
                  </a:lnTo>
                  <a:lnTo>
                    <a:pt x="5500878" y="29718"/>
                  </a:lnTo>
                  <a:lnTo>
                    <a:pt x="5500878" y="17526"/>
                  </a:lnTo>
                  <a:close/>
                </a:path>
                <a:path w="8891905" h="1518285">
                  <a:moveTo>
                    <a:pt x="5767578" y="43434"/>
                  </a:moveTo>
                  <a:lnTo>
                    <a:pt x="5615178" y="42672"/>
                  </a:lnTo>
                  <a:lnTo>
                    <a:pt x="5615178" y="55626"/>
                  </a:lnTo>
                  <a:lnTo>
                    <a:pt x="5767578" y="56388"/>
                  </a:lnTo>
                  <a:lnTo>
                    <a:pt x="5767578" y="43434"/>
                  </a:lnTo>
                  <a:close/>
                </a:path>
                <a:path w="8891905" h="1518285">
                  <a:moveTo>
                    <a:pt x="5767578" y="18288"/>
                  </a:moveTo>
                  <a:lnTo>
                    <a:pt x="5615178" y="17526"/>
                  </a:lnTo>
                  <a:lnTo>
                    <a:pt x="5615178" y="30480"/>
                  </a:lnTo>
                  <a:lnTo>
                    <a:pt x="5767578" y="30480"/>
                  </a:lnTo>
                  <a:lnTo>
                    <a:pt x="5767578" y="18288"/>
                  </a:lnTo>
                  <a:close/>
                </a:path>
                <a:path w="8891905" h="1518285">
                  <a:moveTo>
                    <a:pt x="6034278" y="44196"/>
                  </a:moveTo>
                  <a:lnTo>
                    <a:pt x="5881878" y="44196"/>
                  </a:lnTo>
                  <a:lnTo>
                    <a:pt x="5881878" y="56388"/>
                  </a:lnTo>
                  <a:lnTo>
                    <a:pt x="6034278" y="57150"/>
                  </a:lnTo>
                  <a:lnTo>
                    <a:pt x="6034278" y="44196"/>
                  </a:lnTo>
                  <a:close/>
                </a:path>
                <a:path w="8891905" h="1518285">
                  <a:moveTo>
                    <a:pt x="6034278" y="19050"/>
                  </a:moveTo>
                  <a:lnTo>
                    <a:pt x="5881878" y="18288"/>
                  </a:lnTo>
                  <a:lnTo>
                    <a:pt x="5881878" y="31242"/>
                  </a:lnTo>
                  <a:lnTo>
                    <a:pt x="6034278" y="31242"/>
                  </a:lnTo>
                  <a:lnTo>
                    <a:pt x="6034278" y="19050"/>
                  </a:lnTo>
                  <a:close/>
                </a:path>
                <a:path w="8891905" h="1518285">
                  <a:moveTo>
                    <a:pt x="6300978" y="44958"/>
                  </a:moveTo>
                  <a:lnTo>
                    <a:pt x="6148578" y="44958"/>
                  </a:lnTo>
                  <a:lnTo>
                    <a:pt x="6148578" y="57150"/>
                  </a:lnTo>
                  <a:lnTo>
                    <a:pt x="6300978" y="57912"/>
                  </a:lnTo>
                  <a:lnTo>
                    <a:pt x="6300978" y="44958"/>
                  </a:lnTo>
                  <a:close/>
                </a:path>
                <a:path w="8891905" h="1518285">
                  <a:moveTo>
                    <a:pt x="6300978" y="19812"/>
                  </a:moveTo>
                  <a:lnTo>
                    <a:pt x="6148578" y="19050"/>
                  </a:lnTo>
                  <a:lnTo>
                    <a:pt x="6148578" y="32004"/>
                  </a:lnTo>
                  <a:lnTo>
                    <a:pt x="6300978" y="32766"/>
                  </a:lnTo>
                  <a:lnTo>
                    <a:pt x="6300978" y="19812"/>
                  </a:lnTo>
                  <a:close/>
                </a:path>
                <a:path w="8891905" h="1518285">
                  <a:moveTo>
                    <a:pt x="6567678" y="45720"/>
                  </a:moveTo>
                  <a:lnTo>
                    <a:pt x="6415278" y="45720"/>
                  </a:lnTo>
                  <a:lnTo>
                    <a:pt x="6415278" y="57912"/>
                  </a:lnTo>
                  <a:lnTo>
                    <a:pt x="6567678" y="58674"/>
                  </a:lnTo>
                  <a:lnTo>
                    <a:pt x="6567678" y="45720"/>
                  </a:lnTo>
                  <a:close/>
                </a:path>
                <a:path w="8891905" h="1518285">
                  <a:moveTo>
                    <a:pt x="6567678" y="20574"/>
                  </a:moveTo>
                  <a:lnTo>
                    <a:pt x="6415278" y="19812"/>
                  </a:lnTo>
                  <a:lnTo>
                    <a:pt x="6415278" y="32766"/>
                  </a:lnTo>
                  <a:lnTo>
                    <a:pt x="6567678" y="33528"/>
                  </a:lnTo>
                  <a:lnTo>
                    <a:pt x="6567678" y="20574"/>
                  </a:lnTo>
                  <a:close/>
                </a:path>
                <a:path w="8891905" h="1518285">
                  <a:moveTo>
                    <a:pt x="6834378" y="46482"/>
                  </a:moveTo>
                  <a:lnTo>
                    <a:pt x="6681978" y="46482"/>
                  </a:lnTo>
                  <a:lnTo>
                    <a:pt x="6681978" y="58674"/>
                  </a:lnTo>
                  <a:lnTo>
                    <a:pt x="6834378" y="59436"/>
                  </a:lnTo>
                  <a:lnTo>
                    <a:pt x="6834378" y="46482"/>
                  </a:lnTo>
                  <a:close/>
                </a:path>
                <a:path w="8891905" h="1518285">
                  <a:moveTo>
                    <a:pt x="6834378" y="21336"/>
                  </a:moveTo>
                  <a:lnTo>
                    <a:pt x="6681978" y="20574"/>
                  </a:lnTo>
                  <a:lnTo>
                    <a:pt x="6681978" y="33528"/>
                  </a:lnTo>
                  <a:lnTo>
                    <a:pt x="6834378" y="34290"/>
                  </a:lnTo>
                  <a:lnTo>
                    <a:pt x="6834378" y="21336"/>
                  </a:lnTo>
                  <a:close/>
                </a:path>
                <a:path w="8891905" h="1518285">
                  <a:moveTo>
                    <a:pt x="7101078" y="48006"/>
                  </a:moveTo>
                  <a:lnTo>
                    <a:pt x="6948678" y="47244"/>
                  </a:lnTo>
                  <a:lnTo>
                    <a:pt x="6948678" y="60198"/>
                  </a:lnTo>
                  <a:lnTo>
                    <a:pt x="7101078" y="60198"/>
                  </a:lnTo>
                  <a:lnTo>
                    <a:pt x="7101078" y="48006"/>
                  </a:lnTo>
                  <a:close/>
                </a:path>
                <a:path w="8891905" h="1518285">
                  <a:moveTo>
                    <a:pt x="7101078" y="22098"/>
                  </a:moveTo>
                  <a:lnTo>
                    <a:pt x="6948678" y="22098"/>
                  </a:lnTo>
                  <a:lnTo>
                    <a:pt x="6948678" y="34290"/>
                  </a:lnTo>
                  <a:lnTo>
                    <a:pt x="7101078" y="35052"/>
                  </a:lnTo>
                  <a:lnTo>
                    <a:pt x="7101078" y="22098"/>
                  </a:lnTo>
                  <a:close/>
                </a:path>
                <a:path w="8891905" h="1518285">
                  <a:moveTo>
                    <a:pt x="7367778" y="48768"/>
                  </a:moveTo>
                  <a:lnTo>
                    <a:pt x="7215378" y="48006"/>
                  </a:lnTo>
                  <a:lnTo>
                    <a:pt x="7215378" y="60960"/>
                  </a:lnTo>
                  <a:lnTo>
                    <a:pt x="7367778" y="60960"/>
                  </a:lnTo>
                  <a:lnTo>
                    <a:pt x="7367778" y="48768"/>
                  </a:lnTo>
                  <a:close/>
                </a:path>
                <a:path w="8891905" h="1518285">
                  <a:moveTo>
                    <a:pt x="7367778" y="22860"/>
                  </a:moveTo>
                  <a:lnTo>
                    <a:pt x="7215378" y="22860"/>
                  </a:lnTo>
                  <a:lnTo>
                    <a:pt x="7215378" y="35052"/>
                  </a:lnTo>
                  <a:lnTo>
                    <a:pt x="7367778" y="35814"/>
                  </a:lnTo>
                  <a:lnTo>
                    <a:pt x="7367778" y="22860"/>
                  </a:lnTo>
                  <a:close/>
                </a:path>
                <a:path w="8891905" h="1518285">
                  <a:moveTo>
                    <a:pt x="7634478" y="49530"/>
                  </a:moveTo>
                  <a:lnTo>
                    <a:pt x="7482078" y="48768"/>
                  </a:lnTo>
                  <a:lnTo>
                    <a:pt x="7482078" y="61722"/>
                  </a:lnTo>
                  <a:lnTo>
                    <a:pt x="7634478" y="61722"/>
                  </a:lnTo>
                  <a:lnTo>
                    <a:pt x="7634478" y="49530"/>
                  </a:lnTo>
                  <a:close/>
                </a:path>
                <a:path w="8891905" h="1518285">
                  <a:moveTo>
                    <a:pt x="7634478" y="23622"/>
                  </a:moveTo>
                  <a:lnTo>
                    <a:pt x="7482078" y="23622"/>
                  </a:lnTo>
                  <a:lnTo>
                    <a:pt x="7482078" y="35814"/>
                  </a:lnTo>
                  <a:lnTo>
                    <a:pt x="7634478" y="36576"/>
                  </a:lnTo>
                  <a:lnTo>
                    <a:pt x="7634478" y="23622"/>
                  </a:lnTo>
                  <a:close/>
                </a:path>
                <a:path w="8891905" h="1518285">
                  <a:moveTo>
                    <a:pt x="7901178" y="50292"/>
                  </a:moveTo>
                  <a:lnTo>
                    <a:pt x="7748778" y="49530"/>
                  </a:lnTo>
                  <a:lnTo>
                    <a:pt x="7748778" y="62484"/>
                  </a:lnTo>
                  <a:lnTo>
                    <a:pt x="7901178" y="62484"/>
                  </a:lnTo>
                  <a:lnTo>
                    <a:pt x="7901178" y="50292"/>
                  </a:lnTo>
                  <a:close/>
                </a:path>
                <a:path w="8891905" h="1518285">
                  <a:moveTo>
                    <a:pt x="7901178" y="24384"/>
                  </a:moveTo>
                  <a:lnTo>
                    <a:pt x="7748778" y="24384"/>
                  </a:lnTo>
                  <a:lnTo>
                    <a:pt x="7748778" y="37338"/>
                  </a:lnTo>
                  <a:lnTo>
                    <a:pt x="7901178" y="37338"/>
                  </a:lnTo>
                  <a:lnTo>
                    <a:pt x="7901178" y="24384"/>
                  </a:lnTo>
                  <a:close/>
                </a:path>
                <a:path w="8891905" h="1518285">
                  <a:moveTo>
                    <a:pt x="8167878" y="51054"/>
                  </a:moveTo>
                  <a:lnTo>
                    <a:pt x="8015478" y="50292"/>
                  </a:lnTo>
                  <a:lnTo>
                    <a:pt x="8015478" y="63246"/>
                  </a:lnTo>
                  <a:lnTo>
                    <a:pt x="8167878" y="64008"/>
                  </a:lnTo>
                  <a:lnTo>
                    <a:pt x="8167878" y="51054"/>
                  </a:lnTo>
                  <a:close/>
                </a:path>
                <a:path w="8891905" h="1518285">
                  <a:moveTo>
                    <a:pt x="8167878" y="25908"/>
                  </a:moveTo>
                  <a:lnTo>
                    <a:pt x="8015478" y="25146"/>
                  </a:lnTo>
                  <a:lnTo>
                    <a:pt x="8015478" y="38100"/>
                  </a:lnTo>
                  <a:lnTo>
                    <a:pt x="8167878" y="38100"/>
                  </a:lnTo>
                  <a:lnTo>
                    <a:pt x="8167878" y="25908"/>
                  </a:lnTo>
                  <a:close/>
                </a:path>
                <a:path w="8891905" h="1518285">
                  <a:moveTo>
                    <a:pt x="8434578" y="51816"/>
                  </a:moveTo>
                  <a:lnTo>
                    <a:pt x="8282178" y="51054"/>
                  </a:lnTo>
                  <a:lnTo>
                    <a:pt x="8282178" y="64008"/>
                  </a:lnTo>
                  <a:lnTo>
                    <a:pt x="8434578" y="64770"/>
                  </a:lnTo>
                  <a:lnTo>
                    <a:pt x="8434578" y="51816"/>
                  </a:lnTo>
                  <a:close/>
                </a:path>
                <a:path w="8891905" h="1518285">
                  <a:moveTo>
                    <a:pt x="8434578" y="26670"/>
                  </a:moveTo>
                  <a:lnTo>
                    <a:pt x="8282178" y="25908"/>
                  </a:lnTo>
                  <a:lnTo>
                    <a:pt x="8282178" y="38862"/>
                  </a:lnTo>
                  <a:lnTo>
                    <a:pt x="8434578" y="38862"/>
                  </a:lnTo>
                  <a:lnTo>
                    <a:pt x="8434578" y="26670"/>
                  </a:lnTo>
                  <a:close/>
                </a:path>
                <a:path w="8891905" h="1518285">
                  <a:moveTo>
                    <a:pt x="8701278" y="52578"/>
                  </a:moveTo>
                  <a:lnTo>
                    <a:pt x="8548878" y="51816"/>
                  </a:lnTo>
                  <a:lnTo>
                    <a:pt x="8548878" y="64770"/>
                  </a:lnTo>
                  <a:lnTo>
                    <a:pt x="8701278" y="65532"/>
                  </a:lnTo>
                  <a:lnTo>
                    <a:pt x="8701278" y="52578"/>
                  </a:lnTo>
                  <a:close/>
                </a:path>
                <a:path w="8891905" h="1518285">
                  <a:moveTo>
                    <a:pt x="8701278" y="27432"/>
                  </a:moveTo>
                  <a:lnTo>
                    <a:pt x="8548878" y="26670"/>
                  </a:lnTo>
                  <a:lnTo>
                    <a:pt x="8548878" y="39624"/>
                  </a:lnTo>
                  <a:lnTo>
                    <a:pt x="8701278" y="39624"/>
                  </a:lnTo>
                  <a:lnTo>
                    <a:pt x="8701278" y="27432"/>
                  </a:lnTo>
                  <a:close/>
                </a:path>
                <a:path w="8891905" h="1518285">
                  <a:moveTo>
                    <a:pt x="8891778" y="53340"/>
                  </a:moveTo>
                  <a:lnTo>
                    <a:pt x="8815578" y="53340"/>
                  </a:lnTo>
                  <a:lnTo>
                    <a:pt x="8815578" y="65532"/>
                  </a:lnTo>
                  <a:lnTo>
                    <a:pt x="8891778" y="66294"/>
                  </a:lnTo>
                  <a:lnTo>
                    <a:pt x="8891778" y="53340"/>
                  </a:lnTo>
                  <a:close/>
                </a:path>
                <a:path w="8891905" h="1518285">
                  <a:moveTo>
                    <a:pt x="8891778" y="28194"/>
                  </a:moveTo>
                  <a:lnTo>
                    <a:pt x="8815578" y="27432"/>
                  </a:lnTo>
                  <a:lnTo>
                    <a:pt x="8815578" y="40386"/>
                  </a:lnTo>
                  <a:lnTo>
                    <a:pt x="8891778" y="40386"/>
                  </a:lnTo>
                  <a:lnTo>
                    <a:pt x="8891778" y="28194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93761" y="6194310"/>
              <a:ext cx="8610600" cy="64769"/>
            </a:xfrm>
            <a:custGeom>
              <a:avLst/>
              <a:gdLst/>
              <a:ahLst/>
              <a:cxnLst/>
              <a:rect l="l" t="t" r="r" b="b"/>
              <a:pathLst>
                <a:path w="8610600" h="64770">
                  <a:moveTo>
                    <a:pt x="152400" y="25908"/>
                  </a:moveTo>
                  <a:lnTo>
                    <a:pt x="0" y="25146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8610600" h="64770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2954"/>
                  </a:lnTo>
                  <a:lnTo>
                    <a:pt x="152400" y="762"/>
                  </a:lnTo>
                  <a:close/>
                </a:path>
                <a:path w="8610600" h="64770">
                  <a:moveTo>
                    <a:pt x="419100" y="26670"/>
                  </a:moveTo>
                  <a:lnTo>
                    <a:pt x="266700" y="25908"/>
                  </a:lnTo>
                  <a:lnTo>
                    <a:pt x="266700" y="38862"/>
                  </a:lnTo>
                  <a:lnTo>
                    <a:pt x="419100" y="39624"/>
                  </a:lnTo>
                  <a:lnTo>
                    <a:pt x="419100" y="26670"/>
                  </a:lnTo>
                  <a:close/>
                </a:path>
                <a:path w="8610600" h="64770">
                  <a:moveTo>
                    <a:pt x="419100" y="1524"/>
                  </a:moveTo>
                  <a:lnTo>
                    <a:pt x="266700" y="762"/>
                  </a:lnTo>
                  <a:lnTo>
                    <a:pt x="266700" y="13716"/>
                  </a:lnTo>
                  <a:lnTo>
                    <a:pt x="419100" y="13716"/>
                  </a:lnTo>
                  <a:lnTo>
                    <a:pt x="419100" y="1524"/>
                  </a:lnTo>
                  <a:close/>
                </a:path>
                <a:path w="8610600" h="64770">
                  <a:moveTo>
                    <a:pt x="685800" y="27432"/>
                  </a:moveTo>
                  <a:lnTo>
                    <a:pt x="533400" y="26670"/>
                  </a:lnTo>
                  <a:lnTo>
                    <a:pt x="533400" y="39624"/>
                  </a:lnTo>
                  <a:lnTo>
                    <a:pt x="685800" y="40386"/>
                  </a:lnTo>
                  <a:lnTo>
                    <a:pt x="685800" y="27432"/>
                  </a:lnTo>
                  <a:close/>
                </a:path>
                <a:path w="8610600" h="64770">
                  <a:moveTo>
                    <a:pt x="685800" y="2286"/>
                  </a:moveTo>
                  <a:lnTo>
                    <a:pt x="533400" y="1524"/>
                  </a:lnTo>
                  <a:lnTo>
                    <a:pt x="533400" y="14478"/>
                  </a:lnTo>
                  <a:lnTo>
                    <a:pt x="685800" y="14478"/>
                  </a:lnTo>
                  <a:lnTo>
                    <a:pt x="685800" y="2286"/>
                  </a:lnTo>
                  <a:close/>
                </a:path>
                <a:path w="8610600" h="64770">
                  <a:moveTo>
                    <a:pt x="952500" y="28194"/>
                  </a:moveTo>
                  <a:lnTo>
                    <a:pt x="800100" y="28194"/>
                  </a:lnTo>
                  <a:lnTo>
                    <a:pt x="800100" y="40386"/>
                  </a:lnTo>
                  <a:lnTo>
                    <a:pt x="952500" y="41148"/>
                  </a:lnTo>
                  <a:lnTo>
                    <a:pt x="952500" y="28194"/>
                  </a:lnTo>
                  <a:close/>
                </a:path>
                <a:path w="8610600" h="64770">
                  <a:moveTo>
                    <a:pt x="952500" y="3048"/>
                  </a:moveTo>
                  <a:lnTo>
                    <a:pt x="800100" y="2286"/>
                  </a:lnTo>
                  <a:lnTo>
                    <a:pt x="800100" y="15240"/>
                  </a:lnTo>
                  <a:lnTo>
                    <a:pt x="952500" y="15240"/>
                  </a:lnTo>
                  <a:lnTo>
                    <a:pt x="952500" y="3048"/>
                  </a:lnTo>
                  <a:close/>
                </a:path>
                <a:path w="8610600" h="64770">
                  <a:moveTo>
                    <a:pt x="1219200" y="28956"/>
                  </a:moveTo>
                  <a:lnTo>
                    <a:pt x="1066800" y="28956"/>
                  </a:lnTo>
                  <a:lnTo>
                    <a:pt x="1066800" y="41148"/>
                  </a:lnTo>
                  <a:lnTo>
                    <a:pt x="1219200" y="41910"/>
                  </a:lnTo>
                  <a:lnTo>
                    <a:pt x="1219200" y="28956"/>
                  </a:lnTo>
                  <a:close/>
                </a:path>
                <a:path w="8610600" h="64770">
                  <a:moveTo>
                    <a:pt x="1219200" y="3810"/>
                  </a:moveTo>
                  <a:lnTo>
                    <a:pt x="1066800" y="3048"/>
                  </a:lnTo>
                  <a:lnTo>
                    <a:pt x="1066800" y="16002"/>
                  </a:lnTo>
                  <a:lnTo>
                    <a:pt x="1219200" y="16764"/>
                  </a:lnTo>
                  <a:lnTo>
                    <a:pt x="1219200" y="3810"/>
                  </a:lnTo>
                  <a:close/>
                </a:path>
                <a:path w="8610600" h="64770">
                  <a:moveTo>
                    <a:pt x="1485900" y="29718"/>
                  </a:moveTo>
                  <a:lnTo>
                    <a:pt x="1333500" y="29718"/>
                  </a:lnTo>
                  <a:lnTo>
                    <a:pt x="1333500" y="41910"/>
                  </a:lnTo>
                  <a:lnTo>
                    <a:pt x="1485900" y="42672"/>
                  </a:lnTo>
                  <a:lnTo>
                    <a:pt x="1485900" y="29718"/>
                  </a:lnTo>
                  <a:close/>
                </a:path>
                <a:path w="8610600" h="64770">
                  <a:moveTo>
                    <a:pt x="1485900" y="4572"/>
                  </a:moveTo>
                  <a:lnTo>
                    <a:pt x="1333500" y="3810"/>
                  </a:lnTo>
                  <a:lnTo>
                    <a:pt x="1333500" y="16764"/>
                  </a:lnTo>
                  <a:lnTo>
                    <a:pt x="1485900" y="17526"/>
                  </a:lnTo>
                  <a:lnTo>
                    <a:pt x="1485900" y="4572"/>
                  </a:lnTo>
                  <a:close/>
                </a:path>
                <a:path w="8610600" h="64770">
                  <a:moveTo>
                    <a:pt x="1752600" y="30480"/>
                  </a:moveTo>
                  <a:lnTo>
                    <a:pt x="1600200" y="30480"/>
                  </a:lnTo>
                  <a:lnTo>
                    <a:pt x="1600200" y="42672"/>
                  </a:lnTo>
                  <a:lnTo>
                    <a:pt x="1752600" y="43434"/>
                  </a:lnTo>
                  <a:lnTo>
                    <a:pt x="1752600" y="30480"/>
                  </a:lnTo>
                  <a:close/>
                </a:path>
                <a:path w="8610600" h="64770">
                  <a:moveTo>
                    <a:pt x="1752600" y="5334"/>
                  </a:moveTo>
                  <a:lnTo>
                    <a:pt x="1600200" y="4572"/>
                  </a:lnTo>
                  <a:lnTo>
                    <a:pt x="1600200" y="17526"/>
                  </a:lnTo>
                  <a:lnTo>
                    <a:pt x="1752600" y="18288"/>
                  </a:lnTo>
                  <a:lnTo>
                    <a:pt x="1752600" y="5334"/>
                  </a:lnTo>
                  <a:close/>
                </a:path>
                <a:path w="8610600" h="64770">
                  <a:moveTo>
                    <a:pt x="2019300" y="32004"/>
                  </a:moveTo>
                  <a:lnTo>
                    <a:pt x="1866900" y="31242"/>
                  </a:lnTo>
                  <a:lnTo>
                    <a:pt x="1866900" y="44196"/>
                  </a:lnTo>
                  <a:lnTo>
                    <a:pt x="2019300" y="44196"/>
                  </a:lnTo>
                  <a:lnTo>
                    <a:pt x="2019300" y="32004"/>
                  </a:lnTo>
                  <a:close/>
                </a:path>
                <a:path w="8610600" h="64770">
                  <a:moveTo>
                    <a:pt x="2019300" y="6096"/>
                  </a:moveTo>
                  <a:lnTo>
                    <a:pt x="1866900" y="6096"/>
                  </a:lnTo>
                  <a:lnTo>
                    <a:pt x="1866900" y="18288"/>
                  </a:lnTo>
                  <a:lnTo>
                    <a:pt x="2019300" y="19050"/>
                  </a:lnTo>
                  <a:lnTo>
                    <a:pt x="2019300" y="6096"/>
                  </a:lnTo>
                  <a:close/>
                </a:path>
                <a:path w="8610600" h="64770">
                  <a:moveTo>
                    <a:pt x="2286000" y="32766"/>
                  </a:moveTo>
                  <a:lnTo>
                    <a:pt x="2133600" y="32004"/>
                  </a:lnTo>
                  <a:lnTo>
                    <a:pt x="2133600" y="44958"/>
                  </a:lnTo>
                  <a:lnTo>
                    <a:pt x="2286000" y="44958"/>
                  </a:lnTo>
                  <a:lnTo>
                    <a:pt x="2286000" y="32766"/>
                  </a:lnTo>
                  <a:close/>
                </a:path>
                <a:path w="8610600" h="64770">
                  <a:moveTo>
                    <a:pt x="2286000" y="6858"/>
                  </a:moveTo>
                  <a:lnTo>
                    <a:pt x="2133600" y="6858"/>
                  </a:lnTo>
                  <a:lnTo>
                    <a:pt x="2133600" y="19050"/>
                  </a:lnTo>
                  <a:lnTo>
                    <a:pt x="2286000" y="19812"/>
                  </a:lnTo>
                  <a:lnTo>
                    <a:pt x="2286000" y="6858"/>
                  </a:lnTo>
                  <a:close/>
                </a:path>
                <a:path w="8610600" h="64770">
                  <a:moveTo>
                    <a:pt x="2552700" y="33528"/>
                  </a:moveTo>
                  <a:lnTo>
                    <a:pt x="2400300" y="32766"/>
                  </a:lnTo>
                  <a:lnTo>
                    <a:pt x="2400300" y="45720"/>
                  </a:lnTo>
                  <a:lnTo>
                    <a:pt x="2552700" y="45720"/>
                  </a:lnTo>
                  <a:lnTo>
                    <a:pt x="2552700" y="33528"/>
                  </a:lnTo>
                  <a:close/>
                </a:path>
                <a:path w="8610600" h="64770">
                  <a:moveTo>
                    <a:pt x="2552700" y="7620"/>
                  </a:moveTo>
                  <a:lnTo>
                    <a:pt x="2400300" y="7620"/>
                  </a:lnTo>
                  <a:lnTo>
                    <a:pt x="2400300" y="19812"/>
                  </a:lnTo>
                  <a:lnTo>
                    <a:pt x="2552700" y="20574"/>
                  </a:lnTo>
                  <a:lnTo>
                    <a:pt x="2552700" y="7620"/>
                  </a:lnTo>
                  <a:close/>
                </a:path>
                <a:path w="8610600" h="64770">
                  <a:moveTo>
                    <a:pt x="2819400" y="34290"/>
                  </a:moveTo>
                  <a:lnTo>
                    <a:pt x="2667000" y="33528"/>
                  </a:lnTo>
                  <a:lnTo>
                    <a:pt x="2667000" y="46482"/>
                  </a:lnTo>
                  <a:lnTo>
                    <a:pt x="2819400" y="46482"/>
                  </a:lnTo>
                  <a:lnTo>
                    <a:pt x="2819400" y="34290"/>
                  </a:lnTo>
                  <a:close/>
                </a:path>
                <a:path w="8610600" h="64770">
                  <a:moveTo>
                    <a:pt x="2819400" y="8382"/>
                  </a:moveTo>
                  <a:lnTo>
                    <a:pt x="2667000" y="8382"/>
                  </a:lnTo>
                  <a:lnTo>
                    <a:pt x="2667000" y="21336"/>
                  </a:lnTo>
                  <a:lnTo>
                    <a:pt x="2819400" y="21336"/>
                  </a:lnTo>
                  <a:lnTo>
                    <a:pt x="2819400" y="8382"/>
                  </a:lnTo>
                  <a:close/>
                </a:path>
                <a:path w="8610600" h="64770">
                  <a:moveTo>
                    <a:pt x="3086100" y="35052"/>
                  </a:moveTo>
                  <a:lnTo>
                    <a:pt x="2933700" y="34290"/>
                  </a:lnTo>
                  <a:lnTo>
                    <a:pt x="2933700" y="47244"/>
                  </a:lnTo>
                  <a:lnTo>
                    <a:pt x="3086100" y="48006"/>
                  </a:lnTo>
                  <a:lnTo>
                    <a:pt x="3086100" y="35052"/>
                  </a:lnTo>
                  <a:close/>
                </a:path>
                <a:path w="8610600" h="64770">
                  <a:moveTo>
                    <a:pt x="3086100" y="9906"/>
                  </a:moveTo>
                  <a:lnTo>
                    <a:pt x="2933700" y="9144"/>
                  </a:lnTo>
                  <a:lnTo>
                    <a:pt x="2933700" y="22098"/>
                  </a:lnTo>
                  <a:lnTo>
                    <a:pt x="3086100" y="22098"/>
                  </a:lnTo>
                  <a:lnTo>
                    <a:pt x="3086100" y="9906"/>
                  </a:lnTo>
                  <a:close/>
                </a:path>
                <a:path w="8610600" h="64770">
                  <a:moveTo>
                    <a:pt x="3352800" y="35814"/>
                  </a:moveTo>
                  <a:lnTo>
                    <a:pt x="3200400" y="35052"/>
                  </a:lnTo>
                  <a:lnTo>
                    <a:pt x="3200400" y="48006"/>
                  </a:lnTo>
                  <a:lnTo>
                    <a:pt x="3352800" y="48768"/>
                  </a:lnTo>
                  <a:lnTo>
                    <a:pt x="3352800" y="35814"/>
                  </a:lnTo>
                  <a:close/>
                </a:path>
                <a:path w="8610600" h="64770">
                  <a:moveTo>
                    <a:pt x="3352800" y="10668"/>
                  </a:moveTo>
                  <a:lnTo>
                    <a:pt x="3200400" y="9906"/>
                  </a:lnTo>
                  <a:lnTo>
                    <a:pt x="3200400" y="22860"/>
                  </a:lnTo>
                  <a:lnTo>
                    <a:pt x="3352800" y="22860"/>
                  </a:lnTo>
                  <a:lnTo>
                    <a:pt x="3352800" y="10668"/>
                  </a:lnTo>
                  <a:close/>
                </a:path>
                <a:path w="8610600" h="64770">
                  <a:moveTo>
                    <a:pt x="3619500" y="36576"/>
                  </a:moveTo>
                  <a:lnTo>
                    <a:pt x="3467100" y="35814"/>
                  </a:lnTo>
                  <a:lnTo>
                    <a:pt x="3467100" y="48768"/>
                  </a:lnTo>
                  <a:lnTo>
                    <a:pt x="3619500" y="49530"/>
                  </a:lnTo>
                  <a:lnTo>
                    <a:pt x="3619500" y="36576"/>
                  </a:lnTo>
                  <a:close/>
                </a:path>
                <a:path w="8610600" h="64770">
                  <a:moveTo>
                    <a:pt x="3619500" y="11430"/>
                  </a:moveTo>
                  <a:lnTo>
                    <a:pt x="3467100" y="10668"/>
                  </a:lnTo>
                  <a:lnTo>
                    <a:pt x="3467100" y="23622"/>
                  </a:lnTo>
                  <a:lnTo>
                    <a:pt x="3619500" y="23622"/>
                  </a:lnTo>
                  <a:lnTo>
                    <a:pt x="3619500" y="11430"/>
                  </a:lnTo>
                  <a:close/>
                </a:path>
                <a:path w="8610600" h="64770">
                  <a:moveTo>
                    <a:pt x="3886200" y="37338"/>
                  </a:moveTo>
                  <a:lnTo>
                    <a:pt x="3733800" y="37338"/>
                  </a:lnTo>
                  <a:lnTo>
                    <a:pt x="3733800" y="49530"/>
                  </a:lnTo>
                  <a:lnTo>
                    <a:pt x="3886200" y="50292"/>
                  </a:lnTo>
                  <a:lnTo>
                    <a:pt x="3886200" y="37338"/>
                  </a:lnTo>
                  <a:close/>
                </a:path>
                <a:path w="8610600" h="64770">
                  <a:moveTo>
                    <a:pt x="3886200" y="12192"/>
                  </a:moveTo>
                  <a:lnTo>
                    <a:pt x="3733800" y="11430"/>
                  </a:lnTo>
                  <a:lnTo>
                    <a:pt x="3733800" y="24384"/>
                  </a:lnTo>
                  <a:lnTo>
                    <a:pt x="3886200" y="25146"/>
                  </a:lnTo>
                  <a:lnTo>
                    <a:pt x="3886200" y="12192"/>
                  </a:lnTo>
                  <a:close/>
                </a:path>
                <a:path w="8610600" h="64770">
                  <a:moveTo>
                    <a:pt x="4152900" y="38100"/>
                  </a:moveTo>
                  <a:lnTo>
                    <a:pt x="4000500" y="38100"/>
                  </a:lnTo>
                  <a:lnTo>
                    <a:pt x="4000500" y="50292"/>
                  </a:lnTo>
                  <a:lnTo>
                    <a:pt x="4152900" y="51054"/>
                  </a:lnTo>
                  <a:lnTo>
                    <a:pt x="4152900" y="38100"/>
                  </a:lnTo>
                  <a:close/>
                </a:path>
                <a:path w="8610600" h="64770">
                  <a:moveTo>
                    <a:pt x="4152900" y="12954"/>
                  </a:moveTo>
                  <a:lnTo>
                    <a:pt x="4000500" y="12192"/>
                  </a:lnTo>
                  <a:lnTo>
                    <a:pt x="4000500" y="25146"/>
                  </a:lnTo>
                  <a:lnTo>
                    <a:pt x="4152900" y="25908"/>
                  </a:lnTo>
                  <a:lnTo>
                    <a:pt x="4152900" y="12954"/>
                  </a:lnTo>
                  <a:close/>
                </a:path>
                <a:path w="8610600" h="64770">
                  <a:moveTo>
                    <a:pt x="4419600" y="38862"/>
                  </a:moveTo>
                  <a:lnTo>
                    <a:pt x="4267200" y="38862"/>
                  </a:lnTo>
                  <a:lnTo>
                    <a:pt x="4267200" y="51054"/>
                  </a:lnTo>
                  <a:lnTo>
                    <a:pt x="4419600" y="51816"/>
                  </a:lnTo>
                  <a:lnTo>
                    <a:pt x="4419600" y="38862"/>
                  </a:lnTo>
                  <a:close/>
                </a:path>
                <a:path w="8610600" h="64770">
                  <a:moveTo>
                    <a:pt x="4419600" y="13716"/>
                  </a:moveTo>
                  <a:lnTo>
                    <a:pt x="4267200" y="12954"/>
                  </a:lnTo>
                  <a:lnTo>
                    <a:pt x="4267200" y="25908"/>
                  </a:lnTo>
                  <a:lnTo>
                    <a:pt x="4419600" y="26670"/>
                  </a:lnTo>
                  <a:lnTo>
                    <a:pt x="4419600" y="13716"/>
                  </a:lnTo>
                  <a:close/>
                </a:path>
                <a:path w="8610600" h="64770">
                  <a:moveTo>
                    <a:pt x="4686300" y="39624"/>
                  </a:moveTo>
                  <a:lnTo>
                    <a:pt x="4533900" y="39624"/>
                  </a:lnTo>
                  <a:lnTo>
                    <a:pt x="4533900" y="51816"/>
                  </a:lnTo>
                  <a:lnTo>
                    <a:pt x="4686300" y="52578"/>
                  </a:lnTo>
                  <a:lnTo>
                    <a:pt x="4686300" y="39624"/>
                  </a:lnTo>
                  <a:close/>
                </a:path>
                <a:path w="8610600" h="64770">
                  <a:moveTo>
                    <a:pt x="4686300" y="14478"/>
                  </a:moveTo>
                  <a:lnTo>
                    <a:pt x="4533900" y="13716"/>
                  </a:lnTo>
                  <a:lnTo>
                    <a:pt x="4533900" y="26670"/>
                  </a:lnTo>
                  <a:lnTo>
                    <a:pt x="4686300" y="27432"/>
                  </a:lnTo>
                  <a:lnTo>
                    <a:pt x="4686300" y="14478"/>
                  </a:lnTo>
                  <a:close/>
                </a:path>
                <a:path w="8610600" h="64770">
                  <a:moveTo>
                    <a:pt x="4953000" y="41148"/>
                  </a:moveTo>
                  <a:lnTo>
                    <a:pt x="4800600" y="40386"/>
                  </a:lnTo>
                  <a:lnTo>
                    <a:pt x="4800600" y="53340"/>
                  </a:lnTo>
                  <a:lnTo>
                    <a:pt x="4953000" y="53340"/>
                  </a:lnTo>
                  <a:lnTo>
                    <a:pt x="4953000" y="41148"/>
                  </a:lnTo>
                  <a:close/>
                </a:path>
                <a:path w="8610600" h="64770">
                  <a:moveTo>
                    <a:pt x="4953000" y="15240"/>
                  </a:moveTo>
                  <a:lnTo>
                    <a:pt x="4800600" y="15240"/>
                  </a:lnTo>
                  <a:lnTo>
                    <a:pt x="4800600" y="27432"/>
                  </a:lnTo>
                  <a:lnTo>
                    <a:pt x="4953000" y="28194"/>
                  </a:lnTo>
                  <a:lnTo>
                    <a:pt x="4953000" y="15240"/>
                  </a:lnTo>
                  <a:close/>
                </a:path>
                <a:path w="8610600" h="64770">
                  <a:moveTo>
                    <a:pt x="5219700" y="41910"/>
                  </a:moveTo>
                  <a:lnTo>
                    <a:pt x="5067300" y="41148"/>
                  </a:lnTo>
                  <a:lnTo>
                    <a:pt x="5067300" y="54102"/>
                  </a:lnTo>
                  <a:lnTo>
                    <a:pt x="5219700" y="54102"/>
                  </a:lnTo>
                  <a:lnTo>
                    <a:pt x="5219700" y="41910"/>
                  </a:lnTo>
                  <a:close/>
                </a:path>
                <a:path w="8610600" h="64770">
                  <a:moveTo>
                    <a:pt x="5219700" y="16002"/>
                  </a:moveTo>
                  <a:lnTo>
                    <a:pt x="5067300" y="16002"/>
                  </a:lnTo>
                  <a:lnTo>
                    <a:pt x="5067300" y="28194"/>
                  </a:lnTo>
                  <a:lnTo>
                    <a:pt x="5219700" y="28956"/>
                  </a:lnTo>
                  <a:lnTo>
                    <a:pt x="5219700" y="16002"/>
                  </a:lnTo>
                  <a:close/>
                </a:path>
                <a:path w="8610600" h="64770">
                  <a:moveTo>
                    <a:pt x="5486400" y="42672"/>
                  </a:moveTo>
                  <a:lnTo>
                    <a:pt x="5334000" y="41910"/>
                  </a:lnTo>
                  <a:lnTo>
                    <a:pt x="5334000" y="54864"/>
                  </a:lnTo>
                  <a:lnTo>
                    <a:pt x="5486400" y="54864"/>
                  </a:lnTo>
                  <a:lnTo>
                    <a:pt x="5486400" y="42672"/>
                  </a:lnTo>
                  <a:close/>
                </a:path>
                <a:path w="8610600" h="64770">
                  <a:moveTo>
                    <a:pt x="5486400" y="16764"/>
                  </a:moveTo>
                  <a:lnTo>
                    <a:pt x="5334000" y="16764"/>
                  </a:lnTo>
                  <a:lnTo>
                    <a:pt x="5334000" y="28956"/>
                  </a:lnTo>
                  <a:lnTo>
                    <a:pt x="5486400" y="29718"/>
                  </a:lnTo>
                  <a:lnTo>
                    <a:pt x="5486400" y="16764"/>
                  </a:lnTo>
                  <a:close/>
                </a:path>
                <a:path w="8610600" h="64770">
                  <a:moveTo>
                    <a:pt x="5753100" y="43434"/>
                  </a:moveTo>
                  <a:lnTo>
                    <a:pt x="5600700" y="42672"/>
                  </a:lnTo>
                  <a:lnTo>
                    <a:pt x="5600700" y="55626"/>
                  </a:lnTo>
                  <a:lnTo>
                    <a:pt x="5753100" y="55626"/>
                  </a:lnTo>
                  <a:lnTo>
                    <a:pt x="5753100" y="43434"/>
                  </a:lnTo>
                  <a:close/>
                </a:path>
                <a:path w="8610600" h="64770">
                  <a:moveTo>
                    <a:pt x="5753100" y="17526"/>
                  </a:moveTo>
                  <a:lnTo>
                    <a:pt x="5600700" y="17526"/>
                  </a:lnTo>
                  <a:lnTo>
                    <a:pt x="5600700" y="30480"/>
                  </a:lnTo>
                  <a:lnTo>
                    <a:pt x="5753100" y="30480"/>
                  </a:lnTo>
                  <a:lnTo>
                    <a:pt x="5753100" y="17526"/>
                  </a:lnTo>
                  <a:close/>
                </a:path>
                <a:path w="8610600" h="64770">
                  <a:moveTo>
                    <a:pt x="6019800" y="44196"/>
                  </a:moveTo>
                  <a:lnTo>
                    <a:pt x="5867400" y="43434"/>
                  </a:lnTo>
                  <a:lnTo>
                    <a:pt x="5867400" y="56388"/>
                  </a:lnTo>
                  <a:lnTo>
                    <a:pt x="6019800" y="57150"/>
                  </a:lnTo>
                  <a:lnTo>
                    <a:pt x="6019800" y="44196"/>
                  </a:lnTo>
                  <a:close/>
                </a:path>
                <a:path w="8610600" h="64770">
                  <a:moveTo>
                    <a:pt x="6019800" y="19050"/>
                  </a:moveTo>
                  <a:lnTo>
                    <a:pt x="5867400" y="18288"/>
                  </a:lnTo>
                  <a:lnTo>
                    <a:pt x="5867400" y="31242"/>
                  </a:lnTo>
                  <a:lnTo>
                    <a:pt x="6019800" y="31242"/>
                  </a:lnTo>
                  <a:lnTo>
                    <a:pt x="6019800" y="19050"/>
                  </a:lnTo>
                  <a:close/>
                </a:path>
                <a:path w="8610600" h="64770">
                  <a:moveTo>
                    <a:pt x="6286500" y="44958"/>
                  </a:moveTo>
                  <a:lnTo>
                    <a:pt x="6134100" y="44196"/>
                  </a:lnTo>
                  <a:lnTo>
                    <a:pt x="6134100" y="57150"/>
                  </a:lnTo>
                  <a:lnTo>
                    <a:pt x="6286500" y="57912"/>
                  </a:lnTo>
                  <a:lnTo>
                    <a:pt x="6286500" y="44958"/>
                  </a:lnTo>
                  <a:close/>
                </a:path>
                <a:path w="8610600" h="64770">
                  <a:moveTo>
                    <a:pt x="6286500" y="19812"/>
                  </a:moveTo>
                  <a:lnTo>
                    <a:pt x="6134100" y="19050"/>
                  </a:lnTo>
                  <a:lnTo>
                    <a:pt x="6134100" y="32004"/>
                  </a:lnTo>
                  <a:lnTo>
                    <a:pt x="6286500" y="32004"/>
                  </a:lnTo>
                  <a:lnTo>
                    <a:pt x="6286500" y="19812"/>
                  </a:lnTo>
                  <a:close/>
                </a:path>
                <a:path w="8610600" h="64770">
                  <a:moveTo>
                    <a:pt x="6553200" y="45720"/>
                  </a:moveTo>
                  <a:lnTo>
                    <a:pt x="6400800" y="44958"/>
                  </a:lnTo>
                  <a:lnTo>
                    <a:pt x="6400800" y="57912"/>
                  </a:lnTo>
                  <a:lnTo>
                    <a:pt x="6553200" y="58674"/>
                  </a:lnTo>
                  <a:lnTo>
                    <a:pt x="6553200" y="45720"/>
                  </a:lnTo>
                  <a:close/>
                </a:path>
                <a:path w="8610600" h="64770">
                  <a:moveTo>
                    <a:pt x="6553200" y="20574"/>
                  </a:moveTo>
                  <a:lnTo>
                    <a:pt x="6400800" y="19812"/>
                  </a:lnTo>
                  <a:lnTo>
                    <a:pt x="6400800" y="32766"/>
                  </a:lnTo>
                  <a:lnTo>
                    <a:pt x="6553200" y="32766"/>
                  </a:lnTo>
                  <a:lnTo>
                    <a:pt x="6553200" y="20574"/>
                  </a:lnTo>
                  <a:close/>
                </a:path>
                <a:path w="8610600" h="64770">
                  <a:moveTo>
                    <a:pt x="6819900" y="46482"/>
                  </a:moveTo>
                  <a:lnTo>
                    <a:pt x="6667500" y="46482"/>
                  </a:lnTo>
                  <a:lnTo>
                    <a:pt x="6667500" y="58674"/>
                  </a:lnTo>
                  <a:lnTo>
                    <a:pt x="6819900" y="59436"/>
                  </a:lnTo>
                  <a:lnTo>
                    <a:pt x="6819900" y="46482"/>
                  </a:lnTo>
                  <a:close/>
                </a:path>
                <a:path w="8610600" h="64770">
                  <a:moveTo>
                    <a:pt x="6819900" y="21336"/>
                  </a:moveTo>
                  <a:lnTo>
                    <a:pt x="6667500" y="20574"/>
                  </a:lnTo>
                  <a:lnTo>
                    <a:pt x="6667500" y="33528"/>
                  </a:lnTo>
                  <a:lnTo>
                    <a:pt x="6819900" y="34290"/>
                  </a:lnTo>
                  <a:lnTo>
                    <a:pt x="6819900" y="21336"/>
                  </a:lnTo>
                  <a:close/>
                </a:path>
                <a:path w="8610600" h="64770">
                  <a:moveTo>
                    <a:pt x="7086600" y="47244"/>
                  </a:moveTo>
                  <a:lnTo>
                    <a:pt x="6934200" y="47244"/>
                  </a:lnTo>
                  <a:lnTo>
                    <a:pt x="6934200" y="59436"/>
                  </a:lnTo>
                  <a:lnTo>
                    <a:pt x="7086600" y="60198"/>
                  </a:lnTo>
                  <a:lnTo>
                    <a:pt x="7086600" y="47244"/>
                  </a:lnTo>
                  <a:close/>
                </a:path>
                <a:path w="8610600" h="64770">
                  <a:moveTo>
                    <a:pt x="7086600" y="22098"/>
                  </a:moveTo>
                  <a:lnTo>
                    <a:pt x="6934200" y="21336"/>
                  </a:lnTo>
                  <a:lnTo>
                    <a:pt x="6934200" y="34290"/>
                  </a:lnTo>
                  <a:lnTo>
                    <a:pt x="7086600" y="35052"/>
                  </a:lnTo>
                  <a:lnTo>
                    <a:pt x="7086600" y="22098"/>
                  </a:lnTo>
                  <a:close/>
                </a:path>
                <a:path w="8610600" h="64770">
                  <a:moveTo>
                    <a:pt x="7353300" y="48006"/>
                  </a:moveTo>
                  <a:lnTo>
                    <a:pt x="7200900" y="48006"/>
                  </a:lnTo>
                  <a:lnTo>
                    <a:pt x="7200900" y="60198"/>
                  </a:lnTo>
                  <a:lnTo>
                    <a:pt x="7353300" y="60960"/>
                  </a:lnTo>
                  <a:lnTo>
                    <a:pt x="7353300" y="48006"/>
                  </a:lnTo>
                  <a:close/>
                </a:path>
                <a:path w="8610600" h="64770">
                  <a:moveTo>
                    <a:pt x="7353300" y="22860"/>
                  </a:moveTo>
                  <a:lnTo>
                    <a:pt x="7200900" y="22098"/>
                  </a:lnTo>
                  <a:lnTo>
                    <a:pt x="7200900" y="35052"/>
                  </a:lnTo>
                  <a:lnTo>
                    <a:pt x="7353300" y="35814"/>
                  </a:lnTo>
                  <a:lnTo>
                    <a:pt x="7353300" y="22860"/>
                  </a:lnTo>
                  <a:close/>
                </a:path>
                <a:path w="8610600" h="64770">
                  <a:moveTo>
                    <a:pt x="7620000" y="48768"/>
                  </a:moveTo>
                  <a:lnTo>
                    <a:pt x="7467600" y="48768"/>
                  </a:lnTo>
                  <a:lnTo>
                    <a:pt x="7467600" y="61722"/>
                  </a:lnTo>
                  <a:lnTo>
                    <a:pt x="7620000" y="61722"/>
                  </a:lnTo>
                  <a:lnTo>
                    <a:pt x="7620000" y="48768"/>
                  </a:lnTo>
                  <a:close/>
                </a:path>
                <a:path w="8610600" h="64770">
                  <a:moveTo>
                    <a:pt x="7620000" y="23622"/>
                  </a:moveTo>
                  <a:lnTo>
                    <a:pt x="7467600" y="23622"/>
                  </a:lnTo>
                  <a:lnTo>
                    <a:pt x="7467600" y="35814"/>
                  </a:lnTo>
                  <a:lnTo>
                    <a:pt x="7620000" y="36576"/>
                  </a:lnTo>
                  <a:lnTo>
                    <a:pt x="7620000" y="23622"/>
                  </a:lnTo>
                  <a:close/>
                </a:path>
                <a:path w="8610600" h="64770">
                  <a:moveTo>
                    <a:pt x="7886700" y="50292"/>
                  </a:moveTo>
                  <a:lnTo>
                    <a:pt x="7734300" y="49530"/>
                  </a:lnTo>
                  <a:lnTo>
                    <a:pt x="7734300" y="62484"/>
                  </a:lnTo>
                  <a:lnTo>
                    <a:pt x="7886700" y="62484"/>
                  </a:lnTo>
                  <a:lnTo>
                    <a:pt x="7886700" y="50292"/>
                  </a:lnTo>
                  <a:close/>
                </a:path>
                <a:path w="8610600" h="64770">
                  <a:moveTo>
                    <a:pt x="7886700" y="24384"/>
                  </a:moveTo>
                  <a:lnTo>
                    <a:pt x="7734300" y="24384"/>
                  </a:lnTo>
                  <a:lnTo>
                    <a:pt x="7734300" y="36576"/>
                  </a:lnTo>
                  <a:lnTo>
                    <a:pt x="7886700" y="37338"/>
                  </a:lnTo>
                  <a:lnTo>
                    <a:pt x="7886700" y="24384"/>
                  </a:lnTo>
                  <a:close/>
                </a:path>
                <a:path w="8610600" h="64770">
                  <a:moveTo>
                    <a:pt x="8153400" y="51054"/>
                  </a:moveTo>
                  <a:lnTo>
                    <a:pt x="8001000" y="50292"/>
                  </a:lnTo>
                  <a:lnTo>
                    <a:pt x="8001000" y="63246"/>
                  </a:lnTo>
                  <a:lnTo>
                    <a:pt x="8153400" y="63246"/>
                  </a:lnTo>
                  <a:lnTo>
                    <a:pt x="8153400" y="51054"/>
                  </a:lnTo>
                  <a:close/>
                </a:path>
                <a:path w="8610600" h="64770">
                  <a:moveTo>
                    <a:pt x="8153400" y="25146"/>
                  </a:moveTo>
                  <a:lnTo>
                    <a:pt x="8001000" y="25146"/>
                  </a:lnTo>
                  <a:lnTo>
                    <a:pt x="8001000" y="37338"/>
                  </a:lnTo>
                  <a:lnTo>
                    <a:pt x="8153400" y="38100"/>
                  </a:lnTo>
                  <a:lnTo>
                    <a:pt x="8153400" y="25146"/>
                  </a:lnTo>
                  <a:close/>
                </a:path>
                <a:path w="8610600" h="64770">
                  <a:moveTo>
                    <a:pt x="8420100" y="51816"/>
                  </a:moveTo>
                  <a:lnTo>
                    <a:pt x="8267700" y="51054"/>
                  </a:lnTo>
                  <a:lnTo>
                    <a:pt x="8267700" y="64008"/>
                  </a:lnTo>
                  <a:lnTo>
                    <a:pt x="8420100" y="64008"/>
                  </a:lnTo>
                  <a:lnTo>
                    <a:pt x="8420100" y="51816"/>
                  </a:lnTo>
                  <a:close/>
                </a:path>
                <a:path w="8610600" h="64770">
                  <a:moveTo>
                    <a:pt x="8420100" y="25908"/>
                  </a:moveTo>
                  <a:lnTo>
                    <a:pt x="8267700" y="25908"/>
                  </a:lnTo>
                  <a:lnTo>
                    <a:pt x="8267700" y="38100"/>
                  </a:lnTo>
                  <a:lnTo>
                    <a:pt x="8420100" y="38862"/>
                  </a:lnTo>
                  <a:lnTo>
                    <a:pt x="8420100" y="25908"/>
                  </a:lnTo>
                  <a:close/>
                </a:path>
                <a:path w="8610600" h="64770">
                  <a:moveTo>
                    <a:pt x="8610600" y="52578"/>
                  </a:moveTo>
                  <a:lnTo>
                    <a:pt x="8534400" y="51816"/>
                  </a:lnTo>
                  <a:lnTo>
                    <a:pt x="8534400" y="64770"/>
                  </a:lnTo>
                  <a:lnTo>
                    <a:pt x="8610600" y="64770"/>
                  </a:lnTo>
                  <a:lnTo>
                    <a:pt x="8610600" y="52578"/>
                  </a:lnTo>
                  <a:close/>
                </a:path>
                <a:path w="8610600" h="64770">
                  <a:moveTo>
                    <a:pt x="8610600" y="26670"/>
                  </a:moveTo>
                  <a:lnTo>
                    <a:pt x="8534400" y="26670"/>
                  </a:lnTo>
                  <a:lnTo>
                    <a:pt x="8534400" y="39624"/>
                  </a:lnTo>
                  <a:lnTo>
                    <a:pt x="8610600" y="39624"/>
                  </a:lnTo>
                  <a:lnTo>
                    <a:pt x="8610600" y="2667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9146347" y="3904280"/>
            <a:ext cx="959314" cy="736118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非叶结点</a:t>
            </a:r>
            <a:endParaRPr sz="1814">
              <a:latin typeface="Lantinghei SC Heavy"/>
              <a:cs typeface="Lantinghei SC Heavy"/>
            </a:endParaRPr>
          </a:p>
          <a:p>
            <a:pPr marL="25912">
              <a:spcBef>
                <a:spcPts val="1301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叶子结点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9264525" y="5689075"/>
            <a:ext cx="713439" cy="56940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 marR="4607">
              <a:spcBef>
                <a:spcPts val="86"/>
              </a:spcBef>
            </a:pPr>
            <a:r>
              <a:rPr sz="1814" b="1" spc="-32" dirty="0">
                <a:solidFill>
                  <a:srgbClr val="CC0000"/>
                </a:solidFill>
                <a:latin typeface="Lantinghei SC Heavy"/>
                <a:cs typeface="Lantinghei SC Heavy"/>
              </a:rPr>
              <a:t>主文件的记录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2195065" y="1047068"/>
            <a:ext cx="3403664" cy="506942"/>
          </a:xfrm>
          <a:prstGeom prst="rect">
            <a:avLst/>
          </a:prstGeom>
        </p:spPr>
        <p:txBody>
          <a:bodyPr vert="horz" wrap="square" lIns="0" tIns="170442" rIns="0" bIns="0" rtlCol="0">
            <a:spAutoFit/>
          </a:bodyPr>
          <a:lstStyle/>
          <a:p>
            <a:pPr marL="19578">
              <a:spcBef>
                <a:spcPts val="1342"/>
              </a:spcBef>
            </a:pP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删除</a:t>
            </a:r>
            <a:r>
              <a:rPr lang="en-US" altLang="zh-CN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25</a:t>
            </a: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，算法结束</a:t>
            </a:r>
            <a:endParaRPr sz="2176" dirty="0">
              <a:latin typeface="SimHei" panose="02010609060101010101" pitchFamily="49" charset="-122"/>
              <a:ea typeface="SimHei" panose="02010609060101010101" pitchFamily="49" charset="-122"/>
              <a:cs typeface="Lantinghei SC Heavy"/>
            </a:endParaRPr>
          </a:p>
        </p:txBody>
      </p:sp>
      <p:sp>
        <p:nvSpPr>
          <p:cNvPr id="154" name="object 19">
            <a:extLst>
              <a:ext uri="{FF2B5EF4-FFF2-40B4-BE49-F238E27FC236}">
                <a16:creationId xmlns:a16="http://schemas.microsoft.com/office/drawing/2014/main" id="{AD3A09BC-9E62-3411-55ED-F34DB64693FB}"/>
              </a:ext>
            </a:extLst>
          </p:cNvPr>
          <p:cNvSpPr txBox="1"/>
          <p:nvPr/>
        </p:nvSpPr>
        <p:spPr>
          <a:xfrm>
            <a:off x="3968534" y="3369459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lang="en-US" altLang="zh-CN" sz="1451" spc="-23" dirty="0">
                <a:latin typeface="Times New Roman"/>
                <a:cs typeface="Times New Roman"/>
              </a:rPr>
              <a:t>40</a:t>
            </a:r>
            <a:endParaRPr sz="145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3F22-87F8-D92A-36CE-3E596EB3B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EF73594-1CFB-9A25-35AA-A62CEC403779}"/>
              </a:ext>
            </a:extLst>
          </p:cNvPr>
          <p:cNvSpPr txBox="1"/>
          <p:nvPr/>
        </p:nvSpPr>
        <p:spPr>
          <a:xfrm>
            <a:off x="5199059" y="2540281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80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43C0749-79E5-82AD-21C0-727552F2DE28}"/>
              </a:ext>
            </a:extLst>
          </p:cNvPr>
          <p:cNvGrpSpPr/>
          <p:nvPr/>
        </p:nvGrpSpPr>
        <p:grpSpPr>
          <a:xfrm>
            <a:off x="5173147" y="2502911"/>
            <a:ext cx="1960662" cy="647796"/>
            <a:chOff x="4328998" y="2760154"/>
            <a:chExt cx="2162175" cy="71437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3AA1058-0337-5CDA-6909-D03FBEDACF10}"/>
                </a:ext>
              </a:extLst>
            </p:cNvPr>
            <p:cNvSpPr/>
            <p:nvPr/>
          </p:nvSpPr>
          <p:spPr>
            <a:xfrm>
              <a:off x="4343285" y="27744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25A3C65-4E79-873A-FA75-C392B85CF79C}"/>
                </a:ext>
              </a:extLst>
            </p:cNvPr>
            <p:cNvSpPr/>
            <p:nvPr/>
          </p:nvSpPr>
          <p:spPr>
            <a:xfrm>
              <a:off x="4343285" y="31173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47C2F6E-48CC-EE0E-7773-C5EE093D03B8}"/>
                </a:ext>
              </a:extLst>
            </p:cNvPr>
            <p:cNvSpPr/>
            <p:nvPr/>
          </p:nvSpPr>
          <p:spPr>
            <a:xfrm>
              <a:off x="4343285" y="34602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7B25DCD-65C3-3055-4058-705935E69859}"/>
                </a:ext>
              </a:extLst>
            </p:cNvPr>
            <p:cNvSpPr/>
            <p:nvPr/>
          </p:nvSpPr>
          <p:spPr>
            <a:xfrm>
              <a:off x="43432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06D594D-2FC5-4A8B-B7FA-D27278D7FE94}"/>
                </a:ext>
              </a:extLst>
            </p:cNvPr>
            <p:cNvSpPr/>
            <p:nvPr/>
          </p:nvSpPr>
          <p:spPr>
            <a:xfrm>
              <a:off x="64768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226B682-6200-D013-D3C9-735DC9C6141F}"/>
                </a:ext>
              </a:extLst>
            </p:cNvPr>
            <p:cNvSpPr/>
            <p:nvPr/>
          </p:nvSpPr>
          <p:spPr>
            <a:xfrm>
              <a:off x="5384939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FCEE799-179A-C7EF-8E63-C9286AD7EC79}"/>
                </a:ext>
              </a:extLst>
            </p:cNvPr>
            <p:cNvSpPr/>
            <p:nvPr/>
          </p:nvSpPr>
          <p:spPr>
            <a:xfrm>
              <a:off x="4888115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2A509EBD-2DF2-3B7D-72DF-118EBD8AF612}"/>
                </a:ext>
              </a:extLst>
            </p:cNvPr>
            <p:cNvSpPr/>
            <p:nvPr/>
          </p:nvSpPr>
          <p:spPr>
            <a:xfrm>
              <a:off x="5932817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A5FFF372-C3E1-53BA-1863-3881A1268078}"/>
                </a:ext>
              </a:extLst>
            </p:cNvPr>
            <p:cNvSpPr/>
            <p:nvPr/>
          </p:nvSpPr>
          <p:spPr>
            <a:xfrm>
              <a:off x="46419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08DAC31-33A6-F630-D3A6-4B0283DD833F}"/>
                </a:ext>
              </a:extLst>
            </p:cNvPr>
            <p:cNvSpPr/>
            <p:nvPr/>
          </p:nvSpPr>
          <p:spPr>
            <a:xfrm>
              <a:off x="51372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12C49B66-64F8-CA08-9AAB-5297F11DDFCE}"/>
                </a:ext>
              </a:extLst>
            </p:cNvPr>
            <p:cNvSpPr/>
            <p:nvPr/>
          </p:nvSpPr>
          <p:spPr>
            <a:xfrm>
              <a:off x="56836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9F0C4C45-3C57-A4CE-2085-F46B0283EEB6}"/>
                </a:ext>
              </a:extLst>
            </p:cNvPr>
            <p:cNvSpPr/>
            <p:nvPr/>
          </p:nvSpPr>
          <p:spPr>
            <a:xfrm>
              <a:off x="61789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385F7445-752E-99AF-646F-E794C6D0B80B}"/>
              </a:ext>
            </a:extLst>
          </p:cNvPr>
          <p:cNvSpPr txBox="1"/>
          <p:nvPr/>
        </p:nvSpPr>
        <p:spPr>
          <a:xfrm>
            <a:off x="4027555" y="3370151"/>
            <a:ext cx="439350" cy="290227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0403">
              <a:spcBef>
                <a:spcPts val="86"/>
              </a:spcBef>
            </a:pPr>
            <a:r>
              <a:rPr sz="1814" b="1" spc="-23" dirty="0">
                <a:solidFill>
                  <a:srgbClr val="CC0000"/>
                </a:solidFill>
                <a:latin typeface="Arial"/>
                <a:cs typeface="Arial"/>
              </a:rPr>
              <a:t>40</a:t>
            </a:r>
            <a:endParaRPr sz="1814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59848BEF-C2BD-A457-8C96-B64490358BF4}"/>
              </a:ext>
            </a:extLst>
          </p:cNvPr>
          <p:cNvSpPr txBox="1"/>
          <p:nvPr/>
        </p:nvSpPr>
        <p:spPr>
          <a:xfrm>
            <a:off x="4478076" y="3369460"/>
            <a:ext cx="485415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50288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60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FE8052F8-F671-09D2-8B0D-E909D564778A}"/>
              </a:ext>
            </a:extLst>
          </p:cNvPr>
          <p:cNvSpPr txBox="1"/>
          <p:nvPr/>
        </p:nvSpPr>
        <p:spPr>
          <a:xfrm>
            <a:off x="3540701" y="3369460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19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20" name="object 20">
            <a:extLst>
              <a:ext uri="{FF2B5EF4-FFF2-40B4-BE49-F238E27FC236}">
                <a16:creationId xmlns:a16="http://schemas.microsoft.com/office/drawing/2014/main" id="{27A9075C-A689-8ACF-D9D3-E7D75DC61465}"/>
              </a:ext>
            </a:extLst>
          </p:cNvPr>
          <p:cNvGrpSpPr/>
          <p:nvPr/>
        </p:nvGrpSpPr>
        <p:grpSpPr>
          <a:xfrm>
            <a:off x="3514790" y="3332089"/>
            <a:ext cx="1960662" cy="695589"/>
            <a:chOff x="2500198" y="3674554"/>
            <a:chExt cx="2162175" cy="767080"/>
          </a:xfrm>
        </p:grpSpPr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25ECDB93-711B-951E-1044-BAC8F0697C66}"/>
                </a:ext>
              </a:extLst>
            </p:cNvPr>
            <p:cNvSpPr/>
            <p:nvPr/>
          </p:nvSpPr>
          <p:spPr>
            <a:xfrm>
              <a:off x="2514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41E803DD-ECDB-B98B-B5C7-C67E0C90904B}"/>
                </a:ext>
              </a:extLst>
            </p:cNvPr>
            <p:cNvSpPr/>
            <p:nvPr/>
          </p:nvSpPr>
          <p:spPr>
            <a:xfrm>
              <a:off x="2514485" y="4084319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50B81D65-C441-D834-BE36-D4DDB31FA269}"/>
                </a:ext>
              </a:extLst>
            </p:cNvPr>
            <p:cNvSpPr/>
            <p:nvPr/>
          </p:nvSpPr>
          <p:spPr>
            <a:xfrm>
              <a:off x="2514485" y="4427219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17CFC7A8-3387-4735-7F3D-276719A69D03}"/>
                </a:ext>
              </a:extLst>
            </p:cNvPr>
            <p:cNvSpPr/>
            <p:nvPr/>
          </p:nvSpPr>
          <p:spPr>
            <a:xfrm>
              <a:off x="2514485" y="3688841"/>
              <a:ext cx="0" cy="738505"/>
            </a:xfrm>
            <a:custGeom>
              <a:avLst/>
              <a:gdLst/>
              <a:ahLst/>
              <a:cxnLst/>
              <a:rect l="l" t="t" r="r" b="b"/>
              <a:pathLst>
                <a:path h="738504">
                  <a:moveTo>
                    <a:pt x="0" y="0"/>
                  </a:moveTo>
                  <a:lnTo>
                    <a:pt x="0" y="73837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B4507163-1613-B06F-E9E3-2DEE50FAB0EE}"/>
                </a:ext>
              </a:extLst>
            </p:cNvPr>
            <p:cNvSpPr/>
            <p:nvPr/>
          </p:nvSpPr>
          <p:spPr>
            <a:xfrm>
              <a:off x="4648085" y="3688841"/>
              <a:ext cx="0" cy="738505"/>
            </a:xfrm>
            <a:custGeom>
              <a:avLst/>
              <a:gdLst/>
              <a:ahLst/>
              <a:cxnLst/>
              <a:rect l="l" t="t" r="r" b="b"/>
              <a:pathLst>
                <a:path h="738504">
                  <a:moveTo>
                    <a:pt x="0" y="0"/>
                  </a:moveTo>
                  <a:lnTo>
                    <a:pt x="0" y="73837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E9CD7523-AFA2-6714-6C6B-5A726F4BDCD9}"/>
                </a:ext>
              </a:extLst>
            </p:cNvPr>
            <p:cNvSpPr/>
            <p:nvPr/>
          </p:nvSpPr>
          <p:spPr>
            <a:xfrm>
              <a:off x="3556139" y="3688841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4">
                  <a:moveTo>
                    <a:pt x="0" y="0"/>
                  </a:moveTo>
                  <a:lnTo>
                    <a:pt x="0" y="3954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7A49802C-76C5-148D-D910-EFF5607F828D}"/>
                </a:ext>
              </a:extLst>
            </p:cNvPr>
            <p:cNvSpPr/>
            <p:nvPr/>
          </p:nvSpPr>
          <p:spPr>
            <a:xfrm>
              <a:off x="3059315" y="3688841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4">
                  <a:moveTo>
                    <a:pt x="0" y="0"/>
                  </a:moveTo>
                  <a:lnTo>
                    <a:pt x="0" y="3954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1C64D4C6-1A86-B3A5-01FF-7F7DD06DB536}"/>
                </a:ext>
              </a:extLst>
            </p:cNvPr>
            <p:cNvSpPr/>
            <p:nvPr/>
          </p:nvSpPr>
          <p:spPr>
            <a:xfrm>
              <a:off x="4104017" y="3688841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4">
                  <a:moveTo>
                    <a:pt x="0" y="0"/>
                  </a:moveTo>
                  <a:lnTo>
                    <a:pt x="0" y="3954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ABAF1130-02E7-9871-30D7-D88A1E8DB962}"/>
                </a:ext>
              </a:extLst>
            </p:cNvPr>
            <p:cNvSpPr/>
            <p:nvPr/>
          </p:nvSpPr>
          <p:spPr>
            <a:xfrm>
              <a:off x="2813189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8F753BAE-E6A9-04C5-BD95-2C6CEE88CD11}"/>
                </a:ext>
              </a:extLst>
            </p:cNvPr>
            <p:cNvSpPr/>
            <p:nvPr/>
          </p:nvSpPr>
          <p:spPr>
            <a:xfrm>
              <a:off x="3308489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95B6BADD-F996-9317-9AD1-8E064765A2A5}"/>
                </a:ext>
              </a:extLst>
            </p:cNvPr>
            <p:cNvSpPr/>
            <p:nvPr/>
          </p:nvSpPr>
          <p:spPr>
            <a:xfrm>
              <a:off x="3854843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D778AB49-1A9D-03DA-EB4C-83E26E330DE4}"/>
                </a:ext>
              </a:extLst>
            </p:cNvPr>
            <p:cNvSpPr/>
            <p:nvPr/>
          </p:nvSpPr>
          <p:spPr>
            <a:xfrm>
              <a:off x="4350143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FDCA0620-FE1C-D051-7F6C-8F84E3D911EB}"/>
              </a:ext>
            </a:extLst>
          </p:cNvPr>
          <p:cNvSpPr txBox="1"/>
          <p:nvPr/>
        </p:nvSpPr>
        <p:spPr>
          <a:xfrm>
            <a:off x="6650122" y="3369460"/>
            <a:ext cx="1422848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95010">
              <a:spcBef>
                <a:spcPts val="91"/>
              </a:spcBef>
              <a:tabLst>
                <a:tab pos="567757" algn="l"/>
                <a:tab pos="1040503" algn="l"/>
              </a:tabLst>
            </a:pPr>
            <a:r>
              <a:rPr sz="1451" spc="-23" dirty="0">
                <a:latin typeface="Times New Roman"/>
                <a:cs typeface="Times New Roman"/>
              </a:rPr>
              <a:t>100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140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34" name="object 34">
            <a:extLst>
              <a:ext uri="{FF2B5EF4-FFF2-40B4-BE49-F238E27FC236}">
                <a16:creationId xmlns:a16="http://schemas.microsoft.com/office/drawing/2014/main" id="{266E3014-41E4-2D52-C65E-42E579ED903B}"/>
              </a:ext>
            </a:extLst>
          </p:cNvPr>
          <p:cNvGrpSpPr/>
          <p:nvPr/>
        </p:nvGrpSpPr>
        <p:grpSpPr>
          <a:xfrm>
            <a:off x="6624210" y="3332090"/>
            <a:ext cx="1960662" cy="647796"/>
            <a:chOff x="5929198" y="3674554"/>
            <a:chExt cx="2162175" cy="714375"/>
          </a:xfrm>
        </p:grpSpPr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678E4ECF-4BE1-9196-A94E-695D19F5CEAD}"/>
                </a:ext>
              </a:extLst>
            </p:cNvPr>
            <p:cNvSpPr/>
            <p:nvPr/>
          </p:nvSpPr>
          <p:spPr>
            <a:xfrm>
              <a:off x="5943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DB47E815-51CF-39C3-3E6D-39E7D7995059}"/>
                </a:ext>
              </a:extLst>
            </p:cNvPr>
            <p:cNvSpPr/>
            <p:nvPr/>
          </p:nvSpPr>
          <p:spPr>
            <a:xfrm>
              <a:off x="5943485" y="40317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1514B5DD-EFF9-5A1C-D26A-AA57BDD241A4}"/>
                </a:ext>
              </a:extLst>
            </p:cNvPr>
            <p:cNvSpPr/>
            <p:nvPr/>
          </p:nvSpPr>
          <p:spPr>
            <a:xfrm>
              <a:off x="5943485" y="43746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252FEDE7-B10D-257B-59C4-D9BB8DFC9BE4}"/>
                </a:ext>
              </a:extLst>
            </p:cNvPr>
            <p:cNvSpPr/>
            <p:nvPr/>
          </p:nvSpPr>
          <p:spPr>
            <a:xfrm>
              <a:off x="59434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3E5C3C7E-14BB-A8C6-F21C-46971BCB4938}"/>
                </a:ext>
              </a:extLst>
            </p:cNvPr>
            <p:cNvSpPr/>
            <p:nvPr/>
          </p:nvSpPr>
          <p:spPr>
            <a:xfrm>
              <a:off x="80770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3A4EFA39-7340-8D38-4597-9F4079D11738}"/>
                </a:ext>
              </a:extLst>
            </p:cNvPr>
            <p:cNvSpPr/>
            <p:nvPr/>
          </p:nvSpPr>
          <p:spPr>
            <a:xfrm>
              <a:off x="6985126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50AEA802-DC5A-6747-D1BF-2B268CB578BC}"/>
                </a:ext>
              </a:extLst>
            </p:cNvPr>
            <p:cNvSpPr/>
            <p:nvPr/>
          </p:nvSpPr>
          <p:spPr>
            <a:xfrm>
              <a:off x="6488302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32A1F916-099D-9DD7-4453-6A540DF89B3D}"/>
                </a:ext>
              </a:extLst>
            </p:cNvPr>
            <p:cNvSpPr/>
            <p:nvPr/>
          </p:nvSpPr>
          <p:spPr>
            <a:xfrm>
              <a:off x="7533004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4F71E242-121E-A77C-2867-876BDDC8E37F}"/>
                </a:ext>
              </a:extLst>
            </p:cNvPr>
            <p:cNvSpPr/>
            <p:nvPr/>
          </p:nvSpPr>
          <p:spPr>
            <a:xfrm>
              <a:off x="62421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198557BD-DED1-C050-C280-A74F9B28C242}"/>
                </a:ext>
              </a:extLst>
            </p:cNvPr>
            <p:cNvSpPr/>
            <p:nvPr/>
          </p:nvSpPr>
          <p:spPr>
            <a:xfrm>
              <a:off x="67374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2CA81C1D-75AD-C681-CFFE-039DF79AEBF0}"/>
                </a:ext>
              </a:extLst>
            </p:cNvPr>
            <p:cNvSpPr/>
            <p:nvPr/>
          </p:nvSpPr>
          <p:spPr>
            <a:xfrm>
              <a:off x="72838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6D9F3DBD-7117-8C19-EE44-4C32DF9A1AF7}"/>
                </a:ext>
              </a:extLst>
            </p:cNvPr>
            <p:cNvSpPr/>
            <p:nvPr/>
          </p:nvSpPr>
          <p:spPr>
            <a:xfrm>
              <a:off x="77791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47" name="object 47">
            <a:extLst>
              <a:ext uri="{FF2B5EF4-FFF2-40B4-BE49-F238E27FC236}">
                <a16:creationId xmlns:a16="http://schemas.microsoft.com/office/drawing/2014/main" id="{F44898FB-2FBD-8F22-4FF3-D3D90D3885F7}"/>
              </a:ext>
            </a:extLst>
          </p:cNvPr>
          <p:cNvSpPr txBox="1"/>
          <p:nvPr/>
        </p:nvSpPr>
        <p:spPr>
          <a:xfrm>
            <a:off x="222783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18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48" name="object 48">
            <a:extLst>
              <a:ext uri="{FF2B5EF4-FFF2-40B4-BE49-F238E27FC236}">
                <a16:creationId xmlns:a16="http://schemas.microsoft.com/office/drawing/2014/main" id="{3621473B-764F-8811-9762-8536F82FFFF2}"/>
              </a:ext>
            </a:extLst>
          </p:cNvPr>
          <p:cNvGrpSpPr/>
          <p:nvPr/>
        </p:nvGrpSpPr>
        <p:grpSpPr>
          <a:xfrm>
            <a:off x="2201923" y="4644956"/>
            <a:ext cx="1476975" cy="647796"/>
            <a:chOff x="1052398" y="5122354"/>
            <a:chExt cx="1628775" cy="714375"/>
          </a:xfrm>
        </p:grpSpPr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E986F400-EC93-5AF9-25BA-405388BDCEB3}"/>
                </a:ext>
              </a:extLst>
            </p:cNvPr>
            <p:cNvSpPr/>
            <p:nvPr/>
          </p:nvSpPr>
          <p:spPr>
            <a:xfrm>
              <a:off x="10666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7F00C1E9-A9A2-FE8B-63BE-AE1FCB3031C0}"/>
                </a:ext>
              </a:extLst>
            </p:cNvPr>
            <p:cNvSpPr/>
            <p:nvPr/>
          </p:nvSpPr>
          <p:spPr>
            <a:xfrm>
              <a:off x="10666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23AB0DF3-B1F0-87E0-BCC6-F576B81CA933}"/>
                </a:ext>
              </a:extLst>
            </p:cNvPr>
            <p:cNvSpPr/>
            <p:nvPr/>
          </p:nvSpPr>
          <p:spPr>
            <a:xfrm>
              <a:off x="10666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D49273BD-CF14-2727-56E2-024744C1F796}"/>
                </a:ext>
              </a:extLst>
            </p:cNvPr>
            <p:cNvSpPr/>
            <p:nvPr/>
          </p:nvSpPr>
          <p:spPr>
            <a:xfrm>
              <a:off x="10666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E03FAD59-C0BB-0644-7D3F-A45036D32ECA}"/>
                </a:ext>
              </a:extLst>
            </p:cNvPr>
            <p:cNvSpPr/>
            <p:nvPr/>
          </p:nvSpPr>
          <p:spPr>
            <a:xfrm>
              <a:off x="26668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8F160F49-AF5B-4C04-0FC5-C12BA7221281}"/>
                </a:ext>
              </a:extLst>
            </p:cNvPr>
            <p:cNvSpPr/>
            <p:nvPr/>
          </p:nvSpPr>
          <p:spPr>
            <a:xfrm>
              <a:off x="18477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F279D445-E682-E627-42A6-4022E17C5BB8}"/>
                </a:ext>
              </a:extLst>
            </p:cNvPr>
            <p:cNvSpPr/>
            <p:nvPr/>
          </p:nvSpPr>
          <p:spPr>
            <a:xfrm>
              <a:off x="14766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89BFA614-95AE-757B-05A1-2E97DB3EB9E8}"/>
                </a:ext>
              </a:extLst>
            </p:cNvPr>
            <p:cNvSpPr/>
            <p:nvPr/>
          </p:nvSpPr>
          <p:spPr>
            <a:xfrm>
              <a:off x="225769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A2684BAE-71AB-073F-E704-2682EB2431B9}"/>
                </a:ext>
              </a:extLst>
            </p:cNvPr>
            <p:cNvSpPr/>
            <p:nvPr/>
          </p:nvSpPr>
          <p:spPr>
            <a:xfrm>
              <a:off x="12907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7433084B-31A7-0E29-9A7A-38F475A0313B}"/>
                </a:ext>
              </a:extLst>
            </p:cNvPr>
            <p:cNvSpPr/>
            <p:nvPr/>
          </p:nvSpPr>
          <p:spPr>
            <a:xfrm>
              <a:off x="16625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60616A7B-384D-5B12-0017-C5C339D294E7}"/>
                </a:ext>
              </a:extLst>
            </p:cNvPr>
            <p:cNvSpPr/>
            <p:nvPr/>
          </p:nvSpPr>
          <p:spPr>
            <a:xfrm>
              <a:off x="207176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3BEDE76E-7DE3-E9DF-B79B-AC7E21088856}"/>
                </a:ext>
              </a:extLst>
            </p:cNvPr>
            <p:cNvSpPr/>
            <p:nvPr/>
          </p:nvSpPr>
          <p:spPr>
            <a:xfrm>
              <a:off x="244361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61" name="object 61">
            <a:extLst>
              <a:ext uri="{FF2B5EF4-FFF2-40B4-BE49-F238E27FC236}">
                <a16:creationId xmlns:a16="http://schemas.microsoft.com/office/drawing/2014/main" id="{65FAB51C-CC8E-46BF-3857-2E7802F51B7C}"/>
              </a:ext>
            </a:extLst>
          </p:cNvPr>
          <p:cNvSpPr txBox="1"/>
          <p:nvPr/>
        </p:nvSpPr>
        <p:spPr>
          <a:xfrm>
            <a:off x="3886192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19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20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62" name="object 62">
            <a:extLst>
              <a:ext uri="{FF2B5EF4-FFF2-40B4-BE49-F238E27FC236}">
                <a16:creationId xmlns:a16="http://schemas.microsoft.com/office/drawing/2014/main" id="{70DF18AE-5B3F-4C4F-9D58-AD3CD9AFAFAE}"/>
              </a:ext>
            </a:extLst>
          </p:cNvPr>
          <p:cNvGrpSpPr/>
          <p:nvPr/>
        </p:nvGrpSpPr>
        <p:grpSpPr>
          <a:xfrm>
            <a:off x="3860281" y="4644956"/>
            <a:ext cx="1407877" cy="647796"/>
            <a:chOff x="2881198" y="5122354"/>
            <a:chExt cx="1552575" cy="714375"/>
          </a:xfrm>
        </p:grpSpPr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C12F5865-45FC-93FB-3E31-2D3F9BD2AA2C}"/>
                </a:ext>
              </a:extLst>
            </p:cNvPr>
            <p:cNvSpPr/>
            <p:nvPr/>
          </p:nvSpPr>
          <p:spPr>
            <a:xfrm>
              <a:off x="2895485" y="51366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9DD90FDD-DC60-20D2-74EF-8E08E426E797}"/>
                </a:ext>
              </a:extLst>
            </p:cNvPr>
            <p:cNvSpPr/>
            <p:nvPr/>
          </p:nvSpPr>
          <p:spPr>
            <a:xfrm>
              <a:off x="2895485" y="54795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1CD9084A-065E-9EDC-F215-FC30E8892D52}"/>
                </a:ext>
              </a:extLst>
            </p:cNvPr>
            <p:cNvSpPr/>
            <p:nvPr/>
          </p:nvSpPr>
          <p:spPr>
            <a:xfrm>
              <a:off x="2895485" y="58224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DC37D8DA-EC21-812C-3677-275551D3B321}"/>
                </a:ext>
              </a:extLst>
            </p:cNvPr>
            <p:cNvSpPr/>
            <p:nvPr/>
          </p:nvSpPr>
          <p:spPr>
            <a:xfrm>
              <a:off x="2895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F8EAE879-848E-6854-EA35-0238408C9566}"/>
                </a:ext>
              </a:extLst>
            </p:cNvPr>
            <p:cNvSpPr/>
            <p:nvPr/>
          </p:nvSpPr>
          <p:spPr>
            <a:xfrm>
              <a:off x="4419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EF7C558D-9BC2-1104-D524-20DB8610BFA4}"/>
                </a:ext>
              </a:extLst>
            </p:cNvPr>
            <p:cNvSpPr/>
            <p:nvPr/>
          </p:nvSpPr>
          <p:spPr>
            <a:xfrm>
              <a:off x="36765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7BC4E018-9DC9-F11A-6C86-634A38691687}"/>
                </a:ext>
              </a:extLst>
            </p:cNvPr>
            <p:cNvSpPr/>
            <p:nvPr/>
          </p:nvSpPr>
          <p:spPr>
            <a:xfrm>
              <a:off x="33054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F32E179C-8071-0082-02FD-E9E888AC96B6}"/>
                </a:ext>
              </a:extLst>
            </p:cNvPr>
            <p:cNvSpPr/>
            <p:nvPr/>
          </p:nvSpPr>
          <p:spPr>
            <a:xfrm>
              <a:off x="4041533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9B18B8CB-0E8C-372B-D251-7310616D4D25}"/>
                </a:ext>
              </a:extLst>
            </p:cNvPr>
            <p:cNvSpPr/>
            <p:nvPr/>
          </p:nvSpPr>
          <p:spPr>
            <a:xfrm>
              <a:off x="31195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D1D226F7-572F-17D4-78F8-D318696181DF}"/>
                </a:ext>
              </a:extLst>
            </p:cNvPr>
            <p:cNvSpPr/>
            <p:nvPr/>
          </p:nvSpPr>
          <p:spPr>
            <a:xfrm>
              <a:off x="34913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4427FE8C-0BF2-474C-3769-2556A376B726}"/>
                </a:ext>
              </a:extLst>
            </p:cNvPr>
            <p:cNvSpPr/>
            <p:nvPr/>
          </p:nvSpPr>
          <p:spPr>
            <a:xfrm>
              <a:off x="3859415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39488FB1-6050-0C85-8A2E-98EA2BAF8008}"/>
                </a:ext>
              </a:extLst>
            </p:cNvPr>
            <p:cNvSpPr/>
            <p:nvPr/>
          </p:nvSpPr>
          <p:spPr>
            <a:xfrm>
              <a:off x="42244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75" name="object 75">
            <a:extLst>
              <a:ext uri="{FF2B5EF4-FFF2-40B4-BE49-F238E27FC236}">
                <a16:creationId xmlns:a16="http://schemas.microsoft.com/office/drawing/2014/main" id="{C7D773B6-D299-3580-E0CC-4ABEE55DD508}"/>
              </a:ext>
            </a:extLst>
          </p:cNvPr>
          <p:cNvSpPr txBox="1"/>
          <p:nvPr/>
        </p:nvSpPr>
        <p:spPr>
          <a:xfrm>
            <a:off x="6857416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76" name="object 76">
            <a:extLst>
              <a:ext uri="{FF2B5EF4-FFF2-40B4-BE49-F238E27FC236}">
                <a16:creationId xmlns:a16="http://schemas.microsoft.com/office/drawing/2014/main" id="{DB1F6C22-FE4F-C2E2-3968-6B1CF3845048}"/>
              </a:ext>
            </a:extLst>
          </p:cNvPr>
          <p:cNvGrpSpPr/>
          <p:nvPr/>
        </p:nvGrpSpPr>
        <p:grpSpPr>
          <a:xfrm>
            <a:off x="6831505" y="4644956"/>
            <a:ext cx="1476975" cy="647796"/>
            <a:chOff x="6157798" y="5122354"/>
            <a:chExt cx="1628775" cy="714375"/>
          </a:xfrm>
        </p:grpSpPr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DA2767BD-B542-728D-B3D8-E2FE411A315B}"/>
                </a:ext>
              </a:extLst>
            </p:cNvPr>
            <p:cNvSpPr/>
            <p:nvPr/>
          </p:nvSpPr>
          <p:spPr>
            <a:xfrm>
              <a:off x="61720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3B54D32C-3F46-5036-5A84-74E5DE9C3106}"/>
                </a:ext>
              </a:extLst>
            </p:cNvPr>
            <p:cNvSpPr/>
            <p:nvPr/>
          </p:nvSpPr>
          <p:spPr>
            <a:xfrm>
              <a:off x="61720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F379C2B2-D2B3-51F6-54E8-94F941443B73}"/>
                </a:ext>
              </a:extLst>
            </p:cNvPr>
            <p:cNvSpPr/>
            <p:nvPr/>
          </p:nvSpPr>
          <p:spPr>
            <a:xfrm>
              <a:off x="61720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E766FC24-E857-F96C-6DA7-01EC32D63BD4}"/>
                </a:ext>
              </a:extLst>
            </p:cNvPr>
            <p:cNvSpPr/>
            <p:nvPr/>
          </p:nvSpPr>
          <p:spPr>
            <a:xfrm>
              <a:off x="61720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AC6A52B1-3923-9858-0157-32C2FF136602}"/>
                </a:ext>
              </a:extLst>
            </p:cNvPr>
            <p:cNvSpPr/>
            <p:nvPr/>
          </p:nvSpPr>
          <p:spPr>
            <a:xfrm>
              <a:off x="77722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CB873060-CA94-17FD-9949-59E8349CBF02}"/>
                </a:ext>
              </a:extLst>
            </p:cNvPr>
            <p:cNvSpPr/>
            <p:nvPr/>
          </p:nvSpPr>
          <p:spPr>
            <a:xfrm>
              <a:off x="6953122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5AC0B12D-F6C8-7F88-9C84-FDD0FAB75206}"/>
                </a:ext>
              </a:extLst>
            </p:cNvPr>
            <p:cNvSpPr/>
            <p:nvPr/>
          </p:nvSpPr>
          <p:spPr>
            <a:xfrm>
              <a:off x="658202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D320AE70-A1B3-FBB1-BBA1-2581442A803C}"/>
                </a:ext>
              </a:extLst>
            </p:cNvPr>
            <p:cNvSpPr/>
            <p:nvPr/>
          </p:nvSpPr>
          <p:spPr>
            <a:xfrm>
              <a:off x="736307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67F687D1-DA2C-0A33-28AD-AA6EFE42E1C3}"/>
                </a:ext>
              </a:extLst>
            </p:cNvPr>
            <p:cNvSpPr/>
            <p:nvPr/>
          </p:nvSpPr>
          <p:spPr>
            <a:xfrm>
              <a:off x="639610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EF18B2A8-3C34-1728-4F22-06CF24061DF5}"/>
                </a:ext>
              </a:extLst>
            </p:cNvPr>
            <p:cNvSpPr/>
            <p:nvPr/>
          </p:nvSpPr>
          <p:spPr>
            <a:xfrm>
              <a:off x="676795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8F086CFA-785A-D942-320B-D66D4AA33153}"/>
                </a:ext>
              </a:extLst>
            </p:cNvPr>
            <p:cNvSpPr/>
            <p:nvPr/>
          </p:nvSpPr>
          <p:spPr>
            <a:xfrm>
              <a:off x="717715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C55A7719-B1D7-48D5-91C0-E8D885DCE607}"/>
                </a:ext>
              </a:extLst>
            </p:cNvPr>
            <p:cNvSpPr/>
            <p:nvPr/>
          </p:nvSpPr>
          <p:spPr>
            <a:xfrm>
              <a:off x="754900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89" name="object 89">
            <a:extLst>
              <a:ext uri="{FF2B5EF4-FFF2-40B4-BE49-F238E27FC236}">
                <a16:creationId xmlns:a16="http://schemas.microsoft.com/office/drawing/2014/main" id="{AA0A56EE-7C88-BF93-4398-7D8FBAA4BC38}"/>
              </a:ext>
            </a:extLst>
          </p:cNvPr>
          <p:cNvSpPr txBox="1"/>
          <p:nvPr/>
        </p:nvSpPr>
        <p:spPr>
          <a:xfrm>
            <a:off x="844666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85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90" name="object 90">
            <a:extLst>
              <a:ext uri="{FF2B5EF4-FFF2-40B4-BE49-F238E27FC236}">
                <a16:creationId xmlns:a16="http://schemas.microsoft.com/office/drawing/2014/main" id="{4EB37F13-4EE3-ADF1-BCB9-4BEA16A0423A}"/>
              </a:ext>
            </a:extLst>
          </p:cNvPr>
          <p:cNvGrpSpPr/>
          <p:nvPr/>
        </p:nvGrpSpPr>
        <p:grpSpPr>
          <a:xfrm>
            <a:off x="2698566" y="2995409"/>
            <a:ext cx="7462610" cy="2297516"/>
            <a:chOff x="1600085" y="3303270"/>
            <a:chExt cx="8229600" cy="2533650"/>
          </a:xfrm>
        </p:grpSpPr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A58E8A49-56AA-F23F-1949-25BE02244360}"/>
                </a:ext>
              </a:extLst>
            </p:cNvPr>
            <p:cNvSpPr/>
            <p:nvPr/>
          </p:nvSpPr>
          <p:spPr>
            <a:xfrm>
              <a:off x="7924672" y="51366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76510085-7FA7-2AC5-DEB8-4D7402A357C3}"/>
                </a:ext>
              </a:extLst>
            </p:cNvPr>
            <p:cNvSpPr/>
            <p:nvPr/>
          </p:nvSpPr>
          <p:spPr>
            <a:xfrm>
              <a:off x="7924672" y="54795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6AF28ACD-5F1E-0A65-7FEF-8F0214A21CD5}"/>
                </a:ext>
              </a:extLst>
            </p:cNvPr>
            <p:cNvSpPr/>
            <p:nvPr/>
          </p:nvSpPr>
          <p:spPr>
            <a:xfrm>
              <a:off x="7924672" y="58224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446FB148-0AD5-5F91-3A8D-B74C9B5910A2}"/>
                </a:ext>
              </a:extLst>
            </p:cNvPr>
            <p:cNvSpPr/>
            <p:nvPr/>
          </p:nvSpPr>
          <p:spPr>
            <a:xfrm>
              <a:off x="7924672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5103D368-BF47-D9FC-5705-3F78A929BA8B}"/>
                </a:ext>
              </a:extLst>
            </p:cNvPr>
            <p:cNvSpPr/>
            <p:nvPr/>
          </p:nvSpPr>
          <p:spPr>
            <a:xfrm>
              <a:off x="9524873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268897AF-B86C-9E1F-07E8-F21773DB77B2}"/>
                </a:ext>
              </a:extLst>
            </p:cNvPr>
            <p:cNvSpPr/>
            <p:nvPr/>
          </p:nvSpPr>
          <p:spPr>
            <a:xfrm>
              <a:off x="8705723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4A8A0FC5-849D-7C44-5AF5-25FEC8A15C4E}"/>
                </a:ext>
              </a:extLst>
            </p:cNvPr>
            <p:cNvSpPr/>
            <p:nvPr/>
          </p:nvSpPr>
          <p:spPr>
            <a:xfrm>
              <a:off x="833462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02448048-367D-0163-05BE-A126E7803ED4}"/>
                </a:ext>
              </a:extLst>
            </p:cNvPr>
            <p:cNvSpPr/>
            <p:nvPr/>
          </p:nvSpPr>
          <p:spPr>
            <a:xfrm>
              <a:off x="911567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A159C656-6145-4D5A-F097-0A04ADDB9523}"/>
                </a:ext>
              </a:extLst>
            </p:cNvPr>
            <p:cNvSpPr/>
            <p:nvPr/>
          </p:nvSpPr>
          <p:spPr>
            <a:xfrm>
              <a:off x="814870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BB99CD9D-4EE0-AA8E-EC5F-83B07F5FC7FC}"/>
                </a:ext>
              </a:extLst>
            </p:cNvPr>
            <p:cNvSpPr/>
            <p:nvPr/>
          </p:nvSpPr>
          <p:spPr>
            <a:xfrm>
              <a:off x="852055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1E6F0D91-A76F-9543-75C1-B741BCC541A7}"/>
                </a:ext>
              </a:extLst>
            </p:cNvPr>
            <p:cNvSpPr/>
            <p:nvPr/>
          </p:nvSpPr>
          <p:spPr>
            <a:xfrm>
              <a:off x="892975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6213C21D-E0D9-DC41-20E8-74B5D0E1B74F}"/>
                </a:ext>
              </a:extLst>
            </p:cNvPr>
            <p:cNvSpPr/>
            <p:nvPr/>
          </p:nvSpPr>
          <p:spPr>
            <a:xfrm>
              <a:off x="930160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7E850A37-7199-C367-3388-52399B3C65F3}"/>
                </a:ext>
              </a:extLst>
            </p:cNvPr>
            <p:cNvSpPr/>
            <p:nvPr/>
          </p:nvSpPr>
          <p:spPr>
            <a:xfrm>
              <a:off x="1600085" y="3303282"/>
              <a:ext cx="8229600" cy="2405380"/>
            </a:xfrm>
            <a:custGeom>
              <a:avLst/>
              <a:gdLst/>
              <a:ahLst/>
              <a:cxnLst/>
              <a:rect l="l" t="t" r="r" b="b"/>
              <a:pathLst>
                <a:path w="8229600" h="2405379">
                  <a:moveTo>
                    <a:pt x="1072134" y="919734"/>
                  </a:moveTo>
                  <a:lnTo>
                    <a:pt x="1070610" y="915924"/>
                  </a:lnTo>
                  <a:lnTo>
                    <a:pt x="1067562" y="914400"/>
                  </a:lnTo>
                  <a:lnTo>
                    <a:pt x="1063752" y="915924"/>
                  </a:lnTo>
                  <a:lnTo>
                    <a:pt x="55219" y="1780260"/>
                  </a:lnTo>
                  <a:lnTo>
                    <a:pt x="33528" y="1754886"/>
                  </a:lnTo>
                  <a:lnTo>
                    <a:pt x="0" y="1833372"/>
                  </a:lnTo>
                  <a:lnTo>
                    <a:pt x="43434" y="1822602"/>
                  </a:lnTo>
                  <a:lnTo>
                    <a:pt x="83058" y="1812798"/>
                  </a:lnTo>
                  <a:lnTo>
                    <a:pt x="61556" y="1787664"/>
                  </a:lnTo>
                  <a:lnTo>
                    <a:pt x="1069848" y="922782"/>
                  </a:lnTo>
                  <a:lnTo>
                    <a:pt x="1072134" y="919734"/>
                  </a:lnTo>
                  <a:close/>
                </a:path>
                <a:path w="8229600" h="2405379">
                  <a:moveTo>
                    <a:pt x="1295400" y="2366772"/>
                  </a:moveTo>
                  <a:lnTo>
                    <a:pt x="1219200" y="2328672"/>
                  </a:lnTo>
                  <a:lnTo>
                    <a:pt x="1219200" y="2362200"/>
                  </a:lnTo>
                  <a:lnTo>
                    <a:pt x="990600" y="2362200"/>
                  </a:lnTo>
                  <a:lnTo>
                    <a:pt x="987552" y="2363724"/>
                  </a:lnTo>
                  <a:lnTo>
                    <a:pt x="986028" y="2366772"/>
                  </a:lnTo>
                  <a:lnTo>
                    <a:pt x="987552" y="2370582"/>
                  </a:lnTo>
                  <a:lnTo>
                    <a:pt x="990600" y="2372106"/>
                  </a:lnTo>
                  <a:lnTo>
                    <a:pt x="1219200" y="2372106"/>
                  </a:lnTo>
                  <a:lnTo>
                    <a:pt x="1219200" y="2404872"/>
                  </a:lnTo>
                  <a:lnTo>
                    <a:pt x="1236726" y="2396109"/>
                  </a:lnTo>
                  <a:lnTo>
                    <a:pt x="1295400" y="2366772"/>
                  </a:lnTo>
                  <a:close/>
                </a:path>
                <a:path w="8229600" h="2405379">
                  <a:moveTo>
                    <a:pt x="1834896" y="1748790"/>
                  </a:moveTo>
                  <a:lnTo>
                    <a:pt x="1804111" y="1761490"/>
                  </a:lnTo>
                  <a:lnTo>
                    <a:pt x="1452372" y="917448"/>
                  </a:lnTo>
                  <a:lnTo>
                    <a:pt x="1450086" y="914400"/>
                  </a:lnTo>
                  <a:lnTo>
                    <a:pt x="1446276" y="915162"/>
                  </a:lnTo>
                  <a:lnTo>
                    <a:pt x="1443228" y="917448"/>
                  </a:lnTo>
                  <a:lnTo>
                    <a:pt x="1443990" y="921258"/>
                  </a:lnTo>
                  <a:lnTo>
                    <a:pt x="1795614" y="1765007"/>
                  </a:lnTo>
                  <a:lnTo>
                    <a:pt x="1764792" y="1777746"/>
                  </a:lnTo>
                  <a:lnTo>
                    <a:pt x="1808988" y="1816150"/>
                  </a:lnTo>
                  <a:lnTo>
                    <a:pt x="1828800" y="1833372"/>
                  </a:lnTo>
                  <a:lnTo>
                    <a:pt x="1834896" y="1748790"/>
                  </a:lnTo>
                  <a:close/>
                </a:path>
                <a:path w="8229600" h="2405379">
                  <a:moveTo>
                    <a:pt x="2900172" y="3810"/>
                  </a:moveTo>
                  <a:lnTo>
                    <a:pt x="2898648" y="762"/>
                  </a:lnTo>
                  <a:lnTo>
                    <a:pt x="2894838" y="0"/>
                  </a:lnTo>
                  <a:lnTo>
                    <a:pt x="988479" y="366420"/>
                  </a:lnTo>
                  <a:lnTo>
                    <a:pt x="982218" y="333756"/>
                  </a:lnTo>
                  <a:lnTo>
                    <a:pt x="914400" y="385572"/>
                  </a:lnTo>
                  <a:lnTo>
                    <a:pt x="972312" y="402183"/>
                  </a:lnTo>
                  <a:lnTo>
                    <a:pt x="996696" y="409194"/>
                  </a:lnTo>
                  <a:lnTo>
                    <a:pt x="990371" y="376262"/>
                  </a:lnTo>
                  <a:lnTo>
                    <a:pt x="2897124" y="9144"/>
                  </a:lnTo>
                  <a:lnTo>
                    <a:pt x="2900172" y="7620"/>
                  </a:lnTo>
                  <a:lnTo>
                    <a:pt x="2900172" y="3810"/>
                  </a:lnTo>
                  <a:close/>
                </a:path>
                <a:path w="8229600" h="2405379">
                  <a:moveTo>
                    <a:pt x="3048000" y="2366772"/>
                  </a:moveTo>
                  <a:lnTo>
                    <a:pt x="2971800" y="2328672"/>
                  </a:lnTo>
                  <a:lnTo>
                    <a:pt x="2971800" y="2362200"/>
                  </a:lnTo>
                  <a:lnTo>
                    <a:pt x="2743200" y="2362200"/>
                  </a:lnTo>
                  <a:lnTo>
                    <a:pt x="2740152" y="2363724"/>
                  </a:lnTo>
                  <a:lnTo>
                    <a:pt x="2738628" y="2366772"/>
                  </a:lnTo>
                  <a:lnTo>
                    <a:pt x="2740152" y="2370582"/>
                  </a:lnTo>
                  <a:lnTo>
                    <a:pt x="2743200" y="2372106"/>
                  </a:lnTo>
                  <a:lnTo>
                    <a:pt x="2971800" y="2372106"/>
                  </a:lnTo>
                  <a:lnTo>
                    <a:pt x="2971800" y="2404872"/>
                  </a:lnTo>
                  <a:lnTo>
                    <a:pt x="2989326" y="2396109"/>
                  </a:lnTo>
                  <a:lnTo>
                    <a:pt x="3048000" y="2366772"/>
                  </a:lnTo>
                  <a:close/>
                </a:path>
                <a:path w="8229600" h="2405379">
                  <a:moveTo>
                    <a:pt x="4343400" y="385572"/>
                  </a:moveTo>
                  <a:lnTo>
                    <a:pt x="4284726" y="324612"/>
                  </a:lnTo>
                  <a:lnTo>
                    <a:pt x="4273575" y="355409"/>
                  </a:lnTo>
                  <a:lnTo>
                    <a:pt x="3278124" y="0"/>
                  </a:lnTo>
                  <a:lnTo>
                    <a:pt x="3275076" y="762"/>
                  </a:lnTo>
                  <a:lnTo>
                    <a:pt x="3272028" y="3048"/>
                  </a:lnTo>
                  <a:lnTo>
                    <a:pt x="3272790" y="6858"/>
                  </a:lnTo>
                  <a:lnTo>
                    <a:pt x="3275076" y="9144"/>
                  </a:lnTo>
                  <a:lnTo>
                    <a:pt x="4270299" y="364464"/>
                  </a:lnTo>
                  <a:lnTo>
                    <a:pt x="4258818" y="396240"/>
                  </a:lnTo>
                  <a:lnTo>
                    <a:pt x="4287774" y="392582"/>
                  </a:lnTo>
                  <a:lnTo>
                    <a:pt x="4288536" y="392480"/>
                  </a:lnTo>
                  <a:lnTo>
                    <a:pt x="4343400" y="385572"/>
                  </a:lnTo>
                  <a:close/>
                </a:path>
                <a:path w="8229600" h="2405379">
                  <a:moveTo>
                    <a:pt x="4572000" y="1833372"/>
                  </a:moveTo>
                  <a:lnTo>
                    <a:pt x="4517136" y="1768602"/>
                  </a:lnTo>
                  <a:lnTo>
                    <a:pt x="4504042" y="1799450"/>
                  </a:lnTo>
                  <a:lnTo>
                    <a:pt x="2440686" y="915162"/>
                  </a:lnTo>
                  <a:lnTo>
                    <a:pt x="2436876" y="914400"/>
                  </a:lnTo>
                  <a:lnTo>
                    <a:pt x="2434590" y="917448"/>
                  </a:lnTo>
                  <a:lnTo>
                    <a:pt x="2433828" y="921258"/>
                  </a:lnTo>
                  <a:lnTo>
                    <a:pt x="2436876" y="923544"/>
                  </a:lnTo>
                  <a:lnTo>
                    <a:pt x="4500461" y="1807933"/>
                  </a:lnTo>
                  <a:lnTo>
                    <a:pt x="4487418" y="1838706"/>
                  </a:lnTo>
                  <a:lnTo>
                    <a:pt x="4515612" y="1836928"/>
                  </a:lnTo>
                  <a:lnTo>
                    <a:pt x="4517136" y="1836826"/>
                  </a:lnTo>
                  <a:lnTo>
                    <a:pt x="4518660" y="1836724"/>
                  </a:lnTo>
                  <a:lnTo>
                    <a:pt x="4572000" y="1833372"/>
                  </a:lnTo>
                  <a:close/>
                </a:path>
                <a:path w="8229600" h="2405379">
                  <a:moveTo>
                    <a:pt x="6324600" y="1833372"/>
                  </a:moveTo>
                  <a:lnTo>
                    <a:pt x="6273546" y="1765554"/>
                  </a:lnTo>
                  <a:lnTo>
                    <a:pt x="6259042" y="1794878"/>
                  </a:lnTo>
                  <a:lnTo>
                    <a:pt x="4498086" y="915162"/>
                  </a:lnTo>
                  <a:lnTo>
                    <a:pt x="4494276" y="914400"/>
                  </a:lnTo>
                  <a:lnTo>
                    <a:pt x="4491990" y="917448"/>
                  </a:lnTo>
                  <a:lnTo>
                    <a:pt x="4491228" y="920496"/>
                  </a:lnTo>
                  <a:lnTo>
                    <a:pt x="4494276" y="923544"/>
                  </a:lnTo>
                  <a:lnTo>
                    <a:pt x="6254508" y="1804035"/>
                  </a:lnTo>
                  <a:lnTo>
                    <a:pt x="6240018" y="1833372"/>
                  </a:lnTo>
                  <a:lnTo>
                    <a:pt x="6272784" y="1833372"/>
                  </a:lnTo>
                  <a:lnTo>
                    <a:pt x="6324600" y="1833372"/>
                  </a:lnTo>
                  <a:close/>
                </a:path>
                <a:path w="8229600" h="2405379">
                  <a:moveTo>
                    <a:pt x="7315200" y="1757172"/>
                  </a:moveTo>
                  <a:lnTo>
                    <a:pt x="7255764" y="1696974"/>
                  </a:lnTo>
                  <a:lnTo>
                    <a:pt x="7245236" y="1727885"/>
                  </a:lnTo>
                  <a:lnTo>
                    <a:pt x="4878324" y="914400"/>
                  </a:lnTo>
                  <a:lnTo>
                    <a:pt x="4875276" y="915162"/>
                  </a:lnTo>
                  <a:lnTo>
                    <a:pt x="4872228" y="917448"/>
                  </a:lnTo>
                  <a:lnTo>
                    <a:pt x="4872990" y="921258"/>
                  </a:lnTo>
                  <a:lnTo>
                    <a:pt x="4875276" y="923544"/>
                  </a:lnTo>
                  <a:lnTo>
                    <a:pt x="7242048" y="1737233"/>
                  </a:lnTo>
                  <a:lnTo>
                    <a:pt x="7231380" y="1768602"/>
                  </a:lnTo>
                  <a:lnTo>
                    <a:pt x="7259574" y="1764753"/>
                  </a:lnTo>
                  <a:lnTo>
                    <a:pt x="7315200" y="1757172"/>
                  </a:lnTo>
                  <a:close/>
                </a:path>
                <a:path w="8229600" h="2405379">
                  <a:moveTo>
                    <a:pt x="7848587" y="1833372"/>
                  </a:moveTo>
                  <a:lnTo>
                    <a:pt x="7789913" y="1772412"/>
                  </a:lnTo>
                  <a:lnTo>
                    <a:pt x="7778509" y="1803908"/>
                  </a:lnTo>
                  <a:lnTo>
                    <a:pt x="5487911" y="990600"/>
                  </a:lnTo>
                  <a:lnTo>
                    <a:pt x="5484863" y="991362"/>
                  </a:lnTo>
                  <a:lnTo>
                    <a:pt x="5481815" y="993648"/>
                  </a:lnTo>
                  <a:lnTo>
                    <a:pt x="5482577" y="997458"/>
                  </a:lnTo>
                  <a:lnTo>
                    <a:pt x="5484863" y="999744"/>
                  </a:lnTo>
                  <a:lnTo>
                    <a:pt x="7775473" y="1812290"/>
                  </a:lnTo>
                  <a:lnTo>
                    <a:pt x="7764005" y="1844040"/>
                  </a:lnTo>
                  <a:lnTo>
                    <a:pt x="7792961" y="1840382"/>
                  </a:lnTo>
                  <a:lnTo>
                    <a:pt x="7793723" y="1840280"/>
                  </a:lnTo>
                  <a:lnTo>
                    <a:pt x="7848587" y="1833372"/>
                  </a:lnTo>
                  <a:close/>
                </a:path>
                <a:path w="8229600" h="2405379">
                  <a:moveTo>
                    <a:pt x="8229600" y="1757172"/>
                  </a:moveTo>
                  <a:lnTo>
                    <a:pt x="8172450" y="1694688"/>
                  </a:lnTo>
                  <a:lnTo>
                    <a:pt x="8160474" y="1725955"/>
                  </a:lnTo>
                  <a:lnTo>
                    <a:pt x="6022086" y="914400"/>
                  </a:lnTo>
                  <a:lnTo>
                    <a:pt x="6018276" y="915162"/>
                  </a:lnTo>
                  <a:lnTo>
                    <a:pt x="6015228" y="917448"/>
                  </a:lnTo>
                  <a:lnTo>
                    <a:pt x="6015990" y="921258"/>
                  </a:lnTo>
                  <a:lnTo>
                    <a:pt x="6018276" y="923544"/>
                  </a:lnTo>
                  <a:lnTo>
                    <a:pt x="8156930" y="1735201"/>
                  </a:lnTo>
                  <a:lnTo>
                    <a:pt x="8145018" y="1766316"/>
                  </a:lnTo>
                  <a:lnTo>
                    <a:pt x="8174736" y="1763102"/>
                  </a:lnTo>
                  <a:lnTo>
                    <a:pt x="8229600" y="1757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04" name="object 104">
              <a:extLst>
                <a:ext uri="{FF2B5EF4-FFF2-40B4-BE49-F238E27FC236}">
                  <a16:creationId xmlns:a16="http://schemas.microsoft.com/office/drawing/2014/main" id="{9CE8706F-4C09-5A47-C88C-8F993FBC7A6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1901" y="5631942"/>
              <a:ext cx="233172" cy="76200"/>
            </a:xfrm>
            <a:prstGeom prst="rect">
              <a:avLst/>
            </a:prstGeom>
          </p:spPr>
        </p:pic>
      </p:grpSp>
      <p:sp>
        <p:nvSpPr>
          <p:cNvPr id="105" name="object 105">
            <a:extLst>
              <a:ext uri="{FF2B5EF4-FFF2-40B4-BE49-F238E27FC236}">
                <a16:creationId xmlns:a16="http://schemas.microsoft.com/office/drawing/2014/main" id="{7173084D-7688-FD60-6F77-653CE51691D6}"/>
              </a:ext>
            </a:extLst>
          </p:cNvPr>
          <p:cNvSpPr/>
          <p:nvPr/>
        </p:nvSpPr>
        <p:spPr>
          <a:xfrm>
            <a:off x="2214878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09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6" name="object 106">
            <a:extLst>
              <a:ext uri="{FF2B5EF4-FFF2-40B4-BE49-F238E27FC236}">
                <a16:creationId xmlns:a16="http://schemas.microsoft.com/office/drawing/2014/main" id="{D8484830-F87F-1C2B-233F-3643A6B19EC9}"/>
              </a:ext>
            </a:extLst>
          </p:cNvPr>
          <p:cNvSpPr txBox="1"/>
          <p:nvPr/>
        </p:nvSpPr>
        <p:spPr>
          <a:xfrm>
            <a:off x="2291111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7" name="object 107">
            <a:extLst>
              <a:ext uri="{FF2B5EF4-FFF2-40B4-BE49-F238E27FC236}">
                <a16:creationId xmlns:a16="http://schemas.microsoft.com/office/drawing/2014/main" id="{4909B936-177F-6CBF-BEE6-FB9BE01CF49F}"/>
              </a:ext>
            </a:extLst>
          </p:cNvPr>
          <p:cNvSpPr/>
          <p:nvPr/>
        </p:nvSpPr>
        <p:spPr>
          <a:xfrm>
            <a:off x="2698566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10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8" name="object 108">
            <a:extLst>
              <a:ext uri="{FF2B5EF4-FFF2-40B4-BE49-F238E27FC236}">
                <a16:creationId xmlns:a16="http://schemas.microsoft.com/office/drawing/2014/main" id="{38A7B8CC-DC9F-946D-139C-742947E4F722}"/>
              </a:ext>
            </a:extLst>
          </p:cNvPr>
          <p:cNvSpPr txBox="1"/>
          <p:nvPr/>
        </p:nvSpPr>
        <p:spPr>
          <a:xfrm>
            <a:off x="2774799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9" name="object 109">
            <a:extLst>
              <a:ext uri="{FF2B5EF4-FFF2-40B4-BE49-F238E27FC236}">
                <a16:creationId xmlns:a16="http://schemas.microsoft.com/office/drawing/2014/main" id="{BA8D9E6A-DF96-8DCF-2920-AD81A1D11B69}"/>
              </a:ext>
            </a:extLst>
          </p:cNvPr>
          <p:cNvSpPr txBox="1"/>
          <p:nvPr/>
        </p:nvSpPr>
        <p:spPr>
          <a:xfrm>
            <a:off x="5117004" y="5901681"/>
            <a:ext cx="337430" cy="236139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solidFill>
                  <a:srgbClr val="CC0000"/>
                </a:solidFill>
                <a:latin typeface="Times New Roman"/>
                <a:cs typeface="Times New Roman"/>
              </a:rPr>
              <a:t>40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0" name="object 110">
            <a:extLst>
              <a:ext uri="{FF2B5EF4-FFF2-40B4-BE49-F238E27FC236}">
                <a16:creationId xmlns:a16="http://schemas.microsoft.com/office/drawing/2014/main" id="{9D331396-53FF-6498-3D85-4CD505716C8C}"/>
              </a:ext>
            </a:extLst>
          </p:cNvPr>
          <p:cNvSpPr txBox="1"/>
          <p:nvPr/>
        </p:nvSpPr>
        <p:spPr>
          <a:xfrm>
            <a:off x="6982656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1" name="object 111">
            <a:extLst>
              <a:ext uri="{FF2B5EF4-FFF2-40B4-BE49-F238E27FC236}">
                <a16:creationId xmlns:a16="http://schemas.microsoft.com/office/drawing/2014/main" id="{666A73C8-7F8C-8460-B5EF-E777BDFE0170}"/>
              </a:ext>
            </a:extLst>
          </p:cNvPr>
          <p:cNvSpPr txBox="1"/>
          <p:nvPr/>
        </p:nvSpPr>
        <p:spPr>
          <a:xfrm>
            <a:off x="739723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2" name="object 112">
            <a:extLst>
              <a:ext uri="{FF2B5EF4-FFF2-40B4-BE49-F238E27FC236}">
                <a16:creationId xmlns:a16="http://schemas.microsoft.com/office/drawing/2014/main" id="{8A584280-AD82-9917-1C9E-52B6B059D394}"/>
              </a:ext>
            </a:extLst>
          </p:cNvPr>
          <p:cNvSpPr txBox="1"/>
          <p:nvPr/>
        </p:nvSpPr>
        <p:spPr>
          <a:xfrm>
            <a:off x="7811823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3" name="object 113">
            <a:extLst>
              <a:ext uri="{FF2B5EF4-FFF2-40B4-BE49-F238E27FC236}">
                <a16:creationId xmlns:a16="http://schemas.microsoft.com/office/drawing/2014/main" id="{88280031-B3CD-0FEE-4D1C-683A7AA74BE8}"/>
              </a:ext>
            </a:extLst>
          </p:cNvPr>
          <p:cNvSpPr txBox="1"/>
          <p:nvPr/>
        </p:nvSpPr>
        <p:spPr>
          <a:xfrm>
            <a:off x="8295511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4" name="object 114">
            <a:extLst>
              <a:ext uri="{FF2B5EF4-FFF2-40B4-BE49-F238E27FC236}">
                <a16:creationId xmlns:a16="http://schemas.microsoft.com/office/drawing/2014/main" id="{16B4A854-668E-FD88-4BB2-E071F13C1E8D}"/>
              </a:ext>
            </a:extLst>
          </p:cNvPr>
          <p:cNvSpPr txBox="1"/>
          <p:nvPr/>
        </p:nvSpPr>
        <p:spPr>
          <a:xfrm>
            <a:off x="8779199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5" name="object 115">
            <a:extLst>
              <a:ext uri="{FF2B5EF4-FFF2-40B4-BE49-F238E27FC236}">
                <a16:creationId xmlns:a16="http://schemas.microsoft.com/office/drawing/2014/main" id="{1BD20558-EC2E-F602-CCFA-0B458EADBE71}"/>
              </a:ext>
            </a:extLst>
          </p:cNvPr>
          <p:cNvSpPr/>
          <p:nvPr/>
        </p:nvSpPr>
        <p:spPr>
          <a:xfrm>
            <a:off x="2193458" y="5068367"/>
            <a:ext cx="7346294" cy="833785"/>
          </a:xfrm>
          <a:custGeom>
            <a:avLst/>
            <a:gdLst/>
            <a:ahLst/>
            <a:cxnLst/>
            <a:rect l="l" t="t" r="r" b="b"/>
            <a:pathLst>
              <a:path w="8101330" h="919479">
                <a:moveTo>
                  <a:pt x="180594" y="81534"/>
                </a:moveTo>
                <a:lnTo>
                  <a:pt x="179832" y="78486"/>
                </a:lnTo>
                <a:lnTo>
                  <a:pt x="176784" y="76200"/>
                </a:lnTo>
                <a:lnTo>
                  <a:pt x="173736" y="76962"/>
                </a:lnTo>
                <a:lnTo>
                  <a:pt x="171450" y="80010"/>
                </a:lnTo>
                <a:lnTo>
                  <a:pt x="32702" y="843445"/>
                </a:lnTo>
                <a:lnTo>
                  <a:pt x="0" y="837438"/>
                </a:lnTo>
                <a:lnTo>
                  <a:pt x="23622" y="918972"/>
                </a:lnTo>
                <a:lnTo>
                  <a:pt x="30480" y="909853"/>
                </a:lnTo>
                <a:lnTo>
                  <a:pt x="74676" y="851154"/>
                </a:lnTo>
                <a:lnTo>
                  <a:pt x="41821" y="845108"/>
                </a:lnTo>
                <a:lnTo>
                  <a:pt x="180594" y="81534"/>
                </a:lnTo>
                <a:close/>
              </a:path>
              <a:path w="8101330" h="919479">
                <a:moveTo>
                  <a:pt x="588264" y="839724"/>
                </a:moveTo>
                <a:lnTo>
                  <a:pt x="557022" y="842530"/>
                </a:lnTo>
                <a:lnTo>
                  <a:pt x="556260" y="842594"/>
                </a:lnTo>
                <a:lnTo>
                  <a:pt x="555078" y="842708"/>
                </a:lnTo>
                <a:lnTo>
                  <a:pt x="486156" y="80772"/>
                </a:lnTo>
                <a:lnTo>
                  <a:pt x="483870" y="77724"/>
                </a:lnTo>
                <a:lnTo>
                  <a:pt x="480822" y="76200"/>
                </a:lnTo>
                <a:lnTo>
                  <a:pt x="477774" y="77724"/>
                </a:lnTo>
                <a:lnTo>
                  <a:pt x="476250" y="81534"/>
                </a:lnTo>
                <a:lnTo>
                  <a:pt x="545922" y="843534"/>
                </a:lnTo>
                <a:lnTo>
                  <a:pt x="512064" y="846582"/>
                </a:lnTo>
                <a:lnTo>
                  <a:pt x="556260" y="917740"/>
                </a:lnTo>
                <a:lnTo>
                  <a:pt x="557022" y="918972"/>
                </a:lnTo>
                <a:lnTo>
                  <a:pt x="588264" y="839724"/>
                </a:lnTo>
                <a:close/>
              </a:path>
              <a:path w="8101330" h="919479">
                <a:moveTo>
                  <a:pt x="1107186" y="835914"/>
                </a:moveTo>
                <a:lnTo>
                  <a:pt x="1075182" y="844575"/>
                </a:lnTo>
                <a:lnTo>
                  <a:pt x="1074991" y="844626"/>
                </a:lnTo>
                <a:lnTo>
                  <a:pt x="866394" y="80010"/>
                </a:lnTo>
                <a:lnTo>
                  <a:pt x="864108" y="76962"/>
                </a:lnTo>
                <a:lnTo>
                  <a:pt x="861060" y="76200"/>
                </a:lnTo>
                <a:lnTo>
                  <a:pt x="858012" y="78486"/>
                </a:lnTo>
                <a:lnTo>
                  <a:pt x="857250" y="82296"/>
                </a:lnTo>
                <a:lnTo>
                  <a:pt x="1065707" y="847140"/>
                </a:lnTo>
                <a:lnTo>
                  <a:pt x="1034034" y="855726"/>
                </a:lnTo>
                <a:lnTo>
                  <a:pt x="1078230" y="905294"/>
                </a:lnTo>
                <a:lnTo>
                  <a:pt x="1090422" y="918972"/>
                </a:lnTo>
                <a:lnTo>
                  <a:pt x="1107186" y="835914"/>
                </a:lnTo>
                <a:close/>
              </a:path>
              <a:path w="8101330" h="919479">
                <a:moveTo>
                  <a:pt x="2237994" y="79248"/>
                </a:moveTo>
                <a:lnTo>
                  <a:pt x="2234946" y="76200"/>
                </a:lnTo>
                <a:lnTo>
                  <a:pt x="2231898" y="76962"/>
                </a:lnTo>
                <a:lnTo>
                  <a:pt x="2228850" y="79248"/>
                </a:lnTo>
                <a:lnTo>
                  <a:pt x="1950593" y="845756"/>
                </a:lnTo>
                <a:lnTo>
                  <a:pt x="1919478" y="834390"/>
                </a:lnTo>
                <a:lnTo>
                  <a:pt x="1928622" y="918972"/>
                </a:lnTo>
                <a:lnTo>
                  <a:pt x="1946148" y="902309"/>
                </a:lnTo>
                <a:lnTo>
                  <a:pt x="1990344" y="860298"/>
                </a:lnTo>
                <a:lnTo>
                  <a:pt x="1959635" y="849071"/>
                </a:lnTo>
                <a:lnTo>
                  <a:pt x="2237994" y="82296"/>
                </a:lnTo>
                <a:lnTo>
                  <a:pt x="2237994" y="79248"/>
                </a:lnTo>
                <a:close/>
              </a:path>
              <a:path w="8101330" h="919479">
                <a:moveTo>
                  <a:pt x="3685794" y="79248"/>
                </a:moveTo>
                <a:lnTo>
                  <a:pt x="3683508" y="76962"/>
                </a:lnTo>
                <a:lnTo>
                  <a:pt x="3679698" y="76200"/>
                </a:lnTo>
                <a:lnTo>
                  <a:pt x="3677412" y="79248"/>
                </a:lnTo>
                <a:lnTo>
                  <a:pt x="3327527" y="848067"/>
                </a:lnTo>
                <a:lnTo>
                  <a:pt x="3297174" y="834390"/>
                </a:lnTo>
                <a:lnTo>
                  <a:pt x="3300222" y="918972"/>
                </a:lnTo>
                <a:lnTo>
                  <a:pt x="3322320" y="901192"/>
                </a:lnTo>
                <a:lnTo>
                  <a:pt x="3366516" y="865632"/>
                </a:lnTo>
                <a:lnTo>
                  <a:pt x="3335921" y="851852"/>
                </a:lnTo>
                <a:lnTo>
                  <a:pt x="3685794" y="83058"/>
                </a:lnTo>
                <a:lnTo>
                  <a:pt x="3685794" y="79248"/>
                </a:lnTo>
                <a:close/>
              </a:path>
              <a:path w="8101330" h="919479">
                <a:moveTo>
                  <a:pt x="5319509" y="842772"/>
                </a:moveTo>
                <a:lnTo>
                  <a:pt x="5286743" y="842772"/>
                </a:lnTo>
                <a:lnTo>
                  <a:pt x="5286743" y="80772"/>
                </a:lnTo>
                <a:lnTo>
                  <a:pt x="5285219" y="77724"/>
                </a:lnTo>
                <a:lnTo>
                  <a:pt x="5281409" y="76200"/>
                </a:lnTo>
                <a:lnTo>
                  <a:pt x="5278361" y="77724"/>
                </a:lnTo>
                <a:lnTo>
                  <a:pt x="5276837" y="80772"/>
                </a:lnTo>
                <a:lnTo>
                  <a:pt x="5276837" y="842772"/>
                </a:lnTo>
                <a:lnTo>
                  <a:pt x="5243309" y="842772"/>
                </a:lnTo>
                <a:lnTo>
                  <a:pt x="5276837" y="909828"/>
                </a:lnTo>
                <a:lnTo>
                  <a:pt x="5281409" y="918972"/>
                </a:lnTo>
                <a:lnTo>
                  <a:pt x="5286743" y="908304"/>
                </a:lnTo>
                <a:lnTo>
                  <a:pt x="5319509" y="842772"/>
                </a:lnTo>
                <a:close/>
              </a:path>
              <a:path w="8101330" h="919479">
                <a:moveTo>
                  <a:pt x="5757672" y="835914"/>
                </a:moveTo>
                <a:lnTo>
                  <a:pt x="5724830" y="844029"/>
                </a:lnTo>
                <a:lnTo>
                  <a:pt x="5514594" y="3810"/>
                </a:lnTo>
                <a:lnTo>
                  <a:pt x="5513070" y="762"/>
                </a:lnTo>
                <a:lnTo>
                  <a:pt x="5509260" y="0"/>
                </a:lnTo>
                <a:lnTo>
                  <a:pt x="5506212" y="2286"/>
                </a:lnTo>
                <a:lnTo>
                  <a:pt x="5505450" y="6096"/>
                </a:lnTo>
                <a:lnTo>
                  <a:pt x="5715686" y="846289"/>
                </a:lnTo>
                <a:lnTo>
                  <a:pt x="5683758" y="854202"/>
                </a:lnTo>
                <a:lnTo>
                  <a:pt x="5727954" y="906373"/>
                </a:lnTo>
                <a:lnTo>
                  <a:pt x="5738622" y="918972"/>
                </a:lnTo>
                <a:lnTo>
                  <a:pt x="5757672" y="835914"/>
                </a:lnTo>
                <a:close/>
              </a:path>
              <a:path w="8101330" h="919479">
                <a:moveTo>
                  <a:pt x="7039356" y="80772"/>
                </a:moveTo>
                <a:lnTo>
                  <a:pt x="7037832" y="77724"/>
                </a:lnTo>
                <a:lnTo>
                  <a:pt x="7034022" y="76200"/>
                </a:lnTo>
                <a:lnTo>
                  <a:pt x="7030974" y="77724"/>
                </a:lnTo>
                <a:lnTo>
                  <a:pt x="6246698" y="861987"/>
                </a:lnTo>
                <a:lnTo>
                  <a:pt x="6223254" y="838200"/>
                </a:lnTo>
                <a:lnTo>
                  <a:pt x="6195822" y="918972"/>
                </a:lnTo>
                <a:lnTo>
                  <a:pt x="6236208" y="905637"/>
                </a:lnTo>
                <a:lnTo>
                  <a:pt x="6276594" y="892302"/>
                </a:lnTo>
                <a:lnTo>
                  <a:pt x="6253505" y="868895"/>
                </a:lnTo>
                <a:lnTo>
                  <a:pt x="7037832" y="84582"/>
                </a:lnTo>
                <a:lnTo>
                  <a:pt x="7039356" y="80772"/>
                </a:lnTo>
                <a:close/>
              </a:path>
              <a:path w="8101330" h="919479">
                <a:moveTo>
                  <a:pt x="7344156" y="80010"/>
                </a:moveTo>
                <a:lnTo>
                  <a:pt x="7341870" y="76962"/>
                </a:lnTo>
                <a:lnTo>
                  <a:pt x="7338060" y="76200"/>
                </a:lnTo>
                <a:lnTo>
                  <a:pt x="7335012" y="78486"/>
                </a:lnTo>
                <a:lnTo>
                  <a:pt x="6770281" y="854506"/>
                </a:lnTo>
                <a:lnTo>
                  <a:pt x="6743700" y="835152"/>
                </a:lnTo>
                <a:lnTo>
                  <a:pt x="6729222" y="918972"/>
                </a:lnTo>
                <a:lnTo>
                  <a:pt x="6761988" y="902258"/>
                </a:lnTo>
                <a:lnTo>
                  <a:pt x="6805422" y="880110"/>
                </a:lnTo>
                <a:lnTo>
                  <a:pt x="6778155" y="860247"/>
                </a:lnTo>
                <a:lnTo>
                  <a:pt x="7342632" y="83820"/>
                </a:lnTo>
                <a:lnTo>
                  <a:pt x="7344156" y="80010"/>
                </a:lnTo>
                <a:close/>
              </a:path>
              <a:path w="8101330" h="919479">
                <a:moveTo>
                  <a:pt x="7724381" y="80010"/>
                </a:moveTo>
                <a:lnTo>
                  <a:pt x="7722095" y="76962"/>
                </a:lnTo>
                <a:lnTo>
                  <a:pt x="7719047" y="76200"/>
                </a:lnTo>
                <a:lnTo>
                  <a:pt x="7715999" y="78486"/>
                </a:lnTo>
                <a:lnTo>
                  <a:pt x="7295210" y="850176"/>
                </a:lnTo>
                <a:lnTo>
                  <a:pt x="7265657" y="834390"/>
                </a:lnTo>
                <a:lnTo>
                  <a:pt x="7262609" y="918972"/>
                </a:lnTo>
                <a:lnTo>
                  <a:pt x="7288517" y="900938"/>
                </a:lnTo>
                <a:lnTo>
                  <a:pt x="7332713" y="870204"/>
                </a:lnTo>
                <a:lnTo>
                  <a:pt x="7303630" y="854671"/>
                </a:lnTo>
                <a:lnTo>
                  <a:pt x="7724381" y="83058"/>
                </a:lnTo>
                <a:lnTo>
                  <a:pt x="7724381" y="80010"/>
                </a:lnTo>
                <a:close/>
              </a:path>
              <a:path w="8101330" h="919479">
                <a:moveTo>
                  <a:pt x="8100809" y="80772"/>
                </a:moveTo>
                <a:lnTo>
                  <a:pt x="8024609" y="42672"/>
                </a:lnTo>
                <a:lnTo>
                  <a:pt x="8024609" y="76200"/>
                </a:lnTo>
                <a:lnTo>
                  <a:pt x="7796009" y="76200"/>
                </a:lnTo>
                <a:lnTo>
                  <a:pt x="7792961" y="77724"/>
                </a:lnTo>
                <a:lnTo>
                  <a:pt x="7791437" y="80772"/>
                </a:lnTo>
                <a:lnTo>
                  <a:pt x="7792961" y="84582"/>
                </a:lnTo>
                <a:lnTo>
                  <a:pt x="7796009" y="86106"/>
                </a:lnTo>
                <a:lnTo>
                  <a:pt x="8024609" y="86106"/>
                </a:lnTo>
                <a:lnTo>
                  <a:pt x="8024609" y="118872"/>
                </a:lnTo>
                <a:lnTo>
                  <a:pt x="8042135" y="110109"/>
                </a:lnTo>
                <a:lnTo>
                  <a:pt x="8100809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16" name="object 116">
            <a:extLst>
              <a:ext uri="{FF2B5EF4-FFF2-40B4-BE49-F238E27FC236}">
                <a16:creationId xmlns:a16="http://schemas.microsoft.com/office/drawing/2014/main" id="{56C4A13E-3BAB-EA1B-82D2-46BA74838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470179"/>
              </p:ext>
            </p:extLst>
          </p:nvPr>
        </p:nvGraphicFramePr>
        <p:xfrm>
          <a:off x="3108837" y="5897362"/>
          <a:ext cx="1097510" cy="285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3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" name="object 117">
            <a:extLst>
              <a:ext uri="{FF2B5EF4-FFF2-40B4-BE49-F238E27FC236}">
                <a16:creationId xmlns:a16="http://schemas.microsoft.com/office/drawing/2014/main" id="{83AD0C71-0996-A70F-D7E4-F2D1854E2E0D}"/>
              </a:ext>
            </a:extLst>
          </p:cNvPr>
          <p:cNvSpPr/>
          <p:nvPr/>
        </p:nvSpPr>
        <p:spPr>
          <a:xfrm>
            <a:off x="3527745" y="5137454"/>
            <a:ext cx="488294" cy="695589"/>
          </a:xfrm>
          <a:custGeom>
            <a:avLst/>
            <a:gdLst/>
            <a:ahLst/>
            <a:cxnLst/>
            <a:rect l="l" t="t" r="r" b="b"/>
            <a:pathLst>
              <a:path w="538480" h="767079">
                <a:moveTo>
                  <a:pt x="39918" y="701495"/>
                </a:moveTo>
                <a:lnTo>
                  <a:pt x="12953" y="682751"/>
                </a:lnTo>
                <a:lnTo>
                  <a:pt x="0" y="766571"/>
                </a:lnTo>
                <a:lnTo>
                  <a:pt x="32003" y="749438"/>
                </a:lnTo>
                <a:lnTo>
                  <a:pt x="32003" y="715517"/>
                </a:lnTo>
                <a:lnTo>
                  <a:pt x="32765" y="711707"/>
                </a:lnTo>
                <a:lnTo>
                  <a:pt x="39918" y="701495"/>
                </a:lnTo>
                <a:close/>
              </a:path>
              <a:path w="538480" h="767079">
                <a:moveTo>
                  <a:pt x="47909" y="707050"/>
                </a:moveTo>
                <a:lnTo>
                  <a:pt x="39918" y="701495"/>
                </a:lnTo>
                <a:lnTo>
                  <a:pt x="32765" y="711707"/>
                </a:lnTo>
                <a:lnTo>
                  <a:pt x="32003" y="715517"/>
                </a:lnTo>
                <a:lnTo>
                  <a:pt x="34289" y="718565"/>
                </a:lnTo>
                <a:lnTo>
                  <a:pt x="37337" y="719327"/>
                </a:lnTo>
                <a:lnTo>
                  <a:pt x="40385" y="717803"/>
                </a:lnTo>
                <a:lnTo>
                  <a:pt x="47909" y="707050"/>
                </a:lnTo>
                <a:close/>
              </a:path>
              <a:path w="538480" h="767079">
                <a:moveTo>
                  <a:pt x="75437" y="726185"/>
                </a:moveTo>
                <a:lnTo>
                  <a:pt x="47909" y="707050"/>
                </a:lnTo>
                <a:lnTo>
                  <a:pt x="40385" y="717803"/>
                </a:lnTo>
                <a:lnTo>
                  <a:pt x="37337" y="719327"/>
                </a:lnTo>
                <a:lnTo>
                  <a:pt x="34289" y="718565"/>
                </a:lnTo>
                <a:lnTo>
                  <a:pt x="32003" y="715517"/>
                </a:lnTo>
                <a:lnTo>
                  <a:pt x="32003" y="749438"/>
                </a:lnTo>
                <a:lnTo>
                  <a:pt x="75437" y="726185"/>
                </a:lnTo>
                <a:close/>
              </a:path>
              <a:path w="538480" h="767079">
                <a:moveTo>
                  <a:pt x="537971" y="3809"/>
                </a:moveTo>
                <a:lnTo>
                  <a:pt x="536447" y="761"/>
                </a:lnTo>
                <a:lnTo>
                  <a:pt x="532637" y="0"/>
                </a:lnTo>
                <a:lnTo>
                  <a:pt x="529589" y="2285"/>
                </a:lnTo>
                <a:lnTo>
                  <a:pt x="39918" y="701495"/>
                </a:lnTo>
                <a:lnTo>
                  <a:pt x="47909" y="707050"/>
                </a:lnTo>
                <a:lnTo>
                  <a:pt x="537209" y="7619"/>
                </a:lnTo>
                <a:lnTo>
                  <a:pt x="537971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8" name="object 118">
            <a:extLst>
              <a:ext uri="{FF2B5EF4-FFF2-40B4-BE49-F238E27FC236}">
                <a16:creationId xmlns:a16="http://schemas.microsoft.com/office/drawing/2014/main" id="{61580C4A-876F-E7A0-172E-AC190C56170D}"/>
              </a:ext>
            </a:extLst>
          </p:cNvPr>
          <p:cNvSpPr txBox="1"/>
          <p:nvPr/>
        </p:nvSpPr>
        <p:spPr>
          <a:xfrm>
            <a:off x="6568067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119" name="object 119">
            <a:extLst>
              <a:ext uri="{FF2B5EF4-FFF2-40B4-BE49-F238E27FC236}">
                <a16:creationId xmlns:a16="http://schemas.microsoft.com/office/drawing/2014/main" id="{C813D04A-F39B-D579-7420-98BE93ED078B}"/>
              </a:ext>
            </a:extLst>
          </p:cNvPr>
          <p:cNvGrpSpPr/>
          <p:nvPr/>
        </p:nvGrpSpPr>
        <p:grpSpPr>
          <a:xfrm>
            <a:off x="5393397" y="4657911"/>
            <a:ext cx="1312866" cy="1243768"/>
            <a:chOff x="4571885" y="5136641"/>
            <a:chExt cx="1447800" cy="1371600"/>
          </a:xfrm>
        </p:grpSpPr>
        <p:sp>
          <p:nvSpPr>
            <p:cNvPr id="120" name="object 120">
              <a:extLst>
                <a:ext uri="{FF2B5EF4-FFF2-40B4-BE49-F238E27FC236}">
                  <a16:creationId xmlns:a16="http://schemas.microsoft.com/office/drawing/2014/main" id="{501D6281-1715-E218-7CD5-F24E86BB4054}"/>
                </a:ext>
              </a:extLst>
            </p:cNvPr>
            <p:cNvSpPr/>
            <p:nvPr/>
          </p:nvSpPr>
          <p:spPr>
            <a:xfrm>
              <a:off x="4948313" y="5665469"/>
              <a:ext cx="1071880" cy="843280"/>
            </a:xfrm>
            <a:custGeom>
              <a:avLst/>
              <a:gdLst/>
              <a:ahLst/>
              <a:cxnLst/>
              <a:rect l="l" t="t" r="r" b="b"/>
              <a:pathLst>
                <a:path w="1071879" h="843279">
                  <a:moveTo>
                    <a:pt x="1014842" y="792205"/>
                  </a:moveTo>
                  <a:lnTo>
                    <a:pt x="7620" y="762"/>
                  </a:lnTo>
                  <a:lnTo>
                    <a:pt x="4572" y="0"/>
                  </a:lnTo>
                  <a:lnTo>
                    <a:pt x="762" y="1524"/>
                  </a:lnTo>
                  <a:lnTo>
                    <a:pt x="0" y="5334"/>
                  </a:lnTo>
                  <a:lnTo>
                    <a:pt x="1524" y="8382"/>
                  </a:lnTo>
                  <a:lnTo>
                    <a:pt x="1008818" y="799881"/>
                  </a:lnTo>
                  <a:lnTo>
                    <a:pt x="1014842" y="792205"/>
                  </a:lnTo>
                  <a:close/>
                </a:path>
                <a:path w="1071879" h="843279">
                  <a:moveTo>
                    <a:pt x="1026414" y="833697"/>
                  </a:moveTo>
                  <a:lnTo>
                    <a:pt x="1026414" y="803147"/>
                  </a:lnTo>
                  <a:lnTo>
                    <a:pt x="1025652" y="806957"/>
                  </a:lnTo>
                  <a:lnTo>
                    <a:pt x="1022604" y="808482"/>
                  </a:lnTo>
                  <a:lnTo>
                    <a:pt x="1018794" y="807719"/>
                  </a:lnTo>
                  <a:lnTo>
                    <a:pt x="1008818" y="799881"/>
                  </a:lnTo>
                  <a:lnTo>
                    <a:pt x="988314" y="826008"/>
                  </a:lnTo>
                  <a:lnTo>
                    <a:pt x="1026414" y="833697"/>
                  </a:lnTo>
                  <a:close/>
                </a:path>
                <a:path w="1071879" h="843279">
                  <a:moveTo>
                    <a:pt x="1026414" y="803147"/>
                  </a:moveTo>
                  <a:lnTo>
                    <a:pt x="1024890" y="800099"/>
                  </a:lnTo>
                  <a:lnTo>
                    <a:pt x="1014842" y="792205"/>
                  </a:lnTo>
                  <a:lnTo>
                    <a:pt x="1008818" y="799881"/>
                  </a:lnTo>
                  <a:lnTo>
                    <a:pt x="1018794" y="807719"/>
                  </a:lnTo>
                  <a:lnTo>
                    <a:pt x="1022604" y="808482"/>
                  </a:lnTo>
                  <a:lnTo>
                    <a:pt x="1025652" y="806957"/>
                  </a:lnTo>
                  <a:lnTo>
                    <a:pt x="1026414" y="803147"/>
                  </a:lnTo>
                  <a:close/>
                </a:path>
                <a:path w="1071879" h="843279">
                  <a:moveTo>
                    <a:pt x="1071372" y="842772"/>
                  </a:moveTo>
                  <a:lnTo>
                    <a:pt x="1035558" y="765810"/>
                  </a:lnTo>
                  <a:lnTo>
                    <a:pt x="1014842" y="792205"/>
                  </a:lnTo>
                  <a:lnTo>
                    <a:pt x="1024890" y="800099"/>
                  </a:lnTo>
                  <a:lnTo>
                    <a:pt x="1026414" y="803147"/>
                  </a:lnTo>
                  <a:lnTo>
                    <a:pt x="1026414" y="833697"/>
                  </a:lnTo>
                  <a:lnTo>
                    <a:pt x="1071372" y="842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1" name="object 121">
              <a:extLst>
                <a:ext uri="{FF2B5EF4-FFF2-40B4-BE49-F238E27FC236}">
                  <a16:creationId xmlns:a16="http://schemas.microsoft.com/office/drawing/2014/main" id="{713D39B9-9445-ECA8-9230-BBF2496F42F8}"/>
                </a:ext>
              </a:extLst>
            </p:cNvPr>
            <p:cNvSpPr/>
            <p:nvPr/>
          </p:nvSpPr>
          <p:spPr>
            <a:xfrm>
              <a:off x="4571885" y="5136641"/>
              <a:ext cx="410209" cy="342900"/>
            </a:xfrm>
            <a:custGeom>
              <a:avLst/>
              <a:gdLst/>
              <a:ahLst/>
              <a:cxnLst/>
              <a:rect l="l" t="t" r="r" b="b"/>
              <a:pathLst>
                <a:path w="410210" h="342900">
                  <a:moveTo>
                    <a:pt x="409955" y="342900"/>
                  </a:moveTo>
                  <a:lnTo>
                    <a:pt x="409955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409955" y="3429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22" name="object 122">
            <a:extLst>
              <a:ext uri="{FF2B5EF4-FFF2-40B4-BE49-F238E27FC236}">
                <a16:creationId xmlns:a16="http://schemas.microsoft.com/office/drawing/2014/main" id="{32B0E7B2-919A-9B83-7675-9DA630496AC7}"/>
              </a:ext>
            </a:extLst>
          </p:cNvPr>
          <p:cNvSpPr txBox="1"/>
          <p:nvPr/>
        </p:nvSpPr>
        <p:spPr>
          <a:xfrm>
            <a:off x="5439693" y="4683017"/>
            <a:ext cx="656433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58158">
              <a:spcBef>
                <a:spcPts val="86"/>
              </a:spcBef>
              <a:tabLst>
                <a:tab pos="412862" algn="l"/>
              </a:tabLst>
            </a:pPr>
            <a:r>
              <a:rPr sz="1270" spc="-23" dirty="0">
                <a:solidFill>
                  <a:srgbClr val="CC0000"/>
                </a:solidFill>
                <a:latin typeface="Times New Roman"/>
                <a:cs typeface="Times New Roman"/>
              </a:rPr>
              <a:t>40</a:t>
            </a:r>
            <a:r>
              <a:rPr sz="1270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23" name="object 123">
            <a:extLst>
              <a:ext uri="{FF2B5EF4-FFF2-40B4-BE49-F238E27FC236}">
                <a16:creationId xmlns:a16="http://schemas.microsoft.com/office/drawing/2014/main" id="{EF681810-2C17-A599-8A14-5DA46C6525E7}"/>
              </a:ext>
            </a:extLst>
          </p:cNvPr>
          <p:cNvSpPr/>
          <p:nvPr/>
        </p:nvSpPr>
        <p:spPr>
          <a:xfrm>
            <a:off x="1950232" y="4273737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4" name="object 124">
            <a:extLst>
              <a:ext uri="{FF2B5EF4-FFF2-40B4-BE49-F238E27FC236}">
                <a16:creationId xmlns:a16="http://schemas.microsoft.com/office/drawing/2014/main" id="{5FE556D9-EBC5-2E1C-F4B6-BCDD6AD0EFED}"/>
              </a:ext>
            </a:extLst>
          </p:cNvPr>
          <p:cNvSpPr/>
          <p:nvPr/>
        </p:nvSpPr>
        <p:spPr>
          <a:xfrm>
            <a:off x="1950232" y="5615625"/>
            <a:ext cx="125528" cy="34549"/>
          </a:xfrm>
          <a:custGeom>
            <a:avLst/>
            <a:gdLst/>
            <a:ahLst/>
            <a:cxnLst/>
            <a:rect l="l" t="t" r="r" b="b"/>
            <a:pathLst>
              <a:path w="138430" h="38100">
                <a:moveTo>
                  <a:pt x="137922" y="25908"/>
                </a:moveTo>
                <a:lnTo>
                  <a:pt x="0" y="25209"/>
                </a:lnTo>
                <a:lnTo>
                  <a:pt x="0" y="38100"/>
                </a:lnTo>
                <a:lnTo>
                  <a:pt x="137922" y="38100"/>
                </a:lnTo>
                <a:lnTo>
                  <a:pt x="137922" y="25908"/>
                </a:lnTo>
                <a:close/>
              </a:path>
              <a:path w="138430" h="38100">
                <a:moveTo>
                  <a:pt x="137922" y="0"/>
                </a:moveTo>
                <a:lnTo>
                  <a:pt x="0" y="0"/>
                </a:lnTo>
                <a:lnTo>
                  <a:pt x="0" y="12255"/>
                </a:lnTo>
                <a:lnTo>
                  <a:pt x="137922" y="12954"/>
                </a:lnTo>
                <a:lnTo>
                  <a:pt x="137922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pSp>
        <p:nvGrpSpPr>
          <p:cNvPr id="125" name="object 125">
            <a:extLst>
              <a:ext uri="{FF2B5EF4-FFF2-40B4-BE49-F238E27FC236}">
                <a16:creationId xmlns:a16="http://schemas.microsoft.com/office/drawing/2014/main" id="{80C0097C-3008-2AAE-CDCB-99B6C34C7435}"/>
              </a:ext>
            </a:extLst>
          </p:cNvPr>
          <p:cNvGrpSpPr/>
          <p:nvPr/>
        </p:nvGrpSpPr>
        <p:grpSpPr>
          <a:xfrm>
            <a:off x="2178948" y="3824588"/>
            <a:ext cx="8063188" cy="1851257"/>
            <a:chOff x="1027061" y="4217670"/>
            <a:chExt cx="8891905" cy="2041525"/>
          </a:xfrm>
        </p:grpSpPr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A4A67FE3-2021-CA6E-42BF-AA3984C47597}"/>
                </a:ext>
              </a:extLst>
            </p:cNvPr>
            <p:cNvSpPr/>
            <p:nvPr/>
          </p:nvSpPr>
          <p:spPr>
            <a:xfrm>
              <a:off x="4571885" y="513664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2AD2E9FC-A544-4AAB-BCF3-4C1136B54CF6}"/>
                </a:ext>
              </a:extLst>
            </p:cNvPr>
            <p:cNvSpPr/>
            <p:nvPr/>
          </p:nvSpPr>
          <p:spPr>
            <a:xfrm>
              <a:off x="4571885" y="547954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8" name="object 128">
              <a:extLst>
                <a:ext uri="{FF2B5EF4-FFF2-40B4-BE49-F238E27FC236}">
                  <a16:creationId xmlns:a16="http://schemas.microsoft.com/office/drawing/2014/main" id="{04EB05EE-6542-9B75-CE57-C015EDB3621F}"/>
                </a:ext>
              </a:extLst>
            </p:cNvPr>
            <p:cNvSpPr/>
            <p:nvPr/>
          </p:nvSpPr>
          <p:spPr>
            <a:xfrm>
              <a:off x="4571885" y="582244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597F71E9-517E-6050-C77C-AE42D35A646D}"/>
                </a:ext>
              </a:extLst>
            </p:cNvPr>
            <p:cNvSpPr/>
            <p:nvPr/>
          </p:nvSpPr>
          <p:spPr>
            <a:xfrm>
              <a:off x="4571885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2F0F3B15-9220-6366-EB70-1421BF84CF45}"/>
                </a:ext>
              </a:extLst>
            </p:cNvPr>
            <p:cNvSpPr/>
            <p:nvPr/>
          </p:nvSpPr>
          <p:spPr>
            <a:xfrm>
              <a:off x="6095885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58E9AD76-B675-8007-5F8C-AF0D6C48ACCF}"/>
                </a:ext>
              </a:extLst>
            </p:cNvPr>
            <p:cNvSpPr/>
            <p:nvPr/>
          </p:nvSpPr>
          <p:spPr>
            <a:xfrm>
              <a:off x="5352935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2" name="object 132">
              <a:extLst>
                <a:ext uri="{FF2B5EF4-FFF2-40B4-BE49-F238E27FC236}">
                  <a16:creationId xmlns:a16="http://schemas.microsoft.com/office/drawing/2014/main" id="{9FE02DEE-CC6D-7C04-BF91-D630447FEF9E}"/>
                </a:ext>
              </a:extLst>
            </p:cNvPr>
            <p:cNvSpPr/>
            <p:nvPr/>
          </p:nvSpPr>
          <p:spPr>
            <a:xfrm>
              <a:off x="4981841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3" name="object 133">
              <a:extLst>
                <a:ext uri="{FF2B5EF4-FFF2-40B4-BE49-F238E27FC236}">
                  <a16:creationId xmlns:a16="http://schemas.microsoft.com/office/drawing/2014/main" id="{7C603064-F9C7-78C6-44EE-1C5BBC2C677B}"/>
                </a:ext>
              </a:extLst>
            </p:cNvPr>
            <p:cNvSpPr/>
            <p:nvPr/>
          </p:nvSpPr>
          <p:spPr>
            <a:xfrm>
              <a:off x="5717933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7C83F100-D42F-2FBD-5FAF-043ABA4B9B7B}"/>
                </a:ext>
              </a:extLst>
            </p:cNvPr>
            <p:cNvSpPr/>
            <p:nvPr/>
          </p:nvSpPr>
          <p:spPr>
            <a:xfrm>
              <a:off x="4795913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CF9B2AC2-9E96-16C9-F2E4-36F0CF19B493}"/>
                </a:ext>
              </a:extLst>
            </p:cNvPr>
            <p:cNvSpPr/>
            <p:nvPr/>
          </p:nvSpPr>
          <p:spPr>
            <a:xfrm>
              <a:off x="5167769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D9ADE235-7E41-17D0-E6B6-490E6D760C2A}"/>
                </a:ext>
              </a:extLst>
            </p:cNvPr>
            <p:cNvSpPr/>
            <p:nvPr/>
          </p:nvSpPr>
          <p:spPr>
            <a:xfrm>
              <a:off x="5535815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D2E1FA00-5FA6-2ACE-A9EE-E6A118DC116D}"/>
                </a:ext>
              </a:extLst>
            </p:cNvPr>
            <p:cNvSpPr/>
            <p:nvPr/>
          </p:nvSpPr>
          <p:spPr>
            <a:xfrm>
              <a:off x="5900813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38" name="object 138">
              <a:extLst>
                <a:ext uri="{FF2B5EF4-FFF2-40B4-BE49-F238E27FC236}">
                  <a16:creationId xmlns:a16="http://schemas.microsoft.com/office/drawing/2014/main" id="{33750B3B-9E6E-92CB-ED31-98BC545B0BE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5113" y="5631942"/>
              <a:ext cx="233172" cy="76200"/>
            </a:xfrm>
            <a:prstGeom prst="rect">
              <a:avLst/>
            </a:prstGeom>
          </p:spPr>
        </p:pic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90057D05-974D-9A52-1B3F-68266C024357}"/>
                </a:ext>
              </a:extLst>
            </p:cNvPr>
            <p:cNvSpPr/>
            <p:nvPr/>
          </p:nvSpPr>
          <p:spPr>
            <a:xfrm>
              <a:off x="3576713" y="4217670"/>
              <a:ext cx="995680" cy="919480"/>
            </a:xfrm>
            <a:custGeom>
              <a:avLst/>
              <a:gdLst/>
              <a:ahLst/>
              <a:cxnLst/>
              <a:rect l="l" t="t" r="r" b="b"/>
              <a:pathLst>
                <a:path w="995679" h="919479">
                  <a:moveTo>
                    <a:pt x="942702" y="864148"/>
                  </a:moveTo>
                  <a:lnTo>
                    <a:pt x="8382" y="1524"/>
                  </a:lnTo>
                  <a:lnTo>
                    <a:pt x="4572" y="0"/>
                  </a:lnTo>
                  <a:lnTo>
                    <a:pt x="1524" y="1524"/>
                  </a:lnTo>
                  <a:lnTo>
                    <a:pt x="0" y="5334"/>
                  </a:lnTo>
                  <a:lnTo>
                    <a:pt x="1524" y="8382"/>
                  </a:lnTo>
                  <a:lnTo>
                    <a:pt x="936446" y="870864"/>
                  </a:lnTo>
                  <a:lnTo>
                    <a:pt x="942702" y="864148"/>
                  </a:lnTo>
                  <a:close/>
                </a:path>
                <a:path w="995679" h="919479">
                  <a:moveTo>
                    <a:pt x="953262" y="906829"/>
                  </a:moveTo>
                  <a:lnTo>
                    <a:pt x="953262" y="876300"/>
                  </a:lnTo>
                  <a:lnTo>
                    <a:pt x="952500" y="879348"/>
                  </a:lnTo>
                  <a:lnTo>
                    <a:pt x="948690" y="880872"/>
                  </a:lnTo>
                  <a:lnTo>
                    <a:pt x="945642" y="879348"/>
                  </a:lnTo>
                  <a:lnTo>
                    <a:pt x="936446" y="870864"/>
                  </a:lnTo>
                  <a:lnTo>
                    <a:pt x="913638" y="895350"/>
                  </a:lnTo>
                  <a:lnTo>
                    <a:pt x="953262" y="906829"/>
                  </a:lnTo>
                  <a:close/>
                </a:path>
                <a:path w="995679" h="919479">
                  <a:moveTo>
                    <a:pt x="953262" y="876300"/>
                  </a:moveTo>
                  <a:lnTo>
                    <a:pt x="951738" y="872490"/>
                  </a:lnTo>
                  <a:lnTo>
                    <a:pt x="942702" y="864148"/>
                  </a:lnTo>
                  <a:lnTo>
                    <a:pt x="936446" y="870864"/>
                  </a:lnTo>
                  <a:lnTo>
                    <a:pt x="945642" y="879348"/>
                  </a:lnTo>
                  <a:lnTo>
                    <a:pt x="948690" y="880872"/>
                  </a:lnTo>
                  <a:lnTo>
                    <a:pt x="952500" y="879348"/>
                  </a:lnTo>
                  <a:lnTo>
                    <a:pt x="953262" y="876300"/>
                  </a:lnTo>
                  <a:close/>
                </a:path>
                <a:path w="995679" h="919479">
                  <a:moveTo>
                    <a:pt x="995172" y="918972"/>
                  </a:moveTo>
                  <a:lnTo>
                    <a:pt x="965454" y="839724"/>
                  </a:lnTo>
                  <a:lnTo>
                    <a:pt x="942702" y="864148"/>
                  </a:lnTo>
                  <a:lnTo>
                    <a:pt x="951738" y="872490"/>
                  </a:lnTo>
                  <a:lnTo>
                    <a:pt x="953262" y="876300"/>
                  </a:lnTo>
                  <a:lnTo>
                    <a:pt x="953262" y="906829"/>
                  </a:lnTo>
                  <a:lnTo>
                    <a:pt x="995172" y="918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0" name="object 140">
              <a:extLst>
                <a:ext uri="{FF2B5EF4-FFF2-40B4-BE49-F238E27FC236}">
                  <a16:creationId xmlns:a16="http://schemas.microsoft.com/office/drawing/2014/main" id="{85674088-51D7-0AB7-89AA-4FE60998731C}"/>
                </a:ext>
              </a:extLst>
            </p:cNvPr>
            <p:cNvSpPr/>
            <p:nvPr/>
          </p:nvSpPr>
          <p:spPr>
            <a:xfrm>
              <a:off x="1027061" y="4713744"/>
              <a:ext cx="8891905" cy="1518285"/>
            </a:xfrm>
            <a:custGeom>
              <a:avLst/>
              <a:gdLst/>
              <a:ahLst/>
              <a:cxnLst/>
              <a:rect l="l" t="t" r="r" b="b"/>
              <a:pathLst>
                <a:path w="8891905" h="1518285">
                  <a:moveTo>
                    <a:pt x="152400" y="1505712"/>
                  </a:moveTo>
                  <a:lnTo>
                    <a:pt x="0" y="1504950"/>
                  </a:lnTo>
                  <a:lnTo>
                    <a:pt x="0" y="1517904"/>
                  </a:lnTo>
                  <a:lnTo>
                    <a:pt x="152400" y="1517904"/>
                  </a:lnTo>
                  <a:lnTo>
                    <a:pt x="152400" y="1505712"/>
                  </a:lnTo>
                  <a:close/>
                </a:path>
                <a:path w="8891905" h="1518285">
                  <a:moveTo>
                    <a:pt x="152400" y="1479804"/>
                  </a:moveTo>
                  <a:lnTo>
                    <a:pt x="0" y="1479804"/>
                  </a:lnTo>
                  <a:lnTo>
                    <a:pt x="0" y="1491996"/>
                  </a:lnTo>
                  <a:lnTo>
                    <a:pt x="152400" y="1492758"/>
                  </a:lnTo>
                  <a:lnTo>
                    <a:pt x="152400" y="1479804"/>
                  </a:lnTo>
                  <a:close/>
                </a:path>
                <a:path w="8891905" h="1518285">
                  <a:moveTo>
                    <a:pt x="166878" y="25908"/>
                  </a:moveTo>
                  <a:lnTo>
                    <a:pt x="14478" y="25146"/>
                  </a:lnTo>
                  <a:lnTo>
                    <a:pt x="14478" y="38100"/>
                  </a:lnTo>
                  <a:lnTo>
                    <a:pt x="166878" y="38862"/>
                  </a:lnTo>
                  <a:lnTo>
                    <a:pt x="166878" y="25908"/>
                  </a:lnTo>
                  <a:close/>
                </a:path>
                <a:path w="8891905" h="1518285">
                  <a:moveTo>
                    <a:pt x="166878" y="762"/>
                  </a:moveTo>
                  <a:lnTo>
                    <a:pt x="14478" y="0"/>
                  </a:lnTo>
                  <a:lnTo>
                    <a:pt x="14478" y="12954"/>
                  </a:lnTo>
                  <a:lnTo>
                    <a:pt x="166878" y="12954"/>
                  </a:lnTo>
                  <a:lnTo>
                    <a:pt x="166878" y="762"/>
                  </a:lnTo>
                  <a:close/>
                </a:path>
                <a:path w="8891905" h="1518285">
                  <a:moveTo>
                    <a:pt x="419100" y="1481328"/>
                  </a:moveTo>
                  <a:lnTo>
                    <a:pt x="266700" y="1480566"/>
                  </a:lnTo>
                  <a:lnTo>
                    <a:pt x="266700" y="1493520"/>
                  </a:lnTo>
                  <a:lnTo>
                    <a:pt x="419100" y="1493520"/>
                  </a:lnTo>
                  <a:lnTo>
                    <a:pt x="419100" y="1481328"/>
                  </a:lnTo>
                  <a:close/>
                </a:path>
                <a:path w="8891905" h="1518285">
                  <a:moveTo>
                    <a:pt x="433578" y="26670"/>
                  </a:moveTo>
                  <a:lnTo>
                    <a:pt x="281178" y="26670"/>
                  </a:lnTo>
                  <a:lnTo>
                    <a:pt x="281178" y="38862"/>
                  </a:lnTo>
                  <a:lnTo>
                    <a:pt x="433578" y="39624"/>
                  </a:lnTo>
                  <a:lnTo>
                    <a:pt x="433578" y="26670"/>
                  </a:lnTo>
                  <a:close/>
                </a:path>
                <a:path w="8891905" h="1518285">
                  <a:moveTo>
                    <a:pt x="433578" y="1524"/>
                  </a:moveTo>
                  <a:lnTo>
                    <a:pt x="281178" y="762"/>
                  </a:lnTo>
                  <a:lnTo>
                    <a:pt x="281178" y="13716"/>
                  </a:lnTo>
                  <a:lnTo>
                    <a:pt x="433578" y="14478"/>
                  </a:lnTo>
                  <a:lnTo>
                    <a:pt x="433578" y="1524"/>
                  </a:lnTo>
                  <a:close/>
                </a:path>
                <a:path w="8891905" h="1518285">
                  <a:moveTo>
                    <a:pt x="700278" y="27432"/>
                  </a:moveTo>
                  <a:lnTo>
                    <a:pt x="547878" y="27432"/>
                  </a:lnTo>
                  <a:lnTo>
                    <a:pt x="547878" y="39624"/>
                  </a:lnTo>
                  <a:lnTo>
                    <a:pt x="700278" y="40386"/>
                  </a:lnTo>
                  <a:lnTo>
                    <a:pt x="700278" y="27432"/>
                  </a:lnTo>
                  <a:close/>
                </a:path>
                <a:path w="8891905" h="1518285">
                  <a:moveTo>
                    <a:pt x="700278" y="2286"/>
                  </a:moveTo>
                  <a:lnTo>
                    <a:pt x="547878" y="1524"/>
                  </a:lnTo>
                  <a:lnTo>
                    <a:pt x="547878" y="14478"/>
                  </a:lnTo>
                  <a:lnTo>
                    <a:pt x="700278" y="15240"/>
                  </a:lnTo>
                  <a:lnTo>
                    <a:pt x="700278" y="2286"/>
                  </a:lnTo>
                  <a:close/>
                </a:path>
                <a:path w="8891905" h="1518285">
                  <a:moveTo>
                    <a:pt x="966978" y="28194"/>
                  </a:moveTo>
                  <a:lnTo>
                    <a:pt x="814578" y="28194"/>
                  </a:lnTo>
                  <a:lnTo>
                    <a:pt x="814578" y="40386"/>
                  </a:lnTo>
                  <a:lnTo>
                    <a:pt x="966978" y="41148"/>
                  </a:lnTo>
                  <a:lnTo>
                    <a:pt x="966978" y="28194"/>
                  </a:lnTo>
                  <a:close/>
                </a:path>
                <a:path w="8891905" h="1518285">
                  <a:moveTo>
                    <a:pt x="966978" y="3048"/>
                  </a:moveTo>
                  <a:lnTo>
                    <a:pt x="814578" y="2286"/>
                  </a:lnTo>
                  <a:lnTo>
                    <a:pt x="814578" y="15240"/>
                  </a:lnTo>
                  <a:lnTo>
                    <a:pt x="966978" y="16002"/>
                  </a:lnTo>
                  <a:lnTo>
                    <a:pt x="966978" y="3048"/>
                  </a:lnTo>
                  <a:close/>
                </a:path>
                <a:path w="8891905" h="1518285">
                  <a:moveTo>
                    <a:pt x="1233678" y="28956"/>
                  </a:moveTo>
                  <a:lnTo>
                    <a:pt x="1081278" y="28956"/>
                  </a:lnTo>
                  <a:lnTo>
                    <a:pt x="1081278" y="41910"/>
                  </a:lnTo>
                  <a:lnTo>
                    <a:pt x="1233678" y="41910"/>
                  </a:lnTo>
                  <a:lnTo>
                    <a:pt x="1233678" y="28956"/>
                  </a:lnTo>
                  <a:close/>
                </a:path>
                <a:path w="8891905" h="1518285">
                  <a:moveTo>
                    <a:pt x="1233678" y="3810"/>
                  </a:moveTo>
                  <a:lnTo>
                    <a:pt x="1081278" y="3810"/>
                  </a:lnTo>
                  <a:lnTo>
                    <a:pt x="1081278" y="16002"/>
                  </a:lnTo>
                  <a:lnTo>
                    <a:pt x="1233678" y="16764"/>
                  </a:lnTo>
                  <a:lnTo>
                    <a:pt x="1233678" y="3810"/>
                  </a:lnTo>
                  <a:close/>
                </a:path>
                <a:path w="8891905" h="1518285">
                  <a:moveTo>
                    <a:pt x="1500378" y="30480"/>
                  </a:moveTo>
                  <a:lnTo>
                    <a:pt x="1347978" y="29718"/>
                  </a:lnTo>
                  <a:lnTo>
                    <a:pt x="1347978" y="42672"/>
                  </a:lnTo>
                  <a:lnTo>
                    <a:pt x="1500378" y="42672"/>
                  </a:lnTo>
                  <a:lnTo>
                    <a:pt x="1500378" y="30480"/>
                  </a:lnTo>
                  <a:close/>
                </a:path>
                <a:path w="8891905" h="1518285">
                  <a:moveTo>
                    <a:pt x="1500378" y="4572"/>
                  </a:moveTo>
                  <a:lnTo>
                    <a:pt x="1347978" y="4572"/>
                  </a:lnTo>
                  <a:lnTo>
                    <a:pt x="1347978" y="16764"/>
                  </a:lnTo>
                  <a:lnTo>
                    <a:pt x="1500378" y="17526"/>
                  </a:lnTo>
                  <a:lnTo>
                    <a:pt x="1500378" y="4572"/>
                  </a:lnTo>
                  <a:close/>
                </a:path>
                <a:path w="8891905" h="1518285">
                  <a:moveTo>
                    <a:pt x="1767078" y="31242"/>
                  </a:moveTo>
                  <a:lnTo>
                    <a:pt x="1614678" y="30480"/>
                  </a:lnTo>
                  <a:lnTo>
                    <a:pt x="1614678" y="43434"/>
                  </a:lnTo>
                  <a:lnTo>
                    <a:pt x="1767078" y="43434"/>
                  </a:lnTo>
                  <a:lnTo>
                    <a:pt x="1767078" y="31242"/>
                  </a:lnTo>
                  <a:close/>
                </a:path>
                <a:path w="8891905" h="1518285">
                  <a:moveTo>
                    <a:pt x="1767078" y="5334"/>
                  </a:moveTo>
                  <a:lnTo>
                    <a:pt x="1614678" y="5334"/>
                  </a:lnTo>
                  <a:lnTo>
                    <a:pt x="1614678" y="17526"/>
                  </a:lnTo>
                  <a:lnTo>
                    <a:pt x="1767078" y="18288"/>
                  </a:lnTo>
                  <a:lnTo>
                    <a:pt x="1767078" y="5334"/>
                  </a:lnTo>
                  <a:close/>
                </a:path>
                <a:path w="8891905" h="1518285">
                  <a:moveTo>
                    <a:pt x="2033778" y="32004"/>
                  </a:moveTo>
                  <a:lnTo>
                    <a:pt x="1881378" y="31242"/>
                  </a:lnTo>
                  <a:lnTo>
                    <a:pt x="1881378" y="44196"/>
                  </a:lnTo>
                  <a:lnTo>
                    <a:pt x="2033778" y="44196"/>
                  </a:lnTo>
                  <a:lnTo>
                    <a:pt x="2033778" y="32004"/>
                  </a:lnTo>
                  <a:close/>
                </a:path>
                <a:path w="8891905" h="1518285">
                  <a:moveTo>
                    <a:pt x="2033778" y="6096"/>
                  </a:moveTo>
                  <a:lnTo>
                    <a:pt x="1881378" y="6096"/>
                  </a:lnTo>
                  <a:lnTo>
                    <a:pt x="1881378" y="18288"/>
                  </a:lnTo>
                  <a:lnTo>
                    <a:pt x="2033778" y="19050"/>
                  </a:lnTo>
                  <a:lnTo>
                    <a:pt x="2033778" y="6096"/>
                  </a:lnTo>
                  <a:close/>
                </a:path>
                <a:path w="8891905" h="1518285">
                  <a:moveTo>
                    <a:pt x="2300478" y="32766"/>
                  </a:moveTo>
                  <a:lnTo>
                    <a:pt x="2148078" y="32004"/>
                  </a:lnTo>
                  <a:lnTo>
                    <a:pt x="2148078" y="44958"/>
                  </a:lnTo>
                  <a:lnTo>
                    <a:pt x="2300478" y="45720"/>
                  </a:lnTo>
                  <a:lnTo>
                    <a:pt x="2300478" y="32766"/>
                  </a:lnTo>
                  <a:close/>
                </a:path>
                <a:path w="8891905" h="1518285">
                  <a:moveTo>
                    <a:pt x="2300478" y="7620"/>
                  </a:moveTo>
                  <a:lnTo>
                    <a:pt x="2148078" y="6858"/>
                  </a:lnTo>
                  <a:lnTo>
                    <a:pt x="2148078" y="19812"/>
                  </a:lnTo>
                  <a:lnTo>
                    <a:pt x="2300478" y="19812"/>
                  </a:lnTo>
                  <a:lnTo>
                    <a:pt x="2300478" y="7620"/>
                  </a:lnTo>
                  <a:close/>
                </a:path>
                <a:path w="8891905" h="1518285">
                  <a:moveTo>
                    <a:pt x="2567178" y="33528"/>
                  </a:moveTo>
                  <a:lnTo>
                    <a:pt x="2414778" y="32766"/>
                  </a:lnTo>
                  <a:lnTo>
                    <a:pt x="2414778" y="45720"/>
                  </a:lnTo>
                  <a:lnTo>
                    <a:pt x="2567178" y="46482"/>
                  </a:lnTo>
                  <a:lnTo>
                    <a:pt x="2567178" y="33528"/>
                  </a:lnTo>
                  <a:close/>
                </a:path>
                <a:path w="8891905" h="1518285">
                  <a:moveTo>
                    <a:pt x="2567178" y="8382"/>
                  </a:moveTo>
                  <a:lnTo>
                    <a:pt x="2414778" y="7620"/>
                  </a:lnTo>
                  <a:lnTo>
                    <a:pt x="2414778" y="20574"/>
                  </a:lnTo>
                  <a:lnTo>
                    <a:pt x="2567178" y="20574"/>
                  </a:lnTo>
                  <a:lnTo>
                    <a:pt x="2567178" y="8382"/>
                  </a:lnTo>
                  <a:close/>
                </a:path>
                <a:path w="8891905" h="1518285">
                  <a:moveTo>
                    <a:pt x="2833878" y="34290"/>
                  </a:moveTo>
                  <a:lnTo>
                    <a:pt x="2681478" y="33528"/>
                  </a:lnTo>
                  <a:lnTo>
                    <a:pt x="2681478" y="46482"/>
                  </a:lnTo>
                  <a:lnTo>
                    <a:pt x="2833878" y="47244"/>
                  </a:lnTo>
                  <a:lnTo>
                    <a:pt x="2833878" y="34290"/>
                  </a:lnTo>
                  <a:close/>
                </a:path>
                <a:path w="8891905" h="1518285">
                  <a:moveTo>
                    <a:pt x="2833878" y="9144"/>
                  </a:moveTo>
                  <a:lnTo>
                    <a:pt x="2681478" y="8382"/>
                  </a:lnTo>
                  <a:lnTo>
                    <a:pt x="2681478" y="21336"/>
                  </a:lnTo>
                  <a:lnTo>
                    <a:pt x="2833878" y="21336"/>
                  </a:lnTo>
                  <a:lnTo>
                    <a:pt x="2833878" y="9144"/>
                  </a:lnTo>
                  <a:close/>
                </a:path>
                <a:path w="8891905" h="1518285">
                  <a:moveTo>
                    <a:pt x="3100578" y="35052"/>
                  </a:moveTo>
                  <a:lnTo>
                    <a:pt x="2948178" y="35052"/>
                  </a:lnTo>
                  <a:lnTo>
                    <a:pt x="2948178" y="47244"/>
                  </a:lnTo>
                  <a:lnTo>
                    <a:pt x="3100578" y="48006"/>
                  </a:lnTo>
                  <a:lnTo>
                    <a:pt x="3100578" y="35052"/>
                  </a:lnTo>
                  <a:close/>
                </a:path>
                <a:path w="8891905" h="1518285">
                  <a:moveTo>
                    <a:pt x="3100578" y="9906"/>
                  </a:moveTo>
                  <a:lnTo>
                    <a:pt x="2948178" y="9144"/>
                  </a:lnTo>
                  <a:lnTo>
                    <a:pt x="2948178" y="22098"/>
                  </a:lnTo>
                  <a:lnTo>
                    <a:pt x="3100578" y="22098"/>
                  </a:lnTo>
                  <a:lnTo>
                    <a:pt x="3100578" y="9906"/>
                  </a:lnTo>
                  <a:close/>
                </a:path>
                <a:path w="8891905" h="1518285">
                  <a:moveTo>
                    <a:pt x="3367278" y="35814"/>
                  </a:moveTo>
                  <a:lnTo>
                    <a:pt x="3214878" y="35814"/>
                  </a:lnTo>
                  <a:lnTo>
                    <a:pt x="3214878" y="48006"/>
                  </a:lnTo>
                  <a:lnTo>
                    <a:pt x="3367278" y="48768"/>
                  </a:lnTo>
                  <a:lnTo>
                    <a:pt x="3367278" y="35814"/>
                  </a:lnTo>
                  <a:close/>
                </a:path>
                <a:path w="8891905" h="1518285">
                  <a:moveTo>
                    <a:pt x="3367278" y="10668"/>
                  </a:moveTo>
                  <a:lnTo>
                    <a:pt x="3214878" y="9906"/>
                  </a:lnTo>
                  <a:lnTo>
                    <a:pt x="3214878" y="22860"/>
                  </a:lnTo>
                  <a:lnTo>
                    <a:pt x="3367278" y="23622"/>
                  </a:lnTo>
                  <a:lnTo>
                    <a:pt x="3367278" y="10668"/>
                  </a:lnTo>
                  <a:close/>
                </a:path>
                <a:path w="8891905" h="1518285">
                  <a:moveTo>
                    <a:pt x="3633978" y="36576"/>
                  </a:moveTo>
                  <a:lnTo>
                    <a:pt x="3481578" y="36576"/>
                  </a:lnTo>
                  <a:lnTo>
                    <a:pt x="3481578" y="48768"/>
                  </a:lnTo>
                  <a:lnTo>
                    <a:pt x="3633978" y="49530"/>
                  </a:lnTo>
                  <a:lnTo>
                    <a:pt x="3633978" y="36576"/>
                  </a:lnTo>
                  <a:close/>
                </a:path>
                <a:path w="8891905" h="1518285">
                  <a:moveTo>
                    <a:pt x="3633978" y="11430"/>
                  </a:moveTo>
                  <a:lnTo>
                    <a:pt x="3481578" y="10668"/>
                  </a:lnTo>
                  <a:lnTo>
                    <a:pt x="3481578" y="23622"/>
                  </a:lnTo>
                  <a:lnTo>
                    <a:pt x="3633978" y="24384"/>
                  </a:lnTo>
                  <a:lnTo>
                    <a:pt x="3633978" y="11430"/>
                  </a:lnTo>
                  <a:close/>
                </a:path>
                <a:path w="8891905" h="1518285">
                  <a:moveTo>
                    <a:pt x="3900678" y="37338"/>
                  </a:moveTo>
                  <a:lnTo>
                    <a:pt x="3748278" y="37338"/>
                  </a:lnTo>
                  <a:lnTo>
                    <a:pt x="3748278" y="49530"/>
                  </a:lnTo>
                  <a:lnTo>
                    <a:pt x="3900678" y="50292"/>
                  </a:lnTo>
                  <a:lnTo>
                    <a:pt x="3900678" y="37338"/>
                  </a:lnTo>
                  <a:close/>
                </a:path>
                <a:path w="8891905" h="1518285">
                  <a:moveTo>
                    <a:pt x="3900678" y="12192"/>
                  </a:moveTo>
                  <a:lnTo>
                    <a:pt x="3748278" y="11430"/>
                  </a:lnTo>
                  <a:lnTo>
                    <a:pt x="3748278" y="24384"/>
                  </a:lnTo>
                  <a:lnTo>
                    <a:pt x="3900678" y="25146"/>
                  </a:lnTo>
                  <a:lnTo>
                    <a:pt x="3900678" y="12192"/>
                  </a:lnTo>
                  <a:close/>
                </a:path>
                <a:path w="8891905" h="1518285">
                  <a:moveTo>
                    <a:pt x="4167378" y="38862"/>
                  </a:moveTo>
                  <a:lnTo>
                    <a:pt x="4014978" y="38100"/>
                  </a:lnTo>
                  <a:lnTo>
                    <a:pt x="4014978" y="51054"/>
                  </a:lnTo>
                  <a:lnTo>
                    <a:pt x="4167378" y="51054"/>
                  </a:lnTo>
                  <a:lnTo>
                    <a:pt x="4167378" y="38862"/>
                  </a:lnTo>
                  <a:close/>
                </a:path>
                <a:path w="8891905" h="1518285">
                  <a:moveTo>
                    <a:pt x="4167378" y="12954"/>
                  </a:moveTo>
                  <a:lnTo>
                    <a:pt x="4014978" y="12954"/>
                  </a:lnTo>
                  <a:lnTo>
                    <a:pt x="4014978" y="25146"/>
                  </a:lnTo>
                  <a:lnTo>
                    <a:pt x="4167378" y="25908"/>
                  </a:lnTo>
                  <a:lnTo>
                    <a:pt x="4167378" y="12954"/>
                  </a:lnTo>
                  <a:close/>
                </a:path>
                <a:path w="8891905" h="1518285">
                  <a:moveTo>
                    <a:pt x="4434078" y="39624"/>
                  </a:moveTo>
                  <a:lnTo>
                    <a:pt x="4281678" y="38862"/>
                  </a:lnTo>
                  <a:lnTo>
                    <a:pt x="4281678" y="51816"/>
                  </a:lnTo>
                  <a:lnTo>
                    <a:pt x="4434078" y="51816"/>
                  </a:lnTo>
                  <a:lnTo>
                    <a:pt x="4434078" y="39624"/>
                  </a:lnTo>
                  <a:close/>
                </a:path>
                <a:path w="8891905" h="1518285">
                  <a:moveTo>
                    <a:pt x="4434078" y="13716"/>
                  </a:moveTo>
                  <a:lnTo>
                    <a:pt x="4281678" y="13716"/>
                  </a:lnTo>
                  <a:lnTo>
                    <a:pt x="4281678" y="25908"/>
                  </a:lnTo>
                  <a:lnTo>
                    <a:pt x="4434078" y="26670"/>
                  </a:lnTo>
                  <a:lnTo>
                    <a:pt x="4434078" y="13716"/>
                  </a:lnTo>
                  <a:close/>
                </a:path>
                <a:path w="8891905" h="1518285">
                  <a:moveTo>
                    <a:pt x="4700778" y="40386"/>
                  </a:moveTo>
                  <a:lnTo>
                    <a:pt x="4548378" y="39624"/>
                  </a:lnTo>
                  <a:lnTo>
                    <a:pt x="4548378" y="52578"/>
                  </a:lnTo>
                  <a:lnTo>
                    <a:pt x="4700778" y="52578"/>
                  </a:lnTo>
                  <a:lnTo>
                    <a:pt x="4700778" y="40386"/>
                  </a:lnTo>
                  <a:close/>
                </a:path>
                <a:path w="8891905" h="1518285">
                  <a:moveTo>
                    <a:pt x="4700778" y="14478"/>
                  </a:moveTo>
                  <a:lnTo>
                    <a:pt x="4548378" y="14478"/>
                  </a:lnTo>
                  <a:lnTo>
                    <a:pt x="4548378" y="26670"/>
                  </a:lnTo>
                  <a:lnTo>
                    <a:pt x="4700778" y="27432"/>
                  </a:lnTo>
                  <a:lnTo>
                    <a:pt x="4700778" y="14478"/>
                  </a:lnTo>
                  <a:close/>
                </a:path>
                <a:path w="8891905" h="1518285">
                  <a:moveTo>
                    <a:pt x="4967478" y="41148"/>
                  </a:moveTo>
                  <a:lnTo>
                    <a:pt x="4815078" y="40386"/>
                  </a:lnTo>
                  <a:lnTo>
                    <a:pt x="4815078" y="53340"/>
                  </a:lnTo>
                  <a:lnTo>
                    <a:pt x="4967478" y="53340"/>
                  </a:lnTo>
                  <a:lnTo>
                    <a:pt x="4967478" y="41148"/>
                  </a:lnTo>
                  <a:close/>
                </a:path>
                <a:path w="8891905" h="1518285">
                  <a:moveTo>
                    <a:pt x="4967478" y="15240"/>
                  </a:moveTo>
                  <a:lnTo>
                    <a:pt x="4815078" y="15240"/>
                  </a:lnTo>
                  <a:lnTo>
                    <a:pt x="4815078" y="27432"/>
                  </a:lnTo>
                  <a:lnTo>
                    <a:pt x="4967478" y="28194"/>
                  </a:lnTo>
                  <a:lnTo>
                    <a:pt x="4967478" y="15240"/>
                  </a:lnTo>
                  <a:close/>
                </a:path>
                <a:path w="8891905" h="1518285">
                  <a:moveTo>
                    <a:pt x="5234178" y="41910"/>
                  </a:moveTo>
                  <a:lnTo>
                    <a:pt x="5081778" y="41148"/>
                  </a:lnTo>
                  <a:lnTo>
                    <a:pt x="5081778" y="54102"/>
                  </a:lnTo>
                  <a:lnTo>
                    <a:pt x="5234178" y="54864"/>
                  </a:lnTo>
                  <a:lnTo>
                    <a:pt x="5234178" y="41910"/>
                  </a:lnTo>
                  <a:close/>
                </a:path>
                <a:path w="8891905" h="1518285">
                  <a:moveTo>
                    <a:pt x="5234178" y="16764"/>
                  </a:moveTo>
                  <a:lnTo>
                    <a:pt x="5081778" y="16002"/>
                  </a:lnTo>
                  <a:lnTo>
                    <a:pt x="5081778" y="28956"/>
                  </a:lnTo>
                  <a:lnTo>
                    <a:pt x="5234178" y="28956"/>
                  </a:lnTo>
                  <a:lnTo>
                    <a:pt x="5234178" y="16764"/>
                  </a:lnTo>
                  <a:close/>
                </a:path>
                <a:path w="8891905" h="1518285">
                  <a:moveTo>
                    <a:pt x="5500878" y="42672"/>
                  </a:moveTo>
                  <a:lnTo>
                    <a:pt x="5348478" y="41910"/>
                  </a:lnTo>
                  <a:lnTo>
                    <a:pt x="5348478" y="54864"/>
                  </a:lnTo>
                  <a:lnTo>
                    <a:pt x="5500878" y="55626"/>
                  </a:lnTo>
                  <a:lnTo>
                    <a:pt x="5500878" y="42672"/>
                  </a:lnTo>
                  <a:close/>
                </a:path>
                <a:path w="8891905" h="1518285">
                  <a:moveTo>
                    <a:pt x="5500878" y="17526"/>
                  </a:moveTo>
                  <a:lnTo>
                    <a:pt x="5348478" y="16764"/>
                  </a:lnTo>
                  <a:lnTo>
                    <a:pt x="5348478" y="29718"/>
                  </a:lnTo>
                  <a:lnTo>
                    <a:pt x="5500878" y="29718"/>
                  </a:lnTo>
                  <a:lnTo>
                    <a:pt x="5500878" y="17526"/>
                  </a:lnTo>
                  <a:close/>
                </a:path>
                <a:path w="8891905" h="1518285">
                  <a:moveTo>
                    <a:pt x="5767578" y="43434"/>
                  </a:moveTo>
                  <a:lnTo>
                    <a:pt x="5615178" y="42672"/>
                  </a:lnTo>
                  <a:lnTo>
                    <a:pt x="5615178" y="55626"/>
                  </a:lnTo>
                  <a:lnTo>
                    <a:pt x="5767578" y="56388"/>
                  </a:lnTo>
                  <a:lnTo>
                    <a:pt x="5767578" y="43434"/>
                  </a:lnTo>
                  <a:close/>
                </a:path>
                <a:path w="8891905" h="1518285">
                  <a:moveTo>
                    <a:pt x="5767578" y="18288"/>
                  </a:moveTo>
                  <a:lnTo>
                    <a:pt x="5615178" y="17526"/>
                  </a:lnTo>
                  <a:lnTo>
                    <a:pt x="5615178" y="30480"/>
                  </a:lnTo>
                  <a:lnTo>
                    <a:pt x="5767578" y="30480"/>
                  </a:lnTo>
                  <a:lnTo>
                    <a:pt x="5767578" y="18288"/>
                  </a:lnTo>
                  <a:close/>
                </a:path>
                <a:path w="8891905" h="1518285">
                  <a:moveTo>
                    <a:pt x="6034278" y="44196"/>
                  </a:moveTo>
                  <a:lnTo>
                    <a:pt x="5881878" y="44196"/>
                  </a:lnTo>
                  <a:lnTo>
                    <a:pt x="5881878" y="56388"/>
                  </a:lnTo>
                  <a:lnTo>
                    <a:pt x="6034278" y="57150"/>
                  </a:lnTo>
                  <a:lnTo>
                    <a:pt x="6034278" y="44196"/>
                  </a:lnTo>
                  <a:close/>
                </a:path>
                <a:path w="8891905" h="1518285">
                  <a:moveTo>
                    <a:pt x="6034278" y="19050"/>
                  </a:moveTo>
                  <a:lnTo>
                    <a:pt x="5881878" y="18288"/>
                  </a:lnTo>
                  <a:lnTo>
                    <a:pt x="5881878" y="31242"/>
                  </a:lnTo>
                  <a:lnTo>
                    <a:pt x="6034278" y="31242"/>
                  </a:lnTo>
                  <a:lnTo>
                    <a:pt x="6034278" y="19050"/>
                  </a:lnTo>
                  <a:close/>
                </a:path>
                <a:path w="8891905" h="1518285">
                  <a:moveTo>
                    <a:pt x="6300978" y="44958"/>
                  </a:moveTo>
                  <a:lnTo>
                    <a:pt x="6148578" y="44958"/>
                  </a:lnTo>
                  <a:lnTo>
                    <a:pt x="6148578" y="57150"/>
                  </a:lnTo>
                  <a:lnTo>
                    <a:pt x="6300978" y="57912"/>
                  </a:lnTo>
                  <a:lnTo>
                    <a:pt x="6300978" y="44958"/>
                  </a:lnTo>
                  <a:close/>
                </a:path>
                <a:path w="8891905" h="1518285">
                  <a:moveTo>
                    <a:pt x="6300978" y="19812"/>
                  </a:moveTo>
                  <a:lnTo>
                    <a:pt x="6148578" y="19050"/>
                  </a:lnTo>
                  <a:lnTo>
                    <a:pt x="6148578" y="32004"/>
                  </a:lnTo>
                  <a:lnTo>
                    <a:pt x="6300978" y="32766"/>
                  </a:lnTo>
                  <a:lnTo>
                    <a:pt x="6300978" y="19812"/>
                  </a:lnTo>
                  <a:close/>
                </a:path>
                <a:path w="8891905" h="1518285">
                  <a:moveTo>
                    <a:pt x="6567678" y="45720"/>
                  </a:moveTo>
                  <a:lnTo>
                    <a:pt x="6415278" y="45720"/>
                  </a:lnTo>
                  <a:lnTo>
                    <a:pt x="6415278" y="57912"/>
                  </a:lnTo>
                  <a:lnTo>
                    <a:pt x="6567678" y="58674"/>
                  </a:lnTo>
                  <a:lnTo>
                    <a:pt x="6567678" y="45720"/>
                  </a:lnTo>
                  <a:close/>
                </a:path>
                <a:path w="8891905" h="1518285">
                  <a:moveTo>
                    <a:pt x="6567678" y="20574"/>
                  </a:moveTo>
                  <a:lnTo>
                    <a:pt x="6415278" y="19812"/>
                  </a:lnTo>
                  <a:lnTo>
                    <a:pt x="6415278" y="32766"/>
                  </a:lnTo>
                  <a:lnTo>
                    <a:pt x="6567678" y="33528"/>
                  </a:lnTo>
                  <a:lnTo>
                    <a:pt x="6567678" y="20574"/>
                  </a:lnTo>
                  <a:close/>
                </a:path>
                <a:path w="8891905" h="1518285">
                  <a:moveTo>
                    <a:pt x="6834378" y="46482"/>
                  </a:moveTo>
                  <a:lnTo>
                    <a:pt x="6681978" y="46482"/>
                  </a:lnTo>
                  <a:lnTo>
                    <a:pt x="6681978" y="58674"/>
                  </a:lnTo>
                  <a:lnTo>
                    <a:pt x="6834378" y="59436"/>
                  </a:lnTo>
                  <a:lnTo>
                    <a:pt x="6834378" y="46482"/>
                  </a:lnTo>
                  <a:close/>
                </a:path>
                <a:path w="8891905" h="1518285">
                  <a:moveTo>
                    <a:pt x="6834378" y="21336"/>
                  </a:moveTo>
                  <a:lnTo>
                    <a:pt x="6681978" y="20574"/>
                  </a:lnTo>
                  <a:lnTo>
                    <a:pt x="6681978" y="33528"/>
                  </a:lnTo>
                  <a:lnTo>
                    <a:pt x="6834378" y="34290"/>
                  </a:lnTo>
                  <a:lnTo>
                    <a:pt x="6834378" y="21336"/>
                  </a:lnTo>
                  <a:close/>
                </a:path>
                <a:path w="8891905" h="1518285">
                  <a:moveTo>
                    <a:pt x="7101078" y="48006"/>
                  </a:moveTo>
                  <a:lnTo>
                    <a:pt x="6948678" y="47244"/>
                  </a:lnTo>
                  <a:lnTo>
                    <a:pt x="6948678" y="60198"/>
                  </a:lnTo>
                  <a:lnTo>
                    <a:pt x="7101078" y="60198"/>
                  </a:lnTo>
                  <a:lnTo>
                    <a:pt x="7101078" y="48006"/>
                  </a:lnTo>
                  <a:close/>
                </a:path>
                <a:path w="8891905" h="1518285">
                  <a:moveTo>
                    <a:pt x="7101078" y="22098"/>
                  </a:moveTo>
                  <a:lnTo>
                    <a:pt x="6948678" y="22098"/>
                  </a:lnTo>
                  <a:lnTo>
                    <a:pt x="6948678" y="34290"/>
                  </a:lnTo>
                  <a:lnTo>
                    <a:pt x="7101078" y="35052"/>
                  </a:lnTo>
                  <a:lnTo>
                    <a:pt x="7101078" y="22098"/>
                  </a:lnTo>
                  <a:close/>
                </a:path>
                <a:path w="8891905" h="1518285">
                  <a:moveTo>
                    <a:pt x="7367778" y="48768"/>
                  </a:moveTo>
                  <a:lnTo>
                    <a:pt x="7215378" y="48006"/>
                  </a:lnTo>
                  <a:lnTo>
                    <a:pt x="7215378" y="60960"/>
                  </a:lnTo>
                  <a:lnTo>
                    <a:pt x="7367778" y="60960"/>
                  </a:lnTo>
                  <a:lnTo>
                    <a:pt x="7367778" y="48768"/>
                  </a:lnTo>
                  <a:close/>
                </a:path>
                <a:path w="8891905" h="1518285">
                  <a:moveTo>
                    <a:pt x="7367778" y="22860"/>
                  </a:moveTo>
                  <a:lnTo>
                    <a:pt x="7215378" y="22860"/>
                  </a:lnTo>
                  <a:lnTo>
                    <a:pt x="7215378" y="35052"/>
                  </a:lnTo>
                  <a:lnTo>
                    <a:pt x="7367778" y="35814"/>
                  </a:lnTo>
                  <a:lnTo>
                    <a:pt x="7367778" y="22860"/>
                  </a:lnTo>
                  <a:close/>
                </a:path>
                <a:path w="8891905" h="1518285">
                  <a:moveTo>
                    <a:pt x="7634478" y="49530"/>
                  </a:moveTo>
                  <a:lnTo>
                    <a:pt x="7482078" y="48768"/>
                  </a:lnTo>
                  <a:lnTo>
                    <a:pt x="7482078" y="61722"/>
                  </a:lnTo>
                  <a:lnTo>
                    <a:pt x="7634478" y="61722"/>
                  </a:lnTo>
                  <a:lnTo>
                    <a:pt x="7634478" y="49530"/>
                  </a:lnTo>
                  <a:close/>
                </a:path>
                <a:path w="8891905" h="1518285">
                  <a:moveTo>
                    <a:pt x="7634478" y="23622"/>
                  </a:moveTo>
                  <a:lnTo>
                    <a:pt x="7482078" y="23622"/>
                  </a:lnTo>
                  <a:lnTo>
                    <a:pt x="7482078" y="35814"/>
                  </a:lnTo>
                  <a:lnTo>
                    <a:pt x="7634478" y="36576"/>
                  </a:lnTo>
                  <a:lnTo>
                    <a:pt x="7634478" y="23622"/>
                  </a:lnTo>
                  <a:close/>
                </a:path>
                <a:path w="8891905" h="1518285">
                  <a:moveTo>
                    <a:pt x="7901178" y="50292"/>
                  </a:moveTo>
                  <a:lnTo>
                    <a:pt x="7748778" y="49530"/>
                  </a:lnTo>
                  <a:lnTo>
                    <a:pt x="7748778" y="62484"/>
                  </a:lnTo>
                  <a:lnTo>
                    <a:pt x="7901178" y="62484"/>
                  </a:lnTo>
                  <a:lnTo>
                    <a:pt x="7901178" y="50292"/>
                  </a:lnTo>
                  <a:close/>
                </a:path>
                <a:path w="8891905" h="1518285">
                  <a:moveTo>
                    <a:pt x="7901178" y="24384"/>
                  </a:moveTo>
                  <a:lnTo>
                    <a:pt x="7748778" y="24384"/>
                  </a:lnTo>
                  <a:lnTo>
                    <a:pt x="7748778" y="37338"/>
                  </a:lnTo>
                  <a:lnTo>
                    <a:pt x="7901178" y="37338"/>
                  </a:lnTo>
                  <a:lnTo>
                    <a:pt x="7901178" y="24384"/>
                  </a:lnTo>
                  <a:close/>
                </a:path>
                <a:path w="8891905" h="1518285">
                  <a:moveTo>
                    <a:pt x="8167878" y="51054"/>
                  </a:moveTo>
                  <a:lnTo>
                    <a:pt x="8015478" y="50292"/>
                  </a:lnTo>
                  <a:lnTo>
                    <a:pt x="8015478" y="63246"/>
                  </a:lnTo>
                  <a:lnTo>
                    <a:pt x="8167878" y="64008"/>
                  </a:lnTo>
                  <a:lnTo>
                    <a:pt x="8167878" y="51054"/>
                  </a:lnTo>
                  <a:close/>
                </a:path>
                <a:path w="8891905" h="1518285">
                  <a:moveTo>
                    <a:pt x="8167878" y="25908"/>
                  </a:moveTo>
                  <a:lnTo>
                    <a:pt x="8015478" y="25146"/>
                  </a:lnTo>
                  <a:lnTo>
                    <a:pt x="8015478" y="38100"/>
                  </a:lnTo>
                  <a:lnTo>
                    <a:pt x="8167878" y="38100"/>
                  </a:lnTo>
                  <a:lnTo>
                    <a:pt x="8167878" y="25908"/>
                  </a:lnTo>
                  <a:close/>
                </a:path>
                <a:path w="8891905" h="1518285">
                  <a:moveTo>
                    <a:pt x="8434578" y="51816"/>
                  </a:moveTo>
                  <a:lnTo>
                    <a:pt x="8282178" y="51054"/>
                  </a:lnTo>
                  <a:lnTo>
                    <a:pt x="8282178" y="64008"/>
                  </a:lnTo>
                  <a:lnTo>
                    <a:pt x="8434578" y="64770"/>
                  </a:lnTo>
                  <a:lnTo>
                    <a:pt x="8434578" y="51816"/>
                  </a:lnTo>
                  <a:close/>
                </a:path>
                <a:path w="8891905" h="1518285">
                  <a:moveTo>
                    <a:pt x="8434578" y="26670"/>
                  </a:moveTo>
                  <a:lnTo>
                    <a:pt x="8282178" y="25908"/>
                  </a:lnTo>
                  <a:lnTo>
                    <a:pt x="8282178" y="38862"/>
                  </a:lnTo>
                  <a:lnTo>
                    <a:pt x="8434578" y="38862"/>
                  </a:lnTo>
                  <a:lnTo>
                    <a:pt x="8434578" y="26670"/>
                  </a:lnTo>
                  <a:close/>
                </a:path>
                <a:path w="8891905" h="1518285">
                  <a:moveTo>
                    <a:pt x="8701278" y="52578"/>
                  </a:moveTo>
                  <a:lnTo>
                    <a:pt x="8548878" y="51816"/>
                  </a:lnTo>
                  <a:lnTo>
                    <a:pt x="8548878" y="64770"/>
                  </a:lnTo>
                  <a:lnTo>
                    <a:pt x="8701278" y="65532"/>
                  </a:lnTo>
                  <a:lnTo>
                    <a:pt x="8701278" y="52578"/>
                  </a:lnTo>
                  <a:close/>
                </a:path>
                <a:path w="8891905" h="1518285">
                  <a:moveTo>
                    <a:pt x="8701278" y="27432"/>
                  </a:moveTo>
                  <a:lnTo>
                    <a:pt x="8548878" y="26670"/>
                  </a:lnTo>
                  <a:lnTo>
                    <a:pt x="8548878" y="39624"/>
                  </a:lnTo>
                  <a:lnTo>
                    <a:pt x="8701278" y="39624"/>
                  </a:lnTo>
                  <a:lnTo>
                    <a:pt x="8701278" y="27432"/>
                  </a:lnTo>
                  <a:close/>
                </a:path>
                <a:path w="8891905" h="1518285">
                  <a:moveTo>
                    <a:pt x="8891778" y="53340"/>
                  </a:moveTo>
                  <a:lnTo>
                    <a:pt x="8815578" y="53340"/>
                  </a:lnTo>
                  <a:lnTo>
                    <a:pt x="8815578" y="65532"/>
                  </a:lnTo>
                  <a:lnTo>
                    <a:pt x="8891778" y="66294"/>
                  </a:lnTo>
                  <a:lnTo>
                    <a:pt x="8891778" y="53340"/>
                  </a:lnTo>
                  <a:close/>
                </a:path>
                <a:path w="8891905" h="1518285">
                  <a:moveTo>
                    <a:pt x="8891778" y="28194"/>
                  </a:moveTo>
                  <a:lnTo>
                    <a:pt x="8815578" y="27432"/>
                  </a:lnTo>
                  <a:lnTo>
                    <a:pt x="8815578" y="40386"/>
                  </a:lnTo>
                  <a:lnTo>
                    <a:pt x="8891778" y="40386"/>
                  </a:lnTo>
                  <a:lnTo>
                    <a:pt x="8891778" y="28194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1" name="object 141">
              <a:extLst>
                <a:ext uri="{FF2B5EF4-FFF2-40B4-BE49-F238E27FC236}">
                  <a16:creationId xmlns:a16="http://schemas.microsoft.com/office/drawing/2014/main" id="{8075D3D3-5040-0BB2-E3C6-EB29EE4117EC}"/>
                </a:ext>
              </a:extLst>
            </p:cNvPr>
            <p:cNvSpPr/>
            <p:nvPr/>
          </p:nvSpPr>
          <p:spPr>
            <a:xfrm>
              <a:off x="1293761" y="6194310"/>
              <a:ext cx="8610600" cy="64769"/>
            </a:xfrm>
            <a:custGeom>
              <a:avLst/>
              <a:gdLst/>
              <a:ahLst/>
              <a:cxnLst/>
              <a:rect l="l" t="t" r="r" b="b"/>
              <a:pathLst>
                <a:path w="8610600" h="64770">
                  <a:moveTo>
                    <a:pt x="152400" y="25908"/>
                  </a:moveTo>
                  <a:lnTo>
                    <a:pt x="0" y="25146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8610600" h="64770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2954"/>
                  </a:lnTo>
                  <a:lnTo>
                    <a:pt x="152400" y="762"/>
                  </a:lnTo>
                  <a:close/>
                </a:path>
                <a:path w="8610600" h="64770">
                  <a:moveTo>
                    <a:pt x="419100" y="26670"/>
                  </a:moveTo>
                  <a:lnTo>
                    <a:pt x="266700" y="25908"/>
                  </a:lnTo>
                  <a:lnTo>
                    <a:pt x="266700" y="38862"/>
                  </a:lnTo>
                  <a:lnTo>
                    <a:pt x="419100" y="39624"/>
                  </a:lnTo>
                  <a:lnTo>
                    <a:pt x="419100" y="26670"/>
                  </a:lnTo>
                  <a:close/>
                </a:path>
                <a:path w="8610600" h="64770">
                  <a:moveTo>
                    <a:pt x="419100" y="1524"/>
                  </a:moveTo>
                  <a:lnTo>
                    <a:pt x="266700" y="762"/>
                  </a:lnTo>
                  <a:lnTo>
                    <a:pt x="266700" y="13716"/>
                  </a:lnTo>
                  <a:lnTo>
                    <a:pt x="419100" y="13716"/>
                  </a:lnTo>
                  <a:lnTo>
                    <a:pt x="419100" y="1524"/>
                  </a:lnTo>
                  <a:close/>
                </a:path>
                <a:path w="8610600" h="64770">
                  <a:moveTo>
                    <a:pt x="685800" y="27432"/>
                  </a:moveTo>
                  <a:lnTo>
                    <a:pt x="533400" y="26670"/>
                  </a:lnTo>
                  <a:lnTo>
                    <a:pt x="533400" y="39624"/>
                  </a:lnTo>
                  <a:lnTo>
                    <a:pt x="685800" y="40386"/>
                  </a:lnTo>
                  <a:lnTo>
                    <a:pt x="685800" y="27432"/>
                  </a:lnTo>
                  <a:close/>
                </a:path>
                <a:path w="8610600" h="64770">
                  <a:moveTo>
                    <a:pt x="685800" y="2286"/>
                  </a:moveTo>
                  <a:lnTo>
                    <a:pt x="533400" y="1524"/>
                  </a:lnTo>
                  <a:lnTo>
                    <a:pt x="533400" y="14478"/>
                  </a:lnTo>
                  <a:lnTo>
                    <a:pt x="685800" y="14478"/>
                  </a:lnTo>
                  <a:lnTo>
                    <a:pt x="685800" y="2286"/>
                  </a:lnTo>
                  <a:close/>
                </a:path>
                <a:path w="8610600" h="64770">
                  <a:moveTo>
                    <a:pt x="952500" y="28194"/>
                  </a:moveTo>
                  <a:lnTo>
                    <a:pt x="800100" y="28194"/>
                  </a:lnTo>
                  <a:lnTo>
                    <a:pt x="800100" y="40386"/>
                  </a:lnTo>
                  <a:lnTo>
                    <a:pt x="952500" y="41148"/>
                  </a:lnTo>
                  <a:lnTo>
                    <a:pt x="952500" y="28194"/>
                  </a:lnTo>
                  <a:close/>
                </a:path>
                <a:path w="8610600" h="64770">
                  <a:moveTo>
                    <a:pt x="952500" y="3048"/>
                  </a:moveTo>
                  <a:lnTo>
                    <a:pt x="800100" y="2286"/>
                  </a:lnTo>
                  <a:lnTo>
                    <a:pt x="800100" y="15240"/>
                  </a:lnTo>
                  <a:lnTo>
                    <a:pt x="952500" y="15240"/>
                  </a:lnTo>
                  <a:lnTo>
                    <a:pt x="952500" y="3048"/>
                  </a:lnTo>
                  <a:close/>
                </a:path>
                <a:path w="8610600" h="64770">
                  <a:moveTo>
                    <a:pt x="1219200" y="28956"/>
                  </a:moveTo>
                  <a:lnTo>
                    <a:pt x="1066800" y="28956"/>
                  </a:lnTo>
                  <a:lnTo>
                    <a:pt x="1066800" y="41148"/>
                  </a:lnTo>
                  <a:lnTo>
                    <a:pt x="1219200" y="41910"/>
                  </a:lnTo>
                  <a:lnTo>
                    <a:pt x="1219200" y="28956"/>
                  </a:lnTo>
                  <a:close/>
                </a:path>
                <a:path w="8610600" h="64770">
                  <a:moveTo>
                    <a:pt x="1219200" y="3810"/>
                  </a:moveTo>
                  <a:lnTo>
                    <a:pt x="1066800" y="3048"/>
                  </a:lnTo>
                  <a:lnTo>
                    <a:pt x="1066800" y="16002"/>
                  </a:lnTo>
                  <a:lnTo>
                    <a:pt x="1219200" y="16764"/>
                  </a:lnTo>
                  <a:lnTo>
                    <a:pt x="1219200" y="3810"/>
                  </a:lnTo>
                  <a:close/>
                </a:path>
                <a:path w="8610600" h="64770">
                  <a:moveTo>
                    <a:pt x="1485900" y="29718"/>
                  </a:moveTo>
                  <a:lnTo>
                    <a:pt x="1333500" y="29718"/>
                  </a:lnTo>
                  <a:lnTo>
                    <a:pt x="1333500" y="41910"/>
                  </a:lnTo>
                  <a:lnTo>
                    <a:pt x="1485900" y="42672"/>
                  </a:lnTo>
                  <a:lnTo>
                    <a:pt x="1485900" y="29718"/>
                  </a:lnTo>
                  <a:close/>
                </a:path>
                <a:path w="8610600" h="64770">
                  <a:moveTo>
                    <a:pt x="1485900" y="4572"/>
                  </a:moveTo>
                  <a:lnTo>
                    <a:pt x="1333500" y="3810"/>
                  </a:lnTo>
                  <a:lnTo>
                    <a:pt x="1333500" y="16764"/>
                  </a:lnTo>
                  <a:lnTo>
                    <a:pt x="1485900" y="17526"/>
                  </a:lnTo>
                  <a:lnTo>
                    <a:pt x="1485900" y="4572"/>
                  </a:lnTo>
                  <a:close/>
                </a:path>
                <a:path w="8610600" h="64770">
                  <a:moveTo>
                    <a:pt x="1752600" y="30480"/>
                  </a:moveTo>
                  <a:lnTo>
                    <a:pt x="1600200" y="30480"/>
                  </a:lnTo>
                  <a:lnTo>
                    <a:pt x="1600200" y="42672"/>
                  </a:lnTo>
                  <a:lnTo>
                    <a:pt x="1752600" y="43434"/>
                  </a:lnTo>
                  <a:lnTo>
                    <a:pt x="1752600" y="30480"/>
                  </a:lnTo>
                  <a:close/>
                </a:path>
                <a:path w="8610600" h="64770">
                  <a:moveTo>
                    <a:pt x="1752600" y="5334"/>
                  </a:moveTo>
                  <a:lnTo>
                    <a:pt x="1600200" y="4572"/>
                  </a:lnTo>
                  <a:lnTo>
                    <a:pt x="1600200" y="17526"/>
                  </a:lnTo>
                  <a:lnTo>
                    <a:pt x="1752600" y="18288"/>
                  </a:lnTo>
                  <a:lnTo>
                    <a:pt x="1752600" y="5334"/>
                  </a:lnTo>
                  <a:close/>
                </a:path>
                <a:path w="8610600" h="64770">
                  <a:moveTo>
                    <a:pt x="2019300" y="32004"/>
                  </a:moveTo>
                  <a:lnTo>
                    <a:pt x="1866900" y="31242"/>
                  </a:lnTo>
                  <a:lnTo>
                    <a:pt x="1866900" y="44196"/>
                  </a:lnTo>
                  <a:lnTo>
                    <a:pt x="2019300" y="44196"/>
                  </a:lnTo>
                  <a:lnTo>
                    <a:pt x="2019300" y="32004"/>
                  </a:lnTo>
                  <a:close/>
                </a:path>
                <a:path w="8610600" h="64770">
                  <a:moveTo>
                    <a:pt x="2019300" y="6096"/>
                  </a:moveTo>
                  <a:lnTo>
                    <a:pt x="1866900" y="6096"/>
                  </a:lnTo>
                  <a:lnTo>
                    <a:pt x="1866900" y="18288"/>
                  </a:lnTo>
                  <a:lnTo>
                    <a:pt x="2019300" y="19050"/>
                  </a:lnTo>
                  <a:lnTo>
                    <a:pt x="2019300" y="6096"/>
                  </a:lnTo>
                  <a:close/>
                </a:path>
                <a:path w="8610600" h="64770">
                  <a:moveTo>
                    <a:pt x="2286000" y="32766"/>
                  </a:moveTo>
                  <a:lnTo>
                    <a:pt x="2133600" y="32004"/>
                  </a:lnTo>
                  <a:lnTo>
                    <a:pt x="2133600" y="44958"/>
                  </a:lnTo>
                  <a:lnTo>
                    <a:pt x="2286000" y="44958"/>
                  </a:lnTo>
                  <a:lnTo>
                    <a:pt x="2286000" y="32766"/>
                  </a:lnTo>
                  <a:close/>
                </a:path>
                <a:path w="8610600" h="64770">
                  <a:moveTo>
                    <a:pt x="2286000" y="6858"/>
                  </a:moveTo>
                  <a:lnTo>
                    <a:pt x="2133600" y="6858"/>
                  </a:lnTo>
                  <a:lnTo>
                    <a:pt x="2133600" y="19050"/>
                  </a:lnTo>
                  <a:lnTo>
                    <a:pt x="2286000" y="19812"/>
                  </a:lnTo>
                  <a:lnTo>
                    <a:pt x="2286000" y="6858"/>
                  </a:lnTo>
                  <a:close/>
                </a:path>
                <a:path w="8610600" h="64770">
                  <a:moveTo>
                    <a:pt x="2552700" y="33528"/>
                  </a:moveTo>
                  <a:lnTo>
                    <a:pt x="2400300" y="32766"/>
                  </a:lnTo>
                  <a:lnTo>
                    <a:pt x="2400300" y="45720"/>
                  </a:lnTo>
                  <a:lnTo>
                    <a:pt x="2552700" y="45720"/>
                  </a:lnTo>
                  <a:lnTo>
                    <a:pt x="2552700" y="33528"/>
                  </a:lnTo>
                  <a:close/>
                </a:path>
                <a:path w="8610600" h="64770">
                  <a:moveTo>
                    <a:pt x="2552700" y="7620"/>
                  </a:moveTo>
                  <a:lnTo>
                    <a:pt x="2400300" y="7620"/>
                  </a:lnTo>
                  <a:lnTo>
                    <a:pt x="2400300" y="19812"/>
                  </a:lnTo>
                  <a:lnTo>
                    <a:pt x="2552700" y="20574"/>
                  </a:lnTo>
                  <a:lnTo>
                    <a:pt x="2552700" y="7620"/>
                  </a:lnTo>
                  <a:close/>
                </a:path>
                <a:path w="8610600" h="64770">
                  <a:moveTo>
                    <a:pt x="2819400" y="34290"/>
                  </a:moveTo>
                  <a:lnTo>
                    <a:pt x="2667000" y="33528"/>
                  </a:lnTo>
                  <a:lnTo>
                    <a:pt x="2667000" y="46482"/>
                  </a:lnTo>
                  <a:lnTo>
                    <a:pt x="2819400" y="46482"/>
                  </a:lnTo>
                  <a:lnTo>
                    <a:pt x="2819400" y="34290"/>
                  </a:lnTo>
                  <a:close/>
                </a:path>
                <a:path w="8610600" h="64770">
                  <a:moveTo>
                    <a:pt x="2819400" y="8382"/>
                  </a:moveTo>
                  <a:lnTo>
                    <a:pt x="2667000" y="8382"/>
                  </a:lnTo>
                  <a:lnTo>
                    <a:pt x="2667000" y="21336"/>
                  </a:lnTo>
                  <a:lnTo>
                    <a:pt x="2819400" y="21336"/>
                  </a:lnTo>
                  <a:lnTo>
                    <a:pt x="2819400" y="8382"/>
                  </a:lnTo>
                  <a:close/>
                </a:path>
                <a:path w="8610600" h="64770">
                  <a:moveTo>
                    <a:pt x="3086100" y="35052"/>
                  </a:moveTo>
                  <a:lnTo>
                    <a:pt x="2933700" y="34290"/>
                  </a:lnTo>
                  <a:lnTo>
                    <a:pt x="2933700" y="47244"/>
                  </a:lnTo>
                  <a:lnTo>
                    <a:pt x="3086100" y="48006"/>
                  </a:lnTo>
                  <a:lnTo>
                    <a:pt x="3086100" y="35052"/>
                  </a:lnTo>
                  <a:close/>
                </a:path>
                <a:path w="8610600" h="64770">
                  <a:moveTo>
                    <a:pt x="3086100" y="9906"/>
                  </a:moveTo>
                  <a:lnTo>
                    <a:pt x="2933700" y="9144"/>
                  </a:lnTo>
                  <a:lnTo>
                    <a:pt x="2933700" y="22098"/>
                  </a:lnTo>
                  <a:lnTo>
                    <a:pt x="3086100" y="22098"/>
                  </a:lnTo>
                  <a:lnTo>
                    <a:pt x="3086100" y="9906"/>
                  </a:lnTo>
                  <a:close/>
                </a:path>
                <a:path w="8610600" h="64770">
                  <a:moveTo>
                    <a:pt x="3352800" y="35814"/>
                  </a:moveTo>
                  <a:lnTo>
                    <a:pt x="3200400" y="35052"/>
                  </a:lnTo>
                  <a:lnTo>
                    <a:pt x="3200400" y="48006"/>
                  </a:lnTo>
                  <a:lnTo>
                    <a:pt x="3352800" y="48768"/>
                  </a:lnTo>
                  <a:lnTo>
                    <a:pt x="3352800" y="35814"/>
                  </a:lnTo>
                  <a:close/>
                </a:path>
                <a:path w="8610600" h="64770">
                  <a:moveTo>
                    <a:pt x="3352800" y="10668"/>
                  </a:moveTo>
                  <a:lnTo>
                    <a:pt x="3200400" y="9906"/>
                  </a:lnTo>
                  <a:lnTo>
                    <a:pt x="3200400" y="22860"/>
                  </a:lnTo>
                  <a:lnTo>
                    <a:pt x="3352800" y="22860"/>
                  </a:lnTo>
                  <a:lnTo>
                    <a:pt x="3352800" y="10668"/>
                  </a:lnTo>
                  <a:close/>
                </a:path>
                <a:path w="8610600" h="64770">
                  <a:moveTo>
                    <a:pt x="3619500" y="36576"/>
                  </a:moveTo>
                  <a:lnTo>
                    <a:pt x="3467100" y="35814"/>
                  </a:lnTo>
                  <a:lnTo>
                    <a:pt x="3467100" y="48768"/>
                  </a:lnTo>
                  <a:lnTo>
                    <a:pt x="3619500" y="49530"/>
                  </a:lnTo>
                  <a:lnTo>
                    <a:pt x="3619500" y="36576"/>
                  </a:lnTo>
                  <a:close/>
                </a:path>
                <a:path w="8610600" h="64770">
                  <a:moveTo>
                    <a:pt x="3619500" y="11430"/>
                  </a:moveTo>
                  <a:lnTo>
                    <a:pt x="3467100" y="10668"/>
                  </a:lnTo>
                  <a:lnTo>
                    <a:pt x="3467100" y="23622"/>
                  </a:lnTo>
                  <a:lnTo>
                    <a:pt x="3619500" y="23622"/>
                  </a:lnTo>
                  <a:lnTo>
                    <a:pt x="3619500" y="11430"/>
                  </a:lnTo>
                  <a:close/>
                </a:path>
                <a:path w="8610600" h="64770">
                  <a:moveTo>
                    <a:pt x="3886200" y="37338"/>
                  </a:moveTo>
                  <a:lnTo>
                    <a:pt x="3733800" y="37338"/>
                  </a:lnTo>
                  <a:lnTo>
                    <a:pt x="3733800" y="49530"/>
                  </a:lnTo>
                  <a:lnTo>
                    <a:pt x="3886200" y="50292"/>
                  </a:lnTo>
                  <a:lnTo>
                    <a:pt x="3886200" y="37338"/>
                  </a:lnTo>
                  <a:close/>
                </a:path>
                <a:path w="8610600" h="64770">
                  <a:moveTo>
                    <a:pt x="3886200" y="12192"/>
                  </a:moveTo>
                  <a:lnTo>
                    <a:pt x="3733800" y="11430"/>
                  </a:lnTo>
                  <a:lnTo>
                    <a:pt x="3733800" y="24384"/>
                  </a:lnTo>
                  <a:lnTo>
                    <a:pt x="3886200" y="25146"/>
                  </a:lnTo>
                  <a:lnTo>
                    <a:pt x="3886200" y="12192"/>
                  </a:lnTo>
                  <a:close/>
                </a:path>
                <a:path w="8610600" h="64770">
                  <a:moveTo>
                    <a:pt x="4152900" y="38100"/>
                  </a:moveTo>
                  <a:lnTo>
                    <a:pt x="4000500" y="38100"/>
                  </a:lnTo>
                  <a:lnTo>
                    <a:pt x="4000500" y="50292"/>
                  </a:lnTo>
                  <a:lnTo>
                    <a:pt x="4152900" y="51054"/>
                  </a:lnTo>
                  <a:lnTo>
                    <a:pt x="4152900" y="38100"/>
                  </a:lnTo>
                  <a:close/>
                </a:path>
                <a:path w="8610600" h="64770">
                  <a:moveTo>
                    <a:pt x="4152900" y="12954"/>
                  </a:moveTo>
                  <a:lnTo>
                    <a:pt x="4000500" y="12192"/>
                  </a:lnTo>
                  <a:lnTo>
                    <a:pt x="4000500" y="25146"/>
                  </a:lnTo>
                  <a:lnTo>
                    <a:pt x="4152900" y="25908"/>
                  </a:lnTo>
                  <a:lnTo>
                    <a:pt x="4152900" y="12954"/>
                  </a:lnTo>
                  <a:close/>
                </a:path>
                <a:path w="8610600" h="64770">
                  <a:moveTo>
                    <a:pt x="4419600" y="38862"/>
                  </a:moveTo>
                  <a:lnTo>
                    <a:pt x="4267200" y="38862"/>
                  </a:lnTo>
                  <a:lnTo>
                    <a:pt x="4267200" y="51054"/>
                  </a:lnTo>
                  <a:lnTo>
                    <a:pt x="4419600" y="51816"/>
                  </a:lnTo>
                  <a:lnTo>
                    <a:pt x="4419600" y="38862"/>
                  </a:lnTo>
                  <a:close/>
                </a:path>
                <a:path w="8610600" h="64770">
                  <a:moveTo>
                    <a:pt x="4419600" y="13716"/>
                  </a:moveTo>
                  <a:lnTo>
                    <a:pt x="4267200" y="12954"/>
                  </a:lnTo>
                  <a:lnTo>
                    <a:pt x="4267200" y="25908"/>
                  </a:lnTo>
                  <a:lnTo>
                    <a:pt x="4419600" y="26670"/>
                  </a:lnTo>
                  <a:lnTo>
                    <a:pt x="4419600" y="13716"/>
                  </a:lnTo>
                  <a:close/>
                </a:path>
                <a:path w="8610600" h="64770">
                  <a:moveTo>
                    <a:pt x="4686300" y="39624"/>
                  </a:moveTo>
                  <a:lnTo>
                    <a:pt x="4533900" y="39624"/>
                  </a:lnTo>
                  <a:lnTo>
                    <a:pt x="4533900" y="51816"/>
                  </a:lnTo>
                  <a:lnTo>
                    <a:pt x="4686300" y="52578"/>
                  </a:lnTo>
                  <a:lnTo>
                    <a:pt x="4686300" y="39624"/>
                  </a:lnTo>
                  <a:close/>
                </a:path>
                <a:path w="8610600" h="64770">
                  <a:moveTo>
                    <a:pt x="4686300" y="14478"/>
                  </a:moveTo>
                  <a:lnTo>
                    <a:pt x="4533900" y="13716"/>
                  </a:lnTo>
                  <a:lnTo>
                    <a:pt x="4533900" y="26670"/>
                  </a:lnTo>
                  <a:lnTo>
                    <a:pt x="4686300" y="27432"/>
                  </a:lnTo>
                  <a:lnTo>
                    <a:pt x="4686300" y="14478"/>
                  </a:lnTo>
                  <a:close/>
                </a:path>
                <a:path w="8610600" h="64770">
                  <a:moveTo>
                    <a:pt x="4953000" y="41148"/>
                  </a:moveTo>
                  <a:lnTo>
                    <a:pt x="4800600" y="40386"/>
                  </a:lnTo>
                  <a:lnTo>
                    <a:pt x="4800600" y="53340"/>
                  </a:lnTo>
                  <a:lnTo>
                    <a:pt x="4953000" y="53340"/>
                  </a:lnTo>
                  <a:lnTo>
                    <a:pt x="4953000" y="41148"/>
                  </a:lnTo>
                  <a:close/>
                </a:path>
                <a:path w="8610600" h="64770">
                  <a:moveTo>
                    <a:pt x="4953000" y="15240"/>
                  </a:moveTo>
                  <a:lnTo>
                    <a:pt x="4800600" y="15240"/>
                  </a:lnTo>
                  <a:lnTo>
                    <a:pt x="4800600" y="27432"/>
                  </a:lnTo>
                  <a:lnTo>
                    <a:pt x="4953000" y="28194"/>
                  </a:lnTo>
                  <a:lnTo>
                    <a:pt x="4953000" y="15240"/>
                  </a:lnTo>
                  <a:close/>
                </a:path>
                <a:path w="8610600" h="64770">
                  <a:moveTo>
                    <a:pt x="5219700" y="41910"/>
                  </a:moveTo>
                  <a:lnTo>
                    <a:pt x="5067300" y="41148"/>
                  </a:lnTo>
                  <a:lnTo>
                    <a:pt x="5067300" y="54102"/>
                  </a:lnTo>
                  <a:lnTo>
                    <a:pt x="5219700" y="54102"/>
                  </a:lnTo>
                  <a:lnTo>
                    <a:pt x="5219700" y="41910"/>
                  </a:lnTo>
                  <a:close/>
                </a:path>
                <a:path w="8610600" h="64770">
                  <a:moveTo>
                    <a:pt x="5219700" y="16002"/>
                  </a:moveTo>
                  <a:lnTo>
                    <a:pt x="5067300" y="16002"/>
                  </a:lnTo>
                  <a:lnTo>
                    <a:pt x="5067300" y="28194"/>
                  </a:lnTo>
                  <a:lnTo>
                    <a:pt x="5219700" y="28956"/>
                  </a:lnTo>
                  <a:lnTo>
                    <a:pt x="5219700" y="16002"/>
                  </a:lnTo>
                  <a:close/>
                </a:path>
                <a:path w="8610600" h="64770">
                  <a:moveTo>
                    <a:pt x="5486400" y="42672"/>
                  </a:moveTo>
                  <a:lnTo>
                    <a:pt x="5334000" y="41910"/>
                  </a:lnTo>
                  <a:lnTo>
                    <a:pt x="5334000" y="54864"/>
                  </a:lnTo>
                  <a:lnTo>
                    <a:pt x="5486400" y="54864"/>
                  </a:lnTo>
                  <a:lnTo>
                    <a:pt x="5486400" y="42672"/>
                  </a:lnTo>
                  <a:close/>
                </a:path>
                <a:path w="8610600" h="64770">
                  <a:moveTo>
                    <a:pt x="5486400" y="16764"/>
                  </a:moveTo>
                  <a:lnTo>
                    <a:pt x="5334000" y="16764"/>
                  </a:lnTo>
                  <a:lnTo>
                    <a:pt x="5334000" y="28956"/>
                  </a:lnTo>
                  <a:lnTo>
                    <a:pt x="5486400" y="29718"/>
                  </a:lnTo>
                  <a:lnTo>
                    <a:pt x="5486400" y="16764"/>
                  </a:lnTo>
                  <a:close/>
                </a:path>
                <a:path w="8610600" h="64770">
                  <a:moveTo>
                    <a:pt x="5753100" y="43434"/>
                  </a:moveTo>
                  <a:lnTo>
                    <a:pt x="5600700" y="42672"/>
                  </a:lnTo>
                  <a:lnTo>
                    <a:pt x="5600700" y="55626"/>
                  </a:lnTo>
                  <a:lnTo>
                    <a:pt x="5753100" y="55626"/>
                  </a:lnTo>
                  <a:lnTo>
                    <a:pt x="5753100" y="43434"/>
                  </a:lnTo>
                  <a:close/>
                </a:path>
                <a:path w="8610600" h="64770">
                  <a:moveTo>
                    <a:pt x="5753100" y="17526"/>
                  </a:moveTo>
                  <a:lnTo>
                    <a:pt x="5600700" y="17526"/>
                  </a:lnTo>
                  <a:lnTo>
                    <a:pt x="5600700" y="30480"/>
                  </a:lnTo>
                  <a:lnTo>
                    <a:pt x="5753100" y="30480"/>
                  </a:lnTo>
                  <a:lnTo>
                    <a:pt x="5753100" y="17526"/>
                  </a:lnTo>
                  <a:close/>
                </a:path>
                <a:path w="8610600" h="64770">
                  <a:moveTo>
                    <a:pt x="6019800" y="44196"/>
                  </a:moveTo>
                  <a:lnTo>
                    <a:pt x="5867400" y="43434"/>
                  </a:lnTo>
                  <a:lnTo>
                    <a:pt x="5867400" y="56388"/>
                  </a:lnTo>
                  <a:lnTo>
                    <a:pt x="6019800" y="57150"/>
                  </a:lnTo>
                  <a:lnTo>
                    <a:pt x="6019800" y="44196"/>
                  </a:lnTo>
                  <a:close/>
                </a:path>
                <a:path w="8610600" h="64770">
                  <a:moveTo>
                    <a:pt x="6019800" y="19050"/>
                  </a:moveTo>
                  <a:lnTo>
                    <a:pt x="5867400" y="18288"/>
                  </a:lnTo>
                  <a:lnTo>
                    <a:pt x="5867400" y="31242"/>
                  </a:lnTo>
                  <a:lnTo>
                    <a:pt x="6019800" y="31242"/>
                  </a:lnTo>
                  <a:lnTo>
                    <a:pt x="6019800" y="19050"/>
                  </a:lnTo>
                  <a:close/>
                </a:path>
                <a:path w="8610600" h="64770">
                  <a:moveTo>
                    <a:pt x="6286500" y="44958"/>
                  </a:moveTo>
                  <a:lnTo>
                    <a:pt x="6134100" y="44196"/>
                  </a:lnTo>
                  <a:lnTo>
                    <a:pt x="6134100" y="57150"/>
                  </a:lnTo>
                  <a:lnTo>
                    <a:pt x="6286500" y="57912"/>
                  </a:lnTo>
                  <a:lnTo>
                    <a:pt x="6286500" y="44958"/>
                  </a:lnTo>
                  <a:close/>
                </a:path>
                <a:path w="8610600" h="64770">
                  <a:moveTo>
                    <a:pt x="6286500" y="19812"/>
                  </a:moveTo>
                  <a:lnTo>
                    <a:pt x="6134100" y="19050"/>
                  </a:lnTo>
                  <a:lnTo>
                    <a:pt x="6134100" y="32004"/>
                  </a:lnTo>
                  <a:lnTo>
                    <a:pt x="6286500" y="32004"/>
                  </a:lnTo>
                  <a:lnTo>
                    <a:pt x="6286500" y="19812"/>
                  </a:lnTo>
                  <a:close/>
                </a:path>
                <a:path w="8610600" h="64770">
                  <a:moveTo>
                    <a:pt x="6553200" y="45720"/>
                  </a:moveTo>
                  <a:lnTo>
                    <a:pt x="6400800" y="44958"/>
                  </a:lnTo>
                  <a:lnTo>
                    <a:pt x="6400800" y="57912"/>
                  </a:lnTo>
                  <a:lnTo>
                    <a:pt x="6553200" y="58674"/>
                  </a:lnTo>
                  <a:lnTo>
                    <a:pt x="6553200" y="45720"/>
                  </a:lnTo>
                  <a:close/>
                </a:path>
                <a:path w="8610600" h="64770">
                  <a:moveTo>
                    <a:pt x="6553200" y="20574"/>
                  </a:moveTo>
                  <a:lnTo>
                    <a:pt x="6400800" y="19812"/>
                  </a:lnTo>
                  <a:lnTo>
                    <a:pt x="6400800" y="32766"/>
                  </a:lnTo>
                  <a:lnTo>
                    <a:pt x="6553200" y="32766"/>
                  </a:lnTo>
                  <a:lnTo>
                    <a:pt x="6553200" y="20574"/>
                  </a:lnTo>
                  <a:close/>
                </a:path>
                <a:path w="8610600" h="64770">
                  <a:moveTo>
                    <a:pt x="6819900" y="46482"/>
                  </a:moveTo>
                  <a:lnTo>
                    <a:pt x="6667500" y="46482"/>
                  </a:lnTo>
                  <a:lnTo>
                    <a:pt x="6667500" y="58674"/>
                  </a:lnTo>
                  <a:lnTo>
                    <a:pt x="6819900" y="59436"/>
                  </a:lnTo>
                  <a:lnTo>
                    <a:pt x="6819900" y="46482"/>
                  </a:lnTo>
                  <a:close/>
                </a:path>
                <a:path w="8610600" h="64770">
                  <a:moveTo>
                    <a:pt x="6819900" y="21336"/>
                  </a:moveTo>
                  <a:lnTo>
                    <a:pt x="6667500" y="20574"/>
                  </a:lnTo>
                  <a:lnTo>
                    <a:pt x="6667500" y="33528"/>
                  </a:lnTo>
                  <a:lnTo>
                    <a:pt x="6819900" y="34290"/>
                  </a:lnTo>
                  <a:lnTo>
                    <a:pt x="6819900" y="21336"/>
                  </a:lnTo>
                  <a:close/>
                </a:path>
                <a:path w="8610600" h="64770">
                  <a:moveTo>
                    <a:pt x="7086600" y="47244"/>
                  </a:moveTo>
                  <a:lnTo>
                    <a:pt x="6934200" y="47244"/>
                  </a:lnTo>
                  <a:lnTo>
                    <a:pt x="6934200" y="59436"/>
                  </a:lnTo>
                  <a:lnTo>
                    <a:pt x="7086600" y="60198"/>
                  </a:lnTo>
                  <a:lnTo>
                    <a:pt x="7086600" y="47244"/>
                  </a:lnTo>
                  <a:close/>
                </a:path>
                <a:path w="8610600" h="64770">
                  <a:moveTo>
                    <a:pt x="7086600" y="22098"/>
                  </a:moveTo>
                  <a:lnTo>
                    <a:pt x="6934200" y="21336"/>
                  </a:lnTo>
                  <a:lnTo>
                    <a:pt x="6934200" y="34290"/>
                  </a:lnTo>
                  <a:lnTo>
                    <a:pt x="7086600" y="35052"/>
                  </a:lnTo>
                  <a:lnTo>
                    <a:pt x="7086600" y="22098"/>
                  </a:lnTo>
                  <a:close/>
                </a:path>
                <a:path w="8610600" h="64770">
                  <a:moveTo>
                    <a:pt x="7353300" y="48006"/>
                  </a:moveTo>
                  <a:lnTo>
                    <a:pt x="7200900" y="48006"/>
                  </a:lnTo>
                  <a:lnTo>
                    <a:pt x="7200900" y="60198"/>
                  </a:lnTo>
                  <a:lnTo>
                    <a:pt x="7353300" y="60960"/>
                  </a:lnTo>
                  <a:lnTo>
                    <a:pt x="7353300" y="48006"/>
                  </a:lnTo>
                  <a:close/>
                </a:path>
                <a:path w="8610600" h="64770">
                  <a:moveTo>
                    <a:pt x="7353300" y="22860"/>
                  </a:moveTo>
                  <a:lnTo>
                    <a:pt x="7200900" y="22098"/>
                  </a:lnTo>
                  <a:lnTo>
                    <a:pt x="7200900" y="35052"/>
                  </a:lnTo>
                  <a:lnTo>
                    <a:pt x="7353300" y="35814"/>
                  </a:lnTo>
                  <a:lnTo>
                    <a:pt x="7353300" y="22860"/>
                  </a:lnTo>
                  <a:close/>
                </a:path>
                <a:path w="8610600" h="64770">
                  <a:moveTo>
                    <a:pt x="7620000" y="48768"/>
                  </a:moveTo>
                  <a:lnTo>
                    <a:pt x="7467600" y="48768"/>
                  </a:lnTo>
                  <a:lnTo>
                    <a:pt x="7467600" y="61722"/>
                  </a:lnTo>
                  <a:lnTo>
                    <a:pt x="7620000" y="61722"/>
                  </a:lnTo>
                  <a:lnTo>
                    <a:pt x="7620000" y="48768"/>
                  </a:lnTo>
                  <a:close/>
                </a:path>
                <a:path w="8610600" h="64770">
                  <a:moveTo>
                    <a:pt x="7620000" y="23622"/>
                  </a:moveTo>
                  <a:lnTo>
                    <a:pt x="7467600" y="23622"/>
                  </a:lnTo>
                  <a:lnTo>
                    <a:pt x="7467600" y="35814"/>
                  </a:lnTo>
                  <a:lnTo>
                    <a:pt x="7620000" y="36576"/>
                  </a:lnTo>
                  <a:lnTo>
                    <a:pt x="7620000" y="23622"/>
                  </a:lnTo>
                  <a:close/>
                </a:path>
                <a:path w="8610600" h="64770">
                  <a:moveTo>
                    <a:pt x="7886700" y="50292"/>
                  </a:moveTo>
                  <a:lnTo>
                    <a:pt x="7734300" y="49530"/>
                  </a:lnTo>
                  <a:lnTo>
                    <a:pt x="7734300" y="62484"/>
                  </a:lnTo>
                  <a:lnTo>
                    <a:pt x="7886700" y="62484"/>
                  </a:lnTo>
                  <a:lnTo>
                    <a:pt x="7886700" y="50292"/>
                  </a:lnTo>
                  <a:close/>
                </a:path>
                <a:path w="8610600" h="64770">
                  <a:moveTo>
                    <a:pt x="7886700" y="24384"/>
                  </a:moveTo>
                  <a:lnTo>
                    <a:pt x="7734300" y="24384"/>
                  </a:lnTo>
                  <a:lnTo>
                    <a:pt x="7734300" y="36576"/>
                  </a:lnTo>
                  <a:lnTo>
                    <a:pt x="7886700" y="37338"/>
                  </a:lnTo>
                  <a:lnTo>
                    <a:pt x="7886700" y="24384"/>
                  </a:lnTo>
                  <a:close/>
                </a:path>
                <a:path w="8610600" h="64770">
                  <a:moveTo>
                    <a:pt x="8153400" y="51054"/>
                  </a:moveTo>
                  <a:lnTo>
                    <a:pt x="8001000" y="50292"/>
                  </a:lnTo>
                  <a:lnTo>
                    <a:pt x="8001000" y="63246"/>
                  </a:lnTo>
                  <a:lnTo>
                    <a:pt x="8153400" y="63246"/>
                  </a:lnTo>
                  <a:lnTo>
                    <a:pt x="8153400" y="51054"/>
                  </a:lnTo>
                  <a:close/>
                </a:path>
                <a:path w="8610600" h="64770">
                  <a:moveTo>
                    <a:pt x="8153400" y="25146"/>
                  </a:moveTo>
                  <a:lnTo>
                    <a:pt x="8001000" y="25146"/>
                  </a:lnTo>
                  <a:lnTo>
                    <a:pt x="8001000" y="37338"/>
                  </a:lnTo>
                  <a:lnTo>
                    <a:pt x="8153400" y="38100"/>
                  </a:lnTo>
                  <a:lnTo>
                    <a:pt x="8153400" y="25146"/>
                  </a:lnTo>
                  <a:close/>
                </a:path>
                <a:path w="8610600" h="64770">
                  <a:moveTo>
                    <a:pt x="8420100" y="51816"/>
                  </a:moveTo>
                  <a:lnTo>
                    <a:pt x="8267700" y="51054"/>
                  </a:lnTo>
                  <a:lnTo>
                    <a:pt x="8267700" y="64008"/>
                  </a:lnTo>
                  <a:lnTo>
                    <a:pt x="8420100" y="64008"/>
                  </a:lnTo>
                  <a:lnTo>
                    <a:pt x="8420100" y="51816"/>
                  </a:lnTo>
                  <a:close/>
                </a:path>
                <a:path w="8610600" h="64770">
                  <a:moveTo>
                    <a:pt x="8420100" y="25908"/>
                  </a:moveTo>
                  <a:lnTo>
                    <a:pt x="8267700" y="25908"/>
                  </a:lnTo>
                  <a:lnTo>
                    <a:pt x="8267700" y="38100"/>
                  </a:lnTo>
                  <a:lnTo>
                    <a:pt x="8420100" y="38862"/>
                  </a:lnTo>
                  <a:lnTo>
                    <a:pt x="8420100" y="25908"/>
                  </a:lnTo>
                  <a:close/>
                </a:path>
                <a:path w="8610600" h="64770">
                  <a:moveTo>
                    <a:pt x="8610600" y="52578"/>
                  </a:moveTo>
                  <a:lnTo>
                    <a:pt x="8534400" y="51816"/>
                  </a:lnTo>
                  <a:lnTo>
                    <a:pt x="8534400" y="64770"/>
                  </a:lnTo>
                  <a:lnTo>
                    <a:pt x="8610600" y="64770"/>
                  </a:lnTo>
                  <a:lnTo>
                    <a:pt x="8610600" y="52578"/>
                  </a:lnTo>
                  <a:close/>
                </a:path>
                <a:path w="8610600" h="64770">
                  <a:moveTo>
                    <a:pt x="8610600" y="26670"/>
                  </a:moveTo>
                  <a:lnTo>
                    <a:pt x="8534400" y="26670"/>
                  </a:lnTo>
                  <a:lnTo>
                    <a:pt x="8534400" y="39624"/>
                  </a:lnTo>
                  <a:lnTo>
                    <a:pt x="8610600" y="39624"/>
                  </a:lnTo>
                  <a:lnTo>
                    <a:pt x="8610600" y="2667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42" name="object 142">
            <a:extLst>
              <a:ext uri="{FF2B5EF4-FFF2-40B4-BE49-F238E27FC236}">
                <a16:creationId xmlns:a16="http://schemas.microsoft.com/office/drawing/2014/main" id="{10351841-2B1B-464B-575D-ED5E6F7339B7}"/>
              </a:ext>
            </a:extLst>
          </p:cNvPr>
          <p:cNvSpPr txBox="1"/>
          <p:nvPr/>
        </p:nvSpPr>
        <p:spPr>
          <a:xfrm>
            <a:off x="9146347" y="3904280"/>
            <a:ext cx="959314" cy="736118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非叶结点</a:t>
            </a:r>
            <a:endParaRPr sz="1814">
              <a:latin typeface="Lantinghei SC Heavy"/>
              <a:cs typeface="Lantinghei SC Heavy"/>
            </a:endParaRPr>
          </a:p>
          <a:p>
            <a:pPr marL="25912">
              <a:spcBef>
                <a:spcPts val="1301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叶子结点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43" name="object 143">
            <a:extLst>
              <a:ext uri="{FF2B5EF4-FFF2-40B4-BE49-F238E27FC236}">
                <a16:creationId xmlns:a16="http://schemas.microsoft.com/office/drawing/2014/main" id="{3BB80FE5-5314-99F7-75C9-DE1324120FB6}"/>
              </a:ext>
            </a:extLst>
          </p:cNvPr>
          <p:cNvSpPr txBox="1"/>
          <p:nvPr/>
        </p:nvSpPr>
        <p:spPr>
          <a:xfrm>
            <a:off x="9264525" y="5689075"/>
            <a:ext cx="713439" cy="56940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 marR="4607">
              <a:spcBef>
                <a:spcPts val="86"/>
              </a:spcBef>
            </a:pPr>
            <a:r>
              <a:rPr sz="1814" b="1" spc="-32" dirty="0">
                <a:solidFill>
                  <a:srgbClr val="CC0000"/>
                </a:solidFill>
                <a:latin typeface="Lantinghei SC Heavy"/>
                <a:cs typeface="Lantinghei SC Heavy"/>
              </a:rPr>
              <a:t>主文件的记录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44" name="object 144">
            <a:extLst>
              <a:ext uri="{FF2B5EF4-FFF2-40B4-BE49-F238E27FC236}">
                <a16:creationId xmlns:a16="http://schemas.microsoft.com/office/drawing/2014/main" id="{41DE4FAB-C0C3-B347-0A90-555E328BB3E1}"/>
              </a:ext>
            </a:extLst>
          </p:cNvPr>
          <p:cNvSpPr txBox="1"/>
          <p:nvPr/>
        </p:nvSpPr>
        <p:spPr>
          <a:xfrm>
            <a:off x="2195065" y="1047068"/>
            <a:ext cx="3403664" cy="506942"/>
          </a:xfrm>
          <a:prstGeom prst="rect">
            <a:avLst/>
          </a:prstGeom>
        </p:spPr>
        <p:txBody>
          <a:bodyPr vert="horz" wrap="square" lIns="0" tIns="170442" rIns="0" bIns="0" rtlCol="0">
            <a:spAutoFit/>
          </a:bodyPr>
          <a:lstStyle/>
          <a:p>
            <a:pPr marL="19578">
              <a:spcBef>
                <a:spcPts val="1342"/>
              </a:spcBef>
            </a:pP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删除</a:t>
            </a:r>
            <a:r>
              <a:rPr lang="en-US" altLang="zh-CN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40</a:t>
            </a: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（</a:t>
            </a:r>
            <a:r>
              <a:rPr lang="en-US" altLang="zh-CN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step1</a:t>
            </a: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）</a:t>
            </a:r>
            <a:endParaRPr sz="2176" dirty="0">
              <a:latin typeface="SimHei" panose="02010609060101010101" pitchFamily="49" charset="-122"/>
              <a:ea typeface="SimHei" panose="02010609060101010101" pitchFamily="49" charset="-122"/>
              <a:cs typeface="Lantinghei SC Heavy"/>
            </a:endParaRPr>
          </a:p>
        </p:txBody>
      </p:sp>
      <p:sp>
        <p:nvSpPr>
          <p:cNvPr id="150" name="object 150">
            <a:extLst>
              <a:ext uri="{FF2B5EF4-FFF2-40B4-BE49-F238E27FC236}">
                <a16:creationId xmlns:a16="http://schemas.microsoft.com/office/drawing/2014/main" id="{91711E88-B2F3-9ADB-989C-8EDBDBD0FA4D}"/>
              </a:ext>
            </a:extLst>
          </p:cNvPr>
          <p:cNvSpPr/>
          <p:nvPr/>
        </p:nvSpPr>
        <p:spPr>
          <a:xfrm>
            <a:off x="5405144" y="4632345"/>
            <a:ext cx="1380813" cy="656433"/>
          </a:xfrm>
          <a:custGeom>
            <a:avLst/>
            <a:gdLst/>
            <a:ahLst/>
            <a:cxnLst/>
            <a:rect l="l" t="t" r="r" b="b"/>
            <a:pathLst>
              <a:path w="1522729" h="723900">
                <a:moveTo>
                  <a:pt x="0" y="0"/>
                </a:moveTo>
                <a:lnTo>
                  <a:pt x="0" y="723900"/>
                </a:lnTo>
                <a:lnTo>
                  <a:pt x="1522476" y="723900"/>
                </a:lnTo>
                <a:lnTo>
                  <a:pt x="1522476" y="0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</p:spTree>
    <p:extLst>
      <p:ext uri="{BB962C8B-B14F-4D97-AF65-F5344CB8AC3E}">
        <p14:creationId xmlns:p14="http://schemas.microsoft.com/office/powerpoint/2010/main" val="1281654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99059" y="2540281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80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73147" y="2502911"/>
            <a:ext cx="1960662" cy="647796"/>
            <a:chOff x="4328998" y="2760154"/>
            <a:chExt cx="2162175" cy="714375"/>
          </a:xfrm>
        </p:grpSpPr>
        <p:sp>
          <p:nvSpPr>
            <p:cNvPr id="5" name="object 5"/>
            <p:cNvSpPr/>
            <p:nvPr/>
          </p:nvSpPr>
          <p:spPr>
            <a:xfrm>
              <a:off x="4343285" y="27744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" name="object 6"/>
            <p:cNvSpPr/>
            <p:nvPr/>
          </p:nvSpPr>
          <p:spPr>
            <a:xfrm>
              <a:off x="4343285" y="31173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" name="object 7"/>
            <p:cNvSpPr/>
            <p:nvPr/>
          </p:nvSpPr>
          <p:spPr>
            <a:xfrm>
              <a:off x="4343285" y="34602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/>
            <p:cNvSpPr/>
            <p:nvPr/>
          </p:nvSpPr>
          <p:spPr>
            <a:xfrm>
              <a:off x="43432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/>
            <p:cNvSpPr/>
            <p:nvPr/>
          </p:nvSpPr>
          <p:spPr>
            <a:xfrm>
              <a:off x="64768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/>
            <p:cNvSpPr/>
            <p:nvPr/>
          </p:nvSpPr>
          <p:spPr>
            <a:xfrm>
              <a:off x="5384939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" name="object 11"/>
            <p:cNvSpPr/>
            <p:nvPr/>
          </p:nvSpPr>
          <p:spPr>
            <a:xfrm>
              <a:off x="4888115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" name="object 12"/>
            <p:cNvSpPr/>
            <p:nvPr/>
          </p:nvSpPr>
          <p:spPr>
            <a:xfrm>
              <a:off x="5932817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19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/>
            <p:cNvSpPr/>
            <p:nvPr/>
          </p:nvSpPr>
          <p:spPr>
            <a:xfrm>
              <a:off x="51372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836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/>
            <p:cNvSpPr/>
            <p:nvPr/>
          </p:nvSpPr>
          <p:spPr>
            <a:xfrm>
              <a:off x="61789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27555" y="3370151"/>
            <a:ext cx="439350" cy="290227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0403">
              <a:spcBef>
                <a:spcPts val="86"/>
              </a:spcBef>
            </a:pPr>
            <a:r>
              <a:rPr sz="1814" b="1" spc="-23" dirty="0">
                <a:solidFill>
                  <a:srgbClr val="CC0000"/>
                </a:solidFill>
                <a:latin typeface="Arial"/>
                <a:cs typeface="Arial"/>
              </a:rPr>
              <a:t>50</a:t>
            </a:r>
            <a:endParaRPr sz="1814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8076" y="3369460"/>
            <a:ext cx="485415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50288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60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40701" y="3369460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19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14790" y="3332089"/>
            <a:ext cx="1960662" cy="695589"/>
            <a:chOff x="2500198" y="3674554"/>
            <a:chExt cx="2162175" cy="767080"/>
          </a:xfrm>
        </p:grpSpPr>
        <p:sp>
          <p:nvSpPr>
            <p:cNvPr id="21" name="object 21"/>
            <p:cNvSpPr/>
            <p:nvPr/>
          </p:nvSpPr>
          <p:spPr>
            <a:xfrm>
              <a:off x="2514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/>
            <p:cNvSpPr/>
            <p:nvPr/>
          </p:nvSpPr>
          <p:spPr>
            <a:xfrm>
              <a:off x="2514485" y="4084319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3" name="object 23"/>
            <p:cNvSpPr/>
            <p:nvPr/>
          </p:nvSpPr>
          <p:spPr>
            <a:xfrm>
              <a:off x="2514485" y="4427219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4" name="object 24"/>
            <p:cNvSpPr/>
            <p:nvPr/>
          </p:nvSpPr>
          <p:spPr>
            <a:xfrm>
              <a:off x="2514485" y="3688841"/>
              <a:ext cx="0" cy="738505"/>
            </a:xfrm>
            <a:custGeom>
              <a:avLst/>
              <a:gdLst/>
              <a:ahLst/>
              <a:cxnLst/>
              <a:rect l="l" t="t" r="r" b="b"/>
              <a:pathLst>
                <a:path h="738504">
                  <a:moveTo>
                    <a:pt x="0" y="0"/>
                  </a:moveTo>
                  <a:lnTo>
                    <a:pt x="0" y="73837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5" name="object 25"/>
            <p:cNvSpPr/>
            <p:nvPr/>
          </p:nvSpPr>
          <p:spPr>
            <a:xfrm>
              <a:off x="4648085" y="3688841"/>
              <a:ext cx="0" cy="738505"/>
            </a:xfrm>
            <a:custGeom>
              <a:avLst/>
              <a:gdLst/>
              <a:ahLst/>
              <a:cxnLst/>
              <a:rect l="l" t="t" r="r" b="b"/>
              <a:pathLst>
                <a:path h="738504">
                  <a:moveTo>
                    <a:pt x="0" y="0"/>
                  </a:moveTo>
                  <a:lnTo>
                    <a:pt x="0" y="73837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6" name="object 26"/>
            <p:cNvSpPr/>
            <p:nvPr/>
          </p:nvSpPr>
          <p:spPr>
            <a:xfrm>
              <a:off x="3556139" y="3688841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4">
                  <a:moveTo>
                    <a:pt x="0" y="0"/>
                  </a:moveTo>
                  <a:lnTo>
                    <a:pt x="0" y="3954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7" name="object 27"/>
            <p:cNvSpPr/>
            <p:nvPr/>
          </p:nvSpPr>
          <p:spPr>
            <a:xfrm>
              <a:off x="3059315" y="3688841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4">
                  <a:moveTo>
                    <a:pt x="0" y="0"/>
                  </a:moveTo>
                  <a:lnTo>
                    <a:pt x="0" y="3954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04017" y="3688841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h="395604">
                  <a:moveTo>
                    <a:pt x="0" y="0"/>
                  </a:moveTo>
                  <a:lnTo>
                    <a:pt x="0" y="3954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9" name="object 29"/>
            <p:cNvSpPr/>
            <p:nvPr/>
          </p:nvSpPr>
          <p:spPr>
            <a:xfrm>
              <a:off x="2813189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0" name="object 30"/>
            <p:cNvSpPr/>
            <p:nvPr/>
          </p:nvSpPr>
          <p:spPr>
            <a:xfrm>
              <a:off x="3308489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1" name="object 31"/>
            <p:cNvSpPr/>
            <p:nvPr/>
          </p:nvSpPr>
          <p:spPr>
            <a:xfrm>
              <a:off x="3854843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2" name="object 32"/>
            <p:cNvSpPr/>
            <p:nvPr/>
          </p:nvSpPr>
          <p:spPr>
            <a:xfrm>
              <a:off x="4350143" y="4084319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650122" y="3369460"/>
            <a:ext cx="1422848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95010">
              <a:spcBef>
                <a:spcPts val="91"/>
              </a:spcBef>
              <a:tabLst>
                <a:tab pos="567757" algn="l"/>
                <a:tab pos="1040503" algn="l"/>
              </a:tabLst>
            </a:pPr>
            <a:r>
              <a:rPr sz="1451" spc="-23" dirty="0">
                <a:latin typeface="Times New Roman"/>
                <a:cs typeface="Times New Roman"/>
              </a:rPr>
              <a:t>100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140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24210" y="3332090"/>
            <a:ext cx="1960662" cy="647796"/>
            <a:chOff x="5929198" y="3674554"/>
            <a:chExt cx="2162175" cy="714375"/>
          </a:xfrm>
        </p:grpSpPr>
        <p:sp>
          <p:nvSpPr>
            <p:cNvPr id="35" name="object 35"/>
            <p:cNvSpPr/>
            <p:nvPr/>
          </p:nvSpPr>
          <p:spPr>
            <a:xfrm>
              <a:off x="5943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3485" y="40317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7" name="object 37"/>
            <p:cNvSpPr/>
            <p:nvPr/>
          </p:nvSpPr>
          <p:spPr>
            <a:xfrm>
              <a:off x="5943485" y="43746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8" name="object 38"/>
            <p:cNvSpPr/>
            <p:nvPr/>
          </p:nvSpPr>
          <p:spPr>
            <a:xfrm>
              <a:off x="59434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9" name="object 39"/>
            <p:cNvSpPr/>
            <p:nvPr/>
          </p:nvSpPr>
          <p:spPr>
            <a:xfrm>
              <a:off x="80770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0" name="object 40"/>
            <p:cNvSpPr/>
            <p:nvPr/>
          </p:nvSpPr>
          <p:spPr>
            <a:xfrm>
              <a:off x="6985126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1" name="object 41"/>
            <p:cNvSpPr/>
            <p:nvPr/>
          </p:nvSpPr>
          <p:spPr>
            <a:xfrm>
              <a:off x="6488302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2" name="object 42"/>
            <p:cNvSpPr/>
            <p:nvPr/>
          </p:nvSpPr>
          <p:spPr>
            <a:xfrm>
              <a:off x="7533004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3" name="object 43"/>
            <p:cNvSpPr/>
            <p:nvPr/>
          </p:nvSpPr>
          <p:spPr>
            <a:xfrm>
              <a:off x="62421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4" name="object 44"/>
            <p:cNvSpPr/>
            <p:nvPr/>
          </p:nvSpPr>
          <p:spPr>
            <a:xfrm>
              <a:off x="67374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5" name="object 45"/>
            <p:cNvSpPr/>
            <p:nvPr/>
          </p:nvSpPr>
          <p:spPr>
            <a:xfrm>
              <a:off x="72838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6" name="object 46"/>
            <p:cNvSpPr/>
            <p:nvPr/>
          </p:nvSpPr>
          <p:spPr>
            <a:xfrm>
              <a:off x="77791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22783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18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201923" y="4644956"/>
            <a:ext cx="1476975" cy="647796"/>
            <a:chOff x="1052398" y="5122354"/>
            <a:chExt cx="1628775" cy="714375"/>
          </a:xfrm>
        </p:grpSpPr>
        <p:sp>
          <p:nvSpPr>
            <p:cNvPr id="49" name="object 49"/>
            <p:cNvSpPr/>
            <p:nvPr/>
          </p:nvSpPr>
          <p:spPr>
            <a:xfrm>
              <a:off x="10666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0" name="object 50"/>
            <p:cNvSpPr/>
            <p:nvPr/>
          </p:nvSpPr>
          <p:spPr>
            <a:xfrm>
              <a:off x="10666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1" name="object 51"/>
            <p:cNvSpPr/>
            <p:nvPr/>
          </p:nvSpPr>
          <p:spPr>
            <a:xfrm>
              <a:off x="10666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2" name="object 52"/>
            <p:cNvSpPr/>
            <p:nvPr/>
          </p:nvSpPr>
          <p:spPr>
            <a:xfrm>
              <a:off x="10666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3" name="object 53"/>
            <p:cNvSpPr/>
            <p:nvPr/>
          </p:nvSpPr>
          <p:spPr>
            <a:xfrm>
              <a:off x="26668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4" name="object 54"/>
            <p:cNvSpPr/>
            <p:nvPr/>
          </p:nvSpPr>
          <p:spPr>
            <a:xfrm>
              <a:off x="18477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5" name="object 55"/>
            <p:cNvSpPr/>
            <p:nvPr/>
          </p:nvSpPr>
          <p:spPr>
            <a:xfrm>
              <a:off x="14766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6" name="object 56"/>
            <p:cNvSpPr/>
            <p:nvPr/>
          </p:nvSpPr>
          <p:spPr>
            <a:xfrm>
              <a:off x="225769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7" name="object 57"/>
            <p:cNvSpPr/>
            <p:nvPr/>
          </p:nvSpPr>
          <p:spPr>
            <a:xfrm>
              <a:off x="12907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8" name="object 58"/>
            <p:cNvSpPr/>
            <p:nvPr/>
          </p:nvSpPr>
          <p:spPr>
            <a:xfrm>
              <a:off x="16625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9" name="object 59"/>
            <p:cNvSpPr/>
            <p:nvPr/>
          </p:nvSpPr>
          <p:spPr>
            <a:xfrm>
              <a:off x="207176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0" name="object 60"/>
            <p:cNvSpPr/>
            <p:nvPr/>
          </p:nvSpPr>
          <p:spPr>
            <a:xfrm>
              <a:off x="244361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4250743" y="4680024"/>
            <a:ext cx="325338" cy="209393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13820" rIns="0" bIns="0" rtlCol="0">
            <a:spAutoFit/>
          </a:bodyPr>
          <a:lstStyle/>
          <a:p>
            <a:pPr marL="81766">
              <a:spcBef>
                <a:spcPts val="109"/>
              </a:spcBef>
            </a:pPr>
            <a:r>
              <a:rPr sz="1270" spc="-23" dirty="0">
                <a:latin typeface="Times New Roman"/>
                <a:cs typeface="Times New Roman"/>
              </a:rPr>
              <a:t>20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899493" y="4680024"/>
            <a:ext cx="339733" cy="209393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13820" rIns="0" bIns="0" rtlCol="0">
            <a:spAutoFit/>
          </a:bodyPr>
          <a:lstStyle/>
          <a:p>
            <a:pPr marL="78311">
              <a:spcBef>
                <a:spcPts val="109"/>
              </a:spcBef>
            </a:pPr>
            <a:r>
              <a:rPr sz="1270" spc="-23" dirty="0">
                <a:latin typeface="Times New Roman"/>
                <a:cs typeface="Times New Roman"/>
              </a:rPr>
              <a:t>19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3860281" y="4644956"/>
            <a:ext cx="1407877" cy="647796"/>
            <a:chOff x="2881198" y="5122354"/>
            <a:chExt cx="1552575" cy="714375"/>
          </a:xfrm>
        </p:grpSpPr>
        <p:sp>
          <p:nvSpPr>
            <p:cNvPr id="64" name="object 64"/>
            <p:cNvSpPr/>
            <p:nvPr/>
          </p:nvSpPr>
          <p:spPr>
            <a:xfrm>
              <a:off x="2895485" y="51366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5" name="object 65"/>
            <p:cNvSpPr/>
            <p:nvPr/>
          </p:nvSpPr>
          <p:spPr>
            <a:xfrm>
              <a:off x="2895485" y="54795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6" name="object 66"/>
            <p:cNvSpPr/>
            <p:nvPr/>
          </p:nvSpPr>
          <p:spPr>
            <a:xfrm>
              <a:off x="2895485" y="58224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7" name="object 67"/>
            <p:cNvSpPr/>
            <p:nvPr/>
          </p:nvSpPr>
          <p:spPr>
            <a:xfrm>
              <a:off x="2895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8" name="object 68"/>
            <p:cNvSpPr/>
            <p:nvPr/>
          </p:nvSpPr>
          <p:spPr>
            <a:xfrm>
              <a:off x="4419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9" name="object 69"/>
            <p:cNvSpPr/>
            <p:nvPr/>
          </p:nvSpPr>
          <p:spPr>
            <a:xfrm>
              <a:off x="36765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0" name="object 70"/>
            <p:cNvSpPr/>
            <p:nvPr/>
          </p:nvSpPr>
          <p:spPr>
            <a:xfrm>
              <a:off x="33054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1" name="object 71"/>
            <p:cNvSpPr/>
            <p:nvPr/>
          </p:nvSpPr>
          <p:spPr>
            <a:xfrm>
              <a:off x="4041533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2" name="object 72"/>
            <p:cNvSpPr/>
            <p:nvPr/>
          </p:nvSpPr>
          <p:spPr>
            <a:xfrm>
              <a:off x="31195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3" name="object 73"/>
            <p:cNvSpPr/>
            <p:nvPr/>
          </p:nvSpPr>
          <p:spPr>
            <a:xfrm>
              <a:off x="34913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4" name="object 74"/>
            <p:cNvSpPr/>
            <p:nvPr/>
          </p:nvSpPr>
          <p:spPr>
            <a:xfrm>
              <a:off x="3859415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5" name="object 75"/>
            <p:cNvSpPr/>
            <p:nvPr/>
          </p:nvSpPr>
          <p:spPr>
            <a:xfrm>
              <a:off x="42244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6857416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831505" y="4644956"/>
            <a:ext cx="1476975" cy="647796"/>
            <a:chOff x="6157798" y="5122354"/>
            <a:chExt cx="1628775" cy="714375"/>
          </a:xfrm>
        </p:grpSpPr>
        <p:sp>
          <p:nvSpPr>
            <p:cNvPr id="78" name="object 78"/>
            <p:cNvSpPr/>
            <p:nvPr/>
          </p:nvSpPr>
          <p:spPr>
            <a:xfrm>
              <a:off x="61720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9" name="object 79"/>
            <p:cNvSpPr/>
            <p:nvPr/>
          </p:nvSpPr>
          <p:spPr>
            <a:xfrm>
              <a:off x="61720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0" name="object 80"/>
            <p:cNvSpPr/>
            <p:nvPr/>
          </p:nvSpPr>
          <p:spPr>
            <a:xfrm>
              <a:off x="61720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1" name="object 81"/>
            <p:cNvSpPr/>
            <p:nvPr/>
          </p:nvSpPr>
          <p:spPr>
            <a:xfrm>
              <a:off x="61720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2" name="object 82"/>
            <p:cNvSpPr/>
            <p:nvPr/>
          </p:nvSpPr>
          <p:spPr>
            <a:xfrm>
              <a:off x="77722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3" name="object 83"/>
            <p:cNvSpPr/>
            <p:nvPr/>
          </p:nvSpPr>
          <p:spPr>
            <a:xfrm>
              <a:off x="6953122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4" name="object 84"/>
            <p:cNvSpPr/>
            <p:nvPr/>
          </p:nvSpPr>
          <p:spPr>
            <a:xfrm>
              <a:off x="658202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5" name="object 85"/>
            <p:cNvSpPr/>
            <p:nvPr/>
          </p:nvSpPr>
          <p:spPr>
            <a:xfrm>
              <a:off x="736307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6" name="object 86"/>
            <p:cNvSpPr/>
            <p:nvPr/>
          </p:nvSpPr>
          <p:spPr>
            <a:xfrm>
              <a:off x="639610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7" name="object 87"/>
            <p:cNvSpPr/>
            <p:nvPr/>
          </p:nvSpPr>
          <p:spPr>
            <a:xfrm>
              <a:off x="676795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8" name="object 88"/>
            <p:cNvSpPr/>
            <p:nvPr/>
          </p:nvSpPr>
          <p:spPr>
            <a:xfrm>
              <a:off x="717715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9" name="object 89"/>
            <p:cNvSpPr/>
            <p:nvPr/>
          </p:nvSpPr>
          <p:spPr>
            <a:xfrm>
              <a:off x="754900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844666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85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2698566" y="2995409"/>
            <a:ext cx="7462610" cy="2297516"/>
            <a:chOff x="1600085" y="3303270"/>
            <a:chExt cx="8229600" cy="2533650"/>
          </a:xfrm>
        </p:grpSpPr>
        <p:sp>
          <p:nvSpPr>
            <p:cNvPr id="92" name="object 92"/>
            <p:cNvSpPr/>
            <p:nvPr/>
          </p:nvSpPr>
          <p:spPr>
            <a:xfrm>
              <a:off x="7924672" y="51366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3" name="object 93"/>
            <p:cNvSpPr/>
            <p:nvPr/>
          </p:nvSpPr>
          <p:spPr>
            <a:xfrm>
              <a:off x="7924672" y="54795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4" name="object 94"/>
            <p:cNvSpPr/>
            <p:nvPr/>
          </p:nvSpPr>
          <p:spPr>
            <a:xfrm>
              <a:off x="7924672" y="58224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5" name="object 95"/>
            <p:cNvSpPr/>
            <p:nvPr/>
          </p:nvSpPr>
          <p:spPr>
            <a:xfrm>
              <a:off x="7924672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6" name="object 96"/>
            <p:cNvSpPr/>
            <p:nvPr/>
          </p:nvSpPr>
          <p:spPr>
            <a:xfrm>
              <a:off x="9524873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7" name="object 97"/>
            <p:cNvSpPr/>
            <p:nvPr/>
          </p:nvSpPr>
          <p:spPr>
            <a:xfrm>
              <a:off x="8705723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8" name="object 98"/>
            <p:cNvSpPr/>
            <p:nvPr/>
          </p:nvSpPr>
          <p:spPr>
            <a:xfrm>
              <a:off x="833462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9" name="object 99"/>
            <p:cNvSpPr/>
            <p:nvPr/>
          </p:nvSpPr>
          <p:spPr>
            <a:xfrm>
              <a:off x="911567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14870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52055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892975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930160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600085" y="3303282"/>
              <a:ext cx="8229600" cy="2405380"/>
            </a:xfrm>
            <a:custGeom>
              <a:avLst/>
              <a:gdLst/>
              <a:ahLst/>
              <a:cxnLst/>
              <a:rect l="l" t="t" r="r" b="b"/>
              <a:pathLst>
                <a:path w="8229600" h="2405379">
                  <a:moveTo>
                    <a:pt x="1072134" y="919734"/>
                  </a:moveTo>
                  <a:lnTo>
                    <a:pt x="1070610" y="915924"/>
                  </a:lnTo>
                  <a:lnTo>
                    <a:pt x="1067562" y="914400"/>
                  </a:lnTo>
                  <a:lnTo>
                    <a:pt x="1063752" y="915924"/>
                  </a:lnTo>
                  <a:lnTo>
                    <a:pt x="55219" y="1780260"/>
                  </a:lnTo>
                  <a:lnTo>
                    <a:pt x="33528" y="1754886"/>
                  </a:lnTo>
                  <a:lnTo>
                    <a:pt x="0" y="1833372"/>
                  </a:lnTo>
                  <a:lnTo>
                    <a:pt x="43434" y="1822602"/>
                  </a:lnTo>
                  <a:lnTo>
                    <a:pt x="83058" y="1812798"/>
                  </a:lnTo>
                  <a:lnTo>
                    <a:pt x="61556" y="1787664"/>
                  </a:lnTo>
                  <a:lnTo>
                    <a:pt x="1069848" y="922782"/>
                  </a:lnTo>
                  <a:lnTo>
                    <a:pt x="1072134" y="919734"/>
                  </a:lnTo>
                  <a:close/>
                </a:path>
                <a:path w="8229600" h="2405379">
                  <a:moveTo>
                    <a:pt x="1295400" y="2366772"/>
                  </a:moveTo>
                  <a:lnTo>
                    <a:pt x="1219200" y="2328672"/>
                  </a:lnTo>
                  <a:lnTo>
                    <a:pt x="1219200" y="2362200"/>
                  </a:lnTo>
                  <a:lnTo>
                    <a:pt x="990600" y="2362200"/>
                  </a:lnTo>
                  <a:lnTo>
                    <a:pt x="987552" y="2363724"/>
                  </a:lnTo>
                  <a:lnTo>
                    <a:pt x="986028" y="2366772"/>
                  </a:lnTo>
                  <a:lnTo>
                    <a:pt x="987552" y="2370582"/>
                  </a:lnTo>
                  <a:lnTo>
                    <a:pt x="990600" y="2372106"/>
                  </a:lnTo>
                  <a:lnTo>
                    <a:pt x="1219200" y="2372106"/>
                  </a:lnTo>
                  <a:lnTo>
                    <a:pt x="1219200" y="2404872"/>
                  </a:lnTo>
                  <a:lnTo>
                    <a:pt x="1236726" y="2396109"/>
                  </a:lnTo>
                  <a:lnTo>
                    <a:pt x="1295400" y="2366772"/>
                  </a:lnTo>
                  <a:close/>
                </a:path>
                <a:path w="8229600" h="2405379">
                  <a:moveTo>
                    <a:pt x="1834896" y="1748790"/>
                  </a:moveTo>
                  <a:lnTo>
                    <a:pt x="1804111" y="1761490"/>
                  </a:lnTo>
                  <a:lnTo>
                    <a:pt x="1452372" y="917448"/>
                  </a:lnTo>
                  <a:lnTo>
                    <a:pt x="1450086" y="914400"/>
                  </a:lnTo>
                  <a:lnTo>
                    <a:pt x="1446276" y="915162"/>
                  </a:lnTo>
                  <a:lnTo>
                    <a:pt x="1443228" y="917448"/>
                  </a:lnTo>
                  <a:lnTo>
                    <a:pt x="1443990" y="921258"/>
                  </a:lnTo>
                  <a:lnTo>
                    <a:pt x="1795614" y="1765007"/>
                  </a:lnTo>
                  <a:lnTo>
                    <a:pt x="1764792" y="1777746"/>
                  </a:lnTo>
                  <a:lnTo>
                    <a:pt x="1808988" y="1816150"/>
                  </a:lnTo>
                  <a:lnTo>
                    <a:pt x="1828800" y="1833372"/>
                  </a:lnTo>
                  <a:lnTo>
                    <a:pt x="1834896" y="1748790"/>
                  </a:lnTo>
                  <a:close/>
                </a:path>
                <a:path w="8229600" h="2405379">
                  <a:moveTo>
                    <a:pt x="2900172" y="3810"/>
                  </a:moveTo>
                  <a:lnTo>
                    <a:pt x="2898648" y="762"/>
                  </a:lnTo>
                  <a:lnTo>
                    <a:pt x="2894838" y="0"/>
                  </a:lnTo>
                  <a:lnTo>
                    <a:pt x="988479" y="366420"/>
                  </a:lnTo>
                  <a:lnTo>
                    <a:pt x="982218" y="333756"/>
                  </a:lnTo>
                  <a:lnTo>
                    <a:pt x="914400" y="385572"/>
                  </a:lnTo>
                  <a:lnTo>
                    <a:pt x="972312" y="402183"/>
                  </a:lnTo>
                  <a:lnTo>
                    <a:pt x="996696" y="409194"/>
                  </a:lnTo>
                  <a:lnTo>
                    <a:pt x="990371" y="376262"/>
                  </a:lnTo>
                  <a:lnTo>
                    <a:pt x="2897124" y="9144"/>
                  </a:lnTo>
                  <a:lnTo>
                    <a:pt x="2900172" y="7620"/>
                  </a:lnTo>
                  <a:lnTo>
                    <a:pt x="2900172" y="3810"/>
                  </a:lnTo>
                  <a:close/>
                </a:path>
                <a:path w="8229600" h="2405379">
                  <a:moveTo>
                    <a:pt x="4343400" y="385572"/>
                  </a:moveTo>
                  <a:lnTo>
                    <a:pt x="4284726" y="324612"/>
                  </a:lnTo>
                  <a:lnTo>
                    <a:pt x="4273575" y="355409"/>
                  </a:lnTo>
                  <a:lnTo>
                    <a:pt x="3278124" y="0"/>
                  </a:lnTo>
                  <a:lnTo>
                    <a:pt x="3275076" y="762"/>
                  </a:lnTo>
                  <a:lnTo>
                    <a:pt x="3272028" y="3048"/>
                  </a:lnTo>
                  <a:lnTo>
                    <a:pt x="3272790" y="6858"/>
                  </a:lnTo>
                  <a:lnTo>
                    <a:pt x="3275076" y="9144"/>
                  </a:lnTo>
                  <a:lnTo>
                    <a:pt x="4270299" y="364464"/>
                  </a:lnTo>
                  <a:lnTo>
                    <a:pt x="4258818" y="396240"/>
                  </a:lnTo>
                  <a:lnTo>
                    <a:pt x="4287774" y="392582"/>
                  </a:lnTo>
                  <a:lnTo>
                    <a:pt x="4288536" y="392480"/>
                  </a:lnTo>
                  <a:lnTo>
                    <a:pt x="4343400" y="385572"/>
                  </a:lnTo>
                  <a:close/>
                </a:path>
                <a:path w="8229600" h="2405379">
                  <a:moveTo>
                    <a:pt x="4572000" y="1833372"/>
                  </a:moveTo>
                  <a:lnTo>
                    <a:pt x="4517136" y="1768602"/>
                  </a:lnTo>
                  <a:lnTo>
                    <a:pt x="4504042" y="1799450"/>
                  </a:lnTo>
                  <a:lnTo>
                    <a:pt x="2440686" y="915162"/>
                  </a:lnTo>
                  <a:lnTo>
                    <a:pt x="2436876" y="914400"/>
                  </a:lnTo>
                  <a:lnTo>
                    <a:pt x="2434590" y="917448"/>
                  </a:lnTo>
                  <a:lnTo>
                    <a:pt x="2433828" y="921258"/>
                  </a:lnTo>
                  <a:lnTo>
                    <a:pt x="2436876" y="923544"/>
                  </a:lnTo>
                  <a:lnTo>
                    <a:pt x="4500461" y="1807933"/>
                  </a:lnTo>
                  <a:lnTo>
                    <a:pt x="4487418" y="1838706"/>
                  </a:lnTo>
                  <a:lnTo>
                    <a:pt x="4515612" y="1836928"/>
                  </a:lnTo>
                  <a:lnTo>
                    <a:pt x="4517136" y="1836826"/>
                  </a:lnTo>
                  <a:lnTo>
                    <a:pt x="4518660" y="1836724"/>
                  </a:lnTo>
                  <a:lnTo>
                    <a:pt x="4572000" y="1833372"/>
                  </a:lnTo>
                  <a:close/>
                </a:path>
                <a:path w="8229600" h="2405379">
                  <a:moveTo>
                    <a:pt x="6324600" y="1833372"/>
                  </a:moveTo>
                  <a:lnTo>
                    <a:pt x="6273546" y="1765554"/>
                  </a:lnTo>
                  <a:lnTo>
                    <a:pt x="6259042" y="1794878"/>
                  </a:lnTo>
                  <a:lnTo>
                    <a:pt x="4498086" y="915162"/>
                  </a:lnTo>
                  <a:lnTo>
                    <a:pt x="4494276" y="914400"/>
                  </a:lnTo>
                  <a:lnTo>
                    <a:pt x="4491990" y="917448"/>
                  </a:lnTo>
                  <a:lnTo>
                    <a:pt x="4491228" y="920496"/>
                  </a:lnTo>
                  <a:lnTo>
                    <a:pt x="4494276" y="923544"/>
                  </a:lnTo>
                  <a:lnTo>
                    <a:pt x="6254508" y="1804035"/>
                  </a:lnTo>
                  <a:lnTo>
                    <a:pt x="6240018" y="1833372"/>
                  </a:lnTo>
                  <a:lnTo>
                    <a:pt x="6272784" y="1833372"/>
                  </a:lnTo>
                  <a:lnTo>
                    <a:pt x="6324600" y="1833372"/>
                  </a:lnTo>
                  <a:close/>
                </a:path>
                <a:path w="8229600" h="2405379">
                  <a:moveTo>
                    <a:pt x="7315200" y="1757172"/>
                  </a:moveTo>
                  <a:lnTo>
                    <a:pt x="7255764" y="1696974"/>
                  </a:lnTo>
                  <a:lnTo>
                    <a:pt x="7245236" y="1727885"/>
                  </a:lnTo>
                  <a:lnTo>
                    <a:pt x="4878324" y="914400"/>
                  </a:lnTo>
                  <a:lnTo>
                    <a:pt x="4875276" y="915162"/>
                  </a:lnTo>
                  <a:lnTo>
                    <a:pt x="4872228" y="917448"/>
                  </a:lnTo>
                  <a:lnTo>
                    <a:pt x="4872990" y="921258"/>
                  </a:lnTo>
                  <a:lnTo>
                    <a:pt x="4875276" y="923544"/>
                  </a:lnTo>
                  <a:lnTo>
                    <a:pt x="7242048" y="1737233"/>
                  </a:lnTo>
                  <a:lnTo>
                    <a:pt x="7231380" y="1768602"/>
                  </a:lnTo>
                  <a:lnTo>
                    <a:pt x="7259574" y="1764753"/>
                  </a:lnTo>
                  <a:lnTo>
                    <a:pt x="7315200" y="1757172"/>
                  </a:lnTo>
                  <a:close/>
                </a:path>
                <a:path w="8229600" h="2405379">
                  <a:moveTo>
                    <a:pt x="7848587" y="1833372"/>
                  </a:moveTo>
                  <a:lnTo>
                    <a:pt x="7789913" y="1772412"/>
                  </a:lnTo>
                  <a:lnTo>
                    <a:pt x="7778509" y="1803908"/>
                  </a:lnTo>
                  <a:lnTo>
                    <a:pt x="5487911" y="990600"/>
                  </a:lnTo>
                  <a:lnTo>
                    <a:pt x="5484863" y="991362"/>
                  </a:lnTo>
                  <a:lnTo>
                    <a:pt x="5481815" y="993648"/>
                  </a:lnTo>
                  <a:lnTo>
                    <a:pt x="5482577" y="997458"/>
                  </a:lnTo>
                  <a:lnTo>
                    <a:pt x="5484863" y="999744"/>
                  </a:lnTo>
                  <a:lnTo>
                    <a:pt x="7775473" y="1812290"/>
                  </a:lnTo>
                  <a:lnTo>
                    <a:pt x="7764005" y="1844040"/>
                  </a:lnTo>
                  <a:lnTo>
                    <a:pt x="7792961" y="1840382"/>
                  </a:lnTo>
                  <a:lnTo>
                    <a:pt x="7793723" y="1840280"/>
                  </a:lnTo>
                  <a:lnTo>
                    <a:pt x="7848587" y="1833372"/>
                  </a:lnTo>
                  <a:close/>
                </a:path>
                <a:path w="8229600" h="2405379">
                  <a:moveTo>
                    <a:pt x="8229600" y="1757172"/>
                  </a:moveTo>
                  <a:lnTo>
                    <a:pt x="8172450" y="1694688"/>
                  </a:lnTo>
                  <a:lnTo>
                    <a:pt x="8160474" y="1725955"/>
                  </a:lnTo>
                  <a:lnTo>
                    <a:pt x="6022086" y="914400"/>
                  </a:lnTo>
                  <a:lnTo>
                    <a:pt x="6018276" y="915162"/>
                  </a:lnTo>
                  <a:lnTo>
                    <a:pt x="6015228" y="917448"/>
                  </a:lnTo>
                  <a:lnTo>
                    <a:pt x="6015990" y="921258"/>
                  </a:lnTo>
                  <a:lnTo>
                    <a:pt x="6018276" y="923544"/>
                  </a:lnTo>
                  <a:lnTo>
                    <a:pt x="8156930" y="1735201"/>
                  </a:lnTo>
                  <a:lnTo>
                    <a:pt x="8145018" y="1766316"/>
                  </a:lnTo>
                  <a:lnTo>
                    <a:pt x="8174736" y="1763102"/>
                  </a:lnTo>
                  <a:lnTo>
                    <a:pt x="8229600" y="1757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05" name="object 10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1901" y="5631942"/>
              <a:ext cx="233172" cy="76200"/>
            </a:xfrm>
            <a:prstGeom prst="rect">
              <a:avLst/>
            </a:prstGeom>
          </p:spPr>
        </p:pic>
      </p:grpSp>
      <p:sp>
        <p:nvSpPr>
          <p:cNvPr id="106" name="object 106"/>
          <p:cNvSpPr/>
          <p:nvPr/>
        </p:nvSpPr>
        <p:spPr>
          <a:xfrm>
            <a:off x="2214878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09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7" name="object 107"/>
          <p:cNvSpPr txBox="1"/>
          <p:nvPr/>
        </p:nvSpPr>
        <p:spPr>
          <a:xfrm>
            <a:off x="2291111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2698566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10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9" name="object 109"/>
          <p:cNvSpPr txBox="1"/>
          <p:nvPr/>
        </p:nvSpPr>
        <p:spPr>
          <a:xfrm>
            <a:off x="2774799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982656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39723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7811823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295511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8779199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2193458" y="5068367"/>
            <a:ext cx="7346294" cy="833785"/>
          </a:xfrm>
          <a:custGeom>
            <a:avLst/>
            <a:gdLst/>
            <a:ahLst/>
            <a:cxnLst/>
            <a:rect l="l" t="t" r="r" b="b"/>
            <a:pathLst>
              <a:path w="8101330" h="919479">
                <a:moveTo>
                  <a:pt x="180594" y="81534"/>
                </a:moveTo>
                <a:lnTo>
                  <a:pt x="179832" y="78486"/>
                </a:lnTo>
                <a:lnTo>
                  <a:pt x="176784" y="76200"/>
                </a:lnTo>
                <a:lnTo>
                  <a:pt x="173736" y="76962"/>
                </a:lnTo>
                <a:lnTo>
                  <a:pt x="171450" y="80010"/>
                </a:lnTo>
                <a:lnTo>
                  <a:pt x="32702" y="843445"/>
                </a:lnTo>
                <a:lnTo>
                  <a:pt x="0" y="837438"/>
                </a:lnTo>
                <a:lnTo>
                  <a:pt x="23622" y="918972"/>
                </a:lnTo>
                <a:lnTo>
                  <a:pt x="30480" y="909853"/>
                </a:lnTo>
                <a:lnTo>
                  <a:pt x="74676" y="851154"/>
                </a:lnTo>
                <a:lnTo>
                  <a:pt x="41821" y="845108"/>
                </a:lnTo>
                <a:lnTo>
                  <a:pt x="180594" y="81534"/>
                </a:lnTo>
                <a:close/>
              </a:path>
              <a:path w="8101330" h="919479">
                <a:moveTo>
                  <a:pt x="588264" y="839724"/>
                </a:moveTo>
                <a:lnTo>
                  <a:pt x="557022" y="842530"/>
                </a:lnTo>
                <a:lnTo>
                  <a:pt x="556260" y="842594"/>
                </a:lnTo>
                <a:lnTo>
                  <a:pt x="555078" y="842708"/>
                </a:lnTo>
                <a:lnTo>
                  <a:pt x="486156" y="80772"/>
                </a:lnTo>
                <a:lnTo>
                  <a:pt x="483870" y="77724"/>
                </a:lnTo>
                <a:lnTo>
                  <a:pt x="480822" y="76200"/>
                </a:lnTo>
                <a:lnTo>
                  <a:pt x="477774" y="77724"/>
                </a:lnTo>
                <a:lnTo>
                  <a:pt x="476250" y="81534"/>
                </a:lnTo>
                <a:lnTo>
                  <a:pt x="545922" y="843534"/>
                </a:lnTo>
                <a:lnTo>
                  <a:pt x="512064" y="846582"/>
                </a:lnTo>
                <a:lnTo>
                  <a:pt x="556260" y="917740"/>
                </a:lnTo>
                <a:lnTo>
                  <a:pt x="557022" y="918972"/>
                </a:lnTo>
                <a:lnTo>
                  <a:pt x="588264" y="839724"/>
                </a:lnTo>
                <a:close/>
              </a:path>
              <a:path w="8101330" h="919479">
                <a:moveTo>
                  <a:pt x="1107186" y="835914"/>
                </a:moveTo>
                <a:lnTo>
                  <a:pt x="1075182" y="844575"/>
                </a:lnTo>
                <a:lnTo>
                  <a:pt x="1074991" y="844626"/>
                </a:lnTo>
                <a:lnTo>
                  <a:pt x="866394" y="80010"/>
                </a:lnTo>
                <a:lnTo>
                  <a:pt x="864108" y="76962"/>
                </a:lnTo>
                <a:lnTo>
                  <a:pt x="861060" y="76200"/>
                </a:lnTo>
                <a:lnTo>
                  <a:pt x="858012" y="78486"/>
                </a:lnTo>
                <a:lnTo>
                  <a:pt x="857250" y="82296"/>
                </a:lnTo>
                <a:lnTo>
                  <a:pt x="1065707" y="847140"/>
                </a:lnTo>
                <a:lnTo>
                  <a:pt x="1034034" y="855726"/>
                </a:lnTo>
                <a:lnTo>
                  <a:pt x="1078230" y="905294"/>
                </a:lnTo>
                <a:lnTo>
                  <a:pt x="1090422" y="918972"/>
                </a:lnTo>
                <a:lnTo>
                  <a:pt x="1107186" y="835914"/>
                </a:lnTo>
                <a:close/>
              </a:path>
              <a:path w="8101330" h="919479">
                <a:moveTo>
                  <a:pt x="2237994" y="79248"/>
                </a:moveTo>
                <a:lnTo>
                  <a:pt x="2234946" y="76200"/>
                </a:lnTo>
                <a:lnTo>
                  <a:pt x="2231898" y="76962"/>
                </a:lnTo>
                <a:lnTo>
                  <a:pt x="2228850" y="79248"/>
                </a:lnTo>
                <a:lnTo>
                  <a:pt x="1950593" y="845756"/>
                </a:lnTo>
                <a:lnTo>
                  <a:pt x="1919478" y="834390"/>
                </a:lnTo>
                <a:lnTo>
                  <a:pt x="1928622" y="918972"/>
                </a:lnTo>
                <a:lnTo>
                  <a:pt x="1946148" y="902309"/>
                </a:lnTo>
                <a:lnTo>
                  <a:pt x="1990344" y="860298"/>
                </a:lnTo>
                <a:lnTo>
                  <a:pt x="1959635" y="849071"/>
                </a:lnTo>
                <a:lnTo>
                  <a:pt x="2237994" y="82296"/>
                </a:lnTo>
                <a:lnTo>
                  <a:pt x="2237994" y="79248"/>
                </a:lnTo>
                <a:close/>
              </a:path>
              <a:path w="8101330" h="919479">
                <a:moveTo>
                  <a:pt x="5319509" y="842772"/>
                </a:moveTo>
                <a:lnTo>
                  <a:pt x="5286743" y="842772"/>
                </a:lnTo>
                <a:lnTo>
                  <a:pt x="5286743" y="80772"/>
                </a:lnTo>
                <a:lnTo>
                  <a:pt x="5285219" y="77724"/>
                </a:lnTo>
                <a:lnTo>
                  <a:pt x="5281409" y="76200"/>
                </a:lnTo>
                <a:lnTo>
                  <a:pt x="5278361" y="77724"/>
                </a:lnTo>
                <a:lnTo>
                  <a:pt x="5276837" y="80772"/>
                </a:lnTo>
                <a:lnTo>
                  <a:pt x="5276837" y="842772"/>
                </a:lnTo>
                <a:lnTo>
                  <a:pt x="5243309" y="842772"/>
                </a:lnTo>
                <a:lnTo>
                  <a:pt x="5276837" y="909828"/>
                </a:lnTo>
                <a:lnTo>
                  <a:pt x="5281409" y="918972"/>
                </a:lnTo>
                <a:lnTo>
                  <a:pt x="5286743" y="908304"/>
                </a:lnTo>
                <a:lnTo>
                  <a:pt x="5319509" y="842772"/>
                </a:lnTo>
                <a:close/>
              </a:path>
              <a:path w="8101330" h="919479">
                <a:moveTo>
                  <a:pt x="5757672" y="835914"/>
                </a:moveTo>
                <a:lnTo>
                  <a:pt x="5724830" y="844029"/>
                </a:lnTo>
                <a:lnTo>
                  <a:pt x="5514594" y="3810"/>
                </a:lnTo>
                <a:lnTo>
                  <a:pt x="5513070" y="762"/>
                </a:lnTo>
                <a:lnTo>
                  <a:pt x="5509260" y="0"/>
                </a:lnTo>
                <a:lnTo>
                  <a:pt x="5506212" y="2286"/>
                </a:lnTo>
                <a:lnTo>
                  <a:pt x="5505450" y="6096"/>
                </a:lnTo>
                <a:lnTo>
                  <a:pt x="5715686" y="846289"/>
                </a:lnTo>
                <a:lnTo>
                  <a:pt x="5683758" y="854202"/>
                </a:lnTo>
                <a:lnTo>
                  <a:pt x="5727954" y="906373"/>
                </a:lnTo>
                <a:lnTo>
                  <a:pt x="5738622" y="918972"/>
                </a:lnTo>
                <a:lnTo>
                  <a:pt x="5757672" y="835914"/>
                </a:lnTo>
                <a:close/>
              </a:path>
              <a:path w="8101330" h="919479">
                <a:moveTo>
                  <a:pt x="7039356" y="80772"/>
                </a:moveTo>
                <a:lnTo>
                  <a:pt x="7037832" y="77724"/>
                </a:lnTo>
                <a:lnTo>
                  <a:pt x="7034022" y="76200"/>
                </a:lnTo>
                <a:lnTo>
                  <a:pt x="7030974" y="77724"/>
                </a:lnTo>
                <a:lnTo>
                  <a:pt x="6246698" y="861987"/>
                </a:lnTo>
                <a:lnTo>
                  <a:pt x="6223254" y="838200"/>
                </a:lnTo>
                <a:lnTo>
                  <a:pt x="6195822" y="918972"/>
                </a:lnTo>
                <a:lnTo>
                  <a:pt x="6236208" y="905637"/>
                </a:lnTo>
                <a:lnTo>
                  <a:pt x="6276594" y="892302"/>
                </a:lnTo>
                <a:lnTo>
                  <a:pt x="6253505" y="868895"/>
                </a:lnTo>
                <a:lnTo>
                  <a:pt x="7037832" y="84582"/>
                </a:lnTo>
                <a:lnTo>
                  <a:pt x="7039356" y="80772"/>
                </a:lnTo>
                <a:close/>
              </a:path>
              <a:path w="8101330" h="919479">
                <a:moveTo>
                  <a:pt x="7344156" y="80010"/>
                </a:moveTo>
                <a:lnTo>
                  <a:pt x="7341870" y="76962"/>
                </a:lnTo>
                <a:lnTo>
                  <a:pt x="7338060" y="76200"/>
                </a:lnTo>
                <a:lnTo>
                  <a:pt x="7335012" y="78486"/>
                </a:lnTo>
                <a:lnTo>
                  <a:pt x="6770281" y="854506"/>
                </a:lnTo>
                <a:lnTo>
                  <a:pt x="6743700" y="835152"/>
                </a:lnTo>
                <a:lnTo>
                  <a:pt x="6729222" y="918972"/>
                </a:lnTo>
                <a:lnTo>
                  <a:pt x="6761988" y="902258"/>
                </a:lnTo>
                <a:lnTo>
                  <a:pt x="6805422" y="880110"/>
                </a:lnTo>
                <a:lnTo>
                  <a:pt x="6778155" y="860247"/>
                </a:lnTo>
                <a:lnTo>
                  <a:pt x="7342632" y="83820"/>
                </a:lnTo>
                <a:lnTo>
                  <a:pt x="7344156" y="80010"/>
                </a:lnTo>
                <a:close/>
              </a:path>
              <a:path w="8101330" h="919479">
                <a:moveTo>
                  <a:pt x="7724381" y="80010"/>
                </a:moveTo>
                <a:lnTo>
                  <a:pt x="7722095" y="76962"/>
                </a:lnTo>
                <a:lnTo>
                  <a:pt x="7719047" y="76200"/>
                </a:lnTo>
                <a:lnTo>
                  <a:pt x="7715999" y="78486"/>
                </a:lnTo>
                <a:lnTo>
                  <a:pt x="7295210" y="850176"/>
                </a:lnTo>
                <a:lnTo>
                  <a:pt x="7265657" y="834390"/>
                </a:lnTo>
                <a:lnTo>
                  <a:pt x="7262609" y="918972"/>
                </a:lnTo>
                <a:lnTo>
                  <a:pt x="7288517" y="900938"/>
                </a:lnTo>
                <a:lnTo>
                  <a:pt x="7332713" y="870204"/>
                </a:lnTo>
                <a:lnTo>
                  <a:pt x="7303630" y="854671"/>
                </a:lnTo>
                <a:lnTo>
                  <a:pt x="7724381" y="83058"/>
                </a:lnTo>
                <a:lnTo>
                  <a:pt x="7724381" y="80010"/>
                </a:lnTo>
                <a:close/>
              </a:path>
              <a:path w="8101330" h="919479">
                <a:moveTo>
                  <a:pt x="8100809" y="80772"/>
                </a:moveTo>
                <a:lnTo>
                  <a:pt x="8024609" y="42672"/>
                </a:lnTo>
                <a:lnTo>
                  <a:pt x="8024609" y="76200"/>
                </a:lnTo>
                <a:lnTo>
                  <a:pt x="7796009" y="76200"/>
                </a:lnTo>
                <a:lnTo>
                  <a:pt x="7792961" y="77724"/>
                </a:lnTo>
                <a:lnTo>
                  <a:pt x="7791437" y="80772"/>
                </a:lnTo>
                <a:lnTo>
                  <a:pt x="7792961" y="84582"/>
                </a:lnTo>
                <a:lnTo>
                  <a:pt x="7796009" y="86106"/>
                </a:lnTo>
                <a:lnTo>
                  <a:pt x="8024609" y="86106"/>
                </a:lnTo>
                <a:lnTo>
                  <a:pt x="8024609" y="118872"/>
                </a:lnTo>
                <a:lnTo>
                  <a:pt x="8042135" y="110109"/>
                </a:lnTo>
                <a:lnTo>
                  <a:pt x="8100809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16" name="objec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621820"/>
              </p:ext>
            </p:extLst>
          </p:nvPr>
        </p:nvGraphicFramePr>
        <p:xfrm>
          <a:off x="3108837" y="5897362"/>
          <a:ext cx="1097510" cy="285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3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" name="object 117"/>
          <p:cNvSpPr/>
          <p:nvPr/>
        </p:nvSpPr>
        <p:spPr>
          <a:xfrm>
            <a:off x="3527745" y="5137454"/>
            <a:ext cx="488294" cy="695589"/>
          </a:xfrm>
          <a:custGeom>
            <a:avLst/>
            <a:gdLst/>
            <a:ahLst/>
            <a:cxnLst/>
            <a:rect l="l" t="t" r="r" b="b"/>
            <a:pathLst>
              <a:path w="538480" h="767079">
                <a:moveTo>
                  <a:pt x="39918" y="701495"/>
                </a:moveTo>
                <a:lnTo>
                  <a:pt x="12953" y="682751"/>
                </a:lnTo>
                <a:lnTo>
                  <a:pt x="0" y="766571"/>
                </a:lnTo>
                <a:lnTo>
                  <a:pt x="32003" y="749438"/>
                </a:lnTo>
                <a:lnTo>
                  <a:pt x="32003" y="715517"/>
                </a:lnTo>
                <a:lnTo>
                  <a:pt x="32765" y="711707"/>
                </a:lnTo>
                <a:lnTo>
                  <a:pt x="39918" y="701495"/>
                </a:lnTo>
                <a:close/>
              </a:path>
              <a:path w="538480" h="767079">
                <a:moveTo>
                  <a:pt x="47909" y="707050"/>
                </a:moveTo>
                <a:lnTo>
                  <a:pt x="39918" y="701495"/>
                </a:lnTo>
                <a:lnTo>
                  <a:pt x="32765" y="711707"/>
                </a:lnTo>
                <a:lnTo>
                  <a:pt x="32003" y="715517"/>
                </a:lnTo>
                <a:lnTo>
                  <a:pt x="34289" y="718565"/>
                </a:lnTo>
                <a:lnTo>
                  <a:pt x="37337" y="719327"/>
                </a:lnTo>
                <a:lnTo>
                  <a:pt x="40385" y="717803"/>
                </a:lnTo>
                <a:lnTo>
                  <a:pt x="47909" y="707050"/>
                </a:lnTo>
                <a:close/>
              </a:path>
              <a:path w="538480" h="767079">
                <a:moveTo>
                  <a:pt x="75437" y="726185"/>
                </a:moveTo>
                <a:lnTo>
                  <a:pt x="47909" y="707050"/>
                </a:lnTo>
                <a:lnTo>
                  <a:pt x="40385" y="717803"/>
                </a:lnTo>
                <a:lnTo>
                  <a:pt x="37337" y="719327"/>
                </a:lnTo>
                <a:lnTo>
                  <a:pt x="34289" y="718565"/>
                </a:lnTo>
                <a:lnTo>
                  <a:pt x="32003" y="715517"/>
                </a:lnTo>
                <a:lnTo>
                  <a:pt x="32003" y="749438"/>
                </a:lnTo>
                <a:lnTo>
                  <a:pt x="75437" y="726185"/>
                </a:lnTo>
                <a:close/>
              </a:path>
              <a:path w="538480" h="767079">
                <a:moveTo>
                  <a:pt x="537971" y="3809"/>
                </a:moveTo>
                <a:lnTo>
                  <a:pt x="536447" y="761"/>
                </a:lnTo>
                <a:lnTo>
                  <a:pt x="532637" y="0"/>
                </a:lnTo>
                <a:lnTo>
                  <a:pt x="529589" y="2285"/>
                </a:lnTo>
                <a:lnTo>
                  <a:pt x="39918" y="701495"/>
                </a:lnTo>
                <a:lnTo>
                  <a:pt x="47909" y="707050"/>
                </a:lnTo>
                <a:lnTo>
                  <a:pt x="537209" y="7619"/>
                </a:lnTo>
                <a:lnTo>
                  <a:pt x="537971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8" name="object 118"/>
          <p:cNvSpPr txBox="1"/>
          <p:nvPr/>
        </p:nvSpPr>
        <p:spPr>
          <a:xfrm>
            <a:off x="6568067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5527447" y="5137454"/>
            <a:ext cx="1179277" cy="764687"/>
          </a:xfrm>
          <a:custGeom>
            <a:avLst/>
            <a:gdLst/>
            <a:ahLst/>
            <a:cxnLst/>
            <a:rect l="l" t="t" r="r" b="b"/>
            <a:pathLst>
              <a:path w="1300479" h="843279">
                <a:moveTo>
                  <a:pt x="1238912" y="797702"/>
                </a:moveTo>
                <a:lnTo>
                  <a:pt x="7620" y="762"/>
                </a:lnTo>
                <a:lnTo>
                  <a:pt x="3810" y="0"/>
                </a:lnTo>
                <a:lnTo>
                  <a:pt x="762" y="2286"/>
                </a:lnTo>
                <a:lnTo>
                  <a:pt x="0" y="6096"/>
                </a:lnTo>
                <a:lnTo>
                  <a:pt x="2286" y="9144"/>
                </a:lnTo>
                <a:lnTo>
                  <a:pt x="1233817" y="805484"/>
                </a:lnTo>
                <a:lnTo>
                  <a:pt x="1238912" y="797702"/>
                </a:lnTo>
                <a:close/>
              </a:path>
              <a:path w="1300479" h="843279">
                <a:moveTo>
                  <a:pt x="1251204" y="837499"/>
                </a:moveTo>
                <a:lnTo>
                  <a:pt x="1251204" y="810768"/>
                </a:lnTo>
                <a:lnTo>
                  <a:pt x="1248156" y="813054"/>
                </a:lnTo>
                <a:lnTo>
                  <a:pt x="1244346" y="812291"/>
                </a:lnTo>
                <a:lnTo>
                  <a:pt x="1233817" y="805484"/>
                </a:lnTo>
                <a:lnTo>
                  <a:pt x="1215390" y="833628"/>
                </a:lnTo>
                <a:lnTo>
                  <a:pt x="1251204" y="837499"/>
                </a:lnTo>
                <a:close/>
              </a:path>
              <a:path w="1300479" h="843279">
                <a:moveTo>
                  <a:pt x="1251204" y="810768"/>
                </a:moveTo>
                <a:lnTo>
                  <a:pt x="1251204" y="807719"/>
                </a:lnTo>
                <a:lnTo>
                  <a:pt x="1249680" y="804671"/>
                </a:lnTo>
                <a:lnTo>
                  <a:pt x="1238912" y="797702"/>
                </a:lnTo>
                <a:lnTo>
                  <a:pt x="1233817" y="805484"/>
                </a:lnTo>
                <a:lnTo>
                  <a:pt x="1244346" y="812291"/>
                </a:lnTo>
                <a:lnTo>
                  <a:pt x="1248156" y="813054"/>
                </a:lnTo>
                <a:lnTo>
                  <a:pt x="1251204" y="810768"/>
                </a:lnTo>
                <a:close/>
              </a:path>
              <a:path w="1300479" h="843279">
                <a:moveTo>
                  <a:pt x="1299972" y="842772"/>
                </a:moveTo>
                <a:lnTo>
                  <a:pt x="1257300" y="769619"/>
                </a:lnTo>
                <a:lnTo>
                  <a:pt x="1238912" y="797702"/>
                </a:lnTo>
                <a:lnTo>
                  <a:pt x="1249680" y="804671"/>
                </a:lnTo>
                <a:lnTo>
                  <a:pt x="1251204" y="807719"/>
                </a:lnTo>
                <a:lnTo>
                  <a:pt x="1251204" y="837499"/>
                </a:lnTo>
                <a:lnTo>
                  <a:pt x="1299972" y="842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0" name="object 120"/>
          <p:cNvSpPr txBox="1"/>
          <p:nvPr/>
        </p:nvSpPr>
        <p:spPr>
          <a:xfrm>
            <a:off x="5393397" y="4657911"/>
            <a:ext cx="371978" cy="232069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36277" rIns="0" bIns="0" rtlCol="0">
            <a:spAutoFit/>
          </a:bodyPr>
          <a:lstStyle/>
          <a:p>
            <a:pPr marL="104799">
              <a:spcBef>
                <a:spcPts val="286"/>
              </a:spcBef>
            </a:pPr>
            <a:r>
              <a:rPr sz="1270" spc="-23" dirty="0">
                <a:solidFill>
                  <a:srgbClr val="CC0000"/>
                </a:solidFill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1950232" y="4273737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22" name="object 122"/>
          <p:cNvSpPr/>
          <p:nvPr/>
        </p:nvSpPr>
        <p:spPr>
          <a:xfrm>
            <a:off x="1950232" y="5615625"/>
            <a:ext cx="125528" cy="34549"/>
          </a:xfrm>
          <a:custGeom>
            <a:avLst/>
            <a:gdLst/>
            <a:ahLst/>
            <a:cxnLst/>
            <a:rect l="l" t="t" r="r" b="b"/>
            <a:pathLst>
              <a:path w="138430" h="38100">
                <a:moveTo>
                  <a:pt x="137922" y="25908"/>
                </a:moveTo>
                <a:lnTo>
                  <a:pt x="0" y="25209"/>
                </a:lnTo>
                <a:lnTo>
                  <a:pt x="0" y="38100"/>
                </a:lnTo>
                <a:lnTo>
                  <a:pt x="137922" y="38100"/>
                </a:lnTo>
                <a:lnTo>
                  <a:pt x="137922" y="25908"/>
                </a:lnTo>
                <a:close/>
              </a:path>
              <a:path w="138430" h="38100">
                <a:moveTo>
                  <a:pt x="137922" y="0"/>
                </a:moveTo>
                <a:lnTo>
                  <a:pt x="0" y="0"/>
                </a:lnTo>
                <a:lnTo>
                  <a:pt x="0" y="12255"/>
                </a:lnTo>
                <a:lnTo>
                  <a:pt x="137922" y="12954"/>
                </a:lnTo>
                <a:lnTo>
                  <a:pt x="137922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pSp>
        <p:nvGrpSpPr>
          <p:cNvPr id="123" name="object 123"/>
          <p:cNvGrpSpPr/>
          <p:nvPr/>
        </p:nvGrpSpPr>
        <p:grpSpPr>
          <a:xfrm>
            <a:off x="2178948" y="3796949"/>
            <a:ext cx="8063188" cy="1878896"/>
            <a:chOff x="1027061" y="4187190"/>
            <a:chExt cx="8891905" cy="2072005"/>
          </a:xfrm>
        </p:grpSpPr>
        <p:sp>
          <p:nvSpPr>
            <p:cNvPr id="124" name="object 124"/>
            <p:cNvSpPr/>
            <p:nvPr/>
          </p:nvSpPr>
          <p:spPr>
            <a:xfrm>
              <a:off x="4571885" y="513664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571885" y="547954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571885" y="582244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571885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095885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352935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981841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717933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795913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167769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535815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900813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36" name="object 1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5113" y="5631942"/>
              <a:ext cx="233172" cy="76200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3562235" y="4187190"/>
              <a:ext cx="1009650" cy="935990"/>
            </a:xfrm>
            <a:custGeom>
              <a:avLst/>
              <a:gdLst/>
              <a:ahLst/>
              <a:cxnLst/>
              <a:rect l="l" t="t" r="r" b="b"/>
              <a:pathLst>
                <a:path w="1009650" h="935989">
                  <a:moveTo>
                    <a:pt x="903178" y="798117"/>
                  </a:moveTo>
                  <a:lnTo>
                    <a:pt x="38862" y="0"/>
                  </a:lnTo>
                  <a:lnTo>
                    <a:pt x="0" y="41910"/>
                  </a:lnTo>
                  <a:lnTo>
                    <a:pt x="864580" y="840270"/>
                  </a:lnTo>
                  <a:lnTo>
                    <a:pt x="903178" y="798117"/>
                  </a:lnTo>
                  <a:close/>
                </a:path>
                <a:path w="1009650" h="935989">
                  <a:moveTo>
                    <a:pt x="924306" y="910947"/>
                  </a:moveTo>
                  <a:lnTo>
                    <a:pt x="924306" y="817626"/>
                  </a:lnTo>
                  <a:lnTo>
                    <a:pt x="885444" y="859536"/>
                  </a:lnTo>
                  <a:lnTo>
                    <a:pt x="864580" y="840270"/>
                  </a:lnTo>
                  <a:lnTo>
                    <a:pt x="826008" y="882396"/>
                  </a:lnTo>
                  <a:lnTo>
                    <a:pt x="924306" y="910947"/>
                  </a:lnTo>
                  <a:close/>
                </a:path>
                <a:path w="1009650" h="935989">
                  <a:moveTo>
                    <a:pt x="924306" y="817626"/>
                  </a:moveTo>
                  <a:lnTo>
                    <a:pt x="903178" y="798117"/>
                  </a:lnTo>
                  <a:lnTo>
                    <a:pt x="864580" y="840270"/>
                  </a:lnTo>
                  <a:lnTo>
                    <a:pt x="885444" y="859536"/>
                  </a:lnTo>
                  <a:lnTo>
                    <a:pt x="924306" y="817626"/>
                  </a:lnTo>
                  <a:close/>
                </a:path>
                <a:path w="1009650" h="935989">
                  <a:moveTo>
                    <a:pt x="1009650" y="935736"/>
                  </a:moveTo>
                  <a:lnTo>
                    <a:pt x="941832" y="755904"/>
                  </a:lnTo>
                  <a:lnTo>
                    <a:pt x="903178" y="798117"/>
                  </a:lnTo>
                  <a:lnTo>
                    <a:pt x="924306" y="817626"/>
                  </a:lnTo>
                  <a:lnTo>
                    <a:pt x="924306" y="910947"/>
                  </a:lnTo>
                  <a:lnTo>
                    <a:pt x="1009650" y="93573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027061" y="4713744"/>
              <a:ext cx="8891905" cy="1518285"/>
            </a:xfrm>
            <a:custGeom>
              <a:avLst/>
              <a:gdLst/>
              <a:ahLst/>
              <a:cxnLst/>
              <a:rect l="l" t="t" r="r" b="b"/>
              <a:pathLst>
                <a:path w="8891905" h="1518285">
                  <a:moveTo>
                    <a:pt x="152400" y="1505712"/>
                  </a:moveTo>
                  <a:lnTo>
                    <a:pt x="0" y="1504950"/>
                  </a:lnTo>
                  <a:lnTo>
                    <a:pt x="0" y="1517904"/>
                  </a:lnTo>
                  <a:lnTo>
                    <a:pt x="152400" y="1517904"/>
                  </a:lnTo>
                  <a:lnTo>
                    <a:pt x="152400" y="1505712"/>
                  </a:lnTo>
                  <a:close/>
                </a:path>
                <a:path w="8891905" h="1518285">
                  <a:moveTo>
                    <a:pt x="152400" y="1479804"/>
                  </a:moveTo>
                  <a:lnTo>
                    <a:pt x="0" y="1479804"/>
                  </a:lnTo>
                  <a:lnTo>
                    <a:pt x="0" y="1491996"/>
                  </a:lnTo>
                  <a:lnTo>
                    <a:pt x="152400" y="1492758"/>
                  </a:lnTo>
                  <a:lnTo>
                    <a:pt x="152400" y="1479804"/>
                  </a:lnTo>
                  <a:close/>
                </a:path>
                <a:path w="8891905" h="1518285">
                  <a:moveTo>
                    <a:pt x="166878" y="25908"/>
                  </a:moveTo>
                  <a:lnTo>
                    <a:pt x="14478" y="25146"/>
                  </a:lnTo>
                  <a:lnTo>
                    <a:pt x="14478" y="38100"/>
                  </a:lnTo>
                  <a:lnTo>
                    <a:pt x="166878" y="38862"/>
                  </a:lnTo>
                  <a:lnTo>
                    <a:pt x="166878" y="25908"/>
                  </a:lnTo>
                  <a:close/>
                </a:path>
                <a:path w="8891905" h="1518285">
                  <a:moveTo>
                    <a:pt x="166878" y="762"/>
                  </a:moveTo>
                  <a:lnTo>
                    <a:pt x="14478" y="0"/>
                  </a:lnTo>
                  <a:lnTo>
                    <a:pt x="14478" y="12954"/>
                  </a:lnTo>
                  <a:lnTo>
                    <a:pt x="166878" y="12954"/>
                  </a:lnTo>
                  <a:lnTo>
                    <a:pt x="166878" y="762"/>
                  </a:lnTo>
                  <a:close/>
                </a:path>
                <a:path w="8891905" h="1518285">
                  <a:moveTo>
                    <a:pt x="419100" y="1481328"/>
                  </a:moveTo>
                  <a:lnTo>
                    <a:pt x="266700" y="1480566"/>
                  </a:lnTo>
                  <a:lnTo>
                    <a:pt x="266700" y="1493520"/>
                  </a:lnTo>
                  <a:lnTo>
                    <a:pt x="419100" y="1493520"/>
                  </a:lnTo>
                  <a:lnTo>
                    <a:pt x="419100" y="1481328"/>
                  </a:lnTo>
                  <a:close/>
                </a:path>
                <a:path w="8891905" h="1518285">
                  <a:moveTo>
                    <a:pt x="433578" y="26670"/>
                  </a:moveTo>
                  <a:lnTo>
                    <a:pt x="281178" y="26670"/>
                  </a:lnTo>
                  <a:lnTo>
                    <a:pt x="281178" y="38862"/>
                  </a:lnTo>
                  <a:lnTo>
                    <a:pt x="433578" y="39624"/>
                  </a:lnTo>
                  <a:lnTo>
                    <a:pt x="433578" y="26670"/>
                  </a:lnTo>
                  <a:close/>
                </a:path>
                <a:path w="8891905" h="1518285">
                  <a:moveTo>
                    <a:pt x="433578" y="1524"/>
                  </a:moveTo>
                  <a:lnTo>
                    <a:pt x="281178" y="762"/>
                  </a:lnTo>
                  <a:lnTo>
                    <a:pt x="281178" y="13716"/>
                  </a:lnTo>
                  <a:lnTo>
                    <a:pt x="433578" y="14478"/>
                  </a:lnTo>
                  <a:lnTo>
                    <a:pt x="433578" y="1524"/>
                  </a:lnTo>
                  <a:close/>
                </a:path>
                <a:path w="8891905" h="1518285">
                  <a:moveTo>
                    <a:pt x="700278" y="27432"/>
                  </a:moveTo>
                  <a:lnTo>
                    <a:pt x="547878" y="27432"/>
                  </a:lnTo>
                  <a:lnTo>
                    <a:pt x="547878" y="39624"/>
                  </a:lnTo>
                  <a:lnTo>
                    <a:pt x="700278" y="40386"/>
                  </a:lnTo>
                  <a:lnTo>
                    <a:pt x="700278" y="27432"/>
                  </a:lnTo>
                  <a:close/>
                </a:path>
                <a:path w="8891905" h="1518285">
                  <a:moveTo>
                    <a:pt x="700278" y="2286"/>
                  </a:moveTo>
                  <a:lnTo>
                    <a:pt x="547878" y="1524"/>
                  </a:lnTo>
                  <a:lnTo>
                    <a:pt x="547878" y="14478"/>
                  </a:lnTo>
                  <a:lnTo>
                    <a:pt x="700278" y="15240"/>
                  </a:lnTo>
                  <a:lnTo>
                    <a:pt x="700278" y="2286"/>
                  </a:lnTo>
                  <a:close/>
                </a:path>
                <a:path w="8891905" h="1518285">
                  <a:moveTo>
                    <a:pt x="966978" y="28194"/>
                  </a:moveTo>
                  <a:lnTo>
                    <a:pt x="814578" y="28194"/>
                  </a:lnTo>
                  <a:lnTo>
                    <a:pt x="814578" y="40386"/>
                  </a:lnTo>
                  <a:lnTo>
                    <a:pt x="966978" y="41148"/>
                  </a:lnTo>
                  <a:lnTo>
                    <a:pt x="966978" y="28194"/>
                  </a:lnTo>
                  <a:close/>
                </a:path>
                <a:path w="8891905" h="1518285">
                  <a:moveTo>
                    <a:pt x="966978" y="3048"/>
                  </a:moveTo>
                  <a:lnTo>
                    <a:pt x="814578" y="2286"/>
                  </a:lnTo>
                  <a:lnTo>
                    <a:pt x="814578" y="15240"/>
                  </a:lnTo>
                  <a:lnTo>
                    <a:pt x="966978" y="16002"/>
                  </a:lnTo>
                  <a:lnTo>
                    <a:pt x="966978" y="3048"/>
                  </a:lnTo>
                  <a:close/>
                </a:path>
                <a:path w="8891905" h="1518285">
                  <a:moveTo>
                    <a:pt x="1233678" y="28956"/>
                  </a:moveTo>
                  <a:lnTo>
                    <a:pt x="1081278" y="28956"/>
                  </a:lnTo>
                  <a:lnTo>
                    <a:pt x="1081278" y="41910"/>
                  </a:lnTo>
                  <a:lnTo>
                    <a:pt x="1233678" y="41910"/>
                  </a:lnTo>
                  <a:lnTo>
                    <a:pt x="1233678" y="28956"/>
                  </a:lnTo>
                  <a:close/>
                </a:path>
                <a:path w="8891905" h="1518285">
                  <a:moveTo>
                    <a:pt x="1233678" y="3810"/>
                  </a:moveTo>
                  <a:lnTo>
                    <a:pt x="1081278" y="3810"/>
                  </a:lnTo>
                  <a:lnTo>
                    <a:pt x="1081278" y="16002"/>
                  </a:lnTo>
                  <a:lnTo>
                    <a:pt x="1233678" y="16764"/>
                  </a:lnTo>
                  <a:lnTo>
                    <a:pt x="1233678" y="3810"/>
                  </a:lnTo>
                  <a:close/>
                </a:path>
                <a:path w="8891905" h="1518285">
                  <a:moveTo>
                    <a:pt x="1500378" y="30480"/>
                  </a:moveTo>
                  <a:lnTo>
                    <a:pt x="1347978" y="29718"/>
                  </a:lnTo>
                  <a:lnTo>
                    <a:pt x="1347978" y="42672"/>
                  </a:lnTo>
                  <a:lnTo>
                    <a:pt x="1500378" y="42672"/>
                  </a:lnTo>
                  <a:lnTo>
                    <a:pt x="1500378" y="30480"/>
                  </a:lnTo>
                  <a:close/>
                </a:path>
                <a:path w="8891905" h="1518285">
                  <a:moveTo>
                    <a:pt x="1500378" y="4572"/>
                  </a:moveTo>
                  <a:lnTo>
                    <a:pt x="1347978" y="4572"/>
                  </a:lnTo>
                  <a:lnTo>
                    <a:pt x="1347978" y="16764"/>
                  </a:lnTo>
                  <a:lnTo>
                    <a:pt x="1500378" y="17526"/>
                  </a:lnTo>
                  <a:lnTo>
                    <a:pt x="1500378" y="4572"/>
                  </a:lnTo>
                  <a:close/>
                </a:path>
                <a:path w="8891905" h="1518285">
                  <a:moveTo>
                    <a:pt x="1767078" y="31242"/>
                  </a:moveTo>
                  <a:lnTo>
                    <a:pt x="1614678" y="30480"/>
                  </a:lnTo>
                  <a:lnTo>
                    <a:pt x="1614678" y="43434"/>
                  </a:lnTo>
                  <a:lnTo>
                    <a:pt x="1767078" y="43434"/>
                  </a:lnTo>
                  <a:lnTo>
                    <a:pt x="1767078" y="31242"/>
                  </a:lnTo>
                  <a:close/>
                </a:path>
                <a:path w="8891905" h="1518285">
                  <a:moveTo>
                    <a:pt x="1767078" y="5334"/>
                  </a:moveTo>
                  <a:lnTo>
                    <a:pt x="1614678" y="5334"/>
                  </a:lnTo>
                  <a:lnTo>
                    <a:pt x="1614678" y="17526"/>
                  </a:lnTo>
                  <a:lnTo>
                    <a:pt x="1767078" y="18288"/>
                  </a:lnTo>
                  <a:lnTo>
                    <a:pt x="1767078" y="5334"/>
                  </a:lnTo>
                  <a:close/>
                </a:path>
                <a:path w="8891905" h="1518285">
                  <a:moveTo>
                    <a:pt x="2033778" y="32004"/>
                  </a:moveTo>
                  <a:lnTo>
                    <a:pt x="1881378" y="31242"/>
                  </a:lnTo>
                  <a:lnTo>
                    <a:pt x="1881378" y="44196"/>
                  </a:lnTo>
                  <a:lnTo>
                    <a:pt x="2033778" y="44196"/>
                  </a:lnTo>
                  <a:lnTo>
                    <a:pt x="2033778" y="32004"/>
                  </a:lnTo>
                  <a:close/>
                </a:path>
                <a:path w="8891905" h="1518285">
                  <a:moveTo>
                    <a:pt x="2033778" y="6096"/>
                  </a:moveTo>
                  <a:lnTo>
                    <a:pt x="1881378" y="6096"/>
                  </a:lnTo>
                  <a:lnTo>
                    <a:pt x="1881378" y="18288"/>
                  </a:lnTo>
                  <a:lnTo>
                    <a:pt x="2033778" y="19050"/>
                  </a:lnTo>
                  <a:lnTo>
                    <a:pt x="2033778" y="6096"/>
                  </a:lnTo>
                  <a:close/>
                </a:path>
                <a:path w="8891905" h="1518285">
                  <a:moveTo>
                    <a:pt x="2300478" y="32766"/>
                  </a:moveTo>
                  <a:lnTo>
                    <a:pt x="2148078" y="32004"/>
                  </a:lnTo>
                  <a:lnTo>
                    <a:pt x="2148078" y="44958"/>
                  </a:lnTo>
                  <a:lnTo>
                    <a:pt x="2300478" y="45720"/>
                  </a:lnTo>
                  <a:lnTo>
                    <a:pt x="2300478" y="32766"/>
                  </a:lnTo>
                  <a:close/>
                </a:path>
                <a:path w="8891905" h="1518285">
                  <a:moveTo>
                    <a:pt x="2300478" y="7620"/>
                  </a:moveTo>
                  <a:lnTo>
                    <a:pt x="2148078" y="6858"/>
                  </a:lnTo>
                  <a:lnTo>
                    <a:pt x="2148078" y="19812"/>
                  </a:lnTo>
                  <a:lnTo>
                    <a:pt x="2300478" y="19812"/>
                  </a:lnTo>
                  <a:lnTo>
                    <a:pt x="2300478" y="7620"/>
                  </a:lnTo>
                  <a:close/>
                </a:path>
                <a:path w="8891905" h="1518285">
                  <a:moveTo>
                    <a:pt x="2567178" y="33528"/>
                  </a:moveTo>
                  <a:lnTo>
                    <a:pt x="2414778" y="32766"/>
                  </a:lnTo>
                  <a:lnTo>
                    <a:pt x="2414778" y="45720"/>
                  </a:lnTo>
                  <a:lnTo>
                    <a:pt x="2567178" y="46482"/>
                  </a:lnTo>
                  <a:lnTo>
                    <a:pt x="2567178" y="33528"/>
                  </a:lnTo>
                  <a:close/>
                </a:path>
                <a:path w="8891905" h="1518285">
                  <a:moveTo>
                    <a:pt x="2567178" y="8382"/>
                  </a:moveTo>
                  <a:lnTo>
                    <a:pt x="2414778" y="7620"/>
                  </a:lnTo>
                  <a:lnTo>
                    <a:pt x="2414778" y="20574"/>
                  </a:lnTo>
                  <a:lnTo>
                    <a:pt x="2567178" y="20574"/>
                  </a:lnTo>
                  <a:lnTo>
                    <a:pt x="2567178" y="8382"/>
                  </a:lnTo>
                  <a:close/>
                </a:path>
                <a:path w="8891905" h="1518285">
                  <a:moveTo>
                    <a:pt x="2833878" y="34290"/>
                  </a:moveTo>
                  <a:lnTo>
                    <a:pt x="2681478" y="33528"/>
                  </a:lnTo>
                  <a:lnTo>
                    <a:pt x="2681478" y="46482"/>
                  </a:lnTo>
                  <a:lnTo>
                    <a:pt x="2833878" y="47244"/>
                  </a:lnTo>
                  <a:lnTo>
                    <a:pt x="2833878" y="34290"/>
                  </a:lnTo>
                  <a:close/>
                </a:path>
                <a:path w="8891905" h="1518285">
                  <a:moveTo>
                    <a:pt x="2833878" y="9144"/>
                  </a:moveTo>
                  <a:lnTo>
                    <a:pt x="2681478" y="8382"/>
                  </a:lnTo>
                  <a:lnTo>
                    <a:pt x="2681478" y="21336"/>
                  </a:lnTo>
                  <a:lnTo>
                    <a:pt x="2833878" y="21336"/>
                  </a:lnTo>
                  <a:lnTo>
                    <a:pt x="2833878" y="9144"/>
                  </a:lnTo>
                  <a:close/>
                </a:path>
                <a:path w="8891905" h="1518285">
                  <a:moveTo>
                    <a:pt x="3100578" y="35052"/>
                  </a:moveTo>
                  <a:lnTo>
                    <a:pt x="2948178" y="35052"/>
                  </a:lnTo>
                  <a:lnTo>
                    <a:pt x="2948178" y="47244"/>
                  </a:lnTo>
                  <a:lnTo>
                    <a:pt x="3100578" y="48006"/>
                  </a:lnTo>
                  <a:lnTo>
                    <a:pt x="3100578" y="35052"/>
                  </a:lnTo>
                  <a:close/>
                </a:path>
                <a:path w="8891905" h="1518285">
                  <a:moveTo>
                    <a:pt x="3100578" y="9906"/>
                  </a:moveTo>
                  <a:lnTo>
                    <a:pt x="2948178" y="9144"/>
                  </a:lnTo>
                  <a:lnTo>
                    <a:pt x="2948178" y="22098"/>
                  </a:lnTo>
                  <a:lnTo>
                    <a:pt x="3100578" y="22098"/>
                  </a:lnTo>
                  <a:lnTo>
                    <a:pt x="3100578" y="9906"/>
                  </a:lnTo>
                  <a:close/>
                </a:path>
                <a:path w="8891905" h="1518285">
                  <a:moveTo>
                    <a:pt x="3367278" y="35814"/>
                  </a:moveTo>
                  <a:lnTo>
                    <a:pt x="3214878" y="35814"/>
                  </a:lnTo>
                  <a:lnTo>
                    <a:pt x="3214878" y="48006"/>
                  </a:lnTo>
                  <a:lnTo>
                    <a:pt x="3367278" y="48768"/>
                  </a:lnTo>
                  <a:lnTo>
                    <a:pt x="3367278" y="35814"/>
                  </a:lnTo>
                  <a:close/>
                </a:path>
                <a:path w="8891905" h="1518285">
                  <a:moveTo>
                    <a:pt x="3367278" y="10668"/>
                  </a:moveTo>
                  <a:lnTo>
                    <a:pt x="3214878" y="9906"/>
                  </a:lnTo>
                  <a:lnTo>
                    <a:pt x="3214878" y="22860"/>
                  </a:lnTo>
                  <a:lnTo>
                    <a:pt x="3367278" y="23622"/>
                  </a:lnTo>
                  <a:lnTo>
                    <a:pt x="3367278" y="10668"/>
                  </a:lnTo>
                  <a:close/>
                </a:path>
                <a:path w="8891905" h="1518285">
                  <a:moveTo>
                    <a:pt x="3633978" y="36576"/>
                  </a:moveTo>
                  <a:lnTo>
                    <a:pt x="3481578" y="36576"/>
                  </a:lnTo>
                  <a:lnTo>
                    <a:pt x="3481578" y="48768"/>
                  </a:lnTo>
                  <a:lnTo>
                    <a:pt x="3633978" y="49530"/>
                  </a:lnTo>
                  <a:lnTo>
                    <a:pt x="3633978" y="36576"/>
                  </a:lnTo>
                  <a:close/>
                </a:path>
                <a:path w="8891905" h="1518285">
                  <a:moveTo>
                    <a:pt x="3633978" y="11430"/>
                  </a:moveTo>
                  <a:lnTo>
                    <a:pt x="3481578" y="10668"/>
                  </a:lnTo>
                  <a:lnTo>
                    <a:pt x="3481578" y="23622"/>
                  </a:lnTo>
                  <a:lnTo>
                    <a:pt x="3633978" y="24384"/>
                  </a:lnTo>
                  <a:lnTo>
                    <a:pt x="3633978" y="11430"/>
                  </a:lnTo>
                  <a:close/>
                </a:path>
                <a:path w="8891905" h="1518285">
                  <a:moveTo>
                    <a:pt x="3900678" y="37338"/>
                  </a:moveTo>
                  <a:lnTo>
                    <a:pt x="3748278" y="37338"/>
                  </a:lnTo>
                  <a:lnTo>
                    <a:pt x="3748278" y="49530"/>
                  </a:lnTo>
                  <a:lnTo>
                    <a:pt x="3900678" y="50292"/>
                  </a:lnTo>
                  <a:lnTo>
                    <a:pt x="3900678" y="37338"/>
                  </a:lnTo>
                  <a:close/>
                </a:path>
                <a:path w="8891905" h="1518285">
                  <a:moveTo>
                    <a:pt x="3900678" y="12192"/>
                  </a:moveTo>
                  <a:lnTo>
                    <a:pt x="3748278" y="11430"/>
                  </a:lnTo>
                  <a:lnTo>
                    <a:pt x="3748278" y="24384"/>
                  </a:lnTo>
                  <a:lnTo>
                    <a:pt x="3900678" y="25146"/>
                  </a:lnTo>
                  <a:lnTo>
                    <a:pt x="3900678" y="12192"/>
                  </a:lnTo>
                  <a:close/>
                </a:path>
                <a:path w="8891905" h="1518285">
                  <a:moveTo>
                    <a:pt x="4167378" y="38862"/>
                  </a:moveTo>
                  <a:lnTo>
                    <a:pt x="4014978" y="38100"/>
                  </a:lnTo>
                  <a:lnTo>
                    <a:pt x="4014978" y="51054"/>
                  </a:lnTo>
                  <a:lnTo>
                    <a:pt x="4167378" y="51054"/>
                  </a:lnTo>
                  <a:lnTo>
                    <a:pt x="4167378" y="38862"/>
                  </a:lnTo>
                  <a:close/>
                </a:path>
                <a:path w="8891905" h="1518285">
                  <a:moveTo>
                    <a:pt x="4167378" y="12954"/>
                  </a:moveTo>
                  <a:lnTo>
                    <a:pt x="4014978" y="12954"/>
                  </a:lnTo>
                  <a:lnTo>
                    <a:pt x="4014978" y="25146"/>
                  </a:lnTo>
                  <a:lnTo>
                    <a:pt x="4167378" y="25908"/>
                  </a:lnTo>
                  <a:lnTo>
                    <a:pt x="4167378" y="12954"/>
                  </a:lnTo>
                  <a:close/>
                </a:path>
                <a:path w="8891905" h="1518285">
                  <a:moveTo>
                    <a:pt x="4434078" y="39624"/>
                  </a:moveTo>
                  <a:lnTo>
                    <a:pt x="4281678" y="38862"/>
                  </a:lnTo>
                  <a:lnTo>
                    <a:pt x="4281678" y="51816"/>
                  </a:lnTo>
                  <a:lnTo>
                    <a:pt x="4434078" y="51816"/>
                  </a:lnTo>
                  <a:lnTo>
                    <a:pt x="4434078" y="39624"/>
                  </a:lnTo>
                  <a:close/>
                </a:path>
                <a:path w="8891905" h="1518285">
                  <a:moveTo>
                    <a:pt x="4434078" y="13716"/>
                  </a:moveTo>
                  <a:lnTo>
                    <a:pt x="4281678" y="13716"/>
                  </a:lnTo>
                  <a:lnTo>
                    <a:pt x="4281678" y="25908"/>
                  </a:lnTo>
                  <a:lnTo>
                    <a:pt x="4434078" y="26670"/>
                  </a:lnTo>
                  <a:lnTo>
                    <a:pt x="4434078" y="13716"/>
                  </a:lnTo>
                  <a:close/>
                </a:path>
                <a:path w="8891905" h="1518285">
                  <a:moveTo>
                    <a:pt x="4700778" y="40386"/>
                  </a:moveTo>
                  <a:lnTo>
                    <a:pt x="4548378" y="39624"/>
                  </a:lnTo>
                  <a:lnTo>
                    <a:pt x="4548378" y="52578"/>
                  </a:lnTo>
                  <a:lnTo>
                    <a:pt x="4700778" y="52578"/>
                  </a:lnTo>
                  <a:lnTo>
                    <a:pt x="4700778" y="40386"/>
                  </a:lnTo>
                  <a:close/>
                </a:path>
                <a:path w="8891905" h="1518285">
                  <a:moveTo>
                    <a:pt x="4700778" y="14478"/>
                  </a:moveTo>
                  <a:lnTo>
                    <a:pt x="4548378" y="14478"/>
                  </a:lnTo>
                  <a:lnTo>
                    <a:pt x="4548378" y="26670"/>
                  </a:lnTo>
                  <a:lnTo>
                    <a:pt x="4700778" y="27432"/>
                  </a:lnTo>
                  <a:lnTo>
                    <a:pt x="4700778" y="14478"/>
                  </a:lnTo>
                  <a:close/>
                </a:path>
                <a:path w="8891905" h="1518285">
                  <a:moveTo>
                    <a:pt x="4967478" y="41148"/>
                  </a:moveTo>
                  <a:lnTo>
                    <a:pt x="4815078" y="40386"/>
                  </a:lnTo>
                  <a:lnTo>
                    <a:pt x="4815078" y="53340"/>
                  </a:lnTo>
                  <a:lnTo>
                    <a:pt x="4967478" y="53340"/>
                  </a:lnTo>
                  <a:lnTo>
                    <a:pt x="4967478" y="41148"/>
                  </a:lnTo>
                  <a:close/>
                </a:path>
                <a:path w="8891905" h="1518285">
                  <a:moveTo>
                    <a:pt x="4967478" y="15240"/>
                  </a:moveTo>
                  <a:lnTo>
                    <a:pt x="4815078" y="15240"/>
                  </a:lnTo>
                  <a:lnTo>
                    <a:pt x="4815078" y="27432"/>
                  </a:lnTo>
                  <a:lnTo>
                    <a:pt x="4967478" y="28194"/>
                  </a:lnTo>
                  <a:lnTo>
                    <a:pt x="4967478" y="15240"/>
                  </a:lnTo>
                  <a:close/>
                </a:path>
                <a:path w="8891905" h="1518285">
                  <a:moveTo>
                    <a:pt x="5234178" y="41910"/>
                  </a:moveTo>
                  <a:lnTo>
                    <a:pt x="5081778" y="41148"/>
                  </a:lnTo>
                  <a:lnTo>
                    <a:pt x="5081778" y="54102"/>
                  </a:lnTo>
                  <a:lnTo>
                    <a:pt x="5234178" y="54864"/>
                  </a:lnTo>
                  <a:lnTo>
                    <a:pt x="5234178" y="41910"/>
                  </a:lnTo>
                  <a:close/>
                </a:path>
                <a:path w="8891905" h="1518285">
                  <a:moveTo>
                    <a:pt x="5234178" y="16764"/>
                  </a:moveTo>
                  <a:lnTo>
                    <a:pt x="5081778" y="16002"/>
                  </a:lnTo>
                  <a:lnTo>
                    <a:pt x="5081778" y="28956"/>
                  </a:lnTo>
                  <a:lnTo>
                    <a:pt x="5234178" y="28956"/>
                  </a:lnTo>
                  <a:lnTo>
                    <a:pt x="5234178" y="16764"/>
                  </a:lnTo>
                  <a:close/>
                </a:path>
                <a:path w="8891905" h="1518285">
                  <a:moveTo>
                    <a:pt x="5500878" y="42672"/>
                  </a:moveTo>
                  <a:lnTo>
                    <a:pt x="5348478" y="41910"/>
                  </a:lnTo>
                  <a:lnTo>
                    <a:pt x="5348478" y="54864"/>
                  </a:lnTo>
                  <a:lnTo>
                    <a:pt x="5500878" y="55626"/>
                  </a:lnTo>
                  <a:lnTo>
                    <a:pt x="5500878" y="42672"/>
                  </a:lnTo>
                  <a:close/>
                </a:path>
                <a:path w="8891905" h="1518285">
                  <a:moveTo>
                    <a:pt x="5500878" y="17526"/>
                  </a:moveTo>
                  <a:lnTo>
                    <a:pt x="5348478" y="16764"/>
                  </a:lnTo>
                  <a:lnTo>
                    <a:pt x="5348478" y="29718"/>
                  </a:lnTo>
                  <a:lnTo>
                    <a:pt x="5500878" y="29718"/>
                  </a:lnTo>
                  <a:lnTo>
                    <a:pt x="5500878" y="17526"/>
                  </a:lnTo>
                  <a:close/>
                </a:path>
                <a:path w="8891905" h="1518285">
                  <a:moveTo>
                    <a:pt x="5767578" y="43434"/>
                  </a:moveTo>
                  <a:lnTo>
                    <a:pt x="5615178" y="42672"/>
                  </a:lnTo>
                  <a:lnTo>
                    <a:pt x="5615178" y="55626"/>
                  </a:lnTo>
                  <a:lnTo>
                    <a:pt x="5767578" y="56388"/>
                  </a:lnTo>
                  <a:lnTo>
                    <a:pt x="5767578" y="43434"/>
                  </a:lnTo>
                  <a:close/>
                </a:path>
                <a:path w="8891905" h="1518285">
                  <a:moveTo>
                    <a:pt x="5767578" y="18288"/>
                  </a:moveTo>
                  <a:lnTo>
                    <a:pt x="5615178" y="17526"/>
                  </a:lnTo>
                  <a:lnTo>
                    <a:pt x="5615178" y="30480"/>
                  </a:lnTo>
                  <a:lnTo>
                    <a:pt x="5767578" y="30480"/>
                  </a:lnTo>
                  <a:lnTo>
                    <a:pt x="5767578" y="18288"/>
                  </a:lnTo>
                  <a:close/>
                </a:path>
                <a:path w="8891905" h="1518285">
                  <a:moveTo>
                    <a:pt x="6034278" y="44196"/>
                  </a:moveTo>
                  <a:lnTo>
                    <a:pt x="5881878" y="44196"/>
                  </a:lnTo>
                  <a:lnTo>
                    <a:pt x="5881878" y="56388"/>
                  </a:lnTo>
                  <a:lnTo>
                    <a:pt x="6034278" y="57150"/>
                  </a:lnTo>
                  <a:lnTo>
                    <a:pt x="6034278" y="44196"/>
                  </a:lnTo>
                  <a:close/>
                </a:path>
                <a:path w="8891905" h="1518285">
                  <a:moveTo>
                    <a:pt x="6034278" y="19050"/>
                  </a:moveTo>
                  <a:lnTo>
                    <a:pt x="5881878" y="18288"/>
                  </a:lnTo>
                  <a:lnTo>
                    <a:pt x="5881878" y="31242"/>
                  </a:lnTo>
                  <a:lnTo>
                    <a:pt x="6034278" y="31242"/>
                  </a:lnTo>
                  <a:lnTo>
                    <a:pt x="6034278" y="19050"/>
                  </a:lnTo>
                  <a:close/>
                </a:path>
                <a:path w="8891905" h="1518285">
                  <a:moveTo>
                    <a:pt x="6300978" y="44958"/>
                  </a:moveTo>
                  <a:lnTo>
                    <a:pt x="6148578" y="44958"/>
                  </a:lnTo>
                  <a:lnTo>
                    <a:pt x="6148578" y="57150"/>
                  </a:lnTo>
                  <a:lnTo>
                    <a:pt x="6300978" y="57912"/>
                  </a:lnTo>
                  <a:lnTo>
                    <a:pt x="6300978" y="44958"/>
                  </a:lnTo>
                  <a:close/>
                </a:path>
                <a:path w="8891905" h="1518285">
                  <a:moveTo>
                    <a:pt x="6300978" y="19812"/>
                  </a:moveTo>
                  <a:lnTo>
                    <a:pt x="6148578" y="19050"/>
                  </a:lnTo>
                  <a:lnTo>
                    <a:pt x="6148578" y="32004"/>
                  </a:lnTo>
                  <a:lnTo>
                    <a:pt x="6300978" y="32766"/>
                  </a:lnTo>
                  <a:lnTo>
                    <a:pt x="6300978" y="19812"/>
                  </a:lnTo>
                  <a:close/>
                </a:path>
                <a:path w="8891905" h="1518285">
                  <a:moveTo>
                    <a:pt x="6567678" y="45720"/>
                  </a:moveTo>
                  <a:lnTo>
                    <a:pt x="6415278" y="45720"/>
                  </a:lnTo>
                  <a:lnTo>
                    <a:pt x="6415278" y="57912"/>
                  </a:lnTo>
                  <a:lnTo>
                    <a:pt x="6567678" y="58674"/>
                  </a:lnTo>
                  <a:lnTo>
                    <a:pt x="6567678" y="45720"/>
                  </a:lnTo>
                  <a:close/>
                </a:path>
                <a:path w="8891905" h="1518285">
                  <a:moveTo>
                    <a:pt x="6567678" y="20574"/>
                  </a:moveTo>
                  <a:lnTo>
                    <a:pt x="6415278" y="19812"/>
                  </a:lnTo>
                  <a:lnTo>
                    <a:pt x="6415278" y="32766"/>
                  </a:lnTo>
                  <a:lnTo>
                    <a:pt x="6567678" y="33528"/>
                  </a:lnTo>
                  <a:lnTo>
                    <a:pt x="6567678" y="20574"/>
                  </a:lnTo>
                  <a:close/>
                </a:path>
                <a:path w="8891905" h="1518285">
                  <a:moveTo>
                    <a:pt x="6834378" y="46482"/>
                  </a:moveTo>
                  <a:lnTo>
                    <a:pt x="6681978" y="46482"/>
                  </a:lnTo>
                  <a:lnTo>
                    <a:pt x="6681978" y="58674"/>
                  </a:lnTo>
                  <a:lnTo>
                    <a:pt x="6834378" y="59436"/>
                  </a:lnTo>
                  <a:lnTo>
                    <a:pt x="6834378" y="46482"/>
                  </a:lnTo>
                  <a:close/>
                </a:path>
                <a:path w="8891905" h="1518285">
                  <a:moveTo>
                    <a:pt x="6834378" y="21336"/>
                  </a:moveTo>
                  <a:lnTo>
                    <a:pt x="6681978" y="20574"/>
                  </a:lnTo>
                  <a:lnTo>
                    <a:pt x="6681978" y="33528"/>
                  </a:lnTo>
                  <a:lnTo>
                    <a:pt x="6834378" y="34290"/>
                  </a:lnTo>
                  <a:lnTo>
                    <a:pt x="6834378" y="21336"/>
                  </a:lnTo>
                  <a:close/>
                </a:path>
                <a:path w="8891905" h="1518285">
                  <a:moveTo>
                    <a:pt x="7101078" y="48006"/>
                  </a:moveTo>
                  <a:lnTo>
                    <a:pt x="6948678" y="47244"/>
                  </a:lnTo>
                  <a:lnTo>
                    <a:pt x="6948678" y="60198"/>
                  </a:lnTo>
                  <a:lnTo>
                    <a:pt x="7101078" y="60198"/>
                  </a:lnTo>
                  <a:lnTo>
                    <a:pt x="7101078" y="48006"/>
                  </a:lnTo>
                  <a:close/>
                </a:path>
                <a:path w="8891905" h="1518285">
                  <a:moveTo>
                    <a:pt x="7101078" y="22098"/>
                  </a:moveTo>
                  <a:lnTo>
                    <a:pt x="6948678" y="22098"/>
                  </a:lnTo>
                  <a:lnTo>
                    <a:pt x="6948678" y="34290"/>
                  </a:lnTo>
                  <a:lnTo>
                    <a:pt x="7101078" y="35052"/>
                  </a:lnTo>
                  <a:lnTo>
                    <a:pt x="7101078" y="22098"/>
                  </a:lnTo>
                  <a:close/>
                </a:path>
                <a:path w="8891905" h="1518285">
                  <a:moveTo>
                    <a:pt x="7367778" y="48768"/>
                  </a:moveTo>
                  <a:lnTo>
                    <a:pt x="7215378" y="48006"/>
                  </a:lnTo>
                  <a:lnTo>
                    <a:pt x="7215378" y="60960"/>
                  </a:lnTo>
                  <a:lnTo>
                    <a:pt x="7367778" y="60960"/>
                  </a:lnTo>
                  <a:lnTo>
                    <a:pt x="7367778" y="48768"/>
                  </a:lnTo>
                  <a:close/>
                </a:path>
                <a:path w="8891905" h="1518285">
                  <a:moveTo>
                    <a:pt x="7367778" y="22860"/>
                  </a:moveTo>
                  <a:lnTo>
                    <a:pt x="7215378" y="22860"/>
                  </a:lnTo>
                  <a:lnTo>
                    <a:pt x="7215378" y="35052"/>
                  </a:lnTo>
                  <a:lnTo>
                    <a:pt x="7367778" y="35814"/>
                  </a:lnTo>
                  <a:lnTo>
                    <a:pt x="7367778" y="22860"/>
                  </a:lnTo>
                  <a:close/>
                </a:path>
                <a:path w="8891905" h="1518285">
                  <a:moveTo>
                    <a:pt x="7634478" y="49530"/>
                  </a:moveTo>
                  <a:lnTo>
                    <a:pt x="7482078" y="48768"/>
                  </a:lnTo>
                  <a:lnTo>
                    <a:pt x="7482078" y="61722"/>
                  </a:lnTo>
                  <a:lnTo>
                    <a:pt x="7634478" y="61722"/>
                  </a:lnTo>
                  <a:lnTo>
                    <a:pt x="7634478" y="49530"/>
                  </a:lnTo>
                  <a:close/>
                </a:path>
                <a:path w="8891905" h="1518285">
                  <a:moveTo>
                    <a:pt x="7634478" y="23622"/>
                  </a:moveTo>
                  <a:lnTo>
                    <a:pt x="7482078" y="23622"/>
                  </a:lnTo>
                  <a:lnTo>
                    <a:pt x="7482078" y="35814"/>
                  </a:lnTo>
                  <a:lnTo>
                    <a:pt x="7634478" y="36576"/>
                  </a:lnTo>
                  <a:lnTo>
                    <a:pt x="7634478" y="23622"/>
                  </a:lnTo>
                  <a:close/>
                </a:path>
                <a:path w="8891905" h="1518285">
                  <a:moveTo>
                    <a:pt x="7901178" y="50292"/>
                  </a:moveTo>
                  <a:lnTo>
                    <a:pt x="7748778" y="49530"/>
                  </a:lnTo>
                  <a:lnTo>
                    <a:pt x="7748778" y="62484"/>
                  </a:lnTo>
                  <a:lnTo>
                    <a:pt x="7901178" y="62484"/>
                  </a:lnTo>
                  <a:lnTo>
                    <a:pt x="7901178" y="50292"/>
                  </a:lnTo>
                  <a:close/>
                </a:path>
                <a:path w="8891905" h="1518285">
                  <a:moveTo>
                    <a:pt x="7901178" y="24384"/>
                  </a:moveTo>
                  <a:lnTo>
                    <a:pt x="7748778" y="24384"/>
                  </a:lnTo>
                  <a:lnTo>
                    <a:pt x="7748778" y="37338"/>
                  </a:lnTo>
                  <a:lnTo>
                    <a:pt x="7901178" y="37338"/>
                  </a:lnTo>
                  <a:lnTo>
                    <a:pt x="7901178" y="24384"/>
                  </a:lnTo>
                  <a:close/>
                </a:path>
                <a:path w="8891905" h="1518285">
                  <a:moveTo>
                    <a:pt x="8167878" y="51054"/>
                  </a:moveTo>
                  <a:lnTo>
                    <a:pt x="8015478" y="50292"/>
                  </a:lnTo>
                  <a:lnTo>
                    <a:pt x="8015478" y="63246"/>
                  </a:lnTo>
                  <a:lnTo>
                    <a:pt x="8167878" y="64008"/>
                  </a:lnTo>
                  <a:lnTo>
                    <a:pt x="8167878" y="51054"/>
                  </a:lnTo>
                  <a:close/>
                </a:path>
                <a:path w="8891905" h="1518285">
                  <a:moveTo>
                    <a:pt x="8167878" y="25908"/>
                  </a:moveTo>
                  <a:lnTo>
                    <a:pt x="8015478" y="25146"/>
                  </a:lnTo>
                  <a:lnTo>
                    <a:pt x="8015478" y="38100"/>
                  </a:lnTo>
                  <a:lnTo>
                    <a:pt x="8167878" y="38100"/>
                  </a:lnTo>
                  <a:lnTo>
                    <a:pt x="8167878" y="25908"/>
                  </a:lnTo>
                  <a:close/>
                </a:path>
                <a:path w="8891905" h="1518285">
                  <a:moveTo>
                    <a:pt x="8434578" y="51816"/>
                  </a:moveTo>
                  <a:lnTo>
                    <a:pt x="8282178" y="51054"/>
                  </a:lnTo>
                  <a:lnTo>
                    <a:pt x="8282178" y="64008"/>
                  </a:lnTo>
                  <a:lnTo>
                    <a:pt x="8434578" y="64770"/>
                  </a:lnTo>
                  <a:lnTo>
                    <a:pt x="8434578" y="51816"/>
                  </a:lnTo>
                  <a:close/>
                </a:path>
                <a:path w="8891905" h="1518285">
                  <a:moveTo>
                    <a:pt x="8434578" y="26670"/>
                  </a:moveTo>
                  <a:lnTo>
                    <a:pt x="8282178" y="25908"/>
                  </a:lnTo>
                  <a:lnTo>
                    <a:pt x="8282178" y="38862"/>
                  </a:lnTo>
                  <a:lnTo>
                    <a:pt x="8434578" y="38862"/>
                  </a:lnTo>
                  <a:lnTo>
                    <a:pt x="8434578" y="26670"/>
                  </a:lnTo>
                  <a:close/>
                </a:path>
                <a:path w="8891905" h="1518285">
                  <a:moveTo>
                    <a:pt x="8701278" y="52578"/>
                  </a:moveTo>
                  <a:lnTo>
                    <a:pt x="8548878" y="51816"/>
                  </a:lnTo>
                  <a:lnTo>
                    <a:pt x="8548878" y="64770"/>
                  </a:lnTo>
                  <a:lnTo>
                    <a:pt x="8701278" y="65532"/>
                  </a:lnTo>
                  <a:lnTo>
                    <a:pt x="8701278" y="52578"/>
                  </a:lnTo>
                  <a:close/>
                </a:path>
                <a:path w="8891905" h="1518285">
                  <a:moveTo>
                    <a:pt x="8701278" y="27432"/>
                  </a:moveTo>
                  <a:lnTo>
                    <a:pt x="8548878" y="26670"/>
                  </a:lnTo>
                  <a:lnTo>
                    <a:pt x="8548878" y="39624"/>
                  </a:lnTo>
                  <a:lnTo>
                    <a:pt x="8701278" y="39624"/>
                  </a:lnTo>
                  <a:lnTo>
                    <a:pt x="8701278" y="27432"/>
                  </a:lnTo>
                  <a:close/>
                </a:path>
                <a:path w="8891905" h="1518285">
                  <a:moveTo>
                    <a:pt x="8891778" y="53340"/>
                  </a:moveTo>
                  <a:lnTo>
                    <a:pt x="8815578" y="53340"/>
                  </a:lnTo>
                  <a:lnTo>
                    <a:pt x="8815578" y="65532"/>
                  </a:lnTo>
                  <a:lnTo>
                    <a:pt x="8891778" y="66294"/>
                  </a:lnTo>
                  <a:lnTo>
                    <a:pt x="8891778" y="53340"/>
                  </a:lnTo>
                  <a:close/>
                </a:path>
                <a:path w="8891905" h="1518285">
                  <a:moveTo>
                    <a:pt x="8891778" y="28194"/>
                  </a:moveTo>
                  <a:lnTo>
                    <a:pt x="8815578" y="27432"/>
                  </a:lnTo>
                  <a:lnTo>
                    <a:pt x="8815578" y="40386"/>
                  </a:lnTo>
                  <a:lnTo>
                    <a:pt x="8891778" y="40386"/>
                  </a:lnTo>
                  <a:lnTo>
                    <a:pt x="8891778" y="28194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93761" y="6194310"/>
              <a:ext cx="8610600" cy="64769"/>
            </a:xfrm>
            <a:custGeom>
              <a:avLst/>
              <a:gdLst/>
              <a:ahLst/>
              <a:cxnLst/>
              <a:rect l="l" t="t" r="r" b="b"/>
              <a:pathLst>
                <a:path w="8610600" h="64770">
                  <a:moveTo>
                    <a:pt x="152400" y="25908"/>
                  </a:moveTo>
                  <a:lnTo>
                    <a:pt x="0" y="25146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8610600" h="64770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2954"/>
                  </a:lnTo>
                  <a:lnTo>
                    <a:pt x="152400" y="762"/>
                  </a:lnTo>
                  <a:close/>
                </a:path>
                <a:path w="8610600" h="64770">
                  <a:moveTo>
                    <a:pt x="419100" y="26670"/>
                  </a:moveTo>
                  <a:lnTo>
                    <a:pt x="266700" y="25908"/>
                  </a:lnTo>
                  <a:lnTo>
                    <a:pt x="266700" y="38862"/>
                  </a:lnTo>
                  <a:lnTo>
                    <a:pt x="419100" y="39624"/>
                  </a:lnTo>
                  <a:lnTo>
                    <a:pt x="419100" y="26670"/>
                  </a:lnTo>
                  <a:close/>
                </a:path>
                <a:path w="8610600" h="64770">
                  <a:moveTo>
                    <a:pt x="419100" y="1524"/>
                  </a:moveTo>
                  <a:lnTo>
                    <a:pt x="266700" y="762"/>
                  </a:lnTo>
                  <a:lnTo>
                    <a:pt x="266700" y="13716"/>
                  </a:lnTo>
                  <a:lnTo>
                    <a:pt x="419100" y="13716"/>
                  </a:lnTo>
                  <a:lnTo>
                    <a:pt x="419100" y="1524"/>
                  </a:lnTo>
                  <a:close/>
                </a:path>
                <a:path w="8610600" h="64770">
                  <a:moveTo>
                    <a:pt x="685800" y="27432"/>
                  </a:moveTo>
                  <a:lnTo>
                    <a:pt x="533400" y="26670"/>
                  </a:lnTo>
                  <a:lnTo>
                    <a:pt x="533400" y="39624"/>
                  </a:lnTo>
                  <a:lnTo>
                    <a:pt x="685800" y="40386"/>
                  </a:lnTo>
                  <a:lnTo>
                    <a:pt x="685800" y="27432"/>
                  </a:lnTo>
                  <a:close/>
                </a:path>
                <a:path w="8610600" h="64770">
                  <a:moveTo>
                    <a:pt x="685800" y="2286"/>
                  </a:moveTo>
                  <a:lnTo>
                    <a:pt x="533400" y="1524"/>
                  </a:lnTo>
                  <a:lnTo>
                    <a:pt x="533400" y="14478"/>
                  </a:lnTo>
                  <a:lnTo>
                    <a:pt x="685800" y="14478"/>
                  </a:lnTo>
                  <a:lnTo>
                    <a:pt x="685800" y="2286"/>
                  </a:lnTo>
                  <a:close/>
                </a:path>
                <a:path w="8610600" h="64770">
                  <a:moveTo>
                    <a:pt x="952500" y="28194"/>
                  </a:moveTo>
                  <a:lnTo>
                    <a:pt x="800100" y="28194"/>
                  </a:lnTo>
                  <a:lnTo>
                    <a:pt x="800100" y="40386"/>
                  </a:lnTo>
                  <a:lnTo>
                    <a:pt x="952500" y="41148"/>
                  </a:lnTo>
                  <a:lnTo>
                    <a:pt x="952500" y="28194"/>
                  </a:lnTo>
                  <a:close/>
                </a:path>
                <a:path w="8610600" h="64770">
                  <a:moveTo>
                    <a:pt x="952500" y="3048"/>
                  </a:moveTo>
                  <a:lnTo>
                    <a:pt x="800100" y="2286"/>
                  </a:lnTo>
                  <a:lnTo>
                    <a:pt x="800100" y="15240"/>
                  </a:lnTo>
                  <a:lnTo>
                    <a:pt x="952500" y="15240"/>
                  </a:lnTo>
                  <a:lnTo>
                    <a:pt x="952500" y="3048"/>
                  </a:lnTo>
                  <a:close/>
                </a:path>
                <a:path w="8610600" h="64770">
                  <a:moveTo>
                    <a:pt x="1219200" y="28956"/>
                  </a:moveTo>
                  <a:lnTo>
                    <a:pt x="1066800" y="28956"/>
                  </a:lnTo>
                  <a:lnTo>
                    <a:pt x="1066800" y="41148"/>
                  </a:lnTo>
                  <a:lnTo>
                    <a:pt x="1219200" y="41910"/>
                  </a:lnTo>
                  <a:lnTo>
                    <a:pt x="1219200" y="28956"/>
                  </a:lnTo>
                  <a:close/>
                </a:path>
                <a:path w="8610600" h="64770">
                  <a:moveTo>
                    <a:pt x="1219200" y="3810"/>
                  </a:moveTo>
                  <a:lnTo>
                    <a:pt x="1066800" y="3048"/>
                  </a:lnTo>
                  <a:lnTo>
                    <a:pt x="1066800" y="16002"/>
                  </a:lnTo>
                  <a:lnTo>
                    <a:pt x="1219200" y="16764"/>
                  </a:lnTo>
                  <a:lnTo>
                    <a:pt x="1219200" y="3810"/>
                  </a:lnTo>
                  <a:close/>
                </a:path>
                <a:path w="8610600" h="64770">
                  <a:moveTo>
                    <a:pt x="1485900" y="29718"/>
                  </a:moveTo>
                  <a:lnTo>
                    <a:pt x="1333500" y="29718"/>
                  </a:lnTo>
                  <a:lnTo>
                    <a:pt x="1333500" y="41910"/>
                  </a:lnTo>
                  <a:lnTo>
                    <a:pt x="1485900" y="42672"/>
                  </a:lnTo>
                  <a:lnTo>
                    <a:pt x="1485900" y="29718"/>
                  </a:lnTo>
                  <a:close/>
                </a:path>
                <a:path w="8610600" h="64770">
                  <a:moveTo>
                    <a:pt x="1485900" y="4572"/>
                  </a:moveTo>
                  <a:lnTo>
                    <a:pt x="1333500" y="3810"/>
                  </a:lnTo>
                  <a:lnTo>
                    <a:pt x="1333500" y="16764"/>
                  </a:lnTo>
                  <a:lnTo>
                    <a:pt x="1485900" y="17526"/>
                  </a:lnTo>
                  <a:lnTo>
                    <a:pt x="1485900" y="4572"/>
                  </a:lnTo>
                  <a:close/>
                </a:path>
                <a:path w="8610600" h="64770">
                  <a:moveTo>
                    <a:pt x="1752600" y="30480"/>
                  </a:moveTo>
                  <a:lnTo>
                    <a:pt x="1600200" y="30480"/>
                  </a:lnTo>
                  <a:lnTo>
                    <a:pt x="1600200" y="42672"/>
                  </a:lnTo>
                  <a:lnTo>
                    <a:pt x="1752600" y="43434"/>
                  </a:lnTo>
                  <a:lnTo>
                    <a:pt x="1752600" y="30480"/>
                  </a:lnTo>
                  <a:close/>
                </a:path>
                <a:path w="8610600" h="64770">
                  <a:moveTo>
                    <a:pt x="1752600" y="5334"/>
                  </a:moveTo>
                  <a:lnTo>
                    <a:pt x="1600200" y="4572"/>
                  </a:lnTo>
                  <a:lnTo>
                    <a:pt x="1600200" y="17526"/>
                  </a:lnTo>
                  <a:lnTo>
                    <a:pt x="1752600" y="18288"/>
                  </a:lnTo>
                  <a:lnTo>
                    <a:pt x="1752600" y="5334"/>
                  </a:lnTo>
                  <a:close/>
                </a:path>
                <a:path w="8610600" h="64770">
                  <a:moveTo>
                    <a:pt x="2019300" y="32004"/>
                  </a:moveTo>
                  <a:lnTo>
                    <a:pt x="1866900" y="31242"/>
                  </a:lnTo>
                  <a:lnTo>
                    <a:pt x="1866900" y="44196"/>
                  </a:lnTo>
                  <a:lnTo>
                    <a:pt x="2019300" y="44196"/>
                  </a:lnTo>
                  <a:lnTo>
                    <a:pt x="2019300" y="32004"/>
                  </a:lnTo>
                  <a:close/>
                </a:path>
                <a:path w="8610600" h="64770">
                  <a:moveTo>
                    <a:pt x="2019300" y="6096"/>
                  </a:moveTo>
                  <a:lnTo>
                    <a:pt x="1866900" y="6096"/>
                  </a:lnTo>
                  <a:lnTo>
                    <a:pt x="1866900" y="18288"/>
                  </a:lnTo>
                  <a:lnTo>
                    <a:pt x="2019300" y="19050"/>
                  </a:lnTo>
                  <a:lnTo>
                    <a:pt x="2019300" y="6096"/>
                  </a:lnTo>
                  <a:close/>
                </a:path>
                <a:path w="8610600" h="64770">
                  <a:moveTo>
                    <a:pt x="2286000" y="32766"/>
                  </a:moveTo>
                  <a:lnTo>
                    <a:pt x="2133600" y="32004"/>
                  </a:lnTo>
                  <a:lnTo>
                    <a:pt x="2133600" y="44958"/>
                  </a:lnTo>
                  <a:lnTo>
                    <a:pt x="2286000" y="44958"/>
                  </a:lnTo>
                  <a:lnTo>
                    <a:pt x="2286000" y="32766"/>
                  </a:lnTo>
                  <a:close/>
                </a:path>
                <a:path w="8610600" h="64770">
                  <a:moveTo>
                    <a:pt x="2286000" y="6858"/>
                  </a:moveTo>
                  <a:lnTo>
                    <a:pt x="2133600" y="6858"/>
                  </a:lnTo>
                  <a:lnTo>
                    <a:pt x="2133600" y="19050"/>
                  </a:lnTo>
                  <a:lnTo>
                    <a:pt x="2286000" y="19812"/>
                  </a:lnTo>
                  <a:lnTo>
                    <a:pt x="2286000" y="6858"/>
                  </a:lnTo>
                  <a:close/>
                </a:path>
                <a:path w="8610600" h="64770">
                  <a:moveTo>
                    <a:pt x="2552700" y="33528"/>
                  </a:moveTo>
                  <a:lnTo>
                    <a:pt x="2400300" y="32766"/>
                  </a:lnTo>
                  <a:lnTo>
                    <a:pt x="2400300" y="45720"/>
                  </a:lnTo>
                  <a:lnTo>
                    <a:pt x="2552700" y="45720"/>
                  </a:lnTo>
                  <a:lnTo>
                    <a:pt x="2552700" y="33528"/>
                  </a:lnTo>
                  <a:close/>
                </a:path>
                <a:path w="8610600" h="64770">
                  <a:moveTo>
                    <a:pt x="2552700" y="7620"/>
                  </a:moveTo>
                  <a:lnTo>
                    <a:pt x="2400300" y="7620"/>
                  </a:lnTo>
                  <a:lnTo>
                    <a:pt x="2400300" y="19812"/>
                  </a:lnTo>
                  <a:lnTo>
                    <a:pt x="2552700" y="20574"/>
                  </a:lnTo>
                  <a:lnTo>
                    <a:pt x="2552700" y="7620"/>
                  </a:lnTo>
                  <a:close/>
                </a:path>
                <a:path w="8610600" h="64770">
                  <a:moveTo>
                    <a:pt x="2819400" y="34290"/>
                  </a:moveTo>
                  <a:lnTo>
                    <a:pt x="2667000" y="33528"/>
                  </a:lnTo>
                  <a:lnTo>
                    <a:pt x="2667000" y="46482"/>
                  </a:lnTo>
                  <a:lnTo>
                    <a:pt x="2819400" y="46482"/>
                  </a:lnTo>
                  <a:lnTo>
                    <a:pt x="2819400" y="34290"/>
                  </a:lnTo>
                  <a:close/>
                </a:path>
                <a:path w="8610600" h="64770">
                  <a:moveTo>
                    <a:pt x="2819400" y="8382"/>
                  </a:moveTo>
                  <a:lnTo>
                    <a:pt x="2667000" y="8382"/>
                  </a:lnTo>
                  <a:lnTo>
                    <a:pt x="2667000" y="21336"/>
                  </a:lnTo>
                  <a:lnTo>
                    <a:pt x="2819400" y="21336"/>
                  </a:lnTo>
                  <a:lnTo>
                    <a:pt x="2819400" y="8382"/>
                  </a:lnTo>
                  <a:close/>
                </a:path>
                <a:path w="8610600" h="64770">
                  <a:moveTo>
                    <a:pt x="3086100" y="35052"/>
                  </a:moveTo>
                  <a:lnTo>
                    <a:pt x="2933700" y="34290"/>
                  </a:lnTo>
                  <a:lnTo>
                    <a:pt x="2933700" y="47244"/>
                  </a:lnTo>
                  <a:lnTo>
                    <a:pt x="3086100" y="48006"/>
                  </a:lnTo>
                  <a:lnTo>
                    <a:pt x="3086100" y="35052"/>
                  </a:lnTo>
                  <a:close/>
                </a:path>
                <a:path w="8610600" h="64770">
                  <a:moveTo>
                    <a:pt x="3086100" y="9906"/>
                  </a:moveTo>
                  <a:lnTo>
                    <a:pt x="2933700" y="9144"/>
                  </a:lnTo>
                  <a:lnTo>
                    <a:pt x="2933700" y="22098"/>
                  </a:lnTo>
                  <a:lnTo>
                    <a:pt x="3086100" y="22098"/>
                  </a:lnTo>
                  <a:lnTo>
                    <a:pt x="3086100" y="9906"/>
                  </a:lnTo>
                  <a:close/>
                </a:path>
                <a:path w="8610600" h="64770">
                  <a:moveTo>
                    <a:pt x="3352800" y="35814"/>
                  </a:moveTo>
                  <a:lnTo>
                    <a:pt x="3200400" y="35052"/>
                  </a:lnTo>
                  <a:lnTo>
                    <a:pt x="3200400" y="48006"/>
                  </a:lnTo>
                  <a:lnTo>
                    <a:pt x="3352800" y="48768"/>
                  </a:lnTo>
                  <a:lnTo>
                    <a:pt x="3352800" y="35814"/>
                  </a:lnTo>
                  <a:close/>
                </a:path>
                <a:path w="8610600" h="64770">
                  <a:moveTo>
                    <a:pt x="3352800" y="10668"/>
                  </a:moveTo>
                  <a:lnTo>
                    <a:pt x="3200400" y="9906"/>
                  </a:lnTo>
                  <a:lnTo>
                    <a:pt x="3200400" y="22860"/>
                  </a:lnTo>
                  <a:lnTo>
                    <a:pt x="3352800" y="22860"/>
                  </a:lnTo>
                  <a:lnTo>
                    <a:pt x="3352800" y="10668"/>
                  </a:lnTo>
                  <a:close/>
                </a:path>
                <a:path w="8610600" h="64770">
                  <a:moveTo>
                    <a:pt x="3619500" y="36576"/>
                  </a:moveTo>
                  <a:lnTo>
                    <a:pt x="3467100" y="35814"/>
                  </a:lnTo>
                  <a:lnTo>
                    <a:pt x="3467100" y="48768"/>
                  </a:lnTo>
                  <a:lnTo>
                    <a:pt x="3619500" y="49530"/>
                  </a:lnTo>
                  <a:lnTo>
                    <a:pt x="3619500" y="36576"/>
                  </a:lnTo>
                  <a:close/>
                </a:path>
                <a:path w="8610600" h="64770">
                  <a:moveTo>
                    <a:pt x="3619500" y="11430"/>
                  </a:moveTo>
                  <a:lnTo>
                    <a:pt x="3467100" y="10668"/>
                  </a:lnTo>
                  <a:lnTo>
                    <a:pt x="3467100" y="23622"/>
                  </a:lnTo>
                  <a:lnTo>
                    <a:pt x="3619500" y="23622"/>
                  </a:lnTo>
                  <a:lnTo>
                    <a:pt x="3619500" y="11430"/>
                  </a:lnTo>
                  <a:close/>
                </a:path>
                <a:path w="8610600" h="64770">
                  <a:moveTo>
                    <a:pt x="3886200" y="37338"/>
                  </a:moveTo>
                  <a:lnTo>
                    <a:pt x="3733800" y="37338"/>
                  </a:lnTo>
                  <a:lnTo>
                    <a:pt x="3733800" y="49530"/>
                  </a:lnTo>
                  <a:lnTo>
                    <a:pt x="3886200" y="50292"/>
                  </a:lnTo>
                  <a:lnTo>
                    <a:pt x="3886200" y="37338"/>
                  </a:lnTo>
                  <a:close/>
                </a:path>
                <a:path w="8610600" h="64770">
                  <a:moveTo>
                    <a:pt x="3886200" y="12192"/>
                  </a:moveTo>
                  <a:lnTo>
                    <a:pt x="3733800" y="11430"/>
                  </a:lnTo>
                  <a:lnTo>
                    <a:pt x="3733800" y="24384"/>
                  </a:lnTo>
                  <a:lnTo>
                    <a:pt x="3886200" y="25146"/>
                  </a:lnTo>
                  <a:lnTo>
                    <a:pt x="3886200" y="12192"/>
                  </a:lnTo>
                  <a:close/>
                </a:path>
                <a:path w="8610600" h="64770">
                  <a:moveTo>
                    <a:pt x="4152900" y="38100"/>
                  </a:moveTo>
                  <a:lnTo>
                    <a:pt x="4000500" y="38100"/>
                  </a:lnTo>
                  <a:lnTo>
                    <a:pt x="4000500" y="50292"/>
                  </a:lnTo>
                  <a:lnTo>
                    <a:pt x="4152900" y="51054"/>
                  </a:lnTo>
                  <a:lnTo>
                    <a:pt x="4152900" y="38100"/>
                  </a:lnTo>
                  <a:close/>
                </a:path>
                <a:path w="8610600" h="64770">
                  <a:moveTo>
                    <a:pt x="4152900" y="12954"/>
                  </a:moveTo>
                  <a:lnTo>
                    <a:pt x="4000500" y="12192"/>
                  </a:lnTo>
                  <a:lnTo>
                    <a:pt x="4000500" y="25146"/>
                  </a:lnTo>
                  <a:lnTo>
                    <a:pt x="4152900" y="25908"/>
                  </a:lnTo>
                  <a:lnTo>
                    <a:pt x="4152900" y="12954"/>
                  </a:lnTo>
                  <a:close/>
                </a:path>
                <a:path w="8610600" h="64770">
                  <a:moveTo>
                    <a:pt x="4419600" y="38862"/>
                  </a:moveTo>
                  <a:lnTo>
                    <a:pt x="4267200" y="38862"/>
                  </a:lnTo>
                  <a:lnTo>
                    <a:pt x="4267200" y="51054"/>
                  </a:lnTo>
                  <a:lnTo>
                    <a:pt x="4419600" y="51816"/>
                  </a:lnTo>
                  <a:lnTo>
                    <a:pt x="4419600" y="38862"/>
                  </a:lnTo>
                  <a:close/>
                </a:path>
                <a:path w="8610600" h="64770">
                  <a:moveTo>
                    <a:pt x="4419600" y="13716"/>
                  </a:moveTo>
                  <a:lnTo>
                    <a:pt x="4267200" y="12954"/>
                  </a:lnTo>
                  <a:lnTo>
                    <a:pt x="4267200" y="25908"/>
                  </a:lnTo>
                  <a:lnTo>
                    <a:pt x="4419600" y="26670"/>
                  </a:lnTo>
                  <a:lnTo>
                    <a:pt x="4419600" y="13716"/>
                  </a:lnTo>
                  <a:close/>
                </a:path>
                <a:path w="8610600" h="64770">
                  <a:moveTo>
                    <a:pt x="4686300" y="39624"/>
                  </a:moveTo>
                  <a:lnTo>
                    <a:pt x="4533900" y="39624"/>
                  </a:lnTo>
                  <a:lnTo>
                    <a:pt x="4533900" y="51816"/>
                  </a:lnTo>
                  <a:lnTo>
                    <a:pt x="4686300" y="52578"/>
                  </a:lnTo>
                  <a:lnTo>
                    <a:pt x="4686300" y="39624"/>
                  </a:lnTo>
                  <a:close/>
                </a:path>
                <a:path w="8610600" h="64770">
                  <a:moveTo>
                    <a:pt x="4686300" y="14478"/>
                  </a:moveTo>
                  <a:lnTo>
                    <a:pt x="4533900" y="13716"/>
                  </a:lnTo>
                  <a:lnTo>
                    <a:pt x="4533900" y="26670"/>
                  </a:lnTo>
                  <a:lnTo>
                    <a:pt x="4686300" y="27432"/>
                  </a:lnTo>
                  <a:lnTo>
                    <a:pt x="4686300" y="14478"/>
                  </a:lnTo>
                  <a:close/>
                </a:path>
                <a:path w="8610600" h="64770">
                  <a:moveTo>
                    <a:pt x="4953000" y="41148"/>
                  </a:moveTo>
                  <a:lnTo>
                    <a:pt x="4800600" y="40386"/>
                  </a:lnTo>
                  <a:lnTo>
                    <a:pt x="4800600" y="53340"/>
                  </a:lnTo>
                  <a:lnTo>
                    <a:pt x="4953000" y="53340"/>
                  </a:lnTo>
                  <a:lnTo>
                    <a:pt x="4953000" y="41148"/>
                  </a:lnTo>
                  <a:close/>
                </a:path>
                <a:path w="8610600" h="64770">
                  <a:moveTo>
                    <a:pt x="4953000" y="15240"/>
                  </a:moveTo>
                  <a:lnTo>
                    <a:pt x="4800600" y="15240"/>
                  </a:lnTo>
                  <a:lnTo>
                    <a:pt x="4800600" y="27432"/>
                  </a:lnTo>
                  <a:lnTo>
                    <a:pt x="4953000" y="28194"/>
                  </a:lnTo>
                  <a:lnTo>
                    <a:pt x="4953000" y="15240"/>
                  </a:lnTo>
                  <a:close/>
                </a:path>
                <a:path w="8610600" h="64770">
                  <a:moveTo>
                    <a:pt x="5219700" y="41910"/>
                  </a:moveTo>
                  <a:lnTo>
                    <a:pt x="5067300" y="41148"/>
                  </a:lnTo>
                  <a:lnTo>
                    <a:pt x="5067300" y="54102"/>
                  </a:lnTo>
                  <a:lnTo>
                    <a:pt x="5219700" y="54102"/>
                  </a:lnTo>
                  <a:lnTo>
                    <a:pt x="5219700" y="41910"/>
                  </a:lnTo>
                  <a:close/>
                </a:path>
                <a:path w="8610600" h="64770">
                  <a:moveTo>
                    <a:pt x="5219700" y="16002"/>
                  </a:moveTo>
                  <a:lnTo>
                    <a:pt x="5067300" y="16002"/>
                  </a:lnTo>
                  <a:lnTo>
                    <a:pt x="5067300" y="28194"/>
                  </a:lnTo>
                  <a:lnTo>
                    <a:pt x="5219700" y="28956"/>
                  </a:lnTo>
                  <a:lnTo>
                    <a:pt x="5219700" y="16002"/>
                  </a:lnTo>
                  <a:close/>
                </a:path>
                <a:path w="8610600" h="64770">
                  <a:moveTo>
                    <a:pt x="5486400" y="42672"/>
                  </a:moveTo>
                  <a:lnTo>
                    <a:pt x="5334000" y="41910"/>
                  </a:lnTo>
                  <a:lnTo>
                    <a:pt x="5334000" y="54864"/>
                  </a:lnTo>
                  <a:lnTo>
                    <a:pt x="5486400" y="54864"/>
                  </a:lnTo>
                  <a:lnTo>
                    <a:pt x="5486400" y="42672"/>
                  </a:lnTo>
                  <a:close/>
                </a:path>
                <a:path w="8610600" h="64770">
                  <a:moveTo>
                    <a:pt x="5486400" y="16764"/>
                  </a:moveTo>
                  <a:lnTo>
                    <a:pt x="5334000" y="16764"/>
                  </a:lnTo>
                  <a:lnTo>
                    <a:pt x="5334000" y="28956"/>
                  </a:lnTo>
                  <a:lnTo>
                    <a:pt x="5486400" y="29718"/>
                  </a:lnTo>
                  <a:lnTo>
                    <a:pt x="5486400" y="16764"/>
                  </a:lnTo>
                  <a:close/>
                </a:path>
                <a:path w="8610600" h="64770">
                  <a:moveTo>
                    <a:pt x="5753100" y="43434"/>
                  </a:moveTo>
                  <a:lnTo>
                    <a:pt x="5600700" y="42672"/>
                  </a:lnTo>
                  <a:lnTo>
                    <a:pt x="5600700" y="55626"/>
                  </a:lnTo>
                  <a:lnTo>
                    <a:pt x="5753100" y="55626"/>
                  </a:lnTo>
                  <a:lnTo>
                    <a:pt x="5753100" y="43434"/>
                  </a:lnTo>
                  <a:close/>
                </a:path>
                <a:path w="8610600" h="64770">
                  <a:moveTo>
                    <a:pt x="5753100" y="17526"/>
                  </a:moveTo>
                  <a:lnTo>
                    <a:pt x="5600700" y="17526"/>
                  </a:lnTo>
                  <a:lnTo>
                    <a:pt x="5600700" y="30480"/>
                  </a:lnTo>
                  <a:lnTo>
                    <a:pt x="5753100" y="30480"/>
                  </a:lnTo>
                  <a:lnTo>
                    <a:pt x="5753100" y="17526"/>
                  </a:lnTo>
                  <a:close/>
                </a:path>
                <a:path w="8610600" h="64770">
                  <a:moveTo>
                    <a:pt x="6019800" y="44196"/>
                  </a:moveTo>
                  <a:lnTo>
                    <a:pt x="5867400" y="43434"/>
                  </a:lnTo>
                  <a:lnTo>
                    <a:pt x="5867400" y="56388"/>
                  </a:lnTo>
                  <a:lnTo>
                    <a:pt x="6019800" y="57150"/>
                  </a:lnTo>
                  <a:lnTo>
                    <a:pt x="6019800" y="44196"/>
                  </a:lnTo>
                  <a:close/>
                </a:path>
                <a:path w="8610600" h="64770">
                  <a:moveTo>
                    <a:pt x="6019800" y="19050"/>
                  </a:moveTo>
                  <a:lnTo>
                    <a:pt x="5867400" y="18288"/>
                  </a:lnTo>
                  <a:lnTo>
                    <a:pt x="5867400" y="31242"/>
                  </a:lnTo>
                  <a:lnTo>
                    <a:pt x="6019800" y="31242"/>
                  </a:lnTo>
                  <a:lnTo>
                    <a:pt x="6019800" y="19050"/>
                  </a:lnTo>
                  <a:close/>
                </a:path>
                <a:path w="8610600" h="64770">
                  <a:moveTo>
                    <a:pt x="6286500" y="44958"/>
                  </a:moveTo>
                  <a:lnTo>
                    <a:pt x="6134100" y="44196"/>
                  </a:lnTo>
                  <a:lnTo>
                    <a:pt x="6134100" y="57150"/>
                  </a:lnTo>
                  <a:lnTo>
                    <a:pt x="6286500" y="57912"/>
                  </a:lnTo>
                  <a:lnTo>
                    <a:pt x="6286500" y="44958"/>
                  </a:lnTo>
                  <a:close/>
                </a:path>
                <a:path w="8610600" h="64770">
                  <a:moveTo>
                    <a:pt x="6286500" y="19812"/>
                  </a:moveTo>
                  <a:lnTo>
                    <a:pt x="6134100" y="19050"/>
                  </a:lnTo>
                  <a:lnTo>
                    <a:pt x="6134100" y="32004"/>
                  </a:lnTo>
                  <a:lnTo>
                    <a:pt x="6286500" y="32004"/>
                  </a:lnTo>
                  <a:lnTo>
                    <a:pt x="6286500" y="19812"/>
                  </a:lnTo>
                  <a:close/>
                </a:path>
                <a:path w="8610600" h="64770">
                  <a:moveTo>
                    <a:pt x="6553200" y="45720"/>
                  </a:moveTo>
                  <a:lnTo>
                    <a:pt x="6400800" y="44958"/>
                  </a:lnTo>
                  <a:lnTo>
                    <a:pt x="6400800" y="57912"/>
                  </a:lnTo>
                  <a:lnTo>
                    <a:pt x="6553200" y="58674"/>
                  </a:lnTo>
                  <a:lnTo>
                    <a:pt x="6553200" y="45720"/>
                  </a:lnTo>
                  <a:close/>
                </a:path>
                <a:path w="8610600" h="64770">
                  <a:moveTo>
                    <a:pt x="6553200" y="20574"/>
                  </a:moveTo>
                  <a:lnTo>
                    <a:pt x="6400800" y="19812"/>
                  </a:lnTo>
                  <a:lnTo>
                    <a:pt x="6400800" y="32766"/>
                  </a:lnTo>
                  <a:lnTo>
                    <a:pt x="6553200" y="32766"/>
                  </a:lnTo>
                  <a:lnTo>
                    <a:pt x="6553200" y="20574"/>
                  </a:lnTo>
                  <a:close/>
                </a:path>
                <a:path w="8610600" h="64770">
                  <a:moveTo>
                    <a:pt x="6819900" y="46482"/>
                  </a:moveTo>
                  <a:lnTo>
                    <a:pt x="6667500" y="46482"/>
                  </a:lnTo>
                  <a:lnTo>
                    <a:pt x="6667500" y="58674"/>
                  </a:lnTo>
                  <a:lnTo>
                    <a:pt x="6819900" y="59436"/>
                  </a:lnTo>
                  <a:lnTo>
                    <a:pt x="6819900" y="46482"/>
                  </a:lnTo>
                  <a:close/>
                </a:path>
                <a:path w="8610600" h="64770">
                  <a:moveTo>
                    <a:pt x="6819900" y="21336"/>
                  </a:moveTo>
                  <a:lnTo>
                    <a:pt x="6667500" y="20574"/>
                  </a:lnTo>
                  <a:lnTo>
                    <a:pt x="6667500" y="33528"/>
                  </a:lnTo>
                  <a:lnTo>
                    <a:pt x="6819900" y="34290"/>
                  </a:lnTo>
                  <a:lnTo>
                    <a:pt x="6819900" y="21336"/>
                  </a:lnTo>
                  <a:close/>
                </a:path>
                <a:path w="8610600" h="64770">
                  <a:moveTo>
                    <a:pt x="7086600" y="47244"/>
                  </a:moveTo>
                  <a:lnTo>
                    <a:pt x="6934200" y="47244"/>
                  </a:lnTo>
                  <a:lnTo>
                    <a:pt x="6934200" y="59436"/>
                  </a:lnTo>
                  <a:lnTo>
                    <a:pt x="7086600" y="60198"/>
                  </a:lnTo>
                  <a:lnTo>
                    <a:pt x="7086600" y="47244"/>
                  </a:lnTo>
                  <a:close/>
                </a:path>
                <a:path w="8610600" h="64770">
                  <a:moveTo>
                    <a:pt x="7086600" y="22098"/>
                  </a:moveTo>
                  <a:lnTo>
                    <a:pt x="6934200" y="21336"/>
                  </a:lnTo>
                  <a:lnTo>
                    <a:pt x="6934200" y="34290"/>
                  </a:lnTo>
                  <a:lnTo>
                    <a:pt x="7086600" y="35052"/>
                  </a:lnTo>
                  <a:lnTo>
                    <a:pt x="7086600" y="22098"/>
                  </a:lnTo>
                  <a:close/>
                </a:path>
                <a:path w="8610600" h="64770">
                  <a:moveTo>
                    <a:pt x="7353300" y="48006"/>
                  </a:moveTo>
                  <a:lnTo>
                    <a:pt x="7200900" y="48006"/>
                  </a:lnTo>
                  <a:lnTo>
                    <a:pt x="7200900" y="60198"/>
                  </a:lnTo>
                  <a:lnTo>
                    <a:pt x="7353300" y="60960"/>
                  </a:lnTo>
                  <a:lnTo>
                    <a:pt x="7353300" y="48006"/>
                  </a:lnTo>
                  <a:close/>
                </a:path>
                <a:path w="8610600" h="64770">
                  <a:moveTo>
                    <a:pt x="7353300" y="22860"/>
                  </a:moveTo>
                  <a:lnTo>
                    <a:pt x="7200900" y="22098"/>
                  </a:lnTo>
                  <a:lnTo>
                    <a:pt x="7200900" y="35052"/>
                  </a:lnTo>
                  <a:lnTo>
                    <a:pt x="7353300" y="35814"/>
                  </a:lnTo>
                  <a:lnTo>
                    <a:pt x="7353300" y="22860"/>
                  </a:lnTo>
                  <a:close/>
                </a:path>
                <a:path w="8610600" h="64770">
                  <a:moveTo>
                    <a:pt x="7620000" y="48768"/>
                  </a:moveTo>
                  <a:lnTo>
                    <a:pt x="7467600" y="48768"/>
                  </a:lnTo>
                  <a:lnTo>
                    <a:pt x="7467600" y="61722"/>
                  </a:lnTo>
                  <a:lnTo>
                    <a:pt x="7620000" y="61722"/>
                  </a:lnTo>
                  <a:lnTo>
                    <a:pt x="7620000" y="48768"/>
                  </a:lnTo>
                  <a:close/>
                </a:path>
                <a:path w="8610600" h="64770">
                  <a:moveTo>
                    <a:pt x="7620000" y="23622"/>
                  </a:moveTo>
                  <a:lnTo>
                    <a:pt x="7467600" y="23622"/>
                  </a:lnTo>
                  <a:lnTo>
                    <a:pt x="7467600" y="35814"/>
                  </a:lnTo>
                  <a:lnTo>
                    <a:pt x="7620000" y="36576"/>
                  </a:lnTo>
                  <a:lnTo>
                    <a:pt x="7620000" y="23622"/>
                  </a:lnTo>
                  <a:close/>
                </a:path>
                <a:path w="8610600" h="64770">
                  <a:moveTo>
                    <a:pt x="7886700" y="50292"/>
                  </a:moveTo>
                  <a:lnTo>
                    <a:pt x="7734300" y="49530"/>
                  </a:lnTo>
                  <a:lnTo>
                    <a:pt x="7734300" y="62484"/>
                  </a:lnTo>
                  <a:lnTo>
                    <a:pt x="7886700" y="62484"/>
                  </a:lnTo>
                  <a:lnTo>
                    <a:pt x="7886700" y="50292"/>
                  </a:lnTo>
                  <a:close/>
                </a:path>
                <a:path w="8610600" h="64770">
                  <a:moveTo>
                    <a:pt x="7886700" y="24384"/>
                  </a:moveTo>
                  <a:lnTo>
                    <a:pt x="7734300" y="24384"/>
                  </a:lnTo>
                  <a:lnTo>
                    <a:pt x="7734300" y="36576"/>
                  </a:lnTo>
                  <a:lnTo>
                    <a:pt x="7886700" y="37338"/>
                  </a:lnTo>
                  <a:lnTo>
                    <a:pt x="7886700" y="24384"/>
                  </a:lnTo>
                  <a:close/>
                </a:path>
                <a:path w="8610600" h="64770">
                  <a:moveTo>
                    <a:pt x="8153400" y="51054"/>
                  </a:moveTo>
                  <a:lnTo>
                    <a:pt x="8001000" y="50292"/>
                  </a:lnTo>
                  <a:lnTo>
                    <a:pt x="8001000" y="63246"/>
                  </a:lnTo>
                  <a:lnTo>
                    <a:pt x="8153400" y="63246"/>
                  </a:lnTo>
                  <a:lnTo>
                    <a:pt x="8153400" y="51054"/>
                  </a:lnTo>
                  <a:close/>
                </a:path>
                <a:path w="8610600" h="64770">
                  <a:moveTo>
                    <a:pt x="8153400" y="25146"/>
                  </a:moveTo>
                  <a:lnTo>
                    <a:pt x="8001000" y="25146"/>
                  </a:lnTo>
                  <a:lnTo>
                    <a:pt x="8001000" y="37338"/>
                  </a:lnTo>
                  <a:lnTo>
                    <a:pt x="8153400" y="38100"/>
                  </a:lnTo>
                  <a:lnTo>
                    <a:pt x="8153400" y="25146"/>
                  </a:lnTo>
                  <a:close/>
                </a:path>
                <a:path w="8610600" h="64770">
                  <a:moveTo>
                    <a:pt x="8420100" y="51816"/>
                  </a:moveTo>
                  <a:lnTo>
                    <a:pt x="8267700" y="51054"/>
                  </a:lnTo>
                  <a:lnTo>
                    <a:pt x="8267700" y="64008"/>
                  </a:lnTo>
                  <a:lnTo>
                    <a:pt x="8420100" y="64008"/>
                  </a:lnTo>
                  <a:lnTo>
                    <a:pt x="8420100" y="51816"/>
                  </a:lnTo>
                  <a:close/>
                </a:path>
                <a:path w="8610600" h="64770">
                  <a:moveTo>
                    <a:pt x="8420100" y="25908"/>
                  </a:moveTo>
                  <a:lnTo>
                    <a:pt x="8267700" y="25908"/>
                  </a:lnTo>
                  <a:lnTo>
                    <a:pt x="8267700" y="38100"/>
                  </a:lnTo>
                  <a:lnTo>
                    <a:pt x="8420100" y="38862"/>
                  </a:lnTo>
                  <a:lnTo>
                    <a:pt x="8420100" y="25908"/>
                  </a:lnTo>
                  <a:close/>
                </a:path>
                <a:path w="8610600" h="64770">
                  <a:moveTo>
                    <a:pt x="8610600" y="52578"/>
                  </a:moveTo>
                  <a:lnTo>
                    <a:pt x="8534400" y="51816"/>
                  </a:lnTo>
                  <a:lnTo>
                    <a:pt x="8534400" y="64770"/>
                  </a:lnTo>
                  <a:lnTo>
                    <a:pt x="8610600" y="64770"/>
                  </a:lnTo>
                  <a:lnTo>
                    <a:pt x="8610600" y="52578"/>
                  </a:lnTo>
                  <a:close/>
                </a:path>
                <a:path w="8610600" h="64770">
                  <a:moveTo>
                    <a:pt x="8610600" y="26670"/>
                  </a:moveTo>
                  <a:lnTo>
                    <a:pt x="8534400" y="26670"/>
                  </a:lnTo>
                  <a:lnTo>
                    <a:pt x="8534400" y="39624"/>
                  </a:lnTo>
                  <a:lnTo>
                    <a:pt x="8610600" y="39624"/>
                  </a:lnTo>
                  <a:lnTo>
                    <a:pt x="8610600" y="2667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9146347" y="3904280"/>
            <a:ext cx="959314" cy="736118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非叶结点</a:t>
            </a:r>
            <a:endParaRPr sz="1814">
              <a:latin typeface="Lantinghei SC Heavy"/>
              <a:cs typeface="Lantinghei SC Heavy"/>
            </a:endParaRPr>
          </a:p>
          <a:p>
            <a:pPr marL="25912">
              <a:spcBef>
                <a:spcPts val="1301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叶子结点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9264525" y="5689075"/>
            <a:ext cx="713439" cy="56940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 marR="4607">
              <a:spcBef>
                <a:spcPts val="86"/>
              </a:spcBef>
            </a:pPr>
            <a:r>
              <a:rPr sz="1814" b="1" spc="-32" dirty="0">
                <a:solidFill>
                  <a:srgbClr val="CC0000"/>
                </a:solidFill>
                <a:latin typeface="Lantinghei SC Heavy"/>
                <a:cs typeface="Lantinghei SC Heavy"/>
              </a:rPr>
              <a:t>主文件的记录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2201975" y="1217741"/>
            <a:ext cx="3563400" cy="346464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>
              <a:spcBef>
                <a:spcPts val="91"/>
              </a:spcBef>
            </a:pP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删除</a:t>
            </a:r>
            <a:r>
              <a:rPr lang="en-US" altLang="zh-CN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40</a:t>
            </a: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（</a:t>
            </a:r>
            <a:r>
              <a:rPr lang="en-US" altLang="zh-CN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step2</a:t>
            </a: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）触发合并</a:t>
            </a:r>
            <a:endParaRPr sz="2176" dirty="0">
              <a:latin typeface="SimHei" panose="02010609060101010101" pitchFamily="49" charset="-122"/>
              <a:ea typeface="SimHei" panose="02010609060101010101" pitchFamily="49" charset="-122"/>
              <a:cs typeface="Lantinghei SC Heavy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3830395" y="4608852"/>
            <a:ext cx="2987346" cy="727835"/>
            <a:chOff x="2848241" y="5082540"/>
            <a:chExt cx="3294379" cy="802640"/>
          </a:xfrm>
        </p:grpSpPr>
        <p:sp>
          <p:nvSpPr>
            <p:cNvPr id="149" name="object 149"/>
            <p:cNvSpPr/>
            <p:nvPr/>
          </p:nvSpPr>
          <p:spPr>
            <a:xfrm>
              <a:off x="2886341" y="5120640"/>
              <a:ext cx="3218180" cy="726440"/>
            </a:xfrm>
            <a:custGeom>
              <a:avLst/>
              <a:gdLst/>
              <a:ahLst/>
              <a:cxnLst/>
              <a:rect l="l" t="t" r="r" b="b"/>
              <a:pathLst>
                <a:path w="3218179" h="726439">
                  <a:moveTo>
                    <a:pt x="0" y="2286"/>
                  </a:moveTo>
                  <a:lnTo>
                    <a:pt x="0" y="726186"/>
                  </a:lnTo>
                  <a:lnTo>
                    <a:pt x="1522475" y="726186"/>
                  </a:lnTo>
                  <a:lnTo>
                    <a:pt x="1522475" y="2286"/>
                  </a:lnTo>
                  <a:lnTo>
                    <a:pt x="0" y="2286"/>
                  </a:lnTo>
                  <a:close/>
                </a:path>
                <a:path w="3218179" h="726439">
                  <a:moveTo>
                    <a:pt x="1695450" y="0"/>
                  </a:moveTo>
                  <a:lnTo>
                    <a:pt x="1695450" y="723900"/>
                  </a:lnTo>
                  <a:lnTo>
                    <a:pt x="3217926" y="723900"/>
                  </a:lnTo>
                  <a:lnTo>
                    <a:pt x="3217926" y="0"/>
                  </a:lnTo>
                  <a:lnTo>
                    <a:pt x="1695450" y="0"/>
                  </a:lnTo>
                  <a:close/>
                </a:path>
              </a:pathLst>
            </a:custGeom>
            <a:ln w="762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50" name="object 150"/>
            <p:cNvSpPr/>
            <p:nvPr/>
          </p:nvSpPr>
          <p:spPr>
            <a:xfrm>
              <a:off x="4329569" y="5599176"/>
              <a:ext cx="304800" cy="114300"/>
            </a:xfrm>
            <a:custGeom>
              <a:avLst/>
              <a:gdLst/>
              <a:ahLst/>
              <a:cxnLst/>
              <a:rect l="l" t="t" r="r" b="b"/>
              <a:pathLst>
                <a:path w="304800" h="114300">
                  <a:moveTo>
                    <a:pt x="209550" y="76200"/>
                  </a:moveTo>
                  <a:lnTo>
                    <a:pt x="209550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209550" y="76200"/>
                  </a:lnTo>
                  <a:close/>
                </a:path>
                <a:path w="304800" h="114300">
                  <a:moveTo>
                    <a:pt x="304800" y="5715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209550" y="38100"/>
                  </a:lnTo>
                  <a:lnTo>
                    <a:pt x="209550" y="104775"/>
                  </a:lnTo>
                  <a:lnTo>
                    <a:pt x="304800" y="57150"/>
                  </a:lnTo>
                  <a:close/>
                </a:path>
                <a:path w="304800" h="114300">
                  <a:moveTo>
                    <a:pt x="209550" y="104775"/>
                  </a:moveTo>
                  <a:lnTo>
                    <a:pt x="209550" y="76200"/>
                  </a:lnTo>
                  <a:lnTo>
                    <a:pt x="190500" y="76200"/>
                  </a:lnTo>
                  <a:lnTo>
                    <a:pt x="190500" y="114300"/>
                  </a:lnTo>
                  <a:lnTo>
                    <a:pt x="209550" y="10477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99059" y="2540281"/>
            <a:ext cx="47562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</a:pPr>
            <a:r>
              <a:rPr sz="1451" spc="-23" dirty="0">
                <a:latin typeface="Times New Roman"/>
                <a:cs typeface="Times New Roman"/>
              </a:rPr>
              <a:t>80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73147" y="2502911"/>
            <a:ext cx="1960662" cy="647796"/>
            <a:chOff x="4328998" y="2760154"/>
            <a:chExt cx="2162175" cy="714375"/>
          </a:xfrm>
        </p:grpSpPr>
        <p:sp>
          <p:nvSpPr>
            <p:cNvPr id="5" name="object 5"/>
            <p:cNvSpPr/>
            <p:nvPr/>
          </p:nvSpPr>
          <p:spPr>
            <a:xfrm>
              <a:off x="4343285" y="27744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" name="object 6"/>
            <p:cNvSpPr/>
            <p:nvPr/>
          </p:nvSpPr>
          <p:spPr>
            <a:xfrm>
              <a:off x="4343285" y="31173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" name="object 7"/>
            <p:cNvSpPr/>
            <p:nvPr/>
          </p:nvSpPr>
          <p:spPr>
            <a:xfrm>
              <a:off x="4343285" y="3460242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/>
            <p:cNvSpPr/>
            <p:nvPr/>
          </p:nvSpPr>
          <p:spPr>
            <a:xfrm>
              <a:off x="43432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/>
            <p:cNvSpPr/>
            <p:nvPr/>
          </p:nvSpPr>
          <p:spPr>
            <a:xfrm>
              <a:off x="6476885" y="27744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/>
            <p:cNvSpPr/>
            <p:nvPr/>
          </p:nvSpPr>
          <p:spPr>
            <a:xfrm>
              <a:off x="5384939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" name="object 11"/>
            <p:cNvSpPr/>
            <p:nvPr/>
          </p:nvSpPr>
          <p:spPr>
            <a:xfrm>
              <a:off x="4888115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" name="object 12"/>
            <p:cNvSpPr/>
            <p:nvPr/>
          </p:nvSpPr>
          <p:spPr>
            <a:xfrm>
              <a:off x="5932817" y="27744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19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/>
            <p:cNvSpPr/>
            <p:nvPr/>
          </p:nvSpPr>
          <p:spPr>
            <a:xfrm>
              <a:off x="5137289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836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/>
            <p:cNvSpPr/>
            <p:nvPr/>
          </p:nvSpPr>
          <p:spPr>
            <a:xfrm>
              <a:off x="6178943" y="31173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40701" y="3369460"/>
            <a:ext cx="925916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41651">
              <a:spcBef>
                <a:spcPts val="91"/>
              </a:spcBef>
              <a:tabLst>
                <a:tab pos="613246" algn="l"/>
              </a:tabLst>
            </a:pPr>
            <a:r>
              <a:rPr sz="1451" spc="-23" dirty="0">
                <a:latin typeface="Times New Roman"/>
                <a:cs typeface="Times New Roman"/>
              </a:rPr>
              <a:t>19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60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14790" y="3332090"/>
            <a:ext cx="1960662" cy="647796"/>
            <a:chOff x="2500198" y="3674554"/>
            <a:chExt cx="2162175" cy="714375"/>
          </a:xfrm>
        </p:grpSpPr>
        <p:sp>
          <p:nvSpPr>
            <p:cNvPr id="19" name="object 19"/>
            <p:cNvSpPr/>
            <p:nvPr/>
          </p:nvSpPr>
          <p:spPr>
            <a:xfrm>
              <a:off x="2514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0" name="object 20"/>
            <p:cNvSpPr/>
            <p:nvPr/>
          </p:nvSpPr>
          <p:spPr>
            <a:xfrm>
              <a:off x="2514485" y="40317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1" name="object 21"/>
            <p:cNvSpPr/>
            <p:nvPr/>
          </p:nvSpPr>
          <p:spPr>
            <a:xfrm>
              <a:off x="2514485" y="43746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/>
            <p:cNvSpPr/>
            <p:nvPr/>
          </p:nvSpPr>
          <p:spPr>
            <a:xfrm>
              <a:off x="25144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3" name="object 23"/>
            <p:cNvSpPr/>
            <p:nvPr/>
          </p:nvSpPr>
          <p:spPr>
            <a:xfrm>
              <a:off x="46480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4" name="object 24"/>
            <p:cNvSpPr/>
            <p:nvPr/>
          </p:nvSpPr>
          <p:spPr>
            <a:xfrm>
              <a:off x="3556139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5" name="object 25"/>
            <p:cNvSpPr/>
            <p:nvPr/>
          </p:nvSpPr>
          <p:spPr>
            <a:xfrm>
              <a:off x="3059315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6" name="object 26"/>
            <p:cNvSpPr/>
            <p:nvPr/>
          </p:nvSpPr>
          <p:spPr>
            <a:xfrm>
              <a:off x="4104017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7" name="object 27"/>
            <p:cNvSpPr/>
            <p:nvPr/>
          </p:nvSpPr>
          <p:spPr>
            <a:xfrm>
              <a:off x="2813189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8" name="object 28"/>
            <p:cNvSpPr/>
            <p:nvPr/>
          </p:nvSpPr>
          <p:spPr>
            <a:xfrm>
              <a:off x="3308489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9" name="object 29"/>
            <p:cNvSpPr/>
            <p:nvPr/>
          </p:nvSpPr>
          <p:spPr>
            <a:xfrm>
              <a:off x="3854843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0" name="object 30"/>
            <p:cNvSpPr/>
            <p:nvPr/>
          </p:nvSpPr>
          <p:spPr>
            <a:xfrm>
              <a:off x="4350143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650122" y="3369460"/>
            <a:ext cx="1422848" cy="23489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95010">
              <a:spcBef>
                <a:spcPts val="91"/>
              </a:spcBef>
              <a:tabLst>
                <a:tab pos="567757" algn="l"/>
                <a:tab pos="1040503" algn="l"/>
              </a:tabLst>
            </a:pPr>
            <a:r>
              <a:rPr sz="1451" spc="-23" dirty="0">
                <a:latin typeface="Times New Roman"/>
                <a:cs typeface="Times New Roman"/>
              </a:rPr>
              <a:t>100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120</a:t>
            </a:r>
            <a:r>
              <a:rPr sz="1451" dirty="0">
                <a:latin typeface="Times New Roman"/>
                <a:cs typeface="Times New Roman"/>
              </a:rPr>
              <a:t>	</a:t>
            </a:r>
            <a:r>
              <a:rPr sz="1451" spc="-23" dirty="0">
                <a:latin typeface="Times New Roman"/>
                <a:cs typeface="Times New Roman"/>
              </a:rPr>
              <a:t>140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624210" y="3332090"/>
            <a:ext cx="1960662" cy="647796"/>
            <a:chOff x="5929198" y="3674554"/>
            <a:chExt cx="2162175" cy="714375"/>
          </a:xfrm>
        </p:grpSpPr>
        <p:sp>
          <p:nvSpPr>
            <p:cNvPr id="33" name="object 33"/>
            <p:cNvSpPr/>
            <p:nvPr/>
          </p:nvSpPr>
          <p:spPr>
            <a:xfrm>
              <a:off x="5943485" y="36888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4" name="object 34"/>
            <p:cNvSpPr/>
            <p:nvPr/>
          </p:nvSpPr>
          <p:spPr>
            <a:xfrm>
              <a:off x="5943485" y="40317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5" name="object 35"/>
            <p:cNvSpPr/>
            <p:nvPr/>
          </p:nvSpPr>
          <p:spPr>
            <a:xfrm>
              <a:off x="5943485" y="4374641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34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7" name="object 37"/>
            <p:cNvSpPr/>
            <p:nvPr/>
          </p:nvSpPr>
          <p:spPr>
            <a:xfrm>
              <a:off x="8077085" y="36888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8" name="object 38"/>
            <p:cNvSpPr/>
            <p:nvPr/>
          </p:nvSpPr>
          <p:spPr>
            <a:xfrm>
              <a:off x="6985126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9" name="object 39"/>
            <p:cNvSpPr/>
            <p:nvPr/>
          </p:nvSpPr>
          <p:spPr>
            <a:xfrm>
              <a:off x="6488302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0" name="object 40"/>
            <p:cNvSpPr/>
            <p:nvPr/>
          </p:nvSpPr>
          <p:spPr>
            <a:xfrm>
              <a:off x="7533004" y="36888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1" name="object 41"/>
            <p:cNvSpPr/>
            <p:nvPr/>
          </p:nvSpPr>
          <p:spPr>
            <a:xfrm>
              <a:off x="62421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2" name="object 42"/>
            <p:cNvSpPr/>
            <p:nvPr/>
          </p:nvSpPr>
          <p:spPr>
            <a:xfrm>
              <a:off x="6737476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3" name="object 43"/>
            <p:cNvSpPr/>
            <p:nvPr/>
          </p:nvSpPr>
          <p:spPr>
            <a:xfrm>
              <a:off x="72838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4" name="object 44"/>
            <p:cNvSpPr/>
            <p:nvPr/>
          </p:nvSpPr>
          <p:spPr>
            <a:xfrm>
              <a:off x="7779130" y="40317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22783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18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201923" y="4644956"/>
            <a:ext cx="1476975" cy="647796"/>
            <a:chOff x="1052398" y="5122354"/>
            <a:chExt cx="1628775" cy="714375"/>
          </a:xfrm>
        </p:grpSpPr>
        <p:sp>
          <p:nvSpPr>
            <p:cNvPr id="47" name="object 47"/>
            <p:cNvSpPr/>
            <p:nvPr/>
          </p:nvSpPr>
          <p:spPr>
            <a:xfrm>
              <a:off x="10666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8" name="object 48"/>
            <p:cNvSpPr/>
            <p:nvPr/>
          </p:nvSpPr>
          <p:spPr>
            <a:xfrm>
              <a:off x="10666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9" name="object 49"/>
            <p:cNvSpPr/>
            <p:nvPr/>
          </p:nvSpPr>
          <p:spPr>
            <a:xfrm>
              <a:off x="10666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0" name="object 50"/>
            <p:cNvSpPr/>
            <p:nvPr/>
          </p:nvSpPr>
          <p:spPr>
            <a:xfrm>
              <a:off x="10666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1" name="object 51"/>
            <p:cNvSpPr/>
            <p:nvPr/>
          </p:nvSpPr>
          <p:spPr>
            <a:xfrm>
              <a:off x="26668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2" name="object 52"/>
            <p:cNvSpPr/>
            <p:nvPr/>
          </p:nvSpPr>
          <p:spPr>
            <a:xfrm>
              <a:off x="18477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3" name="object 53"/>
            <p:cNvSpPr/>
            <p:nvPr/>
          </p:nvSpPr>
          <p:spPr>
            <a:xfrm>
              <a:off x="14766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4" name="object 54"/>
            <p:cNvSpPr/>
            <p:nvPr/>
          </p:nvSpPr>
          <p:spPr>
            <a:xfrm>
              <a:off x="225769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5" name="object 55"/>
            <p:cNvSpPr/>
            <p:nvPr/>
          </p:nvSpPr>
          <p:spPr>
            <a:xfrm>
              <a:off x="12907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6" name="object 56"/>
            <p:cNvSpPr/>
            <p:nvPr/>
          </p:nvSpPr>
          <p:spPr>
            <a:xfrm>
              <a:off x="16625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7" name="object 57"/>
            <p:cNvSpPr/>
            <p:nvPr/>
          </p:nvSpPr>
          <p:spPr>
            <a:xfrm>
              <a:off x="207176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8" name="object 58"/>
            <p:cNvSpPr/>
            <p:nvPr/>
          </p:nvSpPr>
          <p:spPr>
            <a:xfrm>
              <a:off x="244361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886193" y="4683017"/>
            <a:ext cx="1020926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79658" algn="l"/>
              </a:tabLst>
            </a:pPr>
            <a:r>
              <a:rPr sz="1270" spc="-23" dirty="0">
                <a:latin typeface="Times New Roman"/>
                <a:cs typeface="Times New Roman"/>
              </a:rPr>
              <a:t>19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20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860281" y="4644956"/>
            <a:ext cx="1407877" cy="647796"/>
            <a:chOff x="2881198" y="5122354"/>
            <a:chExt cx="1552575" cy="714375"/>
          </a:xfrm>
        </p:grpSpPr>
        <p:sp>
          <p:nvSpPr>
            <p:cNvPr id="61" name="object 61"/>
            <p:cNvSpPr/>
            <p:nvPr/>
          </p:nvSpPr>
          <p:spPr>
            <a:xfrm>
              <a:off x="2895485" y="51366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2" name="object 62"/>
            <p:cNvSpPr/>
            <p:nvPr/>
          </p:nvSpPr>
          <p:spPr>
            <a:xfrm>
              <a:off x="2895485" y="54795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3" name="object 63"/>
            <p:cNvSpPr/>
            <p:nvPr/>
          </p:nvSpPr>
          <p:spPr>
            <a:xfrm>
              <a:off x="2895485" y="5822441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4" name="object 64"/>
            <p:cNvSpPr/>
            <p:nvPr/>
          </p:nvSpPr>
          <p:spPr>
            <a:xfrm>
              <a:off x="2895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5" name="object 65"/>
            <p:cNvSpPr/>
            <p:nvPr/>
          </p:nvSpPr>
          <p:spPr>
            <a:xfrm>
              <a:off x="44194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6" name="object 66"/>
            <p:cNvSpPr/>
            <p:nvPr/>
          </p:nvSpPr>
          <p:spPr>
            <a:xfrm>
              <a:off x="3676535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7" name="object 67"/>
            <p:cNvSpPr/>
            <p:nvPr/>
          </p:nvSpPr>
          <p:spPr>
            <a:xfrm>
              <a:off x="3305441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8" name="object 68"/>
            <p:cNvSpPr/>
            <p:nvPr/>
          </p:nvSpPr>
          <p:spPr>
            <a:xfrm>
              <a:off x="4041533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9" name="object 69"/>
            <p:cNvSpPr/>
            <p:nvPr/>
          </p:nvSpPr>
          <p:spPr>
            <a:xfrm>
              <a:off x="31195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0" name="object 70"/>
            <p:cNvSpPr/>
            <p:nvPr/>
          </p:nvSpPr>
          <p:spPr>
            <a:xfrm>
              <a:off x="3491369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1" name="object 71"/>
            <p:cNvSpPr/>
            <p:nvPr/>
          </p:nvSpPr>
          <p:spPr>
            <a:xfrm>
              <a:off x="3859415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2" name="object 72"/>
            <p:cNvSpPr/>
            <p:nvPr/>
          </p:nvSpPr>
          <p:spPr>
            <a:xfrm>
              <a:off x="4224413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6857416" y="4683017"/>
            <a:ext cx="689831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</a:tabLst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831505" y="4644956"/>
            <a:ext cx="1476975" cy="647796"/>
            <a:chOff x="6157798" y="5122354"/>
            <a:chExt cx="1628775" cy="714375"/>
          </a:xfrm>
        </p:grpSpPr>
        <p:sp>
          <p:nvSpPr>
            <p:cNvPr id="75" name="object 75"/>
            <p:cNvSpPr/>
            <p:nvPr/>
          </p:nvSpPr>
          <p:spPr>
            <a:xfrm>
              <a:off x="6172085" y="51366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6" name="object 76"/>
            <p:cNvSpPr/>
            <p:nvPr/>
          </p:nvSpPr>
          <p:spPr>
            <a:xfrm>
              <a:off x="6172085" y="54795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7" name="object 77"/>
            <p:cNvSpPr/>
            <p:nvPr/>
          </p:nvSpPr>
          <p:spPr>
            <a:xfrm>
              <a:off x="6172085" y="5822441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8" name="object 78"/>
            <p:cNvSpPr/>
            <p:nvPr/>
          </p:nvSpPr>
          <p:spPr>
            <a:xfrm>
              <a:off x="61720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9" name="object 79"/>
            <p:cNvSpPr/>
            <p:nvPr/>
          </p:nvSpPr>
          <p:spPr>
            <a:xfrm>
              <a:off x="7772285" y="5136641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0" name="object 80"/>
            <p:cNvSpPr/>
            <p:nvPr/>
          </p:nvSpPr>
          <p:spPr>
            <a:xfrm>
              <a:off x="6953122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1" name="object 81"/>
            <p:cNvSpPr/>
            <p:nvPr/>
          </p:nvSpPr>
          <p:spPr>
            <a:xfrm>
              <a:off x="658202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2" name="object 82"/>
            <p:cNvSpPr/>
            <p:nvPr/>
          </p:nvSpPr>
          <p:spPr>
            <a:xfrm>
              <a:off x="7363078" y="51366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3" name="object 83"/>
            <p:cNvSpPr/>
            <p:nvPr/>
          </p:nvSpPr>
          <p:spPr>
            <a:xfrm>
              <a:off x="639610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4" name="object 84"/>
            <p:cNvSpPr/>
            <p:nvPr/>
          </p:nvSpPr>
          <p:spPr>
            <a:xfrm>
              <a:off x="676795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5" name="object 85"/>
            <p:cNvSpPr/>
            <p:nvPr/>
          </p:nvSpPr>
          <p:spPr>
            <a:xfrm>
              <a:off x="7177150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6" name="object 86"/>
            <p:cNvSpPr/>
            <p:nvPr/>
          </p:nvSpPr>
          <p:spPr>
            <a:xfrm>
              <a:off x="7549006" y="5479541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8446664" y="4683017"/>
            <a:ext cx="1061810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91555">
              <a:spcBef>
                <a:spcPts val="86"/>
              </a:spcBef>
              <a:tabLst>
                <a:tab pos="446259" algn="l"/>
                <a:tab pos="799811" algn="l"/>
              </a:tabLst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85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2698566" y="2995409"/>
            <a:ext cx="7462610" cy="2297516"/>
            <a:chOff x="1600085" y="3303270"/>
            <a:chExt cx="8229600" cy="2533650"/>
          </a:xfrm>
        </p:grpSpPr>
        <p:sp>
          <p:nvSpPr>
            <p:cNvPr id="89" name="object 89"/>
            <p:cNvSpPr/>
            <p:nvPr/>
          </p:nvSpPr>
          <p:spPr>
            <a:xfrm>
              <a:off x="7924672" y="51366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0" name="object 90"/>
            <p:cNvSpPr/>
            <p:nvPr/>
          </p:nvSpPr>
          <p:spPr>
            <a:xfrm>
              <a:off x="7924672" y="54795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1" name="object 91"/>
            <p:cNvSpPr/>
            <p:nvPr/>
          </p:nvSpPr>
          <p:spPr>
            <a:xfrm>
              <a:off x="7924672" y="5822442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2" name="object 92"/>
            <p:cNvSpPr/>
            <p:nvPr/>
          </p:nvSpPr>
          <p:spPr>
            <a:xfrm>
              <a:off x="7924672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3" name="object 93"/>
            <p:cNvSpPr/>
            <p:nvPr/>
          </p:nvSpPr>
          <p:spPr>
            <a:xfrm>
              <a:off x="9524873" y="513664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4" name="object 94"/>
            <p:cNvSpPr/>
            <p:nvPr/>
          </p:nvSpPr>
          <p:spPr>
            <a:xfrm>
              <a:off x="8705723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5" name="object 95"/>
            <p:cNvSpPr/>
            <p:nvPr/>
          </p:nvSpPr>
          <p:spPr>
            <a:xfrm>
              <a:off x="833462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6" name="object 96"/>
            <p:cNvSpPr/>
            <p:nvPr/>
          </p:nvSpPr>
          <p:spPr>
            <a:xfrm>
              <a:off x="9115678" y="51366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7" name="object 97"/>
            <p:cNvSpPr/>
            <p:nvPr/>
          </p:nvSpPr>
          <p:spPr>
            <a:xfrm>
              <a:off x="814870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8" name="object 98"/>
            <p:cNvSpPr/>
            <p:nvPr/>
          </p:nvSpPr>
          <p:spPr>
            <a:xfrm>
              <a:off x="852055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9" name="object 99"/>
            <p:cNvSpPr/>
            <p:nvPr/>
          </p:nvSpPr>
          <p:spPr>
            <a:xfrm>
              <a:off x="8929750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9301607" y="547954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600085" y="3303282"/>
              <a:ext cx="8229600" cy="2405380"/>
            </a:xfrm>
            <a:custGeom>
              <a:avLst/>
              <a:gdLst/>
              <a:ahLst/>
              <a:cxnLst/>
              <a:rect l="l" t="t" r="r" b="b"/>
              <a:pathLst>
                <a:path w="8229600" h="2405379">
                  <a:moveTo>
                    <a:pt x="1072134" y="919734"/>
                  </a:moveTo>
                  <a:lnTo>
                    <a:pt x="1070610" y="915924"/>
                  </a:lnTo>
                  <a:lnTo>
                    <a:pt x="1067562" y="914400"/>
                  </a:lnTo>
                  <a:lnTo>
                    <a:pt x="1063752" y="915924"/>
                  </a:lnTo>
                  <a:lnTo>
                    <a:pt x="55219" y="1780260"/>
                  </a:lnTo>
                  <a:lnTo>
                    <a:pt x="33528" y="1754886"/>
                  </a:lnTo>
                  <a:lnTo>
                    <a:pt x="0" y="1833372"/>
                  </a:lnTo>
                  <a:lnTo>
                    <a:pt x="43434" y="1822602"/>
                  </a:lnTo>
                  <a:lnTo>
                    <a:pt x="83058" y="1812798"/>
                  </a:lnTo>
                  <a:lnTo>
                    <a:pt x="61556" y="1787664"/>
                  </a:lnTo>
                  <a:lnTo>
                    <a:pt x="1069848" y="922782"/>
                  </a:lnTo>
                  <a:lnTo>
                    <a:pt x="1072134" y="919734"/>
                  </a:lnTo>
                  <a:close/>
                </a:path>
                <a:path w="8229600" h="2405379">
                  <a:moveTo>
                    <a:pt x="1295400" y="2366772"/>
                  </a:moveTo>
                  <a:lnTo>
                    <a:pt x="1219200" y="2328672"/>
                  </a:lnTo>
                  <a:lnTo>
                    <a:pt x="1219200" y="2362200"/>
                  </a:lnTo>
                  <a:lnTo>
                    <a:pt x="990600" y="2362200"/>
                  </a:lnTo>
                  <a:lnTo>
                    <a:pt x="987552" y="2363724"/>
                  </a:lnTo>
                  <a:lnTo>
                    <a:pt x="986028" y="2366772"/>
                  </a:lnTo>
                  <a:lnTo>
                    <a:pt x="987552" y="2370582"/>
                  </a:lnTo>
                  <a:lnTo>
                    <a:pt x="990600" y="2372106"/>
                  </a:lnTo>
                  <a:lnTo>
                    <a:pt x="1219200" y="2372106"/>
                  </a:lnTo>
                  <a:lnTo>
                    <a:pt x="1219200" y="2404872"/>
                  </a:lnTo>
                  <a:lnTo>
                    <a:pt x="1236726" y="2396109"/>
                  </a:lnTo>
                  <a:lnTo>
                    <a:pt x="1295400" y="2366772"/>
                  </a:lnTo>
                  <a:close/>
                </a:path>
                <a:path w="8229600" h="2405379">
                  <a:moveTo>
                    <a:pt x="1834896" y="1748790"/>
                  </a:moveTo>
                  <a:lnTo>
                    <a:pt x="1804111" y="1761490"/>
                  </a:lnTo>
                  <a:lnTo>
                    <a:pt x="1452372" y="917448"/>
                  </a:lnTo>
                  <a:lnTo>
                    <a:pt x="1450086" y="914400"/>
                  </a:lnTo>
                  <a:lnTo>
                    <a:pt x="1446276" y="915162"/>
                  </a:lnTo>
                  <a:lnTo>
                    <a:pt x="1443228" y="917448"/>
                  </a:lnTo>
                  <a:lnTo>
                    <a:pt x="1443990" y="921258"/>
                  </a:lnTo>
                  <a:lnTo>
                    <a:pt x="1795614" y="1765007"/>
                  </a:lnTo>
                  <a:lnTo>
                    <a:pt x="1764792" y="1777746"/>
                  </a:lnTo>
                  <a:lnTo>
                    <a:pt x="1808988" y="1816150"/>
                  </a:lnTo>
                  <a:lnTo>
                    <a:pt x="1828800" y="1833372"/>
                  </a:lnTo>
                  <a:lnTo>
                    <a:pt x="1834896" y="1748790"/>
                  </a:lnTo>
                  <a:close/>
                </a:path>
                <a:path w="8229600" h="2405379">
                  <a:moveTo>
                    <a:pt x="2900172" y="3810"/>
                  </a:moveTo>
                  <a:lnTo>
                    <a:pt x="2898648" y="762"/>
                  </a:lnTo>
                  <a:lnTo>
                    <a:pt x="2894838" y="0"/>
                  </a:lnTo>
                  <a:lnTo>
                    <a:pt x="988479" y="366420"/>
                  </a:lnTo>
                  <a:lnTo>
                    <a:pt x="982218" y="333756"/>
                  </a:lnTo>
                  <a:lnTo>
                    <a:pt x="914400" y="385572"/>
                  </a:lnTo>
                  <a:lnTo>
                    <a:pt x="972312" y="402183"/>
                  </a:lnTo>
                  <a:lnTo>
                    <a:pt x="996696" y="409194"/>
                  </a:lnTo>
                  <a:lnTo>
                    <a:pt x="990371" y="376262"/>
                  </a:lnTo>
                  <a:lnTo>
                    <a:pt x="2897124" y="9144"/>
                  </a:lnTo>
                  <a:lnTo>
                    <a:pt x="2900172" y="7620"/>
                  </a:lnTo>
                  <a:lnTo>
                    <a:pt x="2900172" y="3810"/>
                  </a:lnTo>
                  <a:close/>
                </a:path>
                <a:path w="8229600" h="2405379">
                  <a:moveTo>
                    <a:pt x="4343400" y="385572"/>
                  </a:moveTo>
                  <a:lnTo>
                    <a:pt x="4284726" y="324612"/>
                  </a:lnTo>
                  <a:lnTo>
                    <a:pt x="4273575" y="355409"/>
                  </a:lnTo>
                  <a:lnTo>
                    <a:pt x="3278124" y="0"/>
                  </a:lnTo>
                  <a:lnTo>
                    <a:pt x="3275076" y="762"/>
                  </a:lnTo>
                  <a:lnTo>
                    <a:pt x="3272028" y="3048"/>
                  </a:lnTo>
                  <a:lnTo>
                    <a:pt x="3272790" y="6858"/>
                  </a:lnTo>
                  <a:lnTo>
                    <a:pt x="3275076" y="9144"/>
                  </a:lnTo>
                  <a:lnTo>
                    <a:pt x="4270299" y="364464"/>
                  </a:lnTo>
                  <a:lnTo>
                    <a:pt x="4258818" y="396240"/>
                  </a:lnTo>
                  <a:lnTo>
                    <a:pt x="4287774" y="392582"/>
                  </a:lnTo>
                  <a:lnTo>
                    <a:pt x="4288536" y="392480"/>
                  </a:lnTo>
                  <a:lnTo>
                    <a:pt x="4343400" y="385572"/>
                  </a:lnTo>
                  <a:close/>
                </a:path>
                <a:path w="8229600" h="2405379">
                  <a:moveTo>
                    <a:pt x="4572000" y="1833372"/>
                  </a:moveTo>
                  <a:lnTo>
                    <a:pt x="4513326" y="1772412"/>
                  </a:lnTo>
                  <a:lnTo>
                    <a:pt x="4501921" y="1803920"/>
                  </a:lnTo>
                  <a:lnTo>
                    <a:pt x="1982724" y="914400"/>
                  </a:lnTo>
                  <a:lnTo>
                    <a:pt x="1979676" y="915162"/>
                  </a:lnTo>
                  <a:lnTo>
                    <a:pt x="1976628" y="917448"/>
                  </a:lnTo>
                  <a:lnTo>
                    <a:pt x="1977390" y="921258"/>
                  </a:lnTo>
                  <a:lnTo>
                    <a:pt x="1979676" y="923544"/>
                  </a:lnTo>
                  <a:lnTo>
                    <a:pt x="4498886" y="1812315"/>
                  </a:lnTo>
                  <a:lnTo>
                    <a:pt x="4487418" y="1844040"/>
                  </a:lnTo>
                  <a:lnTo>
                    <a:pt x="4516374" y="1840382"/>
                  </a:lnTo>
                  <a:lnTo>
                    <a:pt x="4517136" y="1840280"/>
                  </a:lnTo>
                  <a:lnTo>
                    <a:pt x="4572000" y="1833372"/>
                  </a:lnTo>
                  <a:close/>
                </a:path>
                <a:path w="8229600" h="2405379">
                  <a:moveTo>
                    <a:pt x="4724400" y="2366772"/>
                  </a:moveTo>
                  <a:lnTo>
                    <a:pt x="4648200" y="2328672"/>
                  </a:lnTo>
                  <a:lnTo>
                    <a:pt x="4648200" y="2362200"/>
                  </a:lnTo>
                  <a:lnTo>
                    <a:pt x="2743200" y="2362200"/>
                  </a:lnTo>
                  <a:lnTo>
                    <a:pt x="2740152" y="2363724"/>
                  </a:lnTo>
                  <a:lnTo>
                    <a:pt x="2738628" y="2366772"/>
                  </a:lnTo>
                  <a:lnTo>
                    <a:pt x="2740152" y="2370582"/>
                  </a:lnTo>
                  <a:lnTo>
                    <a:pt x="2743200" y="2372106"/>
                  </a:lnTo>
                  <a:lnTo>
                    <a:pt x="4648200" y="2372106"/>
                  </a:lnTo>
                  <a:lnTo>
                    <a:pt x="4648200" y="2404872"/>
                  </a:lnTo>
                  <a:lnTo>
                    <a:pt x="4665726" y="2396109"/>
                  </a:lnTo>
                  <a:lnTo>
                    <a:pt x="4724400" y="2366772"/>
                  </a:lnTo>
                  <a:close/>
                </a:path>
                <a:path w="8229600" h="2405379">
                  <a:moveTo>
                    <a:pt x="6324600" y="1833372"/>
                  </a:moveTo>
                  <a:lnTo>
                    <a:pt x="6273546" y="1765554"/>
                  </a:lnTo>
                  <a:lnTo>
                    <a:pt x="6259042" y="1794878"/>
                  </a:lnTo>
                  <a:lnTo>
                    <a:pt x="4498086" y="915162"/>
                  </a:lnTo>
                  <a:lnTo>
                    <a:pt x="4494276" y="914400"/>
                  </a:lnTo>
                  <a:lnTo>
                    <a:pt x="4491990" y="917448"/>
                  </a:lnTo>
                  <a:lnTo>
                    <a:pt x="4491228" y="920496"/>
                  </a:lnTo>
                  <a:lnTo>
                    <a:pt x="4494276" y="923544"/>
                  </a:lnTo>
                  <a:lnTo>
                    <a:pt x="6254508" y="1804035"/>
                  </a:lnTo>
                  <a:lnTo>
                    <a:pt x="6240018" y="1833372"/>
                  </a:lnTo>
                  <a:lnTo>
                    <a:pt x="6272784" y="1833372"/>
                  </a:lnTo>
                  <a:lnTo>
                    <a:pt x="6324600" y="1833372"/>
                  </a:lnTo>
                  <a:close/>
                </a:path>
                <a:path w="8229600" h="2405379">
                  <a:moveTo>
                    <a:pt x="7315200" y="1757172"/>
                  </a:moveTo>
                  <a:lnTo>
                    <a:pt x="7255764" y="1696974"/>
                  </a:lnTo>
                  <a:lnTo>
                    <a:pt x="7245236" y="1727885"/>
                  </a:lnTo>
                  <a:lnTo>
                    <a:pt x="4878324" y="914400"/>
                  </a:lnTo>
                  <a:lnTo>
                    <a:pt x="4875276" y="915162"/>
                  </a:lnTo>
                  <a:lnTo>
                    <a:pt x="4872228" y="917448"/>
                  </a:lnTo>
                  <a:lnTo>
                    <a:pt x="4872990" y="921258"/>
                  </a:lnTo>
                  <a:lnTo>
                    <a:pt x="4875276" y="923544"/>
                  </a:lnTo>
                  <a:lnTo>
                    <a:pt x="7242048" y="1737233"/>
                  </a:lnTo>
                  <a:lnTo>
                    <a:pt x="7231380" y="1768602"/>
                  </a:lnTo>
                  <a:lnTo>
                    <a:pt x="7259574" y="1764753"/>
                  </a:lnTo>
                  <a:lnTo>
                    <a:pt x="7315200" y="1757172"/>
                  </a:lnTo>
                  <a:close/>
                </a:path>
                <a:path w="8229600" h="2405379">
                  <a:moveTo>
                    <a:pt x="7848587" y="1833372"/>
                  </a:moveTo>
                  <a:lnTo>
                    <a:pt x="7789913" y="1772412"/>
                  </a:lnTo>
                  <a:lnTo>
                    <a:pt x="7778509" y="1803908"/>
                  </a:lnTo>
                  <a:lnTo>
                    <a:pt x="5487911" y="990600"/>
                  </a:lnTo>
                  <a:lnTo>
                    <a:pt x="5484863" y="991362"/>
                  </a:lnTo>
                  <a:lnTo>
                    <a:pt x="5481815" y="993648"/>
                  </a:lnTo>
                  <a:lnTo>
                    <a:pt x="5482577" y="997458"/>
                  </a:lnTo>
                  <a:lnTo>
                    <a:pt x="5484863" y="999744"/>
                  </a:lnTo>
                  <a:lnTo>
                    <a:pt x="7775473" y="1812290"/>
                  </a:lnTo>
                  <a:lnTo>
                    <a:pt x="7764005" y="1844040"/>
                  </a:lnTo>
                  <a:lnTo>
                    <a:pt x="7792961" y="1840382"/>
                  </a:lnTo>
                  <a:lnTo>
                    <a:pt x="7793723" y="1840280"/>
                  </a:lnTo>
                  <a:lnTo>
                    <a:pt x="7848587" y="1833372"/>
                  </a:lnTo>
                  <a:close/>
                </a:path>
                <a:path w="8229600" h="2405379">
                  <a:moveTo>
                    <a:pt x="8229600" y="1757172"/>
                  </a:moveTo>
                  <a:lnTo>
                    <a:pt x="8172450" y="1694688"/>
                  </a:lnTo>
                  <a:lnTo>
                    <a:pt x="8160474" y="1725955"/>
                  </a:lnTo>
                  <a:lnTo>
                    <a:pt x="6022086" y="914400"/>
                  </a:lnTo>
                  <a:lnTo>
                    <a:pt x="6018276" y="915162"/>
                  </a:lnTo>
                  <a:lnTo>
                    <a:pt x="6015228" y="917448"/>
                  </a:lnTo>
                  <a:lnTo>
                    <a:pt x="6015990" y="921258"/>
                  </a:lnTo>
                  <a:lnTo>
                    <a:pt x="6018276" y="923544"/>
                  </a:lnTo>
                  <a:lnTo>
                    <a:pt x="8156930" y="1735201"/>
                  </a:lnTo>
                  <a:lnTo>
                    <a:pt x="8145018" y="1766316"/>
                  </a:lnTo>
                  <a:lnTo>
                    <a:pt x="8174736" y="1763102"/>
                  </a:lnTo>
                  <a:lnTo>
                    <a:pt x="8229600" y="1757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02" name="object 10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1901" y="5631942"/>
              <a:ext cx="233172" cy="76200"/>
            </a:xfrm>
            <a:prstGeom prst="rect">
              <a:avLst/>
            </a:prstGeom>
          </p:spPr>
        </p:pic>
      </p:grpSp>
      <p:sp>
        <p:nvSpPr>
          <p:cNvPr id="103" name="object 103"/>
          <p:cNvSpPr/>
          <p:nvPr/>
        </p:nvSpPr>
        <p:spPr>
          <a:xfrm>
            <a:off x="2214878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09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4" name="object 104"/>
          <p:cNvSpPr txBox="1"/>
          <p:nvPr/>
        </p:nvSpPr>
        <p:spPr>
          <a:xfrm>
            <a:off x="2291111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2698566" y="5901680"/>
            <a:ext cx="337430" cy="285606"/>
          </a:xfrm>
          <a:custGeom>
            <a:avLst/>
            <a:gdLst/>
            <a:ahLst/>
            <a:cxnLst/>
            <a:rect l="l" t="t" r="r" b="b"/>
            <a:pathLst>
              <a:path w="372110" h="314959">
                <a:moveTo>
                  <a:pt x="0" y="0"/>
                </a:moveTo>
                <a:lnTo>
                  <a:pt x="0" y="314705"/>
                </a:lnTo>
                <a:lnTo>
                  <a:pt x="371856" y="314705"/>
                </a:lnTo>
                <a:lnTo>
                  <a:pt x="37185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06" name="object 106"/>
          <p:cNvSpPr txBox="1"/>
          <p:nvPr/>
        </p:nvSpPr>
        <p:spPr>
          <a:xfrm>
            <a:off x="2774799" y="5930932"/>
            <a:ext cx="184838" cy="20648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270" spc="-23" dirty="0">
                <a:latin typeface="Times New Roman"/>
                <a:cs typeface="Times New Roman"/>
              </a:rPr>
              <a:t>15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982656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397234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65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811823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295511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85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8779199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90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2193458" y="5068367"/>
            <a:ext cx="7346294" cy="833785"/>
          </a:xfrm>
          <a:custGeom>
            <a:avLst/>
            <a:gdLst/>
            <a:ahLst/>
            <a:cxnLst/>
            <a:rect l="l" t="t" r="r" b="b"/>
            <a:pathLst>
              <a:path w="8101330" h="919479">
                <a:moveTo>
                  <a:pt x="180594" y="81534"/>
                </a:moveTo>
                <a:lnTo>
                  <a:pt x="179832" y="78486"/>
                </a:lnTo>
                <a:lnTo>
                  <a:pt x="176784" y="76200"/>
                </a:lnTo>
                <a:lnTo>
                  <a:pt x="173736" y="76962"/>
                </a:lnTo>
                <a:lnTo>
                  <a:pt x="171450" y="80010"/>
                </a:lnTo>
                <a:lnTo>
                  <a:pt x="32702" y="843445"/>
                </a:lnTo>
                <a:lnTo>
                  <a:pt x="0" y="837438"/>
                </a:lnTo>
                <a:lnTo>
                  <a:pt x="23622" y="918972"/>
                </a:lnTo>
                <a:lnTo>
                  <a:pt x="30480" y="909853"/>
                </a:lnTo>
                <a:lnTo>
                  <a:pt x="74676" y="851154"/>
                </a:lnTo>
                <a:lnTo>
                  <a:pt x="41821" y="845108"/>
                </a:lnTo>
                <a:lnTo>
                  <a:pt x="180594" y="81534"/>
                </a:lnTo>
                <a:close/>
              </a:path>
              <a:path w="8101330" h="919479">
                <a:moveTo>
                  <a:pt x="588264" y="839724"/>
                </a:moveTo>
                <a:lnTo>
                  <a:pt x="557022" y="842530"/>
                </a:lnTo>
                <a:lnTo>
                  <a:pt x="556260" y="842594"/>
                </a:lnTo>
                <a:lnTo>
                  <a:pt x="555078" y="842708"/>
                </a:lnTo>
                <a:lnTo>
                  <a:pt x="486156" y="80772"/>
                </a:lnTo>
                <a:lnTo>
                  <a:pt x="483870" y="77724"/>
                </a:lnTo>
                <a:lnTo>
                  <a:pt x="480822" y="76200"/>
                </a:lnTo>
                <a:lnTo>
                  <a:pt x="477774" y="77724"/>
                </a:lnTo>
                <a:lnTo>
                  <a:pt x="476250" y="81534"/>
                </a:lnTo>
                <a:lnTo>
                  <a:pt x="545922" y="843534"/>
                </a:lnTo>
                <a:lnTo>
                  <a:pt x="512064" y="846582"/>
                </a:lnTo>
                <a:lnTo>
                  <a:pt x="556260" y="917740"/>
                </a:lnTo>
                <a:lnTo>
                  <a:pt x="557022" y="918972"/>
                </a:lnTo>
                <a:lnTo>
                  <a:pt x="588264" y="839724"/>
                </a:lnTo>
                <a:close/>
              </a:path>
              <a:path w="8101330" h="919479">
                <a:moveTo>
                  <a:pt x="1107186" y="835914"/>
                </a:moveTo>
                <a:lnTo>
                  <a:pt x="1075182" y="844575"/>
                </a:lnTo>
                <a:lnTo>
                  <a:pt x="1074991" y="844626"/>
                </a:lnTo>
                <a:lnTo>
                  <a:pt x="866394" y="80010"/>
                </a:lnTo>
                <a:lnTo>
                  <a:pt x="864108" y="76962"/>
                </a:lnTo>
                <a:lnTo>
                  <a:pt x="861060" y="76200"/>
                </a:lnTo>
                <a:lnTo>
                  <a:pt x="858012" y="78486"/>
                </a:lnTo>
                <a:lnTo>
                  <a:pt x="857250" y="82296"/>
                </a:lnTo>
                <a:lnTo>
                  <a:pt x="1065707" y="847140"/>
                </a:lnTo>
                <a:lnTo>
                  <a:pt x="1034034" y="855726"/>
                </a:lnTo>
                <a:lnTo>
                  <a:pt x="1078230" y="905294"/>
                </a:lnTo>
                <a:lnTo>
                  <a:pt x="1090422" y="918972"/>
                </a:lnTo>
                <a:lnTo>
                  <a:pt x="1107186" y="835914"/>
                </a:lnTo>
                <a:close/>
              </a:path>
              <a:path w="8101330" h="919479">
                <a:moveTo>
                  <a:pt x="2237994" y="79248"/>
                </a:moveTo>
                <a:lnTo>
                  <a:pt x="2234946" y="76200"/>
                </a:lnTo>
                <a:lnTo>
                  <a:pt x="2231898" y="76962"/>
                </a:lnTo>
                <a:lnTo>
                  <a:pt x="2228850" y="79248"/>
                </a:lnTo>
                <a:lnTo>
                  <a:pt x="1950593" y="845756"/>
                </a:lnTo>
                <a:lnTo>
                  <a:pt x="1919478" y="834390"/>
                </a:lnTo>
                <a:lnTo>
                  <a:pt x="1928622" y="918972"/>
                </a:lnTo>
                <a:lnTo>
                  <a:pt x="1946148" y="902309"/>
                </a:lnTo>
                <a:lnTo>
                  <a:pt x="1990344" y="860298"/>
                </a:lnTo>
                <a:lnTo>
                  <a:pt x="1959635" y="849071"/>
                </a:lnTo>
                <a:lnTo>
                  <a:pt x="2237994" y="82296"/>
                </a:lnTo>
                <a:lnTo>
                  <a:pt x="2237994" y="79248"/>
                </a:lnTo>
                <a:close/>
              </a:path>
              <a:path w="8101330" h="919479">
                <a:moveTo>
                  <a:pt x="5319509" y="842772"/>
                </a:moveTo>
                <a:lnTo>
                  <a:pt x="5286743" y="842772"/>
                </a:lnTo>
                <a:lnTo>
                  <a:pt x="5286743" y="80772"/>
                </a:lnTo>
                <a:lnTo>
                  <a:pt x="5285219" y="77724"/>
                </a:lnTo>
                <a:lnTo>
                  <a:pt x="5281409" y="76200"/>
                </a:lnTo>
                <a:lnTo>
                  <a:pt x="5278361" y="77724"/>
                </a:lnTo>
                <a:lnTo>
                  <a:pt x="5276837" y="80772"/>
                </a:lnTo>
                <a:lnTo>
                  <a:pt x="5276837" y="842772"/>
                </a:lnTo>
                <a:lnTo>
                  <a:pt x="5243309" y="842772"/>
                </a:lnTo>
                <a:lnTo>
                  <a:pt x="5276837" y="909828"/>
                </a:lnTo>
                <a:lnTo>
                  <a:pt x="5281409" y="918972"/>
                </a:lnTo>
                <a:lnTo>
                  <a:pt x="5286743" y="908304"/>
                </a:lnTo>
                <a:lnTo>
                  <a:pt x="5319509" y="842772"/>
                </a:lnTo>
                <a:close/>
              </a:path>
              <a:path w="8101330" h="919479">
                <a:moveTo>
                  <a:pt x="5757672" y="835914"/>
                </a:moveTo>
                <a:lnTo>
                  <a:pt x="5724830" y="844029"/>
                </a:lnTo>
                <a:lnTo>
                  <a:pt x="5514594" y="3810"/>
                </a:lnTo>
                <a:lnTo>
                  <a:pt x="5513070" y="762"/>
                </a:lnTo>
                <a:lnTo>
                  <a:pt x="5509260" y="0"/>
                </a:lnTo>
                <a:lnTo>
                  <a:pt x="5506212" y="2286"/>
                </a:lnTo>
                <a:lnTo>
                  <a:pt x="5505450" y="6096"/>
                </a:lnTo>
                <a:lnTo>
                  <a:pt x="5715686" y="846289"/>
                </a:lnTo>
                <a:lnTo>
                  <a:pt x="5683758" y="854202"/>
                </a:lnTo>
                <a:lnTo>
                  <a:pt x="5727954" y="906373"/>
                </a:lnTo>
                <a:lnTo>
                  <a:pt x="5738622" y="918972"/>
                </a:lnTo>
                <a:lnTo>
                  <a:pt x="5757672" y="835914"/>
                </a:lnTo>
                <a:close/>
              </a:path>
              <a:path w="8101330" h="919479">
                <a:moveTo>
                  <a:pt x="7039356" y="80772"/>
                </a:moveTo>
                <a:lnTo>
                  <a:pt x="7037832" y="77724"/>
                </a:lnTo>
                <a:lnTo>
                  <a:pt x="7034022" y="76200"/>
                </a:lnTo>
                <a:lnTo>
                  <a:pt x="7030974" y="77724"/>
                </a:lnTo>
                <a:lnTo>
                  <a:pt x="6246698" y="861987"/>
                </a:lnTo>
                <a:lnTo>
                  <a:pt x="6223254" y="838200"/>
                </a:lnTo>
                <a:lnTo>
                  <a:pt x="6195822" y="918972"/>
                </a:lnTo>
                <a:lnTo>
                  <a:pt x="6236208" y="905637"/>
                </a:lnTo>
                <a:lnTo>
                  <a:pt x="6276594" y="892302"/>
                </a:lnTo>
                <a:lnTo>
                  <a:pt x="6253505" y="868895"/>
                </a:lnTo>
                <a:lnTo>
                  <a:pt x="7037832" y="84582"/>
                </a:lnTo>
                <a:lnTo>
                  <a:pt x="7039356" y="80772"/>
                </a:lnTo>
                <a:close/>
              </a:path>
              <a:path w="8101330" h="919479">
                <a:moveTo>
                  <a:pt x="7344156" y="80010"/>
                </a:moveTo>
                <a:lnTo>
                  <a:pt x="7341870" y="76962"/>
                </a:lnTo>
                <a:lnTo>
                  <a:pt x="7338060" y="76200"/>
                </a:lnTo>
                <a:lnTo>
                  <a:pt x="7335012" y="78486"/>
                </a:lnTo>
                <a:lnTo>
                  <a:pt x="6770281" y="854506"/>
                </a:lnTo>
                <a:lnTo>
                  <a:pt x="6743700" y="835152"/>
                </a:lnTo>
                <a:lnTo>
                  <a:pt x="6729222" y="918972"/>
                </a:lnTo>
                <a:lnTo>
                  <a:pt x="6761988" y="902258"/>
                </a:lnTo>
                <a:lnTo>
                  <a:pt x="6805422" y="880110"/>
                </a:lnTo>
                <a:lnTo>
                  <a:pt x="6778155" y="860247"/>
                </a:lnTo>
                <a:lnTo>
                  <a:pt x="7342632" y="83820"/>
                </a:lnTo>
                <a:lnTo>
                  <a:pt x="7344156" y="80010"/>
                </a:lnTo>
                <a:close/>
              </a:path>
              <a:path w="8101330" h="919479">
                <a:moveTo>
                  <a:pt x="7724381" y="80010"/>
                </a:moveTo>
                <a:lnTo>
                  <a:pt x="7722095" y="76962"/>
                </a:lnTo>
                <a:lnTo>
                  <a:pt x="7719047" y="76200"/>
                </a:lnTo>
                <a:lnTo>
                  <a:pt x="7715999" y="78486"/>
                </a:lnTo>
                <a:lnTo>
                  <a:pt x="7295210" y="850176"/>
                </a:lnTo>
                <a:lnTo>
                  <a:pt x="7265657" y="834390"/>
                </a:lnTo>
                <a:lnTo>
                  <a:pt x="7262609" y="918972"/>
                </a:lnTo>
                <a:lnTo>
                  <a:pt x="7288517" y="900938"/>
                </a:lnTo>
                <a:lnTo>
                  <a:pt x="7332713" y="870204"/>
                </a:lnTo>
                <a:lnTo>
                  <a:pt x="7303630" y="854671"/>
                </a:lnTo>
                <a:lnTo>
                  <a:pt x="7724381" y="83058"/>
                </a:lnTo>
                <a:lnTo>
                  <a:pt x="7724381" y="80010"/>
                </a:lnTo>
                <a:close/>
              </a:path>
              <a:path w="8101330" h="919479">
                <a:moveTo>
                  <a:pt x="8100809" y="80772"/>
                </a:moveTo>
                <a:lnTo>
                  <a:pt x="8024609" y="42672"/>
                </a:lnTo>
                <a:lnTo>
                  <a:pt x="8024609" y="76200"/>
                </a:lnTo>
                <a:lnTo>
                  <a:pt x="7796009" y="76200"/>
                </a:lnTo>
                <a:lnTo>
                  <a:pt x="7792961" y="77724"/>
                </a:lnTo>
                <a:lnTo>
                  <a:pt x="7791437" y="80772"/>
                </a:lnTo>
                <a:lnTo>
                  <a:pt x="7792961" y="84582"/>
                </a:lnTo>
                <a:lnTo>
                  <a:pt x="7796009" y="86106"/>
                </a:lnTo>
                <a:lnTo>
                  <a:pt x="8024609" y="86106"/>
                </a:lnTo>
                <a:lnTo>
                  <a:pt x="8024609" y="118872"/>
                </a:lnTo>
                <a:lnTo>
                  <a:pt x="8042135" y="110109"/>
                </a:lnTo>
                <a:lnTo>
                  <a:pt x="8100809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aphicFrame>
        <p:nvGraphicFramePr>
          <p:cNvPr id="113" name="object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462389"/>
              </p:ext>
            </p:extLst>
          </p:nvPr>
        </p:nvGraphicFramePr>
        <p:xfrm>
          <a:off x="3108837" y="5897362"/>
          <a:ext cx="1097510" cy="285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3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03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" name="object 114"/>
          <p:cNvSpPr/>
          <p:nvPr/>
        </p:nvSpPr>
        <p:spPr>
          <a:xfrm>
            <a:off x="3527745" y="5137454"/>
            <a:ext cx="488294" cy="695589"/>
          </a:xfrm>
          <a:custGeom>
            <a:avLst/>
            <a:gdLst/>
            <a:ahLst/>
            <a:cxnLst/>
            <a:rect l="l" t="t" r="r" b="b"/>
            <a:pathLst>
              <a:path w="538480" h="767079">
                <a:moveTo>
                  <a:pt x="39918" y="701495"/>
                </a:moveTo>
                <a:lnTo>
                  <a:pt x="12953" y="682751"/>
                </a:lnTo>
                <a:lnTo>
                  <a:pt x="0" y="766571"/>
                </a:lnTo>
                <a:lnTo>
                  <a:pt x="32003" y="749438"/>
                </a:lnTo>
                <a:lnTo>
                  <a:pt x="32003" y="715517"/>
                </a:lnTo>
                <a:lnTo>
                  <a:pt x="32765" y="711707"/>
                </a:lnTo>
                <a:lnTo>
                  <a:pt x="39918" y="701495"/>
                </a:lnTo>
                <a:close/>
              </a:path>
              <a:path w="538480" h="767079">
                <a:moveTo>
                  <a:pt x="47909" y="707050"/>
                </a:moveTo>
                <a:lnTo>
                  <a:pt x="39918" y="701495"/>
                </a:lnTo>
                <a:lnTo>
                  <a:pt x="32765" y="711707"/>
                </a:lnTo>
                <a:lnTo>
                  <a:pt x="32003" y="715517"/>
                </a:lnTo>
                <a:lnTo>
                  <a:pt x="34289" y="718565"/>
                </a:lnTo>
                <a:lnTo>
                  <a:pt x="37337" y="719327"/>
                </a:lnTo>
                <a:lnTo>
                  <a:pt x="40385" y="717803"/>
                </a:lnTo>
                <a:lnTo>
                  <a:pt x="47909" y="707050"/>
                </a:lnTo>
                <a:close/>
              </a:path>
              <a:path w="538480" h="767079">
                <a:moveTo>
                  <a:pt x="75437" y="726185"/>
                </a:moveTo>
                <a:lnTo>
                  <a:pt x="47909" y="707050"/>
                </a:lnTo>
                <a:lnTo>
                  <a:pt x="40385" y="717803"/>
                </a:lnTo>
                <a:lnTo>
                  <a:pt x="37337" y="719327"/>
                </a:lnTo>
                <a:lnTo>
                  <a:pt x="34289" y="718565"/>
                </a:lnTo>
                <a:lnTo>
                  <a:pt x="32003" y="715517"/>
                </a:lnTo>
                <a:lnTo>
                  <a:pt x="32003" y="749438"/>
                </a:lnTo>
                <a:lnTo>
                  <a:pt x="75437" y="726185"/>
                </a:lnTo>
                <a:close/>
              </a:path>
              <a:path w="538480" h="767079">
                <a:moveTo>
                  <a:pt x="537971" y="3809"/>
                </a:moveTo>
                <a:lnTo>
                  <a:pt x="536447" y="761"/>
                </a:lnTo>
                <a:lnTo>
                  <a:pt x="532637" y="0"/>
                </a:lnTo>
                <a:lnTo>
                  <a:pt x="529589" y="2285"/>
                </a:lnTo>
                <a:lnTo>
                  <a:pt x="39918" y="701495"/>
                </a:lnTo>
                <a:lnTo>
                  <a:pt x="47909" y="707050"/>
                </a:lnTo>
                <a:lnTo>
                  <a:pt x="537209" y="7619"/>
                </a:lnTo>
                <a:lnTo>
                  <a:pt x="537971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5" name="object 115"/>
          <p:cNvSpPr txBox="1"/>
          <p:nvPr/>
        </p:nvSpPr>
        <p:spPr>
          <a:xfrm>
            <a:off x="6568067" y="5901681"/>
            <a:ext cx="337430" cy="2361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307" rIns="0" bIns="0" rtlCol="0">
            <a:spAutoFit/>
          </a:bodyPr>
          <a:lstStyle/>
          <a:p>
            <a:pPr marL="87524">
              <a:spcBef>
                <a:spcPts val="317"/>
              </a:spcBef>
            </a:pPr>
            <a:r>
              <a:rPr sz="1270" spc="-23" dirty="0">
                <a:latin typeface="Times New Roman"/>
                <a:cs typeface="Times New Roman"/>
              </a:rPr>
              <a:t>50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1950232" y="4273737"/>
            <a:ext cx="138196" cy="35701"/>
          </a:xfrm>
          <a:custGeom>
            <a:avLst/>
            <a:gdLst/>
            <a:ahLst/>
            <a:cxnLst/>
            <a:rect l="l" t="t" r="r" b="b"/>
            <a:pathLst>
              <a:path w="152400" h="39370">
                <a:moveTo>
                  <a:pt x="152400" y="25908"/>
                </a:moveTo>
                <a:lnTo>
                  <a:pt x="0" y="25146"/>
                </a:lnTo>
                <a:lnTo>
                  <a:pt x="0" y="38100"/>
                </a:lnTo>
                <a:lnTo>
                  <a:pt x="152400" y="38862"/>
                </a:lnTo>
                <a:lnTo>
                  <a:pt x="152400" y="25908"/>
                </a:lnTo>
                <a:close/>
              </a:path>
              <a:path w="152400" h="39370">
                <a:moveTo>
                  <a:pt x="152400" y="762"/>
                </a:moveTo>
                <a:lnTo>
                  <a:pt x="0" y="0"/>
                </a:lnTo>
                <a:lnTo>
                  <a:pt x="0" y="12954"/>
                </a:lnTo>
                <a:lnTo>
                  <a:pt x="152400" y="12954"/>
                </a:lnTo>
                <a:lnTo>
                  <a:pt x="152400" y="762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117" name="object 117"/>
          <p:cNvSpPr/>
          <p:nvPr/>
        </p:nvSpPr>
        <p:spPr>
          <a:xfrm>
            <a:off x="1950232" y="5615625"/>
            <a:ext cx="125528" cy="34549"/>
          </a:xfrm>
          <a:custGeom>
            <a:avLst/>
            <a:gdLst/>
            <a:ahLst/>
            <a:cxnLst/>
            <a:rect l="l" t="t" r="r" b="b"/>
            <a:pathLst>
              <a:path w="138430" h="38100">
                <a:moveTo>
                  <a:pt x="137922" y="25908"/>
                </a:moveTo>
                <a:lnTo>
                  <a:pt x="0" y="25209"/>
                </a:lnTo>
                <a:lnTo>
                  <a:pt x="0" y="38100"/>
                </a:lnTo>
                <a:lnTo>
                  <a:pt x="137922" y="38100"/>
                </a:lnTo>
                <a:lnTo>
                  <a:pt x="137922" y="25908"/>
                </a:lnTo>
                <a:close/>
              </a:path>
              <a:path w="138430" h="38100">
                <a:moveTo>
                  <a:pt x="137922" y="0"/>
                </a:moveTo>
                <a:lnTo>
                  <a:pt x="0" y="0"/>
                </a:lnTo>
                <a:lnTo>
                  <a:pt x="0" y="12255"/>
                </a:lnTo>
                <a:lnTo>
                  <a:pt x="137922" y="12954"/>
                </a:lnTo>
                <a:lnTo>
                  <a:pt x="137922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grpSp>
        <p:nvGrpSpPr>
          <p:cNvPr id="118" name="object 118"/>
          <p:cNvGrpSpPr/>
          <p:nvPr/>
        </p:nvGrpSpPr>
        <p:grpSpPr>
          <a:xfrm>
            <a:off x="2178948" y="4274418"/>
            <a:ext cx="8063188" cy="1637052"/>
            <a:chOff x="1027061" y="4713732"/>
            <a:chExt cx="8891905" cy="1805305"/>
          </a:xfrm>
        </p:grpSpPr>
        <p:sp>
          <p:nvSpPr>
            <p:cNvPr id="119" name="object 119"/>
            <p:cNvSpPr/>
            <p:nvPr/>
          </p:nvSpPr>
          <p:spPr>
            <a:xfrm>
              <a:off x="3652913" y="5665470"/>
              <a:ext cx="2367280" cy="853440"/>
            </a:xfrm>
            <a:custGeom>
              <a:avLst/>
              <a:gdLst/>
              <a:ahLst/>
              <a:cxnLst/>
              <a:rect l="l" t="t" r="r" b="b"/>
              <a:pathLst>
                <a:path w="2367279" h="853440">
                  <a:moveTo>
                    <a:pt x="2296705" y="813310"/>
                  </a:moveTo>
                  <a:lnTo>
                    <a:pt x="6096" y="0"/>
                  </a:lnTo>
                  <a:lnTo>
                    <a:pt x="3048" y="762"/>
                  </a:lnTo>
                  <a:lnTo>
                    <a:pt x="0" y="3048"/>
                  </a:lnTo>
                  <a:lnTo>
                    <a:pt x="762" y="6858"/>
                  </a:lnTo>
                  <a:lnTo>
                    <a:pt x="3048" y="9144"/>
                  </a:lnTo>
                  <a:lnTo>
                    <a:pt x="2293670" y="821700"/>
                  </a:lnTo>
                  <a:lnTo>
                    <a:pt x="2296705" y="813310"/>
                  </a:lnTo>
                  <a:close/>
                </a:path>
                <a:path w="2367279" h="853440">
                  <a:moveTo>
                    <a:pt x="2311908" y="849691"/>
                  </a:moveTo>
                  <a:lnTo>
                    <a:pt x="2311908" y="823721"/>
                  </a:lnTo>
                  <a:lnTo>
                    <a:pt x="2308860" y="826007"/>
                  </a:lnTo>
                  <a:lnTo>
                    <a:pt x="2305812" y="826007"/>
                  </a:lnTo>
                  <a:lnTo>
                    <a:pt x="2293670" y="821700"/>
                  </a:lnTo>
                  <a:lnTo>
                    <a:pt x="2282190" y="853439"/>
                  </a:lnTo>
                  <a:lnTo>
                    <a:pt x="2311146" y="849787"/>
                  </a:lnTo>
                  <a:lnTo>
                    <a:pt x="2311908" y="849691"/>
                  </a:lnTo>
                  <a:close/>
                </a:path>
                <a:path w="2367279" h="853440">
                  <a:moveTo>
                    <a:pt x="2311908" y="823721"/>
                  </a:moveTo>
                  <a:lnTo>
                    <a:pt x="2311146" y="819911"/>
                  </a:lnTo>
                  <a:lnTo>
                    <a:pt x="2308860" y="817625"/>
                  </a:lnTo>
                  <a:lnTo>
                    <a:pt x="2296705" y="813310"/>
                  </a:lnTo>
                  <a:lnTo>
                    <a:pt x="2293670" y="821700"/>
                  </a:lnTo>
                  <a:lnTo>
                    <a:pt x="2305812" y="826007"/>
                  </a:lnTo>
                  <a:lnTo>
                    <a:pt x="2308860" y="826007"/>
                  </a:lnTo>
                  <a:lnTo>
                    <a:pt x="2311908" y="823721"/>
                  </a:lnTo>
                  <a:close/>
                </a:path>
                <a:path w="2367279" h="853440">
                  <a:moveTo>
                    <a:pt x="2366772" y="842771"/>
                  </a:moveTo>
                  <a:lnTo>
                    <a:pt x="2308098" y="781811"/>
                  </a:lnTo>
                  <a:lnTo>
                    <a:pt x="2296705" y="813310"/>
                  </a:lnTo>
                  <a:lnTo>
                    <a:pt x="2308860" y="817625"/>
                  </a:lnTo>
                  <a:lnTo>
                    <a:pt x="2311146" y="819911"/>
                  </a:lnTo>
                  <a:lnTo>
                    <a:pt x="2311908" y="823721"/>
                  </a:lnTo>
                  <a:lnTo>
                    <a:pt x="2311908" y="849691"/>
                  </a:lnTo>
                  <a:lnTo>
                    <a:pt x="2366772" y="8427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027061" y="4713744"/>
              <a:ext cx="8891905" cy="1518285"/>
            </a:xfrm>
            <a:custGeom>
              <a:avLst/>
              <a:gdLst/>
              <a:ahLst/>
              <a:cxnLst/>
              <a:rect l="l" t="t" r="r" b="b"/>
              <a:pathLst>
                <a:path w="8891905" h="1518285">
                  <a:moveTo>
                    <a:pt x="152400" y="1505712"/>
                  </a:moveTo>
                  <a:lnTo>
                    <a:pt x="0" y="1504950"/>
                  </a:lnTo>
                  <a:lnTo>
                    <a:pt x="0" y="1517904"/>
                  </a:lnTo>
                  <a:lnTo>
                    <a:pt x="152400" y="1517904"/>
                  </a:lnTo>
                  <a:lnTo>
                    <a:pt x="152400" y="1505712"/>
                  </a:lnTo>
                  <a:close/>
                </a:path>
                <a:path w="8891905" h="1518285">
                  <a:moveTo>
                    <a:pt x="152400" y="1479804"/>
                  </a:moveTo>
                  <a:lnTo>
                    <a:pt x="0" y="1479804"/>
                  </a:lnTo>
                  <a:lnTo>
                    <a:pt x="0" y="1491996"/>
                  </a:lnTo>
                  <a:lnTo>
                    <a:pt x="152400" y="1492758"/>
                  </a:lnTo>
                  <a:lnTo>
                    <a:pt x="152400" y="1479804"/>
                  </a:lnTo>
                  <a:close/>
                </a:path>
                <a:path w="8891905" h="1518285">
                  <a:moveTo>
                    <a:pt x="166878" y="25908"/>
                  </a:moveTo>
                  <a:lnTo>
                    <a:pt x="14478" y="25146"/>
                  </a:lnTo>
                  <a:lnTo>
                    <a:pt x="14478" y="38100"/>
                  </a:lnTo>
                  <a:lnTo>
                    <a:pt x="166878" y="38862"/>
                  </a:lnTo>
                  <a:lnTo>
                    <a:pt x="166878" y="25908"/>
                  </a:lnTo>
                  <a:close/>
                </a:path>
                <a:path w="8891905" h="1518285">
                  <a:moveTo>
                    <a:pt x="166878" y="762"/>
                  </a:moveTo>
                  <a:lnTo>
                    <a:pt x="14478" y="0"/>
                  </a:lnTo>
                  <a:lnTo>
                    <a:pt x="14478" y="12954"/>
                  </a:lnTo>
                  <a:lnTo>
                    <a:pt x="166878" y="12954"/>
                  </a:lnTo>
                  <a:lnTo>
                    <a:pt x="166878" y="762"/>
                  </a:lnTo>
                  <a:close/>
                </a:path>
                <a:path w="8891905" h="1518285">
                  <a:moveTo>
                    <a:pt x="419100" y="1481328"/>
                  </a:moveTo>
                  <a:lnTo>
                    <a:pt x="266700" y="1480566"/>
                  </a:lnTo>
                  <a:lnTo>
                    <a:pt x="266700" y="1493520"/>
                  </a:lnTo>
                  <a:lnTo>
                    <a:pt x="419100" y="1493520"/>
                  </a:lnTo>
                  <a:lnTo>
                    <a:pt x="419100" y="1481328"/>
                  </a:lnTo>
                  <a:close/>
                </a:path>
                <a:path w="8891905" h="1518285">
                  <a:moveTo>
                    <a:pt x="433578" y="26670"/>
                  </a:moveTo>
                  <a:lnTo>
                    <a:pt x="281178" y="26670"/>
                  </a:lnTo>
                  <a:lnTo>
                    <a:pt x="281178" y="38862"/>
                  </a:lnTo>
                  <a:lnTo>
                    <a:pt x="433578" y="39624"/>
                  </a:lnTo>
                  <a:lnTo>
                    <a:pt x="433578" y="26670"/>
                  </a:lnTo>
                  <a:close/>
                </a:path>
                <a:path w="8891905" h="1518285">
                  <a:moveTo>
                    <a:pt x="433578" y="1524"/>
                  </a:moveTo>
                  <a:lnTo>
                    <a:pt x="281178" y="762"/>
                  </a:lnTo>
                  <a:lnTo>
                    <a:pt x="281178" y="13716"/>
                  </a:lnTo>
                  <a:lnTo>
                    <a:pt x="433578" y="14478"/>
                  </a:lnTo>
                  <a:lnTo>
                    <a:pt x="433578" y="1524"/>
                  </a:lnTo>
                  <a:close/>
                </a:path>
                <a:path w="8891905" h="1518285">
                  <a:moveTo>
                    <a:pt x="700278" y="27432"/>
                  </a:moveTo>
                  <a:lnTo>
                    <a:pt x="547878" y="27432"/>
                  </a:lnTo>
                  <a:lnTo>
                    <a:pt x="547878" y="39624"/>
                  </a:lnTo>
                  <a:lnTo>
                    <a:pt x="700278" y="40386"/>
                  </a:lnTo>
                  <a:lnTo>
                    <a:pt x="700278" y="27432"/>
                  </a:lnTo>
                  <a:close/>
                </a:path>
                <a:path w="8891905" h="1518285">
                  <a:moveTo>
                    <a:pt x="700278" y="2286"/>
                  </a:moveTo>
                  <a:lnTo>
                    <a:pt x="547878" y="1524"/>
                  </a:lnTo>
                  <a:lnTo>
                    <a:pt x="547878" y="14478"/>
                  </a:lnTo>
                  <a:lnTo>
                    <a:pt x="700278" y="15240"/>
                  </a:lnTo>
                  <a:lnTo>
                    <a:pt x="700278" y="2286"/>
                  </a:lnTo>
                  <a:close/>
                </a:path>
                <a:path w="8891905" h="1518285">
                  <a:moveTo>
                    <a:pt x="966978" y="28194"/>
                  </a:moveTo>
                  <a:lnTo>
                    <a:pt x="814578" y="28194"/>
                  </a:lnTo>
                  <a:lnTo>
                    <a:pt x="814578" y="40386"/>
                  </a:lnTo>
                  <a:lnTo>
                    <a:pt x="966978" y="41148"/>
                  </a:lnTo>
                  <a:lnTo>
                    <a:pt x="966978" y="28194"/>
                  </a:lnTo>
                  <a:close/>
                </a:path>
                <a:path w="8891905" h="1518285">
                  <a:moveTo>
                    <a:pt x="966978" y="3048"/>
                  </a:moveTo>
                  <a:lnTo>
                    <a:pt x="814578" y="2286"/>
                  </a:lnTo>
                  <a:lnTo>
                    <a:pt x="814578" y="15240"/>
                  </a:lnTo>
                  <a:lnTo>
                    <a:pt x="966978" y="16002"/>
                  </a:lnTo>
                  <a:lnTo>
                    <a:pt x="966978" y="3048"/>
                  </a:lnTo>
                  <a:close/>
                </a:path>
                <a:path w="8891905" h="1518285">
                  <a:moveTo>
                    <a:pt x="1233678" y="28956"/>
                  </a:moveTo>
                  <a:lnTo>
                    <a:pt x="1081278" y="28956"/>
                  </a:lnTo>
                  <a:lnTo>
                    <a:pt x="1081278" y="41910"/>
                  </a:lnTo>
                  <a:lnTo>
                    <a:pt x="1233678" y="41910"/>
                  </a:lnTo>
                  <a:lnTo>
                    <a:pt x="1233678" y="28956"/>
                  </a:lnTo>
                  <a:close/>
                </a:path>
                <a:path w="8891905" h="1518285">
                  <a:moveTo>
                    <a:pt x="1233678" y="3810"/>
                  </a:moveTo>
                  <a:lnTo>
                    <a:pt x="1081278" y="3810"/>
                  </a:lnTo>
                  <a:lnTo>
                    <a:pt x="1081278" y="16002"/>
                  </a:lnTo>
                  <a:lnTo>
                    <a:pt x="1233678" y="16764"/>
                  </a:lnTo>
                  <a:lnTo>
                    <a:pt x="1233678" y="3810"/>
                  </a:lnTo>
                  <a:close/>
                </a:path>
                <a:path w="8891905" h="1518285">
                  <a:moveTo>
                    <a:pt x="1500378" y="30480"/>
                  </a:moveTo>
                  <a:lnTo>
                    <a:pt x="1347978" y="29718"/>
                  </a:lnTo>
                  <a:lnTo>
                    <a:pt x="1347978" y="42672"/>
                  </a:lnTo>
                  <a:lnTo>
                    <a:pt x="1500378" y="42672"/>
                  </a:lnTo>
                  <a:lnTo>
                    <a:pt x="1500378" y="30480"/>
                  </a:lnTo>
                  <a:close/>
                </a:path>
                <a:path w="8891905" h="1518285">
                  <a:moveTo>
                    <a:pt x="1500378" y="4572"/>
                  </a:moveTo>
                  <a:lnTo>
                    <a:pt x="1347978" y="4572"/>
                  </a:lnTo>
                  <a:lnTo>
                    <a:pt x="1347978" y="16764"/>
                  </a:lnTo>
                  <a:lnTo>
                    <a:pt x="1500378" y="17526"/>
                  </a:lnTo>
                  <a:lnTo>
                    <a:pt x="1500378" y="4572"/>
                  </a:lnTo>
                  <a:close/>
                </a:path>
                <a:path w="8891905" h="1518285">
                  <a:moveTo>
                    <a:pt x="1767078" y="31242"/>
                  </a:moveTo>
                  <a:lnTo>
                    <a:pt x="1614678" y="30480"/>
                  </a:lnTo>
                  <a:lnTo>
                    <a:pt x="1614678" y="43434"/>
                  </a:lnTo>
                  <a:lnTo>
                    <a:pt x="1767078" y="43434"/>
                  </a:lnTo>
                  <a:lnTo>
                    <a:pt x="1767078" y="31242"/>
                  </a:lnTo>
                  <a:close/>
                </a:path>
                <a:path w="8891905" h="1518285">
                  <a:moveTo>
                    <a:pt x="1767078" y="5334"/>
                  </a:moveTo>
                  <a:lnTo>
                    <a:pt x="1614678" y="5334"/>
                  </a:lnTo>
                  <a:lnTo>
                    <a:pt x="1614678" y="17526"/>
                  </a:lnTo>
                  <a:lnTo>
                    <a:pt x="1767078" y="18288"/>
                  </a:lnTo>
                  <a:lnTo>
                    <a:pt x="1767078" y="5334"/>
                  </a:lnTo>
                  <a:close/>
                </a:path>
                <a:path w="8891905" h="1518285">
                  <a:moveTo>
                    <a:pt x="2033778" y="32004"/>
                  </a:moveTo>
                  <a:lnTo>
                    <a:pt x="1881378" y="31242"/>
                  </a:lnTo>
                  <a:lnTo>
                    <a:pt x="1881378" y="44196"/>
                  </a:lnTo>
                  <a:lnTo>
                    <a:pt x="2033778" y="44196"/>
                  </a:lnTo>
                  <a:lnTo>
                    <a:pt x="2033778" y="32004"/>
                  </a:lnTo>
                  <a:close/>
                </a:path>
                <a:path w="8891905" h="1518285">
                  <a:moveTo>
                    <a:pt x="2033778" y="6096"/>
                  </a:moveTo>
                  <a:lnTo>
                    <a:pt x="1881378" y="6096"/>
                  </a:lnTo>
                  <a:lnTo>
                    <a:pt x="1881378" y="18288"/>
                  </a:lnTo>
                  <a:lnTo>
                    <a:pt x="2033778" y="19050"/>
                  </a:lnTo>
                  <a:lnTo>
                    <a:pt x="2033778" y="6096"/>
                  </a:lnTo>
                  <a:close/>
                </a:path>
                <a:path w="8891905" h="1518285">
                  <a:moveTo>
                    <a:pt x="2300478" y="32766"/>
                  </a:moveTo>
                  <a:lnTo>
                    <a:pt x="2148078" y="32004"/>
                  </a:lnTo>
                  <a:lnTo>
                    <a:pt x="2148078" y="44958"/>
                  </a:lnTo>
                  <a:lnTo>
                    <a:pt x="2300478" y="45720"/>
                  </a:lnTo>
                  <a:lnTo>
                    <a:pt x="2300478" y="32766"/>
                  </a:lnTo>
                  <a:close/>
                </a:path>
                <a:path w="8891905" h="1518285">
                  <a:moveTo>
                    <a:pt x="2300478" y="7620"/>
                  </a:moveTo>
                  <a:lnTo>
                    <a:pt x="2148078" y="6858"/>
                  </a:lnTo>
                  <a:lnTo>
                    <a:pt x="2148078" y="19812"/>
                  </a:lnTo>
                  <a:lnTo>
                    <a:pt x="2300478" y="19812"/>
                  </a:lnTo>
                  <a:lnTo>
                    <a:pt x="2300478" y="7620"/>
                  </a:lnTo>
                  <a:close/>
                </a:path>
                <a:path w="8891905" h="1518285">
                  <a:moveTo>
                    <a:pt x="2567178" y="33528"/>
                  </a:moveTo>
                  <a:lnTo>
                    <a:pt x="2414778" y="32766"/>
                  </a:lnTo>
                  <a:lnTo>
                    <a:pt x="2414778" y="45720"/>
                  </a:lnTo>
                  <a:lnTo>
                    <a:pt x="2567178" y="46482"/>
                  </a:lnTo>
                  <a:lnTo>
                    <a:pt x="2567178" y="33528"/>
                  </a:lnTo>
                  <a:close/>
                </a:path>
                <a:path w="8891905" h="1518285">
                  <a:moveTo>
                    <a:pt x="2567178" y="8382"/>
                  </a:moveTo>
                  <a:lnTo>
                    <a:pt x="2414778" y="7620"/>
                  </a:lnTo>
                  <a:lnTo>
                    <a:pt x="2414778" y="20574"/>
                  </a:lnTo>
                  <a:lnTo>
                    <a:pt x="2567178" y="20574"/>
                  </a:lnTo>
                  <a:lnTo>
                    <a:pt x="2567178" y="8382"/>
                  </a:lnTo>
                  <a:close/>
                </a:path>
                <a:path w="8891905" h="1518285">
                  <a:moveTo>
                    <a:pt x="2833878" y="34290"/>
                  </a:moveTo>
                  <a:lnTo>
                    <a:pt x="2681478" y="33528"/>
                  </a:lnTo>
                  <a:lnTo>
                    <a:pt x="2681478" y="46482"/>
                  </a:lnTo>
                  <a:lnTo>
                    <a:pt x="2833878" y="47244"/>
                  </a:lnTo>
                  <a:lnTo>
                    <a:pt x="2833878" y="34290"/>
                  </a:lnTo>
                  <a:close/>
                </a:path>
                <a:path w="8891905" h="1518285">
                  <a:moveTo>
                    <a:pt x="2833878" y="9144"/>
                  </a:moveTo>
                  <a:lnTo>
                    <a:pt x="2681478" y="8382"/>
                  </a:lnTo>
                  <a:lnTo>
                    <a:pt x="2681478" y="21336"/>
                  </a:lnTo>
                  <a:lnTo>
                    <a:pt x="2833878" y="21336"/>
                  </a:lnTo>
                  <a:lnTo>
                    <a:pt x="2833878" y="9144"/>
                  </a:lnTo>
                  <a:close/>
                </a:path>
                <a:path w="8891905" h="1518285">
                  <a:moveTo>
                    <a:pt x="3100578" y="35052"/>
                  </a:moveTo>
                  <a:lnTo>
                    <a:pt x="2948178" y="35052"/>
                  </a:lnTo>
                  <a:lnTo>
                    <a:pt x="2948178" y="47244"/>
                  </a:lnTo>
                  <a:lnTo>
                    <a:pt x="3100578" y="48006"/>
                  </a:lnTo>
                  <a:lnTo>
                    <a:pt x="3100578" y="35052"/>
                  </a:lnTo>
                  <a:close/>
                </a:path>
                <a:path w="8891905" h="1518285">
                  <a:moveTo>
                    <a:pt x="3100578" y="9906"/>
                  </a:moveTo>
                  <a:lnTo>
                    <a:pt x="2948178" y="9144"/>
                  </a:lnTo>
                  <a:lnTo>
                    <a:pt x="2948178" y="22098"/>
                  </a:lnTo>
                  <a:lnTo>
                    <a:pt x="3100578" y="22098"/>
                  </a:lnTo>
                  <a:lnTo>
                    <a:pt x="3100578" y="9906"/>
                  </a:lnTo>
                  <a:close/>
                </a:path>
                <a:path w="8891905" h="1518285">
                  <a:moveTo>
                    <a:pt x="3367278" y="35814"/>
                  </a:moveTo>
                  <a:lnTo>
                    <a:pt x="3214878" y="35814"/>
                  </a:lnTo>
                  <a:lnTo>
                    <a:pt x="3214878" y="48006"/>
                  </a:lnTo>
                  <a:lnTo>
                    <a:pt x="3367278" y="48768"/>
                  </a:lnTo>
                  <a:lnTo>
                    <a:pt x="3367278" y="35814"/>
                  </a:lnTo>
                  <a:close/>
                </a:path>
                <a:path w="8891905" h="1518285">
                  <a:moveTo>
                    <a:pt x="3367278" y="10668"/>
                  </a:moveTo>
                  <a:lnTo>
                    <a:pt x="3214878" y="9906"/>
                  </a:lnTo>
                  <a:lnTo>
                    <a:pt x="3214878" y="22860"/>
                  </a:lnTo>
                  <a:lnTo>
                    <a:pt x="3367278" y="23622"/>
                  </a:lnTo>
                  <a:lnTo>
                    <a:pt x="3367278" y="10668"/>
                  </a:lnTo>
                  <a:close/>
                </a:path>
                <a:path w="8891905" h="1518285">
                  <a:moveTo>
                    <a:pt x="3633978" y="36576"/>
                  </a:moveTo>
                  <a:lnTo>
                    <a:pt x="3481578" y="36576"/>
                  </a:lnTo>
                  <a:lnTo>
                    <a:pt x="3481578" y="48768"/>
                  </a:lnTo>
                  <a:lnTo>
                    <a:pt x="3633978" y="49530"/>
                  </a:lnTo>
                  <a:lnTo>
                    <a:pt x="3633978" y="36576"/>
                  </a:lnTo>
                  <a:close/>
                </a:path>
                <a:path w="8891905" h="1518285">
                  <a:moveTo>
                    <a:pt x="3633978" y="11430"/>
                  </a:moveTo>
                  <a:lnTo>
                    <a:pt x="3481578" y="10668"/>
                  </a:lnTo>
                  <a:lnTo>
                    <a:pt x="3481578" y="23622"/>
                  </a:lnTo>
                  <a:lnTo>
                    <a:pt x="3633978" y="24384"/>
                  </a:lnTo>
                  <a:lnTo>
                    <a:pt x="3633978" y="11430"/>
                  </a:lnTo>
                  <a:close/>
                </a:path>
                <a:path w="8891905" h="1518285">
                  <a:moveTo>
                    <a:pt x="3900678" y="37338"/>
                  </a:moveTo>
                  <a:lnTo>
                    <a:pt x="3748278" y="37338"/>
                  </a:lnTo>
                  <a:lnTo>
                    <a:pt x="3748278" y="49530"/>
                  </a:lnTo>
                  <a:lnTo>
                    <a:pt x="3900678" y="50292"/>
                  </a:lnTo>
                  <a:lnTo>
                    <a:pt x="3900678" y="37338"/>
                  </a:lnTo>
                  <a:close/>
                </a:path>
                <a:path w="8891905" h="1518285">
                  <a:moveTo>
                    <a:pt x="3900678" y="12192"/>
                  </a:moveTo>
                  <a:lnTo>
                    <a:pt x="3748278" y="11430"/>
                  </a:lnTo>
                  <a:lnTo>
                    <a:pt x="3748278" y="24384"/>
                  </a:lnTo>
                  <a:lnTo>
                    <a:pt x="3900678" y="25146"/>
                  </a:lnTo>
                  <a:lnTo>
                    <a:pt x="3900678" y="12192"/>
                  </a:lnTo>
                  <a:close/>
                </a:path>
                <a:path w="8891905" h="1518285">
                  <a:moveTo>
                    <a:pt x="4167378" y="38862"/>
                  </a:moveTo>
                  <a:lnTo>
                    <a:pt x="4014978" y="38100"/>
                  </a:lnTo>
                  <a:lnTo>
                    <a:pt x="4014978" y="51054"/>
                  </a:lnTo>
                  <a:lnTo>
                    <a:pt x="4167378" y="51054"/>
                  </a:lnTo>
                  <a:lnTo>
                    <a:pt x="4167378" y="38862"/>
                  </a:lnTo>
                  <a:close/>
                </a:path>
                <a:path w="8891905" h="1518285">
                  <a:moveTo>
                    <a:pt x="4167378" y="12954"/>
                  </a:moveTo>
                  <a:lnTo>
                    <a:pt x="4014978" y="12954"/>
                  </a:lnTo>
                  <a:lnTo>
                    <a:pt x="4014978" y="25146"/>
                  </a:lnTo>
                  <a:lnTo>
                    <a:pt x="4167378" y="25908"/>
                  </a:lnTo>
                  <a:lnTo>
                    <a:pt x="4167378" y="12954"/>
                  </a:lnTo>
                  <a:close/>
                </a:path>
                <a:path w="8891905" h="1518285">
                  <a:moveTo>
                    <a:pt x="4434078" y="39624"/>
                  </a:moveTo>
                  <a:lnTo>
                    <a:pt x="4281678" y="38862"/>
                  </a:lnTo>
                  <a:lnTo>
                    <a:pt x="4281678" y="51816"/>
                  </a:lnTo>
                  <a:lnTo>
                    <a:pt x="4434078" y="51816"/>
                  </a:lnTo>
                  <a:lnTo>
                    <a:pt x="4434078" y="39624"/>
                  </a:lnTo>
                  <a:close/>
                </a:path>
                <a:path w="8891905" h="1518285">
                  <a:moveTo>
                    <a:pt x="4434078" y="13716"/>
                  </a:moveTo>
                  <a:lnTo>
                    <a:pt x="4281678" y="13716"/>
                  </a:lnTo>
                  <a:lnTo>
                    <a:pt x="4281678" y="25908"/>
                  </a:lnTo>
                  <a:lnTo>
                    <a:pt x="4434078" y="26670"/>
                  </a:lnTo>
                  <a:lnTo>
                    <a:pt x="4434078" y="13716"/>
                  </a:lnTo>
                  <a:close/>
                </a:path>
                <a:path w="8891905" h="1518285">
                  <a:moveTo>
                    <a:pt x="4700778" y="40386"/>
                  </a:moveTo>
                  <a:lnTo>
                    <a:pt x="4548378" y="39624"/>
                  </a:lnTo>
                  <a:lnTo>
                    <a:pt x="4548378" y="52578"/>
                  </a:lnTo>
                  <a:lnTo>
                    <a:pt x="4700778" y="52578"/>
                  </a:lnTo>
                  <a:lnTo>
                    <a:pt x="4700778" y="40386"/>
                  </a:lnTo>
                  <a:close/>
                </a:path>
                <a:path w="8891905" h="1518285">
                  <a:moveTo>
                    <a:pt x="4700778" y="14478"/>
                  </a:moveTo>
                  <a:lnTo>
                    <a:pt x="4548378" y="14478"/>
                  </a:lnTo>
                  <a:lnTo>
                    <a:pt x="4548378" y="26670"/>
                  </a:lnTo>
                  <a:lnTo>
                    <a:pt x="4700778" y="27432"/>
                  </a:lnTo>
                  <a:lnTo>
                    <a:pt x="4700778" y="14478"/>
                  </a:lnTo>
                  <a:close/>
                </a:path>
                <a:path w="8891905" h="1518285">
                  <a:moveTo>
                    <a:pt x="4967478" y="41148"/>
                  </a:moveTo>
                  <a:lnTo>
                    <a:pt x="4815078" y="40386"/>
                  </a:lnTo>
                  <a:lnTo>
                    <a:pt x="4815078" y="53340"/>
                  </a:lnTo>
                  <a:lnTo>
                    <a:pt x="4967478" y="53340"/>
                  </a:lnTo>
                  <a:lnTo>
                    <a:pt x="4967478" y="41148"/>
                  </a:lnTo>
                  <a:close/>
                </a:path>
                <a:path w="8891905" h="1518285">
                  <a:moveTo>
                    <a:pt x="4967478" y="15240"/>
                  </a:moveTo>
                  <a:lnTo>
                    <a:pt x="4815078" y="15240"/>
                  </a:lnTo>
                  <a:lnTo>
                    <a:pt x="4815078" y="27432"/>
                  </a:lnTo>
                  <a:lnTo>
                    <a:pt x="4967478" y="28194"/>
                  </a:lnTo>
                  <a:lnTo>
                    <a:pt x="4967478" y="15240"/>
                  </a:lnTo>
                  <a:close/>
                </a:path>
                <a:path w="8891905" h="1518285">
                  <a:moveTo>
                    <a:pt x="5234178" y="41910"/>
                  </a:moveTo>
                  <a:lnTo>
                    <a:pt x="5081778" y="41148"/>
                  </a:lnTo>
                  <a:lnTo>
                    <a:pt x="5081778" y="54102"/>
                  </a:lnTo>
                  <a:lnTo>
                    <a:pt x="5234178" y="54864"/>
                  </a:lnTo>
                  <a:lnTo>
                    <a:pt x="5234178" y="41910"/>
                  </a:lnTo>
                  <a:close/>
                </a:path>
                <a:path w="8891905" h="1518285">
                  <a:moveTo>
                    <a:pt x="5234178" y="16764"/>
                  </a:moveTo>
                  <a:lnTo>
                    <a:pt x="5081778" y="16002"/>
                  </a:lnTo>
                  <a:lnTo>
                    <a:pt x="5081778" y="28956"/>
                  </a:lnTo>
                  <a:lnTo>
                    <a:pt x="5234178" y="28956"/>
                  </a:lnTo>
                  <a:lnTo>
                    <a:pt x="5234178" y="16764"/>
                  </a:lnTo>
                  <a:close/>
                </a:path>
                <a:path w="8891905" h="1518285">
                  <a:moveTo>
                    <a:pt x="5500878" y="42672"/>
                  </a:moveTo>
                  <a:lnTo>
                    <a:pt x="5348478" y="41910"/>
                  </a:lnTo>
                  <a:lnTo>
                    <a:pt x="5348478" y="54864"/>
                  </a:lnTo>
                  <a:lnTo>
                    <a:pt x="5500878" y="55626"/>
                  </a:lnTo>
                  <a:lnTo>
                    <a:pt x="5500878" y="42672"/>
                  </a:lnTo>
                  <a:close/>
                </a:path>
                <a:path w="8891905" h="1518285">
                  <a:moveTo>
                    <a:pt x="5500878" y="17526"/>
                  </a:moveTo>
                  <a:lnTo>
                    <a:pt x="5348478" y="16764"/>
                  </a:lnTo>
                  <a:lnTo>
                    <a:pt x="5348478" y="29718"/>
                  </a:lnTo>
                  <a:lnTo>
                    <a:pt x="5500878" y="29718"/>
                  </a:lnTo>
                  <a:lnTo>
                    <a:pt x="5500878" y="17526"/>
                  </a:lnTo>
                  <a:close/>
                </a:path>
                <a:path w="8891905" h="1518285">
                  <a:moveTo>
                    <a:pt x="5767578" y="43434"/>
                  </a:moveTo>
                  <a:lnTo>
                    <a:pt x="5615178" y="42672"/>
                  </a:lnTo>
                  <a:lnTo>
                    <a:pt x="5615178" y="55626"/>
                  </a:lnTo>
                  <a:lnTo>
                    <a:pt x="5767578" y="56388"/>
                  </a:lnTo>
                  <a:lnTo>
                    <a:pt x="5767578" y="43434"/>
                  </a:lnTo>
                  <a:close/>
                </a:path>
                <a:path w="8891905" h="1518285">
                  <a:moveTo>
                    <a:pt x="5767578" y="18288"/>
                  </a:moveTo>
                  <a:lnTo>
                    <a:pt x="5615178" y="17526"/>
                  </a:lnTo>
                  <a:lnTo>
                    <a:pt x="5615178" y="30480"/>
                  </a:lnTo>
                  <a:lnTo>
                    <a:pt x="5767578" y="30480"/>
                  </a:lnTo>
                  <a:lnTo>
                    <a:pt x="5767578" y="18288"/>
                  </a:lnTo>
                  <a:close/>
                </a:path>
                <a:path w="8891905" h="1518285">
                  <a:moveTo>
                    <a:pt x="6034278" y="44196"/>
                  </a:moveTo>
                  <a:lnTo>
                    <a:pt x="5881878" y="44196"/>
                  </a:lnTo>
                  <a:lnTo>
                    <a:pt x="5881878" y="56388"/>
                  </a:lnTo>
                  <a:lnTo>
                    <a:pt x="6034278" y="57150"/>
                  </a:lnTo>
                  <a:lnTo>
                    <a:pt x="6034278" y="44196"/>
                  </a:lnTo>
                  <a:close/>
                </a:path>
                <a:path w="8891905" h="1518285">
                  <a:moveTo>
                    <a:pt x="6034278" y="19050"/>
                  </a:moveTo>
                  <a:lnTo>
                    <a:pt x="5881878" y="18288"/>
                  </a:lnTo>
                  <a:lnTo>
                    <a:pt x="5881878" y="31242"/>
                  </a:lnTo>
                  <a:lnTo>
                    <a:pt x="6034278" y="31242"/>
                  </a:lnTo>
                  <a:lnTo>
                    <a:pt x="6034278" y="19050"/>
                  </a:lnTo>
                  <a:close/>
                </a:path>
                <a:path w="8891905" h="1518285">
                  <a:moveTo>
                    <a:pt x="6300978" y="44958"/>
                  </a:moveTo>
                  <a:lnTo>
                    <a:pt x="6148578" y="44958"/>
                  </a:lnTo>
                  <a:lnTo>
                    <a:pt x="6148578" y="57150"/>
                  </a:lnTo>
                  <a:lnTo>
                    <a:pt x="6300978" y="57912"/>
                  </a:lnTo>
                  <a:lnTo>
                    <a:pt x="6300978" y="44958"/>
                  </a:lnTo>
                  <a:close/>
                </a:path>
                <a:path w="8891905" h="1518285">
                  <a:moveTo>
                    <a:pt x="6300978" y="19812"/>
                  </a:moveTo>
                  <a:lnTo>
                    <a:pt x="6148578" y="19050"/>
                  </a:lnTo>
                  <a:lnTo>
                    <a:pt x="6148578" y="32004"/>
                  </a:lnTo>
                  <a:lnTo>
                    <a:pt x="6300978" y="32766"/>
                  </a:lnTo>
                  <a:lnTo>
                    <a:pt x="6300978" y="19812"/>
                  </a:lnTo>
                  <a:close/>
                </a:path>
                <a:path w="8891905" h="1518285">
                  <a:moveTo>
                    <a:pt x="6567678" y="45720"/>
                  </a:moveTo>
                  <a:lnTo>
                    <a:pt x="6415278" y="45720"/>
                  </a:lnTo>
                  <a:lnTo>
                    <a:pt x="6415278" y="57912"/>
                  </a:lnTo>
                  <a:lnTo>
                    <a:pt x="6567678" y="58674"/>
                  </a:lnTo>
                  <a:lnTo>
                    <a:pt x="6567678" y="45720"/>
                  </a:lnTo>
                  <a:close/>
                </a:path>
                <a:path w="8891905" h="1518285">
                  <a:moveTo>
                    <a:pt x="6567678" y="20574"/>
                  </a:moveTo>
                  <a:lnTo>
                    <a:pt x="6415278" y="19812"/>
                  </a:lnTo>
                  <a:lnTo>
                    <a:pt x="6415278" y="32766"/>
                  </a:lnTo>
                  <a:lnTo>
                    <a:pt x="6567678" y="33528"/>
                  </a:lnTo>
                  <a:lnTo>
                    <a:pt x="6567678" y="20574"/>
                  </a:lnTo>
                  <a:close/>
                </a:path>
                <a:path w="8891905" h="1518285">
                  <a:moveTo>
                    <a:pt x="6834378" y="46482"/>
                  </a:moveTo>
                  <a:lnTo>
                    <a:pt x="6681978" y="46482"/>
                  </a:lnTo>
                  <a:lnTo>
                    <a:pt x="6681978" y="58674"/>
                  </a:lnTo>
                  <a:lnTo>
                    <a:pt x="6834378" y="59436"/>
                  </a:lnTo>
                  <a:lnTo>
                    <a:pt x="6834378" y="46482"/>
                  </a:lnTo>
                  <a:close/>
                </a:path>
                <a:path w="8891905" h="1518285">
                  <a:moveTo>
                    <a:pt x="6834378" y="21336"/>
                  </a:moveTo>
                  <a:lnTo>
                    <a:pt x="6681978" y="20574"/>
                  </a:lnTo>
                  <a:lnTo>
                    <a:pt x="6681978" y="33528"/>
                  </a:lnTo>
                  <a:lnTo>
                    <a:pt x="6834378" y="34290"/>
                  </a:lnTo>
                  <a:lnTo>
                    <a:pt x="6834378" y="21336"/>
                  </a:lnTo>
                  <a:close/>
                </a:path>
                <a:path w="8891905" h="1518285">
                  <a:moveTo>
                    <a:pt x="7101078" y="48006"/>
                  </a:moveTo>
                  <a:lnTo>
                    <a:pt x="6948678" y="47244"/>
                  </a:lnTo>
                  <a:lnTo>
                    <a:pt x="6948678" y="60198"/>
                  </a:lnTo>
                  <a:lnTo>
                    <a:pt x="7101078" y="60198"/>
                  </a:lnTo>
                  <a:lnTo>
                    <a:pt x="7101078" y="48006"/>
                  </a:lnTo>
                  <a:close/>
                </a:path>
                <a:path w="8891905" h="1518285">
                  <a:moveTo>
                    <a:pt x="7101078" y="22098"/>
                  </a:moveTo>
                  <a:lnTo>
                    <a:pt x="6948678" y="22098"/>
                  </a:lnTo>
                  <a:lnTo>
                    <a:pt x="6948678" y="34290"/>
                  </a:lnTo>
                  <a:lnTo>
                    <a:pt x="7101078" y="35052"/>
                  </a:lnTo>
                  <a:lnTo>
                    <a:pt x="7101078" y="22098"/>
                  </a:lnTo>
                  <a:close/>
                </a:path>
                <a:path w="8891905" h="1518285">
                  <a:moveTo>
                    <a:pt x="7367778" y="48768"/>
                  </a:moveTo>
                  <a:lnTo>
                    <a:pt x="7215378" y="48006"/>
                  </a:lnTo>
                  <a:lnTo>
                    <a:pt x="7215378" y="60960"/>
                  </a:lnTo>
                  <a:lnTo>
                    <a:pt x="7367778" y="60960"/>
                  </a:lnTo>
                  <a:lnTo>
                    <a:pt x="7367778" y="48768"/>
                  </a:lnTo>
                  <a:close/>
                </a:path>
                <a:path w="8891905" h="1518285">
                  <a:moveTo>
                    <a:pt x="7367778" y="22860"/>
                  </a:moveTo>
                  <a:lnTo>
                    <a:pt x="7215378" y="22860"/>
                  </a:lnTo>
                  <a:lnTo>
                    <a:pt x="7215378" y="35052"/>
                  </a:lnTo>
                  <a:lnTo>
                    <a:pt x="7367778" y="35814"/>
                  </a:lnTo>
                  <a:lnTo>
                    <a:pt x="7367778" y="22860"/>
                  </a:lnTo>
                  <a:close/>
                </a:path>
                <a:path w="8891905" h="1518285">
                  <a:moveTo>
                    <a:pt x="7634478" y="49530"/>
                  </a:moveTo>
                  <a:lnTo>
                    <a:pt x="7482078" y="48768"/>
                  </a:lnTo>
                  <a:lnTo>
                    <a:pt x="7482078" y="61722"/>
                  </a:lnTo>
                  <a:lnTo>
                    <a:pt x="7634478" y="61722"/>
                  </a:lnTo>
                  <a:lnTo>
                    <a:pt x="7634478" y="49530"/>
                  </a:lnTo>
                  <a:close/>
                </a:path>
                <a:path w="8891905" h="1518285">
                  <a:moveTo>
                    <a:pt x="7634478" y="23622"/>
                  </a:moveTo>
                  <a:lnTo>
                    <a:pt x="7482078" y="23622"/>
                  </a:lnTo>
                  <a:lnTo>
                    <a:pt x="7482078" y="35814"/>
                  </a:lnTo>
                  <a:lnTo>
                    <a:pt x="7634478" y="36576"/>
                  </a:lnTo>
                  <a:lnTo>
                    <a:pt x="7634478" y="23622"/>
                  </a:lnTo>
                  <a:close/>
                </a:path>
                <a:path w="8891905" h="1518285">
                  <a:moveTo>
                    <a:pt x="7901178" y="50292"/>
                  </a:moveTo>
                  <a:lnTo>
                    <a:pt x="7748778" y="49530"/>
                  </a:lnTo>
                  <a:lnTo>
                    <a:pt x="7748778" y="62484"/>
                  </a:lnTo>
                  <a:lnTo>
                    <a:pt x="7901178" y="62484"/>
                  </a:lnTo>
                  <a:lnTo>
                    <a:pt x="7901178" y="50292"/>
                  </a:lnTo>
                  <a:close/>
                </a:path>
                <a:path w="8891905" h="1518285">
                  <a:moveTo>
                    <a:pt x="7901178" y="24384"/>
                  </a:moveTo>
                  <a:lnTo>
                    <a:pt x="7748778" y="24384"/>
                  </a:lnTo>
                  <a:lnTo>
                    <a:pt x="7748778" y="37338"/>
                  </a:lnTo>
                  <a:lnTo>
                    <a:pt x="7901178" y="37338"/>
                  </a:lnTo>
                  <a:lnTo>
                    <a:pt x="7901178" y="24384"/>
                  </a:lnTo>
                  <a:close/>
                </a:path>
                <a:path w="8891905" h="1518285">
                  <a:moveTo>
                    <a:pt x="8167878" y="51054"/>
                  </a:moveTo>
                  <a:lnTo>
                    <a:pt x="8015478" y="50292"/>
                  </a:lnTo>
                  <a:lnTo>
                    <a:pt x="8015478" y="63246"/>
                  </a:lnTo>
                  <a:lnTo>
                    <a:pt x="8167878" y="64008"/>
                  </a:lnTo>
                  <a:lnTo>
                    <a:pt x="8167878" y="51054"/>
                  </a:lnTo>
                  <a:close/>
                </a:path>
                <a:path w="8891905" h="1518285">
                  <a:moveTo>
                    <a:pt x="8167878" y="25908"/>
                  </a:moveTo>
                  <a:lnTo>
                    <a:pt x="8015478" y="25146"/>
                  </a:lnTo>
                  <a:lnTo>
                    <a:pt x="8015478" y="38100"/>
                  </a:lnTo>
                  <a:lnTo>
                    <a:pt x="8167878" y="38100"/>
                  </a:lnTo>
                  <a:lnTo>
                    <a:pt x="8167878" y="25908"/>
                  </a:lnTo>
                  <a:close/>
                </a:path>
                <a:path w="8891905" h="1518285">
                  <a:moveTo>
                    <a:pt x="8434578" y="51816"/>
                  </a:moveTo>
                  <a:lnTo>
                    <a:pt x="8282178" y="51054"/>
                  </a:lnTo>
                  <a:lnTo>
                    <a:pt x="8282178" y="64008"/>
                  </a:lnTo>
                  <a:lnTo>
                    <a:pt x="8434578" y="64770"/>
                  </a:lnTo>
                  <a:lnTo>
                    <a:pt x="8434578" y="51816"/>
                  </a:lnTo>
                  <a:close/>
                </a:path>
                <a:path w="8891905" h="1518285">
                  <a:moveTo>
                    <a:pt x="8434578" y="26670"/>
                  </a:moveTo>
                  <a:lnTo>
                    <a:pt x="8282178" y="25908"/>
                  </a:lnTo>
                  <a:lnTo>
                    <a:pt x="8282178" y="38862"/>
                  </a:lnTo>
                  <a:lnTo>
                    <a:pt x="8434578" y="38862"/>
                  </a:lnTo>
                  <a:lnTo>
                    <a:pt x="8434578" y="26670"/>
                  </a:lnTo>
                  <a:close/>
                </a:path>
                <a:path w="8891905" h="1518285">
                  <a:moveTo>
                    <a:pt x="8701278" y="52578"/>
                  </a:moveTo>
                  <a:lnTo>
                    <a:pt x="8548878" y="51816"/>
                  </a:lnTo>
                  <a:lnTo>
                    <a:pt x="8548878" y="64770"/>
                  </a:lnTo>
                  <a:lnTo>
                    <a:pt x="8701278" y="65532"/>
                  </a:lnTo>
                  <a:lnTo>
                    <a:pt x="8701278" y="52578"/>
                  </a:lnTo>
                  <a:close/>
                </a:path>
                <a:path w="8891905" h="1518285">
                  <a:moveTo>
                    <a:pt x="8701278" y="27432"/>
                  </a:moveTo>
                  <a:lnTo>
                    <a:pt x="8548878" y="26670"/>
                  </a:lnTo>
                  <a:lnTo>
                    <a:pt x="8548878" y="39624"/>
                  </a:lnTo>
                  <a:lnTo>
                    <a:pt x="8701278" y="39624"/>
                  </a:lnTo>
                  <a:lnTo>
                    <a:pt x="8701278" y="27432"/>
                  </a:lnTo>
                  <a:close/>
                </a:path>
                <a:path w="8891905" h="1518285">
                  <a:moveTo>
                    <a:pt x="8891778" y="53340"/>
                  </a:moveTo>
                  <a:lnTo>
                    <a:pt x="8815578" y="53340"/>
                  </a:lnTo>
                  <a:lnTo>
                    <a:pt x="8815578" y="65532"/>
                  </a:lnTo>
                  <a:lnTo>
                    <a:pt x="8891778" y="66294"/>
                  </a:lnTo>
                  <a:lnTo>
                    <a:pt x="8891778" y="53340"/>
                  </a:lnTo>
                  <a:close/>
                </a:path>
                <a:path w="8891905" h="1518285">
                  <a:moveTo>
                    <a:pt x="8891778" y="28194"/>
                  </a:moveTo>
                  <a:lnTo>
                    <a:pt x="8815578" y="27432"/>
                  </a:lnTo>
                  <a:lnTo>
                    <a:pt x="8815578" y="40386"/>
                  </a:lnTo>
                  <a:lnTo>
                    <a:pt x="8891778" y="40386"/>
                  </a:lnTo>
                  <a:lnTo>
                    <a:pt x="8891778" y="28194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293761" y="6194310"/>
              <a:ext cx="8610600" cy="64769"/>
            </a:xfrm>
            <a:custGeom>
              <a:avLst/>
              <a:gdLst/>
              <a:ahLst/>
              <a:cxnLst/>
              <a:rect l="l" t="t" r="r" b="b"/>
              <a:pathLst>
                <a:path w="8610600" h="64770">
                  <a:moveTo>
                    <a:pt x="152400" y="25908"/>
                  </a:moveTo>
                  <a:lnTo>
                    <a:pt x="0" y="25146"/>
                  </a:lnTo>
                  <a:lnTo>
                    <a:pt x="0" y="38100"/>
                  </a:lnTo>
                  <a:lnTo>
                    <a:pt x="152400" y="38862"/>
                  </a:lnTo>
                  <a:lnTo>
                    <a:pt x="152400" y="25908"/>
                  </a:lnTo>
                  <a:close/>
                </a:path>
                <a:path w="8610600" h="64770">
                  <a:moveTo>
                    <a:pt x="152400" y="762"/>
                  </a:moveTo>
                  <a:lnTo>
                    <a:pt x="0" y="0"/>
                  </a:lnTo>
                  <a:lnTo>
                    <a:pt x="0" y="12954"/>
                  </a:lnTo>
                  <a:lnTo>
                    <a:pt x="152400" y="12954"/>
                  </a:lnTo>
                  <a:lnTo>
                    <a:pt x="152400" y="762"/>
                  </a:lnTo>
                  <a:close/>
                </a:path>
                <a:path w="8610600" h="64770">
                  <a:moveTo>
                    <a:pt x="419100" y="26670"/>
                  </a:moveTo>
                  <a:lnTo>
                    <a:pt x="266700" y="25908"/>
                  </a:lnTo>
                  <a:lnTo>
                    <a:pt x="266700" y="38862"/>
                  </a:lnTo>
                  <a:lnTo>
                    <a:pt x="419100" y="39624"/>
                  </a:lnTo>
                  <a:lnTo>
                    <a:pt x="419100" y="26670"/>
                  </a:lnTo>
                  <a:close/>
                </a:path>
                <a:path w="8610600" h="64770">
                  <a:moveTo>
                    <a:pt x="419100" y="1524"/>
                  </a:moveTo>
                  <a:lnTo>
                    <a:pt x="266700" y="762"/>
                  </a:lnTo>
                  <a:lnTo>
                    <a:pt x="266700" y="13716"/>
                  </a:lnTo>
                  <a:lnTo>
                    <a:pt x="419100" y="13716"/>
                  </a:lnTo>
                  <a:lnTo>
                    <a:pt x="419100" y="1524"/>
                  </a:lnTo>
                  <a:close/>
                </a:path>
                <a:path w="8610600" h="64770">
                  <a:moveTo>
                    <a:pt x="685800" y="27432"/>
                  </a:moveTo>
                  <a:lnTo>
                    <a:pt x="533400" y="26670"/>
                  </a:lnTo>
                  <a:lnTo>
                    <a:pt x="533400" y="39624"/>
                  </a:lnTo>
                  <a:lnTo>
                    <a:pt x="685800" y="40386"/>
                  </a:lnTo>
                  <a:lnTo>
                    <a:pt x="685800" y="27432"/>
                  </a:lnTo>
                  <a:close/>
                </a:path>
                <a:path w="8610600" h="64770">
                  <a:moveTo>
                    <a:pt x="685800" y="2286"/>
                  </a:moveTo>
                  <a:lnTo>
                    <a:pt x="533400" y="1524"/>
                  </a:lnTo>
                  <a:lnTo>
                    <a:pt x="533400" y="14478"/>
                  </a:lnTo>
                  <a:lnTo>
                    <a:pt x="685800" y="14478"/>
                  </a:lnTo>
                  <a:lnTo>
                    <a:pt x="685800" y="2286"/>
                  </a:lnTo>
                  <a:close/>
                </a:path>
                <a:path w="8610600" h="64770">
                  <a:moveTo>
                    <a:pt x="952500" y="28194"/>
                  </a:moveTo>
                  <a:lnTo>
                    <a:pt x="800100" y="28194"/>
                  </a:lnTo>
                  <a:lnTo>
                    <a:pt x="800100" y="40386"/>
                  </a:lnTo>
                  <a:lnTo>
                    <a:pt x="952500" y="41148"/>
                  </a:lnTo>
                  <a:lnTo>
                    <a:pt x="952500" y="28194"/>
                  </a:lnTo>
                  <a:close/>
                </a:path>
                <a:path w="8610600" h="64770">
                  <a:moveTo>
                    <a:pt x="952500" y="3048"/>
                  </a:moveTo>
                  <a:lnTo>
                    <a:pt x="800100" y="2286"/>
                  </a:lnTo>
                  <a:lnTo>
                    <a:pt x="800100" y="15240"/>
                  </a:lnTo>
                  <a:lnTo>
                    <a:pt x="952500" y="15240"/>
                  </a:lnTo>
                  <a:lnTo>
                    <a:pt x="952500" y="3048"/>
                  </a:lnTo>
                  <a:close/>
                </a:path>
                <a:path w="8610600" h="64770">
                  <a:moveTo>
                    <a:pt x="1219200" y="28956"/>
                  </a:moveTo>
                  <a:lnTo>
                    <a:pt x="1066800" y="28956"/>
                  </a:lnTo>
                  <a:lnTo>
                    <a:pt x="1066800" y="41148"/>
                  </a:lnTo>
                  <a:lnTo>
                    <a:pt x="1219200" y="41910"/>
                  </a:lnTo>
                  <a:lnTo>
                    <a:pt x="1219200" y="28956"/>
                  </a:lnTo>
                  <a:close/>
                </a:path>
                <a:path w="8610600" h="64770">
                  <a:moveTo>
                    <a:pt x="1219200" y="3810"/>
                  </a:moveTo>
                  <a:lnTo>
                    <a:pt x="1066800" y="3048"/>
                  </a:lnTo>
                  <a:lnTo>
                    <a:pt x="1066800" y="16002"/>
                  </a:lnTo>
                  <a:lnTo>
                    <a:pt x="1219200" y="16764"/>
                  </a:lnTo>
                  <a:lnTo>
                    <a:pt x="1219200" y="3810"/>
                  </a:lnTo>
                  <a:close/>
                </a:path>
                <a:path w="8610600" h="64770">
                  <a:moveTo>
                    <a:pt x="1485900" y="29718"/>
                  </a:moveTo>
                  <a:lnTo>
                    <a:pt x="1333500" y="29718"/>
                  </a:lnTo>
                  <a:lnTo>
                    <a:pt x="1333500" y="41910"/>
                  </a:lnTo>
                  <a:lnTo>
                    <a:pt x="1485900" y="42672"/>
                  </a:lnTo>
                  <a:lnTo>
                    <a:pt x="1485900" y="29718"/>
                  </a:lnTo>
                  <a:close/>
                </a:path>
                <a:path w="8610600" h="64770">
                  <a:moveTo>
                    <a:pt x="1485900" y="4572"/>
                  </a:moveTo>
                  <a:lnTo>
                    <a:pt x="1333500" y="3810"/>
                  </a:lnTo>
                  <a:lnTo>
                    <a:pt x="1333500" y="16764"/>
                  </a:lnTo>
                  <a:lnTo>
                    <a:pt x="1485900" y="17526"/>
                  </a:lnTo>
                  <a:lnTo>
                    <a:pt x="1485900" y="4572"/>
                  </a:lnTo>
                  <a:close/>
                </a:path>
                <a:path w="8610600" h="64770">
                  <a:moveTo>
                    <a:pt x="1752600" y="30480"/>
                  </a:moveTo>
                  <a:lnTo>
                    <a:pt x="1600200" y="30480"/>
                  </a:lnTo>
                  <a:lnTo>
                    <a:pt x="1600200" y="42672"/>
                  </a:lnTo>
                  <a:lnTo>
                    <a:pt x="1752600" y="43434"/>
                  </a:lnTo>
                  <a:lnTo>
                    <a:pt x="1752600" y="30480"/>
                  </a:lnTo>
                  <a:close/>
                </a:path>
                <a:path w="8610600" h="64770">
                  <a:moveTo>
                    <a:pt x="1752600" y="5334"/>
                  </a:moveTo>
                  <a:lnTo>
                    <a:pt x="1600200" y="4572"/>
                  </a:lnTo>
                  <a:lnTo>
                    <a:pt x="1600200" y="17526"/>
                  </a:lnTo>
                  <a:lnTo>
                    <a:pt x="1752600" y="18288"/>
                  </a:lnTo>
                  <a:lnTo>
                    <a:pt x="1752600" y="5334"/>
                  </a:lnTo>
                  <a:close/>
                </a:path>
                <a:path w="8610600" h="64770">
                  <a:moveTo>
                    <a:pt x="2019300" y="32004"/>
                  </a:moveTo>
                  <a:lnTo>
                    <a:pt x="1866900" y="31242"/>
                  </a:lnTo>
                  <a:lnTo>
                    <a:pt x="1866900" y="44196"/>
                  </a:lnTo>
                  <a:lnTo>
                    <a:pt x="2019300" y="44196"/>
                  </a:lnTo>
                  <a:lnTo>
                    <a:pt x="2019300" y="32004"/>
                  </a:lnTo>
                  <a:close/>
                </a:path>
                <a:path w="8610600" h="64770">
                  <a:moveTo>
                    <a:pt x="2019300" y="6096"/>
                  </a:moveTo>
                  <a:lnTo>
                    <a:pt x="1866900" y="6096"/>
                  </a:lnTo>
                  <a:lnTo>
                    <a:pt x="1866900" y="18288"/>
                  </a:lnTo>
                  <a:lnTo>
                    <a:pt x="2019300" y="19050"/>
                  </a:lnTo>
                  <a:lnTo>
                    <a:pt x="2019300" y="6096"/>
                  </a:lnTo>
                  <a:close/>
                </a:path>
                <a:path w="8610600" h="64770">
                  <a:moveTo>
                    <a:pt x="2286000" y="32766"/>
                  </a:moveTo>
                  <a:lnTo>
                    <a:pt x="2133600" y="32004"/>
                  </a:lnTo>
                  <a:lnTo>
                    <a:pt x="2133600" y="44958"/>
                  </a:lnTo>
                  <a:lnTo>
                    <a:pt x="2286000" y="44958"/>
                  </a:lnTo>
                  <a:lnTo>
                    <a:pt x="2286000" y="32766"/>
                  </a:lnTo>
                  <a:close/>
                </a:path>
                <a:path w="8610600" h="64770">
                  <a:moveTo>
                    <a:pt x="2286000" y="6858"/>
                  </a:moveTo>
                  <a:lnTo>
                    <a:pt x="2133600" y="6858"/>
                  </a:lnTo>
                  <a:lnTo>
                    <a:pt x="2133600" y="19050"/>
                  </a:lnTo>
                  <a:lnTo>
                    <a:pt x="2286000" y="19812"/>
                  </a:lnTo>
                  <a:lnTo>
                    <a:pt x="2286000" y="6858"/>
                  </a:lnTo>
                  <a:close/>
                </a:path>
                <a:path w="8610600" h="64770">
                  <a:moveTo>
                    <a:pt x="2552700" y="33528"/>
                  </a:moveTo>
                  <a:lnTo>
                    <a:pt x="2400300" y="32766"/>
                  </a:lnTo>
                  <a:lnTo>
                    <a:pt x="2400300" y="45720"/>
                  </a:lnTo>
                  <a:lnTo>
                    <a:pt x="2552700" y="45720"/>
                  </a:lnTo>
                  <a:lnTo>
                    <a:pt x="2552700" y="33528"/>
                  </a:lnTo>
                  <a:close/>
                </a:path>
                <a:path w="8610600" h="64770">
                  <a:moveTo>
                    <a:pt x="2552700" y="7620"/>
                  </a:moveTo>
                  <a:lnTo>
                    <a:pt x="2400300" y="7620"/>
                  </a:lnTo>
                  <a:lnTo>
                    <a:pt x="2400300" y="19812"/>
                  </a:lnTo>
                  <a:lnTo>
                    <a:pt x="2552700" y="20574"/>
                  </a:lnTo>
                  <a:lnTo>
                    <a:pt x="2552700" y="7620"/>
                  </a:lnTo>
                  <a:close/>
                </a:path>
                <a:path w="8610600" h="64770">
                  <a:moveTo>
                    <a:pt x="2819400" y="34290"/>
                  </a:moveTo>
                  <a:lnTo>
                    <a:pt x="2667000" y="33528"/>
                  </a:lnTo>
                  <a:lnTo>
                    <a:pt x="2667000" y="46482"/>
                  </a:lnTo>
                  <a:lnTo>
                    <a:pt x="2819400" y="46482"/>
                  </a:lnTo>
                  <a:lnTo>
                    <a:pt x="2819400" y="34290"/>
                  </a:lnTo>
                  <a:close/>
                </a:path>
                <a:path w="8610600" h="64770">
                  <a:moveTo>
                    <a:pt x="2819400" y="8382"/>
                  </a:moveTo>
                  <a:lnTo>
                    <a:pt x="2667000" y="8382"/>
                  </a:lnTo>
                  <a:lnTo>
                    <a:pt x="2667000" y="21336"/>
                  </a:lnTo>
                  <a:lnTo>
                    <a:pt x="2819400" y="21336"/>
                  </a:lnTo>
                  <a:lnTo>
                    <a:pt x="2819400" y="8382"/>
                  </a:lnTo>
                  <a:close/>
                </a:path>
                <a:path w="8610600" h="64770">
                  <a:moveTo>
                    <a:pt x="3086100" y="35052"/>
                  </a:moveTo>
                  <a:lnTo>
                    <a:pt x="2933700" y="34290"/>
                  </a:lnTo>
                  <a:lnTo>
                    <a:pt x="2933700" y="47244"/>
                  </a:lnTo>
                  <a:lnTo>
                    <a:pt x="3086100" y="48006"/>
                  </a:lnTo>
                  <a:lnTo>
                    <a:pt x="3086100" y="35052"/>
                  </a:lnTo>
                  <a:close/>
                </a:path>
                <a:path w="8610600" h="64770">
                  <a:moveTo>
                    <a:pt x="3086100" y="9906"/>
                  </a:moveTo>
                  <a:lnTo>
                    <a:pt x="2933700" y="9144"/>
                  </a:lnTo>
                  <a:lnTo>
                    <a:pt x="2933700" y="22098"/>
                  </a:lnTo>
                  <a:lnTo>
                    <a:pt x="3086100" y="22098"/>
                  </a:lnTo>
                  <a:lnTo>
                    <a:pt x="3086100" y="9906"/>
                  </a:lnTo>
                  <a:close/>
                </a:path>
                <a:path w="8610600" h="64770">
                  <a:moveTo>
                    <a:pt x="3352800" y="35814"/>
                  </a:moveTo>
                  <a:lnTo>
                    <a:pt x="3200400" y="35052"/>
                  </a:lnTo>
                  <a:lnTo>
                    <a:pt x="3200400" y="48006"/>
                  </a:lnTo>
                  <a:lnTo>
                    <a:pt x="3352800" y="48768"/>
                  </a:lnTo>
                  <a:lnTo>
                    <a:pt x="3352800" y="35814"/>
                  </a:lnTo>
                  <a:close/>
                </a:path>
                <a:path w="8610600" h="64770">
                  <a:moveTo>
                    <a:pt x="3352800" y="10668"/>
                  </a:moveTo>
                  <a:lnTo>
                    <a:pt x="3200400" y="9906"/>
                  </a:lnTo>
                  <a:lnTo>
                    <a:pt x="3200400" y="22860"/>
                  </a:lnTo>
                  <a:lnTo>
                    <a:pt x="3352800" y="22860"/>
                  </a:lnTo>
                  <a:lnTo>
                    <a:pt x="3352800" y="10668"/>
                  </a:lnTo>
                  <a:close/>
                </a:path>
                <a:path w="8610600" h="64770">
                  <a:moveTo>
                    <a:pt x="3619500" y="36576"/>
                  </a:moveTo>
                  <a:lnTo>
                    <a:pt x="3467100" y="35814"/>
                  </a:lnTo>
                  <a:lnTo>
                    <a:pt x="3467100" y="48768"/>
                  </a:lnTo>
                  <a:lnTo>
                    <a:pt x="3619500" y="49530"/>
                  </a:lnTo>
                  <a:lnTo>
                    <a:pt x="3619500" y="36576"/>
                  </a:lnTo>
                  <a:close/>
                </a:path>
                <a:path w="8610600" h="64770">
                  <a:moveTo>
                    <a:pt x="3619500" y="11430"/>
                  </a:moveTo>
                  <a:lnTo>
                    <a:pt x="3467100" y="10668"/>
                  </a:lnTo>
                  <a:lnTo>
                    <a:pt x="3467100" y="23622"/>
                  </a:lnTo>
                  <a:lnTo>
                    <a:pt x="3619500" y="23622"/>
                  </a:lnTo>
                  <a:lnTo>
                    <a:pt x="3619500" y="11430"/>
                  </a:lnTo>
                  <a:close/>
                </a:path>
                <a:path w="8610600" h="64770">
                  <a:moveTo>
                    <a:pt x="3886200" y="37338"/>
                  </a:moveTo>
                  <a:lnTo>
                    <a:pt x="3733800" y="37338"/>
                  </a:lnTo>
                  <a:lnTo>
                    <a:pt x="3733800" y="49530"/>
                  </a:lnTo>
                  <a:lnTo>
                    <a:pt x="3886200" y="50292"/>
                  </a:lnTo>
                  <a:lnTo>
                    <a:pt x="3886200" y="37338"/>
                  </a:lnTo>
                  <a:close/>
                </a:path>
                <a:path w="8610600" h="64770">
                  <a:moveTo>
                    <a:pt x="3886200" y="12192"/>
                  </a:moveTo>
                  <a:lnTo>
                    <a:pt x="3733800" y="11430"/>
                  </a:lnTo>
                  <a:lnTo>
                    <a:pt x="3733800" y="24384"/>
                  </a:lnTo>
                  <a:lnTo>
                    <a:pt x="3886200" y="25146"/>
                  </a:lnTo>
                  <a:lnTo>
                    <a:pt x="3886200" y="12192"/>
                  </a:lnTo>
                  <a:close/>
                </a:path>
                <a:path w="8610600" h="64770">
                  <a:moveTo>
                    <a:pt x="4152900" y="38100"/>
                  </a:moveTo>
                  <a:lnTo>
                    <a:pt x="4000500" y="38100"/>
                  </a:lnTo>
                  <a:lnTo>
                    <a:pt x="4000500" y="50292"/>
                  </a:lnTo>
                  <a:lnTo>
                    <a:pt x="4152900" y="51054"/>
                  </a:lnTo>
                  <a:lnTo>
                    <a:pt x="4152900" y="38100"/>
                  </a:lnTo>
                  <a:close/>
                </a:path>
                <a:path w="8610600" h="64770">
                  <a:moveTo>
                    <a:pt x="4152900" y="12954"/>
                  </a:moveTo>
                  <a:lnTo>
                    <a:pt x="4000500" y="12192"/>
                  </a:lnTo>
                  <a:lnTo>
                    <a:pt x="4000500" y="25146"/>
                  </a:lnTo>
                  <a:lnTo>
                    <a:pt x="4152900" y="25908"/>
                  </a:lnTo>
                  <a:lnTo>
                    <a:pt x="4152900" y="12954"/>
                  </a:lnTo>
                  <a:close/>
                </a:path>
                <a:path w="8610600" h="64770">
                  <a:moveTo>
                    <a:pt x="4419600" y="38862"/>
                  </a:moveTo>
                  <a:lnTo>
                    <a:pt x="4267200" y="38862"/>
                  </a:lnTo>
                  <a:lnTo>
                    <a:pt x="4267200" y="51054"/>
                  </a:lnTo>
                  <a:lnTo>
                    <a:pt x="4419600" y="51816"/>
                  </a:lnTo>
                  <a:lnTo>
                    <a:pt x="4419600" y="38862"/>
                  </a:lnTo>
                  <a:close/>
                </a:path>
                <a:path w="8610600" h="64770">
                  <a:moveTo>
                    <a:pt x="4419600" y="13716"/>
                  </a:moveTo>
                  <a:lnTo>
                    <a:pt x="4267200" y="12954"/>
                  </a:lnTo>
                  <a:lnTo>
                    <a:pt x="4267200" y="25908"/>
                  </a:lnTo>
                  <a:lnTo>
                    <a:pt x="4419600" y="26670"/>
                  </a:lnTo>
                  <a:lnTo>
                    <a:pt x="4419600" y="13716"/>
                  </a:lnTo>
                  <a:close/>
                </a:path>
                <a:path w="8610600" h="64770">
                  <a:moveTo>
                    <a:pt x="4686300" y="39624"/>
                  </a:moveTo>
                  <a:lnTo>
                    <a:pt x="4533900" y="39624"/>
                  </a:lnTo>
                  <a:lnTo>
                    <a:pt x="4533900" y="51816"/>
                  </a:lnTo>
                  <a:lnTo>
                    <a:pt x="4686300" y="52578"/>
                  </a:lnTo>
                  <a:lnTo>
                    <a:pt x="4686300" y="39624"/>
                  </a:lnTo>
                  <a:close/>
                </a:path>
                <a:path w="8610600" h="64770">
                  <a:moveTo>
                    <a:pt x="4686300" y="14478"/>
                  </a:moveTo>
                  <a:lnTo>
                    <a:pt x="4533900" y="13716"/>
                  </a:lnTo>
                  <a:lnTo>
                    <a:pt x="4533900" y="26670"/>
                  </a:lnTo>
                  <a:lnTo>
                    <a:pt x="4686300" y="27432"/>
                  </a:lnTo>
                  <a:lnTo>
                    <a:pt x="4686300" y="14478"/>
                  </a:lnTo>
                  <a:close/>
                </a:path>
                <a:path w="8610600" h="64770">
                  <a:moveTo>
                    <a:pt x="4953000" y="41148"/>
                  </a:moveTo>
                  <a:lnTo>
                    <a:pt x="4800600" y="40386"/>
                  </a:lnTo>
                  <a:lnTo>
                    <a:pt x="4800600" y="53340"/>
                  </a:lnTo>
                  <a:lnTo>
                    <a:pt x="4953000" y="53340"/>
                  </a:lnTo>
                  <a:lnTo>
                    <a:pt x="4953000" y="41148"/>
                  </a:lnTo>
                  <a:close/>
                </a:path>
                <a:path w="8610600" h="64770">
                  <a:moveTo>
                    <a:pt x="4953000" y="15240"/>
                  </a:moveTo>
                  <a:lnTo>
                    <a:pt x="4800600" y="15240"/>
                  </a:lnTo>
                  <a:lnTo>
                    <a:pt x="4800600" y="27432"/>
                  </a:lnTo>
                  <a:lnTo>
                    <a:pt x="4953000" y="28194"/>
                  </a:lnTo>
                  <a:lnTo>
                    <a:pt x="4953000" y="15240"/>
                  </a:lnTo>
                  <a:close/>
                </a:path>
                <a:path w="8610600" h="64770">
                  <a:moveTo>
                    <a:pt x="5219700" y="41910"/>
                  </a:moveTo>
                  <a:lnTo>
                    <a:pt x="5067300" y="41148"/>
                  </a:lnTo>
                  <a:lnTo>
                    <a:pt x="5067300" y="54102"/>
                  </a:lnTo>
                  <a:lnTo>
                    <a:pt x="5219700" y="54102"/>
                  </a:lnTo>
                  <a:lnTo>
                    <a:pt x="5219700" y="41910"/>
                  </a:lnTo>
                  <a:close/>
                </a:path>
                <a:path w="8610600" h="64770">
                  <a:moveTo>
                    <a:pt x="5219700" y="16002"/>
                  </a:moveTo>
                  <a:lnTo>
                    <a:pt x="5067300" y="16002"/>
                  </a:lnTo>
                  <a:lnTo>
                    <a:pt x="5067300" y="28194"/>
                  </a:lnTo>
                  <a:lnTo>
                    <a:pt x="5219700" y="28956"/>
                  </a:lnTo>
                  <a:lnTo>
                    <a:pt x="5219700" y="16002"/>
                  </a:lnTo>
                  <a:close/>
                </a:path>
                <a:path w="8610600" h="64770">
                  <a:moveTo>
                    <a:pt x="5486400" y="42672"/>
                  </a:moveTo>
                  <a:lnTo>
                    <a:pt x="5334000" y="41910"/>
                  </a:lnTo>
                  <a:lnTo>
                    <a:pt x="5334000" y="54864"/>
                  </a:lnTo>
                  <a:lnTo>
                    <a:pt x="5486400" y="54864"/>
                  </a:lnTo>
                  <a:lnTo>
                    <a:pt x="5486400" y="42672"/>
                  </a:lnTo>
                  <a:close/>
                </a:path>
                <a:path w="8610600" h="64770">
                  <a:moveTo>
                    <a:pt x="5486400" y="16764"/>
                  </a:moveTo>
                  <a:lnTo>
                    <a:pt x="5334000" y="16764"/>
                  </a:lnTo>
                  <a:lnTo>
                    <a:pt x="5334000" y="28956"/>
                  </a:lnTo>
                  <a:lnTo>
                    <a:pt x="5486400" y="29718"/>
                  </a:lnTo>
                  <a:lnTo>
                    <a:pt x="5486400" y="16764"/>
                  </a:lnTo>
                  <a:close/>
                </a:path>
                <a:path w="8610600" h="64770">
                  <a:moveTo>
                    <a:pt x="5753100" y="43434"/>
                  </a:moveTo>
                  <a:lnTo>
                    <a:pt x="5600700" y="42672"/>
                  </a:lnTo>
                  <a:lnTo>
                    <a:pt x="5600700" y="55626"/>
                  </a:lnTo>
                  <a:lnTo>
                    <a:pt x="5753100" y="55626"/>
                  </a:lnTo>
                  <a:lnTo>
                    <a:pt x="5753100" y="43434"/>
                  </a:lnTo>
                  <a:close/>
                </a:path>
                <a:path w="8610600" h="64770">
                  <a:moveTo>
                    <a:pt x="5753100" y="17526"/>
                  </a:moveTo>
                  <a:lnTo>
                    <a:pt x="5600700" y="17526"/>
                  </a:lnTo>
                  <a:lnTo>
                    <a:pt x="5600700" y="30480"/>
                  </a:lnTo>
                  <a:lnTo>
                    <a:pt x="5753100" y="30480"/>
                  </a:lnTo>
                  <a:lnTo>
                    <a:pt x="5753100" y="17526"/>
                  </a:lnTo>
                  <a:close/>
                </a:path>
                <a:path w="8610600" h="64770">
                  <a:moveTo>
                    <a:pt x="6019800" y="44196"/>
                  </a:moveTo>
                  <a:lnTo>
                    <a:pt x="5867400" y="43434"/>
                  </a:lnTo>
                  <a:lnTo>
                    <a:pt x="5867400" y="56388"/>
                  </a:lnTo>
                  <a:lnTo>
                    <a:pt x="6019800" y="57150"/>
                  </a:lnTo>
                  <a:lnTo>
                    <a:pt x="6019800" y="44196"/>
                  </a:lnTo>
                  <a:close/>
                </a:path>
                <a:path w="8610600" h="64770">
                  <a:moveTo>
                    <a:pt x="6019800" y="19050"/>
                  </a:moveTo>
                  <a:lnTo>
                    <a:pt x="5867400" y="18288"/>
                  </a:lnTo>
                  <a:lnTo>
                    <a:pt x="5867400" y="31242"/>
                  </a:lnTo>
                  <a:lnTo>
                    <a:pt x="6019800" y="31242"/>
                  </a:lnTo>
                  <a:lnTo>
                    <a:pt x="6019800" y="19050"/>
                  </a:lnTo>
                  <a:close/>
                </a:path>
                <a:path w="8610600" h="64770">
                  <a:moveTo>
                    <a:pt x="6286500" y="44958"/>
                  </a:moveTo>
                  <a:lnTo>
                    <a:pt x="6134100" y="44196"/>
                  </a:lnTo>
                  <a:lnTo>
                    <a:pt x="6134100" y="57150"/>
                  </a:lnTo>
                  <a:lnTo>
                    <a:pt x="6286500" y="57912"/>
                  </a:lnTo>
                  <a:lnTo>
                    <a:pt x="6286500" y="44958"/>
                  </a:lnTo>
                  <a:close/>
                </a:path>
                <a:path w="8610600" h="64770">
                  <a:moveTo>
                    <a:pt x="6286500" y="19812"/>
                  </a:moveTo>
                  <a:lnTo>
                    <a:pt x="6134100" y="19050"/>
                  </a:lnTo>
                  <a:lnTo>
                    <a:pt x="6134100" y="32004"/>
                  </a:lnTo>
                  <a:lnTo>
                    <a:pt x="6286500" y="32004"/>
                  </a:lnTo>
                  <a:lnTo>
                    <a:pt x="6286500" y="19812"/>
                  </a:lnTo>
                  <a:close/>
                </a:path>
                <a:path w="8610600" h="64770">
                  <a:moveTo>
                    <a:pt x="6553200" y="45720"/>
                  </a:moveTo>
                  <a:lnTo>
                    <a:pt x="6400800" y="44958"/>
                  </a:lnTo>
                  <a:lnTo>
                    <a:pt x="6400800" y="57912"/>
                  </a:lnTo>
                  <a:lnTo>
                    <a:pt x="6553200" y="58674"/>
                  </a:lnTo>
                  <a:lnTo>
                    <a:pt x="6553200" y="45720"/>
                  </a:lnTo>
                  <a:close/>
                </a:path>
                <a:path w="8610600" h="64770">
                  <a:moveTo>
                    <a:pt x="6553200" y="20574"/>
                  </a:moveTo>
                  <a:lnTo>
                    <a:pt x="6400800" y="19812"/>
                  </a:lnTo>
                  <a:lnTo>
                    <a:pt x="6400800" y="32766"/>
                  </a:lnTo>
                  <a:lnTo>
                    <a:pt x="6553200" y="32766"/>
                  </a:lnTo>
                  <a:lnTo>
                    <a:pt x="6553200" y="20574"/>
                  </a:lnTo>
                  <a:close/>
                </a:path>
                <a:path w="8610600" h="64770">
                  <a:moveTo>
                    <a:pt x="6819900" y="46482"/>
                  </a:moveTo>
                  <a:lnTo>
                    <a:pt x="6667500" y="46482"/>
                  </a:lnTo>
                  <a:lnTo>
                    <a:pt x="6667500" y="58674"/>
                  </a:lnTo>
                  <a:lnTo>
                    <a:pt x="6819900" y="59436"/>
                  </a:lnTo>
                  <a:lnTo>
                    <a:pt x="6819900" y="46482"/>
                  </a:lnTo>
                  <a:close/>
                </a:path>
                <a:path w="8610600" h="64770">
                  <a:moveTo>
                    <a:pt x="6819900" y="21336"/>
                  </a:moveTo>
                  <a:lnTo>
                    <a:pt x="6667500" y="20574"/>
                  </a:lnTo>
                  <a:lnTo>
                    <a:pt x="6667500" y="33528"/>
                  </a:lnTo>
                  <a:lnTo>
                    <a:pt x="6819900" y="34290"/>
                  </a:lnTo>
                  <a:lnTo>
                    <a:pt x="6819900" y="21336"/>
                  </a:lnTo>
                  <a:close/>
                </a:path>
                <a:path w="8610600" h="64770">
                  <a:moveTo>
                    <a:pt x="7086600" y="47244"/>
                  </a:moveTo>
                  <a:lnTo>
                    <a:pt x="6934200" y="47244"/>
                  </a:lnTo>
                  <a:lnTo>
                    <a:pt x="6934200" y="59436"/>
                  </a:lnTo>
                  <a:lnTo>
                    <a:pt x="7086600" y="60198"/>
                  </a:lnTo>
                  <a:lnTo>
                    <a:pt x="7086600" y="47244"/>
                  </a:lnTo>
                  <a:close/>
                </a:path>
                <a:path w="8610600" h="64770">
                  <a:moveTo>
                    <a:pt x="7086600" y="22098"/>
                  </a:moveTo>
                  <a:lnTo>
                    <a:pt x="6934200" y="21336"/>
                  </a:lnTo>
                  <a:lnTo>
                    <a:pt x="6934200" y="34290"/>
                  </a:lnTo>
                  <a:lnTo>
                    <a:pt x="7086600" y="35052"/>
                  </a:lnTo>
                  <a:lnTo>
                    <a:pt x="7086600" y="22098"/>
                  </a:lnTo>
                  <a:close/>
                </a:path>
                <a:path w="8610600" h="64770">
                  <a:moveTo>
                    <a:pt x="7353300" y="48006"/>
                  </a:moveTo>
                  <a:lnTo>
                    <a:pt x="7200900" y="48006"/>
                  </a:lnTo>
                  <a:lnTo>
                    <a:pt x="7200900" y="60198"/>
                  </a:lnTo>
                  <a:lnTo>
                    <a:pt x="7353300" y="60960"/>
                  </a:lnTo>
                  <a:lnTo>
                    <a:pt x="7353300" y="48006"/>
                  </a:lnTo>
                  <a:close/>
                </a:path>
                <a:path w="8610600" h="64770">
                  <a:moveTo>
                    <a:pt x="7353300" y="22860"/>
                  </a:moveTo>
                  <a:lnTo>
                    <a:pt x="7200900" y="22098"/>
                  </a:lnTo>
                  <a:lnTo>
                    <a:pt x="7200900" y="35052"/>
                  </a:lnTo>
                  <a:lnTo>
                    <a:pt x="7353300" y="35814"/>
                  </a:lnTo>
                  <a:lnTo>
                    <a:pt x="7353300" y="22860"/>
                  </a:lnTo>
                  <a:close/>
                </a:path>
                <a:path w="8610600" h="64770">
                  <a:moveTo>
                    <a:pt x="7620000" y="48768"/>
                  </a:moveTo>
                  <a:lnTo>
                    <a:pt x="7467600" y="48768"/>
                  </a:lnTo>
                  <a:lnTo>
                    <a:pt x="7467600" y="61722"/>
                  </a:lnTo>
                  <a:lnTo>
                    <a:pt x="7620000" y="61722"/>
                  </a:lnTo>
                  <a:lnTo>
                    <a:pt x="7620000" y="48768"/>
                  </a:lnTo>
                  <a:close/>
                </a:path>
                <a:path w="8610600" h="64770">
                  <a:moveTo>
                    <a:pt x="7620000" y="23622"/>
                  </a:moveTo>
                  <a:lnTo>
                    <a:pt x="7467600" y="23622"/>
                  </a:lnTo>
                  <a:lnTo>
                    <a:pt x="7467600" y="35814"/>
                  </a:lnTo>
                  <a:lnTo>
                    <a:pt x="7620000" y="36576"/>
                  </a:lnTo>
                  <a:lnTo>
                    <a:pt x="7620000" y="23622"/>
                  </a:lnTo>
                  <a:close/>
                </a:path>
                <a:path w="8610600" h="64770">
                  <a:moveTo>
                    <a:pt x="7886700" y="50292"/>
                  </a:moveTo>
                  <a:lnTo>
                    <a:pt x="7734300" y="49530"/>
                  </a:lnTo>
                  <a:lnTo>
                    <a:pt x="7734300" y="62484"/>
                  </a:lnTo>
                  <a:lnTo>
                    <a:pt x="7886700" y="62484"/>
                  </a:lnTo>
                  <a:lnTo>
                    <a:pt x="7886700" y="50292"/>
                  </a:lnTo>
                  <a:close/>
                </a:path>
                <a:path w="8610600" h="64770">
                  <a:moveTo>
                    <a:pt x="7886700" y="24384"/>
                  </a:moveTo>
                  <a:lnTo>
                    <a:pt x="7734300" y="24384"/>
                  </a:lnTo>
                  <a:lnTo>
                    <a:pt x="7734300" y="36576"/>
                  </a:lnTo>
                  <a:lnTo>
                    <a:pt x="7886700" y="37338"/>
                  </a:lnTo>
                  <a:lnTo>
                    <a:pt x="7886700" y="24384"/>
                  </a:lnTo>
                  <a:close/>
                </a:path>
                <a:path w="8610600" h="64770">
                  <a:moveTo>
                    <a:pt x="8153400" y="51054"/>
                  </a:moveTo>
                  <a:lnTo>
                    <a:pt x="8001000" y="50292"/>
                  </a:lnTo>
                  <a:lnTo>
                    <a:pt x="8001000" y="63246"/>
                  </a:lnTo>
                  <a:lnTo>
                    <a:pt x="8153400" y="63246"/>
                  </a:lnTo>
                  <a:lnTo>
                    <a:pt x="8153400" y="51054"/>
                  </a:lnTo>
                  <a:close/>
                </a:path>
                <a:path w="8610600" h="64770">
                  <a:moveTo>
                    <a:pt x="8153400" y="25146"/>
                  </a:moveTo>
                  <a:lnTo>
                    <a:pt x="8001000" y="25146"/>
                  </a:lnTo>
                  <a:lnTo>
                    <a:pt x="8001000" y="37338"/>
                  </a:lnTo>
                  <a:lnTo>
                    <a:pt x="8153400" y="38100"/>
                  </a:lnTo>
                  <a:lnTo>
                    <a:pt x="8153400" y="25146"/>
                  </a:lnTo>
                  <a:close/>
                </a:path>
                <a:path w="8610600" h="64770">
                  <a:moveTo>
                    <a:pt x="8420100" y="51816"/>
                  </a:moveTo>
                  <a:lnTo>
                    <a:pt x="8267700" y="51054"/>
                  </a:lnTo>
                  <a:lnTo>
                    <a:pt x="8267700" y="64008"/>
                  </a:lnTo>
                  <a:lnTo>
                    <a:pt x="8420100" y="64008"/>
                  </a:lnTo>
                  <a:lnTo>
                    <a:pt x="8420100" y="51816"/>
                  </a:lnTo>
                  <a:close/>
                </a:path>
                <a:path w="8610600" h="64770">
                  <a:moveTo>
                    <a:pt x="8420100" y="25908"/>
                  </a:moveTo>
                  <a:lnTo>
                    <a:pt x="8267700" y="25908"/>
                  </a:lnTo>
                  <a:lnTo>
                    <a:pt x="8267700" y="38100"/>
                  </a:lnTo>
                  <a:lnTo>
                    <a:pt x="8420100" y="38862"/>
                  </a:lnTo>
                  <a:lnTo>
                    <a:pt x="8420100" y="25908"/>
                  </a:lnTo>
                  <a:close/>
                </a:path>
                <a:path w="8610600" h="64770">
                  <a:moveTo>
                    <a:pt x="8610600" y="52578"/>
                  </a:moveTo>
                  <a:lnTo>
                    <a:pt x="8534400" y="51816"/>
                  </a:lnTo>
                  <a:lnTo>
                    <a:pt x="8534400" y="64770"/>
                  </a:lnTo>
                  <a:lnTo>
                    <a:pt x="8610600" y="64770"/>
                  </a:lnTo>
                  <a:lnTo>
                    <a:pt x="8610600" y="52578"/>
                  </a:lnTo>
                  <a:close/>
                </a:path>
                <a:path w="8610600" h="64770">
                  <a:moveTo>
                    <a:pt x="8610600" y="26670"/>
                  </a:moveTo>
                  <a:lnTo>
                    <a:pt x="8534400" y="26670"/>
                  </a:lnTo>
                  <a:lnTo>
                    <a:pt x="8534400" y="39624"/>
                  </a:lnTo>
                  <a:lnTo>
                    <a:pt x="8610600" y="39624"/>
                  </a:lnTo>
                  <a:lnTo>
                    <a:pt x="8610600" y="2667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9146347" y="3904280"/>
            <a:ext cx="959314" cy="736118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非叶结点</a:t>
            </a:r>
            <a:endParaRPr sz="1814">
              <a:latin typeface="Lantinghei SC Heavy"/>
              <a:cs typeface="Lantinghei SC Heavy"/>
            </a:endParaRPr>
          </a:p>
          <a:p>
            <a:pPr marL="25912">
              <a:spcBef>
                <a:spcPts val="1301"/>
              </a:spcBef>
            </a:pPr>
            <a:r>
              <a:rPr sz="1814" b="1" spc="-27" dirty="0">
                <a:solidFill>
                  <a:srgbClr val="CC0000"/>
                </a:solidFill>
                <a:latin typeface="Lantinghei SC Heavy"/>
                <a:cs typeface="Lantinghei SC Heavy"/>
              </a:rPr>
              <a:t>叶子结点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9264525" y="5689075"/>
            <a:ext cx="713439" cy="569406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 marR="4607">
              <a:spcBef>
                <a:spcPts val="86"/>
              </a:spcBef>
            </a:pPr>
            <a:r>
              <a:rPr sz="1814" b="1" spc="-32" dirty="0">
                <a:solidFill>
                  <a:srgbClr val="CC0000"/>
                </a:solidFill>
                <a:latin typeface="Lantinghei SC Heavy"/>
                <a:cs typeface="Lantinghei SC Heavy"/>
              </a:rPr>
              <a:t>主文件的记录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2203357" y="1205995"/>
            <a:ext cx="2539124" cy="346464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>
              <a:spcBef>
                <a:spcPts val="91"/>
              </a:spcBef>
            </a:pP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删除</a:t>
            </a:r>
            <a:r>
              <a:rPr lang="en-US" altLang="zh-CN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40</a:t>
            </a:r>
            <a:r>
              <a:rPr lang="zh-CN" altLang="en-US" sz="2176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rPr>
              <a:t>，最终结果</a:t>
            </a:r>
            <a:endParaRPr sz="2176" dirty="0">
              <a:latin typeface="SimHei" panose="02010609060101010101" pitchFamily="49" charset="-122"/>
              <a:ea typeface="SimHei" panose="02010609060101010101" pitchFamily="49" charset="-122"/>
              <a:cs typeface="Lantinghei SC Heav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1A17F-02B6-2502-0FF4-5CC50CA3D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066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6A45C-698E-ECE0-C518-27E4D3262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473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7BFB9-CBB8-9BBB-5505-EFA1688C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726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645</Words>
  <Application>Microsoft Macintosh PowerPoint</Application>
  <PresentationFormat>宽屏</PresentationFormat>
  <Paragraphs>330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等线 Light</vt:lpstr>
      <vt:lpstr>SimHei</vt:lpstr>
      <vt:lpstr>Lantinghei SC Heavy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飞 郭</dc:creator>
  <cp:lastModifiedBy>飞 郭</cp:lastModifiedBy>
  <cp:revision>106</cp:revision>
  <dcterms:created xsi:type="dcterms:W3CDTF">2026-07-08T13:52:43Z</dcterms:created>
  <dcterms:modified xsi:type="dcterms:W3CDTF">2026-07-28T01:24:59Z</dcterms:modified>
</cp:coreProperties>
</file>