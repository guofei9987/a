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256" r:id="rId9"/>
    <p:sldId id="257" r:id="rId10"/>
    <p:sldId id="259" r:id="rId11"/>
    <p:sldId id="258" r:id="rId12"/>
    <p:sldId id="261" r:id="rId13"/>
    <p:sldId id="262" r:id="rId14"/>
    <p:sldId id="298" r:id="rId15"/>
    <p:sldId id="263" r:id="rId16"/>
    <p:sldId id="264" r:id="rId17"/>
    <p:sldId id="265" r:id="rId18"/>
    <p:sldId id="278" r:id="rId19"/>
    <p:sldId id="266" r:id="rId20"/>
    <p:sldId id="268" r:id="rId21"/>
    <p:sldId id="274" r:id="rId22"/>
    <p:sldId id="275" r:id="rId23"/>
    <p:sldId id="276" r:id="rId24"/>
    <p:sldId id="260" r:id="rId25"/>
    <p:sldId id="269" r:id="rId26"/>
    <p:sldId id="277" r:id="rId27"/>
    <p:sldId id="279" r:id="rId28"/>
    <p:sldId id="280" r:id="rId29"/>
    <p:sldId id="271" r:id="rId30"/>
    <p:sldId id="283" r:id="rId31"/>
    <p:sldId id="287" r:id="rId32"/>
    <p:sldId id="272" r:id="rId33"/>
    <p:sldId id="288" r:id="rId34"/>
    <p:sldId id="289" r:id="rId35"/>
    <p:sldId id="290" r:id="rId36"/>
    <p:sldId id="291" r:id="rId37"/>
    <p:sldId id="292" r:id="rId38"/>
    <p:sldId id="293" r:id="rId39"/>
    <p:sldId id="273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</p14:sldIdLst>
        </p14:section>
        <p14:section name="应用层" id="{8392AB2B-69A4-B041-A122-AA23147265B0}">
          <p14:sldIdLst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69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FF9A"/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00"/>
    <p:restoredTop sz="94726"/>
  </p:normalViewPr>
  <p:slideViewPr>
    <p:cSldViewPr snapToGrid="0">
      <p:cViewPr varScale="1">
        <p:scale>
          <a:sx n="92" d="100"/>
          <a:sy n="92" d="100"/>
        </p:scale>
        <p:origin x="184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106897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3" y="2250313"/>
            <a:ext cx="5591175" cy="3044190"/>
            <a:chOff x="2522473" y="2250313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0C787806-CABB-EAB0-B7E1-698A9F3EBB71}"/>
                </a:ext>
              </a:extLst>
            </p:cNvPr>
            <p:cNvSpPr/>
            <p:nvPr/>
          </p:nvSpPr>
          <p:spPr>
            <a:xfrm>
              <a:off x="5573043" y="4755248"/>
              <a:ext cx="176530" cy="0"/>
            </a:xfrm>
            <a:custGeom>
              <a:avLst/>
              <a:gdLst/>
              <a:ahLst/>
              <a:cxnLst/>
              <a:rect l="l" t="t" r="r" b="b"/>
              <a:pathLst>
                <a:path w="176529">
                  <a:moveTo>
                    <a:pt x="0" y="0"/>
                  </a:moveTo>
                  <a:lnTo>
                    <a:pt x="176202" y="0"/>
                  </a:lnTo>
                </a:path>
              </a:pathLst>
            </a:custGeom>
            <a:ln w="111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7">
            <a:extLst>
              <a:ext uri="{FF2B5EF4-FFF2-40B4-BE49-F238E27FC236}">
                <a16:creationId xmlns:a16="http://schemas.microsoft.com/office/drawing/2014/main" id="{E2316279-3605-B092-699A-D31F8635699C}"/>
              </a:ext>
            </a:extLst>
          </p:cNvPr>
          <p:cNvSpPr txBox="1"/>
          <p:nvPr/>
        </p:nvSpPr>
        <p:spPr>
          <a:xfrm>
            <a:off x="5285656" y="4725473"/>
            <a:ext cx="664845" cy="1885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617220" algn="l"/>
              </a:tabLst>
            </a:pPr>
            <a:r>
              <a:rPr sz="1050" i="1" spc="-50" dirty="0">
                <a:latin typeface="Times New Roman"/>
                <a:cs typeface="Times New Roman"/>
              </a:rPr>
              <a:t>i</a:t>
            </a:r>
            <a:r>
              <a:rPr sz="1050" i="1" dirty="0">
                <a:latin typeface="Times New Roman"/>
                <a:cs typeface="Times New Roman"/>
              </a:rPr>
              <a:t>	</a:t>
            </a:r>
            <a:r>
              <a:rPr sz="1050" i="1" spc="-50" dirty="0">
                <a:latin typeface="Times New Roman"/>
                <a:cs typeface="Times New Roman"/>
              </a:rPr>
              <a:t>i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B2D12CC4-A5CB-5215-EAC4-37AF16316D13}"/>
              </a:ext>
            </a:extLst>
          </p:cNvPr>
          <p:cNvSpPr txBox="1"/>
          <p:nvPr/>
        </p:nvSpPr>
        <p:spPr>
          <a:xfrm>
            <a:off x="5571707" y="4749045"/>
            <a:ext cx="17907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i="1" spc="-85" dirty="0">
                <a:latin typeface="Times New Roman"/>
                <a:cs typeface="Times New Roman"/>
              </a:rPr>
              <a:t>m</a:t>
            </a:r>
            <a:endParaRPr sz="1850">
              <a:latin typeface="Times New Roman"/>
              <a:cs typeface="Times New Roman"/>
            </a:endParaRPr>
          </a:p>
        </p:txBody>
      </p:sp>
      <p:sp>
        <p:nvSpPr>
          <p:cNvPr id="31" name="object 29">
            <a:extLst>
              <a:ext uri="{FF2B5EF4-FFF2-40B4-BE49-F238E27FC236}">
                <a16:creationId xmlns:a16="http://schemas.microsoft.com/office/drawing/2014/main" id="{E5052D97-72F6-5FF8-C9B5-3CF1981E0B67}"/>
              </a:ext>
            </a:extLst>
          </p:cNvPr>
          <p:cNvSpPr txBox="1"/>
          <p:nvPr/>
        </p:nvSpPr>
        <p:spPr>
          <a:xfrm>
            <a:off x="5145340" y="4566170"/>
            <a:ext cx="1278446" cy="2975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50" i="1" dirty="0">
                <a:latin typeface="Times New Roman"/>
                <a:cs typeface="Times New Roman"/>
              </a:rPr>
              <a:t>d</a:t>
            </a:r>
            <a:r>
              <a:rPr sz="1850" i="1" spc="270" dirty="0">
                <a:latin typeface="Times New Roman"/>
                <a:cs typeface="Times New Roman"/>
              </a:rPr>
              <a:t> </a:t>
            </a:r>
            <a:r>
              <a:rPr sz="1850" spc="-335" dirty="0">
                <a:latin typeface="Symbol"/>
                <a:cs typeface="Symbol"/>
              </a:rPr>
              <a:t></a:t>
            </a:r>
            <a:r>
              <a:rPr sz="1850" spc="210" dirty="0">
                <a:latin typeface="Times New Roman"/>
                <a:cs typeface="Times New Roman"/>
              </a:rPr>
              <a:t> </a:t>
            </a:r>
            <a:r>
              <a:rPr sz="2775" baseline="34534" dirty="0">
                <a:latin typeface="Times New Roman"/>
                <a:cs typeface="Times New Roman"/>
              </a:rPr>
              <a:t>1</a:t>
            </a:r>
            <a:r>
              <a:rPr sz="2775" spc="112" baseline="34534" dirty="0">
                <a:latin typeface="Times New Roman"/>
                <a:cs typeface="Times New Roman"/>
              </a:rPr>
              <a:t> </a:t>
            </a:r>
            <a:r>
              <a:rPr sz="1850" b="1" i="1" dirty="0">
                <a:latin typeface="Times New Roman"/>
                <a:cs typeface="Times New Roman"/>
              </a:rPr>
              <a:t>S</a:t>
            </a:r>
            <a:r>
              <a:rPr sz="1850" b="1" i="1" spc="145" dirty="0">
                <a:latin typeface="Times New Roman"/>
                <a:cs typeface="Times New Roman"/>
              </a:rPr>
              <a:t> </a:t>
            </a:r>
            <a:r>
              <a:rPr lang="zh-CN" altLang="en-US" sz="1850" b="1" i="1" spc="145" dirty="0">
                <a:latin typeface="Times New Roman"/>
                <a:cs typeface="Times New Roman"/>
              </a:rPr>
              <a:t> * </a:t>
            </a:r>
            <a:r>
              <a:rPr lang="en-US" altLang="zh-CN" sz="1850" b="1" i="1" spc="-790" dirty="0">
                <a:latin typeface="Times New Roman"/>
                <a:cs typeface="Times New Roman"/>
              </a:rPr>
              <a:t>P</a:t>
            </a:r>
            <a:endParaRPr sz="1850" dirty="0">
              <a:latin typeface="Times New Roman"/>
              <a:cs typeface="Times New Roman"/>
            </a:endParaRPr>
          </a:p>
        </p:txBody>
      </p:sp>
      <p:sp>
        <p:nvSpPr>
          <p:cNvPr id="32" name="object 30">
            <a:extLst>
              <a:ext uri="{FF2B5EF4-FFF2-40B4-BE49-F238E27FC236}">
                <a16:creationId xmlns:a16="http://schemas.microsoft.com/office/drawing/2014/main" id="{4FC0B599-053D-F13C-7B72-FAB23E1DD1FB}"/>
              </a:ext>
            </a:extLst>
          </p:cNvPr>
          <p:cNvSpPr txBox="1"/>
          <p:nvPr/>
        </p:nvSpPr>
        <p:spPr>
          <a:xfrm>
            <a:off x="4745127" y="1129963"/>
            <a:ext cx="1059025" cy="3097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35"/>
              </a:spcBef>
            </a:pPr>
            <a:r>
              <a:rPr sz="1900" b="1" i="1" dirty="0">
                <a:latin typeface="Times New Roman"/>
                <a:cs typeface="Times New Roman"/>
              </a:rPr>
              <a:t>P</a:t>
            </a:r>
            <a:r>
              <a:rPr sz="1900" b="1" i="1" spc="90" dirty="0">
                <a:latin typeface="Times New Roman"/>
                <a:cs typeface="Times New Roman"/>
              </a:rPr>
              <a:t> </a:t>
            </a:r>
            <a:r>
              <a:rPr sz="1900" spc="-140" dirty="0">
                <a:latin typeface="Symbol"/>
                <a:cs typeface="Symbol"/>
              </a:rPr>
              <a:t></a:t>
            </a:r>
            <a:r>
              <a:rPr sz="1900" spc="-55" dirty="0">
                <a:latin typeface="Times New Roman"/>
                <a:cs typeface="Times New Roman"/>
              </a:rPr>
              <a:t> </a:t>
            </a:r>
            <a:r>
              <a:rPr sz="1900" i="1" spc="50" dirty="0">
                <a:latin typeface="Times New Roman"/>
                <a:cs typeface="Times New Roman"/>
              </a:rPr>
              <a:t>d</a:t>
            </a:r>
            <a:r>
              <a:rPr sz="1650" i="1" spc="75" baseline="-25252" dirty="0">
                <a:latin typeface="Times New Roman"/>
                <a:cs typeface="Times New Roman"/>
              </a:rPr>
              <a:t>i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lang="zh-CN" altLang="en-US" sz="1600" i="1" spc="300" dirty="0">
                <a:latin typeface="Times New Roman"/>
                <a:cs typeface="Times New Roman"/>
              </a:rPr>
              <a:t>*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sz="1900" b="1" i="1" spc="-350" dirty="0">
                <a:latin typeface="Times New Roman"/>
                <a:cs typeface="Times New Roman"/>
              </a:rPr>
              <a:t>S</a:t>
            </a:r>
            <a:r>
              <a:rPr sz="1650" i="1" spc="-525" baseline="-25252" dirty="0">
                <a:latin typeface="Times New Roman"/>
                <a:cs typeface="Times New Roman"/>
              </a:rPr>
              <a:t>i</a:t>
            </a:r>
            <a:endParaRPr sz="1650" baseline="-25252" dirty="0">
              <a:latin typeface="Times New Roman"/>
              <a:cs typeface="Times New Roman"/>
            </a:endParaRPr>
          </a:p>
        </p:txBody>
      </p: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37478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1636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406536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4627085" y="518413"/>
            <a:ext cx="5029811" cy="5821172"/>
            <a:chOff x="4627085" y="518413"/>
            <a:chExt cx="5029811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5029811" cy="4814371"/>
              <a:chOff x="4627085" y="1021814"/>
              <a:chExt cx="5029811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ED930F8-5DCB-42A6-4901-9962082C1551}"/>
                  </a:ext>
                </a:extLst>
              </p:cNvPr>
              <p:cNvSpPr txBox="1"/>
              <p:nvPr/>
            </p:nvSpPr>
            <p:spPr>
              <a:xfrm>
                <a:off x="7348251" y="1659284"/>
                <a:ext cx="2308645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Rdt1.0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Rdt2.1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Rdt2.2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Rdt3.0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sz="2800" dirty="0">
                    <a:solidFill>
                      <a:srgbClr val="002060"/>
                    </a:solidFill>
                  </a:rPr>
                  <a:t>流水线机制</a:t>
                </a:r>
                <a:endParaRPr kumimoji="1" lang="en-US" altLang="zh-CN" sz="2800" dirty="0">
                  <a:solidFill>
                    <a:srgbClr val="00206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GBN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SR</a:t>
                </a:r>
                <a:endParaRPr kumimoji="1" lang="zh-CN" altLang="en-US" sz="2800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924" y="363557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501924" y="5277451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9065F30C-7145-51A6-4F3E-512B22F7EE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2700" y="1112229"/>
            <a:ext cx="7956042" cy="411937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B6BEA1B-467D-B465-873C-1BBDC4E27C12}"/>
              </a:ext>
            </a:extLst>
          </p:cNvPr>
          <p:cNvSpPr/>
          <p:nvPr/>
        </p:nvSpPr>
        <p:spPr>
          <a:xfrm>
            <a:off x="2903601" y="608168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72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07687" y="706263"/>
            <a:ext cx="9535557" cy="451689"/>
          </a:xfrm>
          <a:prstGeom prst="rect">
            <a:avLst/>
          </a:prstGeom>
        </p:spPr>
        <p:txBody>
          <a:bodyPr vert="horz" wrap="square" lIns="0" tIns="12092" rIns="0" bIns="0" rtlCol="0" anchor="ctr">
            <a:spAutoFit/>
          </a:bodyPr>
          <a:lstStyle/>
          <a:p>
            <a:pPr marL="11516">
              <a:lnSpc>
                <a:spcPct val="100000"/>
              </a:lnSpc>
              <a:spcBef>
                <a:spcPts val="95"/>
              </a:spcBef>
            </a:pPr>
            <a:r>
              <a:rPr dirty="0"/>
              <a:t>Rdt</a:t>
            </a:r>
            <a:r>
              <a:rPr spc="-9" dirty="0"/>
              <a:t> </a:t>
            </a:r>
            <a:r>
              <a:rPr dirty="0"/>
              <a:t>3.0:</a:t>
            </a:r>
            <a:r>
              <a:rPr spc="9" dirty="0"/>
              <a:t> </a:t>
            </a:r>
            <a:r>
              <a:rPr spc="-14" dirty="0">
                <a:latin typeface="Kaiti SC Black"/>
                <a:cs typeface="Kaiti SC Black"/>
              </a:rPr>
              <a:t>停等操作</a:t>
            </a: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3933</TotalTime>
  <Words>2322</Words>
  <Application>Microsoft Macintosh PowerPoint</Application>
  <PresentationFormat>宽屏</PresentationFormat>
  <Paragraphs>562</Paragraphs>
  <Slides>39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2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Symbol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Rdt 3.0: 停等操作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363</cp:revision>
  <dcterms:created xsi:type="dcterms:W3CDTF">2025-03-15T07:41:15Z</dcterms:created>
  <dcterms:modified xsi:type="dcterms:W3CDTF">2026-08-05T15:23:50Z</dcterms:modified>
</cp:coreProperties>
</file>