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310" r:id="rId9"/>
    <p:sldId id="256" r:id="rId10"/>
    <p:sldId id="257" r:id="rId11"/>
    <p:sldId id="309" r:id="rId12"/>
    <p:sldId id="259" r:id="rId13"/>
    <p:sldId id="258" r:id="rId14"/>
    <p:sldId id="261" r:id="rId15"/>
    <p:sldId id="262" r:id="rId16"/>
    <p:sldId id="298" r:id="rId17"/>
    <p:sldId id="263" r:id="rId18"/>
    <p:sldId id="264" r:id="rId19"/>
    <p:sldId id="265" r:id="rId20"/>
    <p:sldId id="278" r:id="rId21"/>
    <p:sldId id="266" r:id="rId22"/>
    <p:sldId id="268" r:id="rId23"/>
    <p:sldId id="274" r:id="rId24"/>
    <p:sldId id="275" r:id="rId25"/>
    <p:sldId id="276" r:id="rId26"/>
    <p:sldId id="260" r:id="rId27"/>
    <p:sldId id="277" r:id="rId28"/>
    <p:sldId id="279" r:id="rId29"/>
    <p:sldId id="280" r:id="rId30"/>
    <p:sldId id="271" r:id="rId31"/>
    <p:sldId id="283" r:id="rId32"/>
    <p:sldId id="287" r:id="rId33"/>
    <p:sldId id="272" r:id="rId34"/>
    <p:sldId id="288" r:id="rId35"/>
    <p:sldId id="289" r:id="rId36"/>
    <p:sldId id="290" r:id="rId37"/>
    <p:sldId id="291" r:id="rId38"/>
    <p:sldId id="292" r:id="rId39"/>
    <p:sldId id="273" r:id="rId40"/>
    <p:sldId id="304" r:id="rId41"/>
    <p:sldId id="305" r:id="rId42"/>
    <p:sldId id="306" r:id="rId43"/>
    <p:sldId id="307" r:id="rId44"/>
    <p:sldId id="308" r:id="rId45"/>
    <p:sldId id="316" r:id="rId46"/>
    <p:sldId id="318" r:id="rId47"/>
    <p:sldId id="317" r:id="rId48"/>
    <p:sldId id="314" r:id="rId49"/>
    <p:sldId id="315" r:id="rId50"/>
    <p:sldId id="319" r:id="rId51"/>
    <p:sldId id="320" r:id="rId52"/>
    <p:sldId id="321" r:id="rId53"/>
    <p:sldId id="322" r:id="rId54"/>
    <p:sldId id="323" r:id="rId55"/>
    <p:sldId id="324" r:id="rId56"/>
    <p:sldId id="325" r:id="rId57"/>
    <p:sldId id="326" r:id="rId5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  <p14:sldId id="310"/>
          </p14:sldIdLst>
        </p14:section>
        <p14:section name="应用层" id="{8392AB2B-69A4-B041-A122-AA23147265B0}">
          <p14:sldIdLst>
            <p14:sldId id="256"/>
            <p14:sldId id="257"/>
            <p14:sldId id="309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73"/>
            <p14:sldId id="304"/>
          </p14:sldIdLst>
        </p14:section>
        <p14:section name="网络层" id="{B2E3D5CE-5D39-FE41-B08C-6D28BD72BD6E}">
          <p14:sldIdLst>
            <p14:sldId id="305"/>
            <p14:sldId id="306"/>
            <p14:sldId id="307"/>
            <p14:sldId id="308"/>
            <p14:sldId id="316"/>
            <p14:sldId id="318"/>
            <p14:sldId id="317"/>
            <p14:sldId id="314"/>
            <p14:sldId id="315"/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7F3"/>
    <a:srgbClr val="FF99FF"/>
    <a:srgbClr val="FFFF9A"/>
    <a:srgbClr val="7CFDFF"/>
    <a:srgbClr val="CE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6"/>
    <p:restoredTop sz="94658"/>
  </p:normalViewPr>
  <p:slideViewPr>
    <p:cSldViewPr snapToGrid="0">
      <p:cViewPr varScale="1">
        <p:scale>
          <a:sx n="91" d="100"/>
          <a:sy n="91" d="100"/>
        </p:scale>
        <p:origin x="192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15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2026/8/13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7" Type="http://schemas.openxmlformats.org/officeDocument/2006/relationships/image" Target="../media/image78.sv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sv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5" Type="http://schemas.openxmlformats.org/officeDocument/2006/relationships/image" Target="../media/image71.sv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7" Type="http://schemas.openxmlformats.org/officeDocument/2006/relationships/image" Target="../media/image99.sv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sv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.png"/><Relationship Id="rId13" Type="http://schemas.openxmlformats.org/officeDocument/2006/relationships/image" Target="../media/image113.png"/><Relationship Id="rId18" Type="http://schemas.openxmlformats.org/officeDocument/2006/relationships/image" Target="../media/image118.png"/><Relationship Id="rId3" Type="http://schemas.openxmlformats.org/officeDocument/2006/relationships/image" Target="../media/image103.png"/><Relationship Id="rId21" Type="http://schemas.openxmlformats.org/officeDocument/2006/relationships/image" Target="../media/image121.png"/><Relationship Id="rId7" Type="http://schemas.openxmlformats.org/officeDocument/2006/relationships/image" Target="../media/image107.png"/><Relationship Id="rId12" Type="http://schemas.openxmlformats.org/officeDocument/2006/relationships/image" Target="../media/image112.png"/><Relationship Id="rId17" Type="http://schemas.openxmlformats.org/officeDocument/2006/relationships/image" Target="../media/image117.png"/><Relationship Id="rId25" Type="http://schemas.openxmlformats.org/officeDocument/2006/relationships/image" Target="../media/image125.png"/><Relationship Id="rId2" Type="http://schemas.openxmlformats.org/officeDocument/2006/relationships/image" Target="../media/image102.png"/><Relationship Id="rId16" Type="http://schemas.openxmlformats.org/officeDocument/2006/relationships/image" Target="../media/image116.png"/><Relationship Id="rId20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11" Type="http://schemas.openxmlformats.org/officeDocument/2006/relationships/image" Target="../media/image111.png"/><Relationship Id="rId24" Type="http://schemas.openxmlformats.org/officeDocument/2006/relationships/image" Target="../media/image124.png"/><Relationship Id="rId5" Type="http://schemas.openxmlformats.org/officeDocument/2006/relationships/image" Target="../media/image105.png"/><Relationship Id="rId15" Type="http://schemas.openxmlformats.org/officeDocument/2006/relationships/image" Target="../media/image115.png"/><Relationship Id="rId23" Type="http://schemas.openxmlformats.org/officeDocument/2006/relationships/image" Target="../media/image123.png"/><Relationship Id="rId10" Type="http://schemas.openxmlformats.org/officeDocument/2006/relationships/image" Target="../media/image110.png"/><Relationship Id="rId19" Type="http://schemas.openxmlformats.org/officeDocument/2006/relationships/image" Target="../media/image119.png"/><Relationship Id="rId4" Type="http://schemas.openxmlformats.org/officeDocument/2006/relationships/image" Target="../media/image104.png"/><Relationship Id="rId9" Type="http://schemas.openxmlformats.org/officeDocument/2006/relationships/image" Target="../media/image109.png"/><Relationship Id="rId14" Type="http://schemas.openxmlformats.org/officeDocument/2006/relationships/image" Target="../media/image114.png"/><Relationship Id="rId22" Type="http://schemas.openxmlformats.org/officeDocument/2006/relationships/image" Target="../media/image122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D98F9512-8FFA-C3CE-6485-44DBCAFA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9534232"/>
              </p:ext>
            </p:extLst>
          </p:nvPr>
        </p:nvGraphicFramePr>
        <p:xfrm>
          <a:off x="863601" y="3043766"/>
          <a:ext cx="4686300" cy="23664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2100">
                  <a:extLst>
                    <a:ext uri="{9D8B030D-6E8A-4147-A177-3AD203B41FA5}">
                      <a16:colId xmlns:a16="http://schemas.microsoft.com/office/drawing/2014/main" val="250191902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906035763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31530515"/>
                    </a:ext>
                  </a:extLst>
                </a:gridCol>
              </a:tblGrid>
              <a:tr h="39440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最小单位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572321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应用层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message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1797100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传输层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segment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555194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网络层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datagram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04295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r>
                        <a:rPr lang="zh-CN" altLang="en-US" dirty="0"/>
                        <a:t>链路层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frame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6999926"/>
                  </a:ext>
                </a:extLst>
              </a:tr>
              <a:tr h="394406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932658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AF41FA65-47C3-18A6-7323-EB1159F37D4F}"/>
              </a:ext>
            </a:extLst>
          </p:cNvPr>
          <p:cNvSpPr txBox="1"/>
          <p:nvPr/>
        </p:nvSpPr>
        <p:spPr>
          <a:xfrm>
            <a:off x="3733800" y="208280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一些内容（正在整理）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442E743-699C-120E-9847-D92364BA6D79}"/>
              </a:ext>
            </a:extLst>
          </p:cNvPr>
          <p:cNvSpPr txBox="1"/>
          <p:nvPr/>
        </p:nvSpPr>
        <p:spPr>
          <a:xfrm>
            <a:off x="7162800" y="3492500"/>
            <a:ext cx="1829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其格式，之后补</a:t>
            </a:r>
          </a:p>
        </p:txBody>
      </p:sp>
    </p:spTree>
    <p:extLst>
      <p:ext uri="{BB962C8B-B14F-4D97-AF65-F5344CB8AC3E}">
        <p14:creationId xmlns:p14="http://schemas.microsoft.com/office/powerpoint/2010/main" val="14638863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-611131" y="810411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3EC3F67B-46B8-1E2A-1AA8-8E3C72BC3ED7}"/>
              </a:ext>
            </a:extLst>
          </p:cNvPr>
          <p:cNvSpPr txBox="1"/>
          <p:nvPr/>
        </p:nvSpPr>
        <p:spPr>
          <a:xfrm>
            <a:off x="1912139" y="4914516"/>
            <a:ext cx="23535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request</a:t>
            </a:r>
            <a:endParaRPr kumimoji="1" lang="zh-CN" altLang="en-US" sz="2400" dirty="0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E57CD428-AD8C-B972-0931-5D93B7F50007}"/>
              </a:ext>
            </a:extLst>
          </p:cNvPr>
          <p:cNvGrpSpPr/>
          <p:nvPr/>
        </p:nvGrpSpPr>
        <p:grpSpPr>
          <a:xfrm>
            <a:off x="8556314" y="810411"/>
            <a:ext cx="8124089" cy="3889540"/>
            <a:chOff x="1359878" y="786661"/>
            <a:chExt cx="8124089" cy="388954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42C1E190-C53C-EC6E-5FF2-2C51D851BFF6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D8819B-12EE-5F40-9D7B-6A63849574A1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024EA6AB-6A64-9EB6-789E-771B5B56D773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72B8A8FA-6C8D-7E06-23B9-E57D5D583867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9F3131BE-F60B-1C59-1065-B65431B02EC8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91D04223-9241-51A0-D8EF-697AC857FDAB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0E9BCE39-15FD-DD8A-B202-0C7049ADEFC4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E7C2320A-D632-1849-5473-A22DC59B9B2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81C896C9-CB83-546C-D907-44FCDA17892E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381FB933-3112-F357-EAED-4BBF24D193D9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B1FC1DC7-21B1-F337-894F-CD0B2240097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B36E83E7-AD51-BDDD-AA36-B32A9B4627B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62DBF3AC-630F-3DAB-406A-A028D658EF88}"/>
              </a:ext>
            </a:extLst>
          </p:cNvPr>
          <p:cNvSpPr txBox="1"/>
          <p:nvPr/>
        </p:nvSpPr>
        <p:spPr>
          <a:xfrm>
            <a:off x="12756342" y="4914516"/>
            <a:ext cx="25571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/>
              <a:t>HTTP</a:t>
            </a:r>
            <a:r>
              <a:rPr kumimoji="1" lang="zh-CN" altLang="en-US" sz="2400" dirty="0"/>
              <a:t> 的 </a:t>
            </a:r>
            <a:r>
              <a:rPr kumimoji="1" lang="en-US" altLang="zh-CN" sz="2400" dirty="0"/>
              <a:t>response</a:t>
            </a:r>
            <a:endParaRPr kumimoji="1"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C435-A584-9BE4-7114-C813E580B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59F836F6-D69C-A973-CEE0-578546CDAE0E}"/>
              </a:ext>
            </a:extLst>
          </p:cNvPr>
          <p:cNvGrpSpPr/>
          <p:nvPr/>
        </p:nvGrpSpPr>
        <p:grpSpPr>
          <a:xfrm>
            <a:off x="0" y="9478"/>
            <a:ext cx="5886276" cy="3417417"/>
            <a:chOff x="1219201" y="-30099"/>
            <a:chExt cx="7924799" cy="4600930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153297F-767E-80D6-9E5B-2A7D2B16B97F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8232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1600" b="1" dirty="0">
                  <a:solidFill>
                    <a:srgbClr val="002060"/>
                  </a:solidFill>
                </a:rPr>
                <a:t>GET 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somedir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/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page.html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HTTP/1.1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Host: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www.guofei.site</a:t>
              </a:r>
              <a:r>
                <a:rPr lang="en" altLang="zh-CN" sz="1600" b="1" dirty="0">
                  <a:solidFill>
                    <a:srgbClr val="002060"/>
                  </a:solidFill>
                </a:rPr>
                <a:t>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1600" b="1" dirty="0">
                  <a:solidFill>
                    <a:srgbClr val="002060"/>
                  </a:solidFill>
                </a:rPr>
                <a:t>Accept-language: </a:t>
              </a:r>
              <a:r>
                <a:rPr lang="en" altLang="zh-CN" sz="1600" b="1" dirty="0" err="1">
                  <a:solidFill>
                    <a:srgbClr val="002060"/>
                  </a:solidFill>
                </a:rPr>
                <a:t>fr</a:t>
              </a:r>
              <a:endParaRPr lang="en" altLang="zh-CN" sz="16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24055CB2-3ECD-E622-65C0-131091E4B144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Method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F4395E30-5FA3-A77A-2BBC-DC26E232A3D3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2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2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054DC0E7-CA5C-6203-793F-4ABBBFBB2CB2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sz="1400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80ABDA27-4AA7-14E3-FB36-E9B6610CFEB8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sz="1400" b="1" dirty="0">
                  <a:solidFill>
                    <a:srgbClr val="FF0000"/>
                  </a:solidFill>
                </a:rPr>
                <a:t>lines</a:t>
              </a:r>
              <a:endParaRPr kumimoji="1" lang="zh-CN" altLang="en-US" sz="1400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CBA62E61-DBCE-3676-9C77-191358175115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2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2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2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D7CC106C-8E6D-1BC0-F5A0-09729C566287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F91574FC-CF44-9479-42A4-0C6B6930B013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31DD16C6-2099-3502-48F0-915A8260176E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3DF3F3-6982-3C84-8A4E-83EA410A6061}"/>
                </a:ext>
              </a:extLst>
            </p:cNvPr>
            <p:cNvSpPr/>
            <p:nvPr/>
          </p:nvSpPr>
          <p:spPr>
            <a:xfrm>
              <a:off x="2711938" y="-30099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b="1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" name="组合 2">
            <a:extLst>
              <a:ext uri="{FF2B5EF4-FFF2-40B4-BE49-F238E27FC236}">
                <a16:creationId xmlns:a16="http://schemas.microsoft.com/office/drawing/2014/main" id="{DF6C52B3-D30A-9278-79CC-7317503937EF}"/>
              </a:ext>
            </a:extLst>
          </p:cNvPr>
          <p:cNvGrpSpPr/>
          <p:nvPr/>
        </p:nvGrpSpPr>
        <p:grpSpPr>
          <a:xfrm>
            <a:off x="6259018" y="0"/>
            <a:ext cx="6774731" cy="3741813"/>
            <a:chOff x="1359878" y="189112"/>
            <a:chExt cx="8124089" cy="4487089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25306AB4-EBE9-C966-6517-FC12BD843F3D}"/>
                </a:ext>
              </a:extLst>
            </p:cNvPr>
            <p:cNvGrpSpPr/>
            <p:nvPr/>
          </p:nvGrpSpPr>
          <p:grpSpPr>
            <a:xfrm>
              <a:off x="1359878" y="189112"/>
              <a:ext cx="8124089" cy="3997031"/>
              <a:chOff x="1414586" y="759635"/>
              <a:chExt cx="8124089" cy="3997031"/>
            </a:xfrm>
          </p:grpSpPr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F8FE87A-B844-1C0F-2F28-4E3E77B2F005}"/>
                  </a:ext>
                </a:extLst>
              </p:cNvPr>
              <p:cNvSpPr txBox="1"/>
              <p:nvPr/>
            </p:nvSpPr>
            <p:spPr>
              <a:xfrm>
                <a:off x="3048000" y="1951673"/>
                <a:ext cx="6096000" cy="2804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16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16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16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20" name="线形标注 1 19">
                <a:extLst>
                  <a:ext uri="{FF2B5EF4-FFF2-40B4-BE49-F238E27FC236}">
                    <a16:creationId xmlns:a16="http://schemas.microsoft.com/office/drawing/2014/main" id="{1AEA0FC0-38CE-1FA9-54F3-F6B58E0722A9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21" name="左中括号 20">
                <a:extLst>
                  <a:ext uri="{FF2B5EF4-FFF2-40B4-BE49-F238E27FC236}">
                    <a16:creationId xmlns:a16="http://schemas.microsoft.com/office/drawing/2014/main" id="{F1178278-0C0A-B8C0-9A15-7519977247F4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336062" cy="1631238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B55CC385-E193-D59F-4452-4662C5209557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3" name="线形标注 1 22">
                <a:extLst>
                  <a:ext uri="{FF2B5EF4-FFF2-40B4-BE49-F238E27FC236}">
                    <a16:creationId xmlns:a16="http://schemas.microsoft.com/office/drawing/2014/main" id="{6DE5D2BB-F5F8-1C35-1FDC-F49F6B1D63E7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24" name="线形标注 1 23">
                <a:extLst>
                  <a:ext uri="{FF2B5EF4-FFF2-40B4-BE49-F238E27FC236}">
                    <a16:creationId xmlns:a16="http://schemas.microsoft.com/office/drawing/2014/main" id="{12CD9110-EFFC-9D11-B4CA-63F0F2B71311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2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25" name="线形标注 1 24">
                <a:extLst>
                  <a:ext uri="{FF2B5EF4-FFF2-40B4-BE49-F238E27FC236}">
                    <a16:creationId xmlns:a16="http://schemas.microsoft.com/office/drawing/2014/main" id="{2E46D036-1B52-C363-E65B-2CEFA023D255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2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0B21A86-2E32-A36C-D565-9E1E85F78EF2}"/>
                  </a:ext>
                </a:extLst>
              </p:cNvPr>
              <p:cNvSpPr/>
              <p:nvPr/>
            </p:nvSpPr>
            <p:spPr>
              <a:xfrm>
                <a:off x="3694174" y="759635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1666E656-E14B-F493-7259-99C091E6AFE4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17" name="线形标注 1 16">
              <a:extLst>
                <a:ext uri="{FF2B5EF4-FFF2-40B4-BE49-F238E27FC236}">
                  <a16:creationId xmlns:a16="http://schemas.microsoft.com/office/drawing/2014/main" id="{199F61A3-6926-CC56-1AA0-952443DAA8DF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18" name="线形标注 1 17">
              <a:extLst>
                <a:ext uri="{FF2B5EF4-FFF2-40B4-BE49-F238E27FC236}">
                  <a16:creationId xmlns:a16="http://schemas.microsoft.com/office/drawing/2014/main" id="{EDA3CBDE-7800-93FC-690E-02C2CCC3D22A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2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7F3BC1B2-6402-AEFA-E5E2-50D8A376AD11}"/>
              </a:ext>
            </a:extLst>
          </p:cNvPr>
          <p:cNvGrpSpPr/>
          <p:nvPr/>
        </p:nvGrpSpPr>
        <p:grpSpPr>
          <a:xfrm>
            <a:off x="3656" y="3815094"/>
            <a:ext cx="6144071" cy="3150565"/>
            <a:chOff x="3656" y="3815094"/>
            <a:chExt cx="6144071" cy="3150565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6BCA4C30-AFE1-F43D-4604-165C6B21AFB5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22E4ED6-59C6-E356-52AE-76F18DA384C8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7D73C843-B29A-7918-ADBA-5120BBBFFC9F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Method</a:t>
                </a:r>
                <a:endParaRPr kumimoji="1" lang="zh-CN" altLang="en-US" dirty="0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DECF586C-AF28-E9D1-031D-F09F55D11746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2C56268F-FA45-F0D2-30A1-8F0F0F304E90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URL</a:t>
                </a:r>
                <a:endParaRPr kumimoji="1" lang="zh-CN" altLang="en-US" dirty="0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50445183-79B3-719E-D7CD-944C37E2C78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C89F9F11-6E42-273C-ACFD-01D4AFAD9FFA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BC93336-B7C7-790E-295E-74FA711DE487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49854455-5FDD-E321-BB1F-D06D139323F1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C579F5B1-3615-CFCD-8D8F-E4F69A896F99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8140AA4-7B24-3AEE-BF99-1EEB876BE5E6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FDBB5D53-7FAE-7952-2D89-E31E2F13C271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3800314-69C4-E0F4-759D-865DDD295E1D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5F9CDB86-64C3-9A70-9368-B77CE51ECAE7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68941DE-F577-ACE5-536F-7824950B0342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0D6CA82A-DAF0-742D-B399-60D343AC520C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1E94A272-2D47-BBB2-94ED-D5F01DF16BF2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55BF159-B0C1-E917-EAFA-5F04C309D455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55E71E70-6D88-6821-EBBA-B3816C232131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46" name="椭圆 45">
                <a:extLst>
                  <a:ext uri="{FF2B5EF4-FFF2-40B4-BE49-F238E27FC236}">
                    <a16:creationId xmlns:a16="http://schemas.microsoft.com/office/drawing/2014/main" id="{FA50E606-DABF-DE51-BFB7-E8C62F3ADF2D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7" name="椭圆 46">
                <a:extLst>
                  <a:ext uri="{FF2B5EF4-FFF2-40B4-BE49-F238E27FC236}">
                    <a16:creationId xmlns:a16="http://schemas.microsoft.com/office/drawing/2014/main" id="{E66AAE32-205B-29DE-5B18-9BC5D9441CFF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8" name="椭圆 47">
                <a:extLst>
                  <a:ext uri="{FF2B5EF4-FFF2-40B4-BE49-F238E27FC236}">
                    <a16:creationId xmlns:a16="http://schemas.microsoft.com/office/drawing/2014/main" id="{9B47AFD5-DAD6-5BFB-D548-8863CCE335D3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9" name="左中括号 48">
                <a:extLst>
                  <a:ext uri="{FF2B5EF4-FFF2-40B4-BE49-F238E27FC236}">
                    <a16:creationId xmlns:a16="http://schemas.microsoft.com/office/drawing/2014/main" id="{45F68DF1-CB88-016D-5703-42F73EC75993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6BEC1F6-F6BA-23DC-3E58-D1D638260EFC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6B916D28-F5CB-3AE0-D092-A84954D7F0EE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98CEF336-2928-014C-CF0D-C2DCA0DA2589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610CB35-4D0A-D655-22FA-E62583D0F52E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Entity</a:t>
              </a:r>
              <a:r>
                <a:rPr kumimoji="1" lang="zh-CN" altLang="en-US" dirty="0">
                  <a:solidFill>
                    <a:schemeClr val="tx1"/>
                  </a:solidFill>
                </a:rPr>
                <a:t> </a:t>
              </a:r>
              <a:r>
                <a:rPr kumimoji="1" lang="en-US" altLang="zh-CN" dirty="0">
                  <a:solidFill>
                    <a:schemeClr val="tx1"/>
                  </a:solidFill>
                </a:rPr>
                <a:t>Body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8DC7764F-916C-5952-F7E6-C1BFC0A7D9C2}"/>
              </a:ext>
            </a:extLst>
          </p:cNvPr>
          <p:cNvGrpSpPr/>
          <p:nvPr/>
        </p:nvGrpSpPr>
        <p:grpSpPr>
          <a:xfrm>
            <a:off x="6251686" y="3858684"/>
            <a:ext cx="6144071" cy="3150565"/>
            <a:chOff x="3656" y="3815094"/>
            <a:chExt cx="6144071" cy="3150565"/>
          </a:xfrm>
        </p:grpSpPr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C7235420-B9EA-56E4-177C-8398ABF420EC}"/>
                </a:ext>
              </a:extLst>
            </p:cNvPr>
            <p:cNvGrpSpPr/>
            <p:nvPr/>
          </p:nvGrpSpPr>
          <p:grpSpPr>
            <a:xfrm>
              <a:off x="3656" y="3815094"/>
              <a:ext cx="6144071" cy="1900001"/>
              <a:chOff x="-409724" y="4678878"/>
              <a:chExt cx="6144071" cy="1900001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03E741FD-2EB7-4D65-D727-01A50356DABD}"/>
                  </a:ext>
                </a:extLst>
              </p:cNvPr>
              <p:cNvSpPr/>
              <p:nvPr/>
            </p:nvSpPr>
            <p:spPr>
              <a:xfrm>
                <a:off x="829618" y="5093045"/>
                <a:ext cx="4333660" cy="148332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E3B6A869-4DD2-EE5F-9495-0A19C65BB212}"/>
                  </a:ext>
                </a:extLst>
              </p:cNvPr>
              <p:cNvSpPr/>
              <p:nvPr/>
            </p:nvSpPr>
            <p:spPr>
              <a:xfrm>
                <a:off x="829617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Version</a:t>
                </a:r>
                <a:endParaRPr kumimoji="1" lang="zh-CN" altLang="en-US" dirty="0"/>
              </a:p>
            </p:txBody>
          </p: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A48ED5DF-2697-A367-7FD5-906C3AD3B035}"/>
                  </a:ext>
                </a:extLst>
              </p:cNvPr>
              <p:cNvSpPr/>
              <p:nvPr/>
            </p:nvSpPr>
            <p:spPr>
              <a:xfrm>
                <a:off x="1869769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AE80E949-7931-31B4-5C6F-B81BC61F5A76}"/>
                  </a:ext>
                </a:extLst>
              </p:cNvPr>
              <p:cNvSpPr/>
              <p:nvPr/>
            </p:nvSpPr>
            <p:spPr>
              <a:xfrm>
                <a:off x="2336013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Status</a:t>
                </a:r>
                <a:endParaRPr kumimoji="1" lang="zh-CN" altLang="en-US" dirty="0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3F903440-CDD2-5805-E91E-E88F6FA697D3}"/>
                  </a:ext>
                </a:extLst>
              </p:cNvPr>
              <p:cNvSpPr/>
              <p:nvPr/>
            </p:nvSpPr>
            <p:spPr>
              <a:xfrm>
                <a:off x="3366341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sp</a:t>
                </a:r>
                <a:endParaRPr kumimoji="1" lang="zh-CN" altLang="en-US" dirty="0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E8A66112-B216-9976-DDF7-1408AFE999D1}"/>
                  </a:ext>
                </a:extLst>
              </p:cNvPr>
              <p:cNvSpPr/>
              <p:nvPr/>
            </p:nvSpPr>
            <p:spPr>
              <a:xfrm>
                <a:off x="3832585" y="4678878"/>
                <a:ext cx="1039097" cy="41563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Reason</a:t>
                </a:r>
                <a:endParaRPr kumimoji="1" lang="zh-CN" altLang="en-US" dirty="0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87B1C3CB-1C84-BC33-0038-E9F284425025}"/>
                  </a:ext>
                </a:extLst>
              </p:cNvPr>
              <p:cNvSpPr/>
              <p:nvPr/>
            </p:nvSpPr>
            <p:spPr>
              <a:xfrm>
                <a:off x="4862913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321F3762-3E34-05BF-C64F-232A441E6552}"/>
                  </a:ext>
                </a:extLst>
              </p:cNvPr>
              <p:cNvSpPr/>
              <p:nvPr/>
            </p:nvSpPr>
            <p:spPr>
              <a:xfrm>
                <a:off x="5259334" y="4678878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5279934-0428-17E7-BDF7-981589D39C5E}"/>
                  </a:ext>
                </a:extLst>
              </p:cNvPr>
              <p:cNvSpPr/>
              <p:nvPr/>
            </p:nvSpPr>
            <p:spPr>
              <a:xfrm>
                <a:off x="829617" y="5094514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0B879E56-BE94-B420-21A5-747CFBF01F42}"/>
                  </a:ext>
                </a:extLst>
              </p:cNvPr>
              <p:cNvSpPr/>
              <p:nvPr/>
            </p:nvSpPr>
            <p:spPr>
              <a:xfrm>
                <a:off x="2952547" y="5093045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51A7F6C8-D4FB-2A9C-4C55-634D7E1D5FF3}"/>
                  </a:ext>
                </a:extLst>
              </p:cNvPr>
              <p:cNvSpPr/>
              <p:nvPr/>
            </p:nvSpPr>
            <p:spPr>
              <a:xfrm>
                <a:off x="3340200" y="5093045"/>
                <a:ext cx="87423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7A525FAD-298F-B0D3-BB6E-BCF3B41BB098}"/>
                  </a:ext>
                </a:extLst>
              </p:cNvPr>
              <p:cNvSpPr/>
              <p:nvPr/>
            </p:nvSpPr>
            <p:spPr>
              <a:xfrm>
                <a:off x="4214433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84DB8AF-3FB7-262A-35BA-62611360CA2E}"/>
                  </a:ext>
                </a:extLst>
              </p:cNvPr>
              <p:cNvSpPr/>
              <p:nvPr/>
            </p:nvSpPr>
            <p:spPr>
              <a:xfrm>
                <a:off x="4688264" y="5090531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CB4C50FD-2643-C009-B8B1-720B000FBBE4}"/>
                  </a:ext>
                </a:extLst>
              </p:cNvPr>
              <p:cNvSpPr/>
              <p:nvPr/>
            </p:nvSpPr>
            <p:spPr>
              <a:xfrm>
                <a:off x="829617" y="6163243"/>
                <a:ext cx="2149072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header fieldname </a:t>
                </a:r>
                <a:endParaRPr kumimoji="1" lang="zh-CN" altLang="en-US" dirty="0"/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5060C973-0829-9F4F-89E7-22FAD431AF17}"/>
                  </a:ext>
                </a:extLst>
              </p:cNvPr>
              <p:cNvSpPr/>
              <p:nvPr/>
            </p:nvSpPr>
            <p:spPr>
              <a:xfrm>
                <a:off x="2986078" y="6161053"/>
                <a:ext cx="387652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100" dirty="0"/>
                  <a:t>.</a:t>
                </a:r>
              </a:p>
              <a:p>
                <a:pPr algn="ctr"/>
                <a:r>
                  <a:rPr kumimoji="1" lang="en-US" altLang="zh-CN" sz="1100" dirty="0"/>
                  <a:t>.</a:t>
                </a: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AC1C8F8-25AE-5D7B-862D-1165DC83752E}"/>
                  </a:ext>
                </a:extLst>
              </p:cNvPr>
              <p:cNvSpPr/>
              <p:nvPr/>
            </p:nvSpPr>
            <p:spPr>
              <a:xfrm>
                <a:off x="3381120" y="6160390"/>
                <a:ext cx="833314" cy="415636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value</a:t>
                </a:r>
                <a:endParaRPr kumimoji="1" lang="zh-CN" altLang="en-US" dirty="0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E8855C0B-F640-9E84-9E46-3454113717A7}"/>
                  </a:ext>
                </a:extLst>
              </p:cNvPr>
              <p:cNvSpPr/>
              <p:nvPr/>
            </p:nvSpPr>
            <p:spPr>
              <a:xfrm>
                <a:off x="4214433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cr</a:t>
                </a:r>
                <a:endParaRPr kumimoji="1" lang="zh-CN" altLang="en-US" dirty="0"/>
              </a:p>
            </p:txBody>
          </p: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F29A1EFF-F89F-4175-BEC4-29623CF084FF}"/>
                  </a:ext>
                </a:extLst>
              </p:cNvPr>
              <p:cNvSpPr/>
              <p:nvPr/>
            </p:nvSpPr>
            <p:spPr>
              <a:xfrm>
                <a:off x="4689446" y="6157876"/>
                <a:ext cx="475013" cy="415636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 err="1"/>
                  <a:t>lf</a:t>
                </a:r>
                <a:endParaRPr kumimoji="1" lang="zh-CN" altLang="en-US" dirty="0"/>
              </a:p>
            </p:txBody>
          </p:sp>
          <p:sp>
            <p:nvSpPr>
              <p:cNvPr id="79" name="椭圆 78">
                <a:extLst>
                  <a:ext uri="{FF2B5EF4-FFF2-40B4-BE49-F238E27FC236}">
                    <a16:creationId xmlns:a16="http://schemas.microsoft.com/office/drawing/2014/main" id="{D220736E-3A1F-E328-EF21-3DDFF5631E27}"/>
                  </a:ext>
                </a:extLst>
              </p:cNvPr>
              <p:cNvSpPr/>
              <p:nvPr/>
            </p:nvSpPr>
            <p:spPr>
              <a:xfrm>
                <a:off x="3108650" y="5556362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7E5EBD-4116-6918-987A-3E311AEAD118}"/>
                  </a:ext>
                </a:extLst>
              </p:cNvPr>
              <p:cNvSpPr/>
              <p:nvPr/>
            </p:nvSpPr>
            <p:spPr>
              <a:xfrm>
                <a:off x="3106720" y="575996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10A9CE3B-5811-235E-3697-B70B4EAB96FA}"/>
                  </a:ext>
                </a:extLst>
              </p:cNvPr>
              <p:cNvSpPr/>
              <p:nvPr/>
            </p:nvSpPr>
            <p:spPr>
              <a:xfrm>
                <a:off x="3110175" y="5941627"/>
                <a:ext cx="98481" cy="98481"/>
              </a:xfrm>
              <a:prstGeom prst="ellipse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82" name="左中括号 81">
                <a:extLst>
                  <a:ext uri="{FF2B5EF4-FFF2-40B4-BE49-F238E27FC236}">
                    <a16:creationId xmlns:a16="http://schemas.microsoft.com/office/drawing/2014/main" id="{FB929C53-E877-0217-BDAE-77B3EC6D74B9}"/>
                  </a:ext>
                </a:extLst>
              </p:cNvPr>
              <p:cNvSpPr/>
              <p:nvPr/>
            </p:nvSpPr>
            <p:spPr>
              <a:xfrm>
                <a:off x="553906" y="5093045"/>
                <a:ext cx="240800" cy="1482981"/>
              </a:xfrm>
              <a:prstGeom prst="leftBracket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sz="1400" dirty="0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E33F50FA-5C3A-AEC6-4E51-8A7ED784295A}"/>
                  </a:ext>
                </a:extLst>
              </p:cNvPr>
              <p:cNvSpPr/>
              <p:nvPr/>
            </p:nvSpPr>
            <p:spPr>
              <a:xfrm>
                <a:off x="-409724" y="5475524"/>
                <a:ext cx="893971" cy="423765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sz="1400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sz="1400" b="1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86E9C661-B2A9-0EA6-08D5-EAF61191C201}"/>
                </a:ext>
              </a:extLst>
            </p:cNvPr>
            <p:cNvSpPr/>
            <p:nvPr/>
          </p:nvSpPr>
          <p:spPr>
            <a:xfrm>
              <a:off x="1241816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cr</a:t>
              </a:r>
              <a:endParaRPr kumimoji="1" lang="zh-CN" altLang="en-US" dirty="0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65CFC7D-6F15-F1DF-EB10-FE1F598A1566}"/>
                </a:ext>
              </a:extLst>
            </p:cNvPr>
            <p:cNvSpPr/>
            <p:nvPr/>
          </p:nvSpPr>
          <p:spPr>
            <a:xfrm>
              <a:off x="1715647" y="5709728"/>
              <a:ext cx="475013" cy="41563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Lf</a:t>
              </a:r>
              <a:endParaRPr kumimoji="1" lang="zh-CN" altLang="en-US" dirty="0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B2E957FE-D813-7733-A5B5-4F007467EA53}"/>
                </a:ext>
              </a:extLst>
            </p:cNvPr>
            <p:cNvSpPr/>
            <p:nvPr/>
          </p:nvSpPr>
          <p:spPr>
            <a:xfrm>
              <a:off x="1245988" y="6134042"/>
              <a:ext cx="4548223" cy="831617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chemeClr val="tx1"/>
                  </a:solidFill>
                </a:rPr>
                <a:t>data</a:t>
              </a:r>
              <a:endParaRPr kumimoji="1" lang="zh-CN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5673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C737751A-1AD8-C259-8FE4-F4B63E590120}"/>
              </a:ext>
            </a:extLst>
          </p:cNvPr>
          <p:cNvSpPr txBox="1"/>
          <p:nvPr/>
        </p:nvSpPr>
        <p:spPr>
          <a:xfrm>
            <a:off x="5190551" y="767590"/>
            <a:ext cx="18694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800" dirty="0"/>
              <a:t>TCP</a:t>
            </a:r>
            <a:r>
              <a:rPr kumimoji="1" lang="zh-CN" altLang="en-US" sz="2800" dirty="0"/>
              <a:t>段结构</a:t>
            </a:r>
          </a:p>
        </p:txBody>
      </p: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组合 61">
            <a:extLst>
              <a:ext uri="{FF2B5EF4-FFF2-40B4-BE49-F238E27FC236}">
                <a16:creationId xmlns:a16="http://schemas.microsoft.com/office/drawing/2014/main" id="{1993929B-5AAF-2108-5435-9E84DD30D61F}"/>
              </a:ext>
            </a:extLst>
          </p:cNvPr>
          <p:cNvGrpSpPr/>
          <p:nvPr/>
        </p:nvGrpSpPr>
        <p:grpSpPr>
          <a:xfrm>
            <a:off x="82729" y="543850"/>
            <a:ext cx="4665443" cy="6200043"/>
            <a:chOff x="82729" y="543850"/>
            <a:chExt cx="4665443" cy="6200043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39F11F4-00FA-54D3-6238-A91E8999C898}"/>
                </a:ext>
              </a:extLst>
            </p:cNvPr>
            <p:cNvGrpSpPr/>
            <p:nvPr/>
          </p:nvGrpSpPr>
          <p:grpSpPr>
            <a:xfrm>
              <a:off x="693123" y="543850"/>
              <a:ext cx="3436917" cy="6200043"/>
              <a:chOff x="693123" y="543850"/>
              <a:chExt cx="3436917" cy="6200043"/>
            </a:xfrm>
          </p:grpSpPr>
          <p:cxnSp>
            <p:nvCxnSpPr>
              <p:cNvPr id="3" name="直线箭头连接符 2">
                <a:extLst>
                  <a:ext uri="{FF2B5EF4-FFF2-40B4-BE49-F238E27FC236}">
                    <a16:creationId xmlns:a16="http://schemas.microsoft.com/office/drawing/2014/main" id="{AFC781D7-86C2-FF3B-1655-0C6C78989D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" name="图形 4" descr="计算机 纯色填充">
                <a:extLst>
                  <a:ext uri="{FF2B5EF4-FFF2-40B4-BE49-F238E27FC236}">
                    <a16:creationId xmlns:a16="http://schemas.microsoft.com/office/drawing/2014/main" id="{2E285C7C-1401-2D76-54A7-762F9FDF3E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1032975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7" name="图形 6" descr="Internet 纯色填充">
                <a:extLst>
                  <a:ext uri="{FF2B5EF4-FFF2-40B4-BE49-F238E27FC236}">
                    <a16:creationId xmlns:a16="http://schemas.microsoft.com/office/drawing/2014/main" id="{21AA8057-D746-A823-286F-BA15718CA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9" name="直线箭头连接符 8">
                <a:extLst>
                  <a:ext uri="{FF2B5EF4-FFF2-40B4-BE49-F238E27FC236}">
                    <a16:creationId xmlns:a16="http://schemas.microsoft.com/office/drawing/2014/main" id="{F535DC96-79AD-4892-B5EC-592AF49BA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箭头连接符 10">
                <a:extLst>
                  <a:ext uri="{FF2B5EF4-FFF2-40B4-BE49-F238E27FC236}">
                    <a16:creationId xmlns:a16="http://schemas.microsoft.com/office/drawing/2014/main" id="{8D242278-F8DE-8272-1F05-DFCC6C2089B3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C16F9D2F-E722-9A7A-7FDA-86AD67BBE1E5}"/>
                  </a:ext>
                </a:extLst>
              </p:cNvPr>
              <p:cNvSpPr txBox="1"/>
              <p:nvPr/>
            </p:nvSpPr>
            <p:spPr>
              <a:xfrm rot="1282974">
                <a:off x="1550433" y="1989298"/>
                <a:ext cx="17379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YSN=1, Seq = x</a:t>
                </a:r>
                <a:endParaRPr kumimoji="1" lang="zh-CN" altLang="en-US" dirty="0"/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B6A12AFC-3237-8523-3AB5-C28A3ADCB7FF}"/>
                  </a:ext>
                </a:extLst>
              </p:cNvPr>
              <p:cNvSpPr txBox="1"/>
              <p:nvPr/>
            </p:nvSpPr>
            <p:spPr>
              <a:xfrm>
                <a:off x="1205484" y="1141626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A0E11F69-B480-2E7C-240E-E783DB23112A}"/>
                  </a:ext>
                </a:extLst>
              </p:cNvPr>
              <p:cNvSpPr txBox="1"/>
              <p:nvPr/>
            </p:nvSpPr>
            <p:spPr>
              <a:xfrm>
                <a:off x="2559060" y="1162048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36CC4A90-C602-76BA-2DD2-5D118BB9BF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42" y="2932108"/>
                <a:ext cx="2732068" cy="115883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ECC304AA-605B-EB80-683F-3F64EB6D80E1}"/>
                  </a:ext>
                </a:extLst>
              </p:cNvPr>
              <p:cNvSpPr txBox="1"/>
              <p:nvPr/>
            </p:nvSpPr>
            <p:spPr>
              <a:xfrm rot="20174707">
                <a:off x="1136542" y="3007513"/>
                <a:ext cx="186942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YSN = 1, Seq = y</a:t>
                </a:r>
              </a:p>
              <a:p>
                <a:r>
                  <a:rPr kumimoji="1" lang="en-US" altLang="zh-CN" dirty="0"/>
                  <a:t>ACK = x + 1</a:t>
                </a:r>
                <a:endParaRPr kumimoji="1" lang="zh-CN" altLang="en-US" dirty="0"/>
              </a:p>
            </p:txBody>
          </p: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E14F25FB-E85F-BC68-6F7F-70C75ED8C4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1" y="4090941"/>
                <a:ext cx="2772073" cy="1309155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F6E4EA6-5BD5-E6F3-863B-4E691DFF5C8C}"/>
                  </a:ext>
                </a:extLst>
              </p:cNvPr>
              <p:cNvSpPr txBox="1"/>
              <p:nvPr/>
            </p:nvSpPr>
            <p:spPr>
              <a:xfrm rot="1616370">
                <a:off x="1570278" y="4225456"/>
                <a:ext cx="22637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SYN = 0, Seq = x + 1</a:t>
                </a:r>
              </a:p>
              <a:p>
                <a:r>
                  <a:rPr kumimoji="1" lang="en-US" altLang="zh-CN" dirty="0"/>
                  <a:t>ACK = y + 1</a:t>
                </a:r>
                <a:endParaRPr kumimoji="1" lang="zh-CN" altLang="en-US" dirty="0"/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E43F2C26-52BB-B8FE-AC78-F03E89FE81CA}"/>
                  </a:ext>
                </a:extLst>
              </p:cNvPr>
              <p:cNvSpPr txBox="1"/>
              <p:nvPr/>
            </p:nvSpPr>
            <p:spPr>
              <a:xfrm>
                <a:off x="1587442" y="543850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三次握手</a:t>
                </a:r>
              </a:p>
            </p:txBody>
          </p:sp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CE179289-6631-3372-BC99-8220363C0BB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D7731EC3-310D-5758-054B-7749458A451C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AA7F7F8B-8845-A321-FCE3-3A711FE5BC07}"/>
                </a:ext>
              </a:extLst>
            </p:cNvPr>
            <p:cNvSpPr txBox="1"/>
            <p:nvPr/>
          </p:nvSpPr>
          <p:spPr>
            <a:xfrm>
              <a:off x="82729" y="1689560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发起连接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08A745AF-47C9-CBEC-6D5A-9C9D4658A483}"/>
                </a:ext>
              </a:extLst>
            </p:cNvPr>
            <p:cNvSpPr txBox="1"/>
            <p:nvPr/>
          </p:nvSpPr>
          <p:spPr>
            <a:xfrm>
              <a:off x="3845361" y="2754256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i="1" dirty="0"/>
                <a:t>同意连接</a:t>
              </a: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4F06D739-0B6B-3783-6A3D-85A509832AE9}"/>
              </a:ext>
            </a:extLst>
          </p:cNvPr>
          <p:cNvGrpSpPr/>
          <p:nvPr/>
        </p:nvGrpSpPr>
        <p:grpSpPr>
          <a:xfrm>
            <a:off x="6312191" y="543850"/>
            <a:ext cx="4195041" cy="6212746"/>
            <a:chOff x="6312191" y="543850"/>
            <a:chExt cx="4195041" cy="6212746"/>
          </a:xfrm>
        </p:grpSpPr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4F42AF49-1868-5E86-94B7-A32E5704ECD6}"/>
                </a:ext>
              </a:extLst>
            </p:cNvPr>
            <p:cNvGrpSpPr/>
            <p:nvPr/>
          </p:nvGrpSpPr>
          <p:grpSpPr>
            <a:xfrm>
              <a:off x="6781833" y="543850"/>
              <a:ext cx="3436917" cy="6212746"/>
              <a:chOff x="693123" y="531147"/>
              <a:chExt cx="3436917" cy="6212746"/>
            </a:xfrm>
          </p:grpSpPr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17103279-FF00-5FDA-1E5F-93A762E24D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5543" y="1657815"/>
                <a:ext cx="0" cy="4657641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2" name="图形 31" descr="计算机 纯色填充">
                <a:extLst>
                  <a:ext uri="{FF2B5EF4-FFF2-40B4-BE49-F238E27FC236}">
                    <a16:creationId xmlns:a16="http://schemas.microsoft.com/office/drawing/2014/main" id="{563CC9A3-BBE7-18D6-CEBB-76576764F2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3505200" y="973501"/>
                <a:ext cx="624840" cy="624840"/>
              </a:xfrm>
              <a:prstGeom prst="rect">
                <a:avLst/>
              </a:prstGeom>
            </p:spPr>
          </p:pic>
          <p:pic>
            <p:nvPicPr>
              <p:cNvPr id="33" name="图形 32" descr="Internet 纯色填充">
                <a:extLst>
                  <a:ext uri="{FF2B5EF4-FFF2-40B4-BE49-F238E27FC236}">
                    <a16:creationId xmlns:a16="http://schemas.microsoft.com/office/drawing/2014/main" id="{FE1132DA-6600-5824-3444-E6E2BE7E78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93123" y="1032975"/>
                <a:ext cx="624840" cy="624840"/>
              </a:xfrm>
              <a:prstGeom prst="rect">
                <a:avLst/>
              </a:prstGeom>
            </p:spPr>
          </p:pic>
          <p:cxnSp>
            <p:nvCxnSpPr>
              <p:cNvPr id="34" name="直线箭头连接符 33">
                <a:extLst>
                  <a:ext uri="{FF2B5EF4-FFF2-40B4-BE49-F238E27FC236}">
                    <a16:creationId xmlns:a16="http://schemas.microsoft.com/office/drawing/2014/main" id="{FE041612-44BD-DA8B-0C6B-9B7FBCE7B5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17620" y="1598341"/>
                <a:ext cx="0" cy="4717115"/>
              </a:xfrm>
              <a:prstGeom prst="straightConnector1">
                <a:avLst/>
              </a:prstGeom>
              <a:ln w="28575">
                <a:solidFill>
                  <a:schemeClr val="tx1"/>
                </a:solidFill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线箭头连接符 34">
                <a:extLst>
                  <a:ext uri="{FF2B5EF4-FFF2-40B4-BE49-F238E27FC236}">
                    <a16:creationId xmlns:a16="http://schemas.microsoft.com/office/drawing/2014/main" id="{C0607A39-BBDD-F7F5-CB8C-4DACED8820E4}"/>
                  </a:ext>
                </a:extLst>
              </p:cNvPr>
              <p:cNvCxnSpPr/>
              <p:nvPr/>
            </p:nvCxnSpPr>
            <p:spPr>
              <a:xfrm>
                <a:off x="1005544" y="1824941"/>
                <a:ext cx="2812077" cy="1107167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997E3261-4AFC-E39C-A28C-8AA0C7914420}"/>
                  </a:ext>
                </a:extLst>
              </p:cNvPr>
              <p:cNvSpPr txBox="1"/>
              <p:nvPr/>
            </p:nvSpPr>
            <p:spPr>
              <a:xfrm rot="1282974">
                <a:off x="2386546" y="2097990"/>
                <a:ext cx="521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FIN</a:t>
                </a:r>
                <a:endParaRPr kumimoji="1" lang="zh-CN" altLang="en-US" dirty="0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F42A5E84-5BC3-A6AA-485F-FB6CFF8868CF}"/>
                  </a:ext>
                </a:extLst>
              </p:cNvPr>
              <p:cNvSpPr txBox="1"/>
              <p:nvPr/>
            </p:nvSpPr>
            <p:spPr>
              <a:xfrm>
                <a:off x="1226641" y="1142981"/>
                <a:ext cx="9589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Client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A</a:t>
                </a:r>
                <a:endParaRPr kumimoji="1"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7FFCE352-36E3-6E06-83BD-EAF2D611FE47}"/>
                  </a:ext>
                </a:extLst>
              </p:cNvPr>
              <p:cNvSpPr txBox="1"/>
              <p:nvPr/>
            </p:nvSpPr>
            <p:spPr>
              <a:xfrm>
                <a:off x="2509415" y="1155087"/>
                <a:ext cx="9957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Server</a:t>
                </a:r>
                <a:r>
                  <a:rPr kumimoji="1" lang="zh-CN" altLang="en-US" dirty="0"/>
                  <a:t> </a:t>
                </a:r>
                <a:r>
                  <a:rPr kumimoji="1" lang="en-US" altLang="zh-CN" dirty="0"/>
                  <a:t>B</a:t>
                </a:r>
                <a:endParaRPr kumimoji="1" lang="zh-CN" altLang="en-US" dirty="0"/>
              </a:p>
            </p:txBody>
          </p: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7F897240-EDD4-79CB-323A-B890CDE75A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86853" y="2932108"/>
                <a:ext cx="2750757" cy="442453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F33FABE-3DFF-EDC7-5FF4-475AD86F0106}"/>
                  </a:ext>
                </a:extLst>
              </p:cNvPr>
              <p:cNvSpPr txBox="1"/>
              <p:nvPr/>
            </p:nvSpPr>
            <p:spPr>
              <a:xfrm rot="21042978">
                <a:off x="1794038" y="283075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9D087A0C-85CB-117E-A73E-3B41904C2F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5546" y="3932074"/>
                <a:ext cx="2772073" cy="1164714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C2EB0A4D-0A17-6BFC-854B-C586BB3D5E4E}"/>
                  </a:ext>
                </a:extLst>
              </p:cNvPr>
              <p:cNvSpPr txBox="1"/>
              <p:nvPr/>
            </p:nvSpPr>
            <p:spPr>
              <a:xfrm rot="1367477">
                <a:off x="2232912" y="4209540"/>
                <a:ext cx="6030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dirty="0"/>
                  <a:t>ACK</a:t>
                </a:r>
                <a:endParaRPr kumimoji="1" lang="zh-CN" altLang="en-US" dirty="0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EEE2524E-2E33-2F73-BBB0-8F408BA15C41}"/>
                  </a:ext>
                </a:extLst>
              </p:cNvPr>
              <p:cNvSpPr txBox="1"/>
              <p:nvPr/>
            </p:nvSpPr>
            <p:spPr>
              <a:xfrm>
                <a:off x="1585774" y="531147"/>
                <a:ext cx="16209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sz="2800" dirty="0"/>
                  <a:t>四次挥手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CF131988-52EE-9B0E-335A-3240863E006E}"/>
                  </a:ext>
                </a:extLst>
              </p:cNvPr>
              <p:cNvSpPr txBox="1"/>
              <p:nvPr/>
            </p:nvSpPr>
            <p:spPr>
              <a:xfrm>
                <a:off x="724855" y="6436116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F670E5E7-0925-0F13-FE1B-9C8663BA0539}"/>
                  </a:ext>
                </a:extLst>
              </p:cNvPr>
              <p:cNvSpPr txBox="1"/>
              <p:nvPr/>
            </p:nvSpPr>
            <p:spPr>
              <a:xfrm>
                <a:off x="3536933" y="6429793"/>
                <a:ext cx="5613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zh-CN" sz="1400" dirty="0"/>
                  <a:t>Time</a:t>
                </a:r>
                <a:endParaRPr kumimoji="1" lang="zh-CN" altLang="en-US" sz="1400" dirty="0"/>
              </a:p>
            </p:txBody>
          </p:sp>
        </p:grp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BE379173-EE90-254A-6A58-27914C05A255}"/>
                </a:ext>
              </a:extLst>
            </p:cNvPr>
            <p:cNvSpPr txBox="1"/>
            <p:nvPr/>
          </p:nvSpPr>
          <p:spPr>
            <a:xfrm>
              <a:off x="9925021" y="3307636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7BA58BB0-B6B1-2145-5799-CE20C836500C}"/>
                </a:ext>
              </a:extLst>
            </p:cNvPr>
            <p:cNvSpPr txBox="1"/>
            <p:nvPr/>
          </p:nvSpPr>
          <p:spPr>
            <a:xfrm>
              <a:off x="6552045" y="1700633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400" i="1" dirty="0"/>
                <a:t>close</a:t>
              </a:r>
              <a:endParaRPr kumimoji="1" lang="zh-CN" altLang="en-US" sz="1400" i="1" dirty="0"/>
            </a:p>
          </p:txBody>
        </p:sp>
        <p:cxnSp>
          <p:nvCxnSpPr>
            <p:cNvPr id="53" name="直线箭头连接符 52">
              <a:extLst>
                <a:ext uri="{FF2B5EF4-FFF2-40B4-BE49-F238E27FC236}">
                  <a16:creationId xmlns:a16="http://schemas.microsoft.com/office/drawing/2014/main" id="{EC2F9A5B-8F9A-E5AE-942C-452060EF98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54250" y="3461525"/>
              <a:ext cx="2861426" cy="44287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7AAA7B80-07E9-E4CB-A4D3-66D7DDD866A9}"/>
                </a:ext>
              </a:extLst>
            </p:cNvPr>
            <p:cNvSpPr txBox="1"/>
            <p:nvPr/>
          </p:nvSpPr>
          <p:spPr>
            <a:xfrm rot="21042978">
              <a:off x="8012981" y="3360167"/>
              <a:ext cx="5212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FIN</a:t>
              </a:r>
              <a:endParaRPr kumimoji="1" lang="zh-CN" altLang="en-US" dirty="0"/>
            </a:p>
          </p:txBody>
        </p:sp>
        <p:sp>
          <p:nvSpPr>
            <p:cNvPr id="58" name="左中括号 57">
              <a:extLst>
                <a:ext uri="{FF2B5EF4-FFF2-40B4-BE49-F238E27FC236}">
                  <a16:creationId xmlns:a16="http://schemas.microsoft.com/office/drawing/2014/main" id="{A5792F9D-9C54-12EE-1991-C7FACC0B91DD}"/>
                </a:ext>
              </a:extLst>
            </p:cNvPr>
            <p:cNvSpPr/>
            <p:nvPr/>
          </p:nvSpPr>
          <p:spPr>
            <a:xfrm>
              <a:off x="6484392" y="3904395"/>
              <a:ext cx="526255" cy="2206532"/>
            </a:xfrm>
            <a:prstGeom prst="lef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2F35CCA1-465D-A365-56FB-4D030E23B9E3}"/>
                </a:ext>
              </a:extLst>
            </p:cNvPr>
            <p:cNvSpPr txBox="1"/>
            <p:nvPr/>
          </p:nvSpPr>
          <p:spPr>
            <a:xfrm rot="16200000">
              <a:off x="6175474" y="4784590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Timed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out</a:t>
              </a:r>
              <a:endParaRPr kumimoji="1" lang="zh-CN" altLang="en-US" dirty="0"/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16F79C24-BB83-4AC0-5B80-E150A4E74B88}"/>
                </a:ext>
              </a:extLst>
            </p:cNvPr>
            <p:cNvSpPr txBox="1"/>
            <p:nvPr/>
          </p:nvSpPr>
          <p:spPr>
            <a:xfrm>
              <a:off x="6312191" y="6046921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closed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>
            <a:extLst>
              <a:ext uri="{FF2B5EF4-FFF2-40B4-BE49-F238E27FC236}">
                <a16:creationId xmlns:a16="http://schemas.microsoft.com/office/drawing/2014/main" id="{20F726F7-2B14-4837-B0C3-7FAC27D7FAF6}"/>
              </a:ext>
            </a:extLst>
          </p:cNvPr>
          <p:cNvGrpSpPr/>
          <p:nvPr/>
        </p:nvGrpSpPr>
        <p:grpSpPr>
          <a:xfrm>
            <a:off x="878932" y="755904"/>
            <a:ext cx="7618892" cy="5136404"/>
            <a:chOff x="878932" y="755904"/>
            <a:chExt cx="7618892" cy="5136404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2D9FD3E2-2FC4-7751-4D26-9C6A3E5E48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3523488"/>
              <a:ext cx="2036064" cy="1706879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任意形状 4">
              <a:extLst>
                <a:ext uri="{FF2B5EF4-FFF2-40B4-BE49-F238E27FC236}">
                  <a16:creationId xmlns:a16="http://schemas.microsoft.com/office/drawing/2014/main" id="{80EAE8BB-6739-A40E-F823-3CCA2F9A4D0C}"/>
                </a:ext>
              </a:extLst>
            </p:cNvPr>
            <p:cNvSpPr/>
            <p:nvPr/>
          </p:nvSpPr>
          <p:spPr>
            <a:xfrm>
              <a:off x="3425952" y="3215954"/>
              <a:ext cx="4133088" cy="2014413"/>
            </a:xfrm>
            <a:custGeom>
              <a:avLst/>
              <a:gdLst>
                <a:gd name="csX0" fmla="*/ 0 w 4986528"/>
                <a:gd name="csY0" fmla="*/ 307109 h 2014413"/>
                <a:gd name="csX1" fmla="*/ 1097280 w 4986528"/>
                <a:gd name="csY1" fmla="*/ 51077 h 2014413"/>
                <a:gd name="csX2" fmla="*/ 1377696 w 4986528"/>
                <a:gd name="csY2" fmla="*/ 1197125 h 2014413"/>
                <a:gd name="csX3" fmla="*/ 3243072 w 4986528"/>
                <a:gd name="csY3" fmla="*/ 1892069 h 2014413"/>
                <a:gd name="csX4" fmla="*/ 4133088 w 4986528"/>
                <a:gd name="csY4" fmla="*/ 2013989 h 2014413"/>
                <a:gd name="csX5" fmla="*/ 4133088 w 4986528"/>
                <a:gd name="csY5" fmla="*/ 2013989 h 2014413"/>
                <a:gd name="csX6" fmla="*/ 4986528 w 4986528"/>
                <a:gd name="csY6" fmla="*/ 1794533 h 2014413"/>
                <a:gd name="csX0" fmla="*/ 0 w 4133088"/>
                <a:gd name="csY0" fmla="*/ 307109 h 2014413"/>
                <a:gd name="csX1" fmla="*/ 1097280 w 4133088"/>
                <a:gd name="csY1" fmla="*/ 51077 h 2014413"/>
                <a:gd name="csX2" fmla="*/ 1377696 w 4133088"/>
                <a:gd name="csY2" fmla="*/ 1197125 h 2014413"/>
                <a:gd name="csX3" fmla="*/ 3243072 w 4133088"/>
                <a:gd name="csY3" fmla="*/ 1892069 h 2014413"/>
                <a:gd name="csX4" fmla="*/ 4133088 w 4133088"/>
                <a:gd name="csY4" fmla="*/ 2013989 h 2014413"/>
                <a:gd name="csX5" fmla="*/ 4133088 w 4133088"/>
                <a:gd name="csY5" fmla="*/ 2013989 h 20144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133088" h="2014413">
                  <a:moveTo>
                    <a:pt x="0" y="307109"/>
                  </a:moveTo>
                  <a:cubicBezTo>
                    <a:pt x="433832" y="104925"/>
                    <a:pt x="867664" y="-97259"/>
                    <a:pt x="1097280" y="51077"/>
                  </a:cubicBezTo>
                  <a:cubicBezTo>
                    <a:pt x="1326896" y="199413"/>
                    <a:pt x="1020064" y="890293"/>
                    <a:pt x="1377696" y="1197125"/>
                  </a:cubicBezTo>
                  <a:cubicBezTo>
                    <a:pt x="1735328" y="1503957"/>
                    <a:pt x="2783840" y="1755925"/>
                    <a:pt x="3243072" y="1892069"/>
                  </a:cubicBezTo>
                  <a:cubicBezTo>
                    <a:pt x="3702304" y="2028213"/>
                    <a:pt x="4133088" y="2013989"/>
                    <a:pt x="4133088" y="2013989"/>
                  </a:cubicBezTo>
                  <a:lnTo>
                    <a:pt x="4133088" y="2013989"/>
                  </a:lnTo>
                </a:path>
              </a:pathLst>
            </a:cu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cxnSp>
          <p:nvCxnSpPr>
            <p:cNvPr id="7" name="直线箭头连接符 6">
              <a:extLst>
                <a:ext uri="{FF2B5EF4-FFF2-40B4-BE49-F238E27FC236}">
                  <a16:creationId xmlns:a16="http://schemas.microsoft.com/office/drawing/2014/main" id="{A0F67326-30B4-B4FD-875B-3FF1237AB177}"/>
                </a:ext>
              </a:extLst>
            </p:cNvPr>
            <p:cNvCxnSpPr/>
            <p:nvPr/>
          </p:nvCxnSpPr>
          <p:spPr>
            <a:xfrm>
              <a:off x="1389888" y="5230368"/>
              <a:ext cx="7107936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线箭头连接符 8">
              <a:extLst>
                <a:ext uri="{FF2B5EF4-FFF2-40B4-BE49-F238E27FC236}">
                  <a16:creationId xmlns:a16="http://schemas.microsoft.com/office/drawing/2014/main" id="{D5A8D9F7-5470-E9E7-C84B-5EF766A38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89888" y="755904"/>
              <a:ext cx="0" cy="447446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5DC01DFE-E045-5C6A-3482-7E87446ECE58}"/>
                </a:ext>
              </a:extLst>
            </p:cNvPr>
            <p:cNvSpPr txBox="1"/>
            <p:nvPr/>
          </p:nvSpPr>
          <p:spPr>
            <a:xfrm>
              <a:off x="4133088" y="5522976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发送速度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88F5DB3-C9F4-F5E0-A24A-9FDFF7D327B4}"/>
                </a:ext>
              </a:extLst>
            </p:cNvPr>
            <p:cNvSpPr txBox="1"/>
            <p:nvPr/>
          </p:nvSpPr>
          <p:spPr>
            <a:xfrm rot="16200000">
              <a:off x="509600" y="30312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接收速度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7D144AE-4CB2-0589-FF18-E154EF64DA7C}"/>
                </a:ext>
              </a:extLst>
            </p:cNvPr>
            <p:cNvSpPr txBox="1"/>
            <p:nvPr/>
          </p:nvSpPr>
          <p:spPr>
            <a:xfrm>
              <a:off x="6364962" y="3523488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网络瘫痪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7B5C6E50-8153-4FCF-AF9A-47534BB0E6F2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flipH="1">
              <a:off x="5084064" y="3708154"/>
              <a:ext cx="1280898" cy="66877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D15E2852-AB20-5D9A-69FB-878DA7E6B310}"/>
              </a:ext>
            </a:extLst>
          </p:cNvPr>
          <p:cNvGrpSpPr/>
          <p:nvPr/>
        </p:nvGrpSpPr>
        <p:grpSpPr>
          <a:xfrm>
            <a:off x="5853823" y="2542723"/>
            <a:ext cx="4393569" cy="2273307"/>
            <a:chOff x="686700" y="4149674"/>
            <a:chExt cx="4393569" cy="2273307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53172801-513D-EE8D-E650-F964D4E9FCC3}"/>
                </a:ext>
              </a:extLst>
            </p:cNvPr>
            <p:cNvGrpSpPr/>
            <p:nvPr/>
          </p:nvGrpSpPr>
          <p:grpSpPr>
            <a:xfrm>
              <a:off x="1164862" y="4417561"/>
              <a:ext cx="3453765" cy="1885950"/>
              <a:chOff x="4207522" y="4063746"/>
              <a:chExt cx="3453765" cy="1885950"/>
            </a:xfrm>
          </p:grpSpPr>
          <p:sp>
            <p:nvSpPr>
              <p:cNvPr id="13" name="object 5">
                <a:extLst>
                  <a:ext uri="{FF2B5EF4-FFF2-40B4-BE49-F238E27FC236}">
                    <a16:creationId xmlns:a16="http://schemas.microsoft.com/office/drawing/2014/main" id="{7172C36E-A689-34D1-79C2-3D15CFE391F3}"/>
                  </a:ext>
                </a:extLst>
              </p:cNvPr>
              <p:cNvSpPr/>
              <p:nvPr/>
            </p:nvSpPr>
            <p:spPr>
              <a:xfrm>
                <a:off x="4281563" y="4088892"/>
                <a:ext cx="0" cy="1855470"/>
              </a:xfrm>
              <a:custGeom>
                <a:avLst/>
                <a:gdLst/>
                <a:ahLst/>
                <a:cxnLst/>
                <a:rect l="l" t="t" r="r" b="b"/>
                <a:pathLst>
                  <a:path h="1855470">
                    <a:moveTo>
                      <a:pt x="0" y="1855469"/>
                    </a:moveTo>
                    <a:lnTo>
                      <a:pt x="0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6">
                <a:extLst>
                  <a:ext uri="{FF2B5EF4-FFF2-40B4-BE49-F238E27FC236}">
                    <a16:creationId xmlns:a16="http://schemas.microsoft.com/office/drawing/2014/main" id="{7B0095CA-7A72-6B55-B8E3-E78A09C6A594}"/>
                  </a:ext>
                </a:extLst>
              </p:cNvPr>
              <p:cNvSpPr/>
              <p:nvPr/>
            </p:nvSpPr>
            <p:spPr>
              <a:xfrm>
                <a:off x="4252607" y="4063746"/>
                <a:ext cx="60325" cy="31750"/>
              </a:xfrm>
              <a:custGeom>
                <a:avLst/>
                <a:gdLst/>
                <a:ahLst/>
                <a:cxnLst/>
                <a:rect l="l" t="t" r="r" b="b"/>
                <a:pathLst>
                  <a:path w="60325" h="31750">
                    <a:moveTo>
                      <a:pt x="60198" y="31241"/>
                    </a:moveTo>
                    <a:lnTo>
                      <a:pt x="28956" y="0"/>
                    </a:lnTo>
                    <a:lnTo>
                      <a:pt x="0" y="31241"/>
                    </a:lnTo>
                    <a:lnTo>
                      <a:pt x="60198" y="31241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7">
                <a:extLst>
                  <a:ext uri="{FF2B5EF4-FFF2-40B4-BE49-F238E27FC236}">
                    <a16:creationId xmlns:a16="http://schemas.microsoft.com/office/drawing/2014/main" id="{34F19285-B6CA-6B8D-1BC4-3D7FAF535F16}"/>
                  </a:ext>
                </a:extLst>
              </p:cNvPr>
              <p:cNvSpPr/>
              <p:nvPr/>
            </p:nvSpPr>
            <p:spPr>
              <a:xfrm>
                <a:off x="4281563" y="5944362"/>
                <a:ext cx="3374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374390">
                    <a:moveTo>
                      <a:pt x="0" y="0"/>
                    </a:moveTo>
                    <a:lnTo>
                      <a:pt x="3374123" y="0"/>
                    </a:lnTo>
                  </a:path>
                </a:pathLst>
              </a:custGeom>
              <a:ln w="963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8">
                <a:extLst>
                  <a:ext uri="{FF2B5EF4-FFF2-40B4-BE49-F238E27FC236}">
                    <a16:creationId xmlns:a16="http://schemas.microsoft.com/office/drawing/2014/main" id="{CF3347C2-E279-67A4-DFED-930032AF8F8E}"/>
                  </a:ext>
                </a:extLst>
              </p:cNvPr>
              <p:cNvSpPr/>
              <p:nvPr/>
            </p:nvSpPr>
            <p:spPr>
              <a:xfrm>
                <a:off x="4210697" y="5366004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9">
                <a:extLst>
                  <a:ext uri="{FF2B5EF4-FFF2-40B4-BE49-F238E27FC236}">
                    <a16:creationId xmlns:a16="http://schemas.microsoft.com/office/drawing/2014/main" id="{0C7515A9-ADD7-8028-91DF-F179F938A83E}"/>
                  </a:ext>
                </a:extLst>
              </p:cNvPr>
              <p:cNvSpPr/>
              <p:nvPr/>
            </p:nvSpPr>
            <p:spPr>
              <a:xfrm>
                <a:off x="4210697" y="478764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0">
                <a:extLst>
                  <a:ext uri="{FF2B5EF4-FFF2-40B4-BE49-F238E27FC236}">
                    <a16:creationId xmlns:a16="http://schemas.microsoft.com/office/drawing/2014/main" id="{0A1C79F3-43EC-30A1-3E0D-98E738FFE28F}"/>
                  </a:ext>
                </a:extLst>
              </p:cNvPr>
              <p:cNvSpPr/>
              <p:nvPr/>
            </p:nvSpPr>
            <p:spPr>
              <a:xfrm>
                <a:off x="4210697" y="4208526"/>
                <a:ext cx="71120" cy="0"/>
              </a:xfrm>
              <a:custGeom>
                <a:avLst/>
                <a:gdLst/>
                <a:ahLst/>
                <a:cxnLst/>
                <a:rect l="l" t="t" r="r" b="b"/>
                <a:pathLst>
                  <a:path w="71120">
                    <a:moveTo>
                      <a:pt x="0" y="0"/>
                    </a:moveTo>
                    <a:lnTo>
                      <a:pt x="70866" y="0"/>
                    </a:lnTo>
                  </a:path>
                </a:pathLst>
              </a:custGeom>
              <a:ln w="5778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4C5381FD-508D-02FA-4EE5-AD4C77772062}"/>
                </a:ext>
              </a:extLst>
            </p:cNvPr>
            <p:cNvSpPr txBox="1"/>
            <p:nvPr/>
          </p:nvSpPr>
          <p:spPr>
            <a:xfrm>
              <a:off x="749947" y="5648019"/>
              <a:ext cx="402590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8</a:t>
              </a:r>
              <a:r>
                <a:rPr sz="750" spc="1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5" name="object 12">
              <a:extLst>
                <a:ext uri="{FF2B5EF4-FFF2-40B4-BE49-F238E27FC236}">
                  <a16:creationId xmlns:a16="http://schemas.microsoft.com/office/drawing/2014/main" id="{FA826709-FA9D-505A-E2A2-785071337B09}"/>
                </a:ext>
              </a:extLst>
            </p:cNvPr>
            <p:cNvSpPr txBox="1"/>
            <p:nvPr/>
          </p:nvSpPr>
          <p:spPr>
            <a:xfrm>
              <a:off x="686700" y="5053666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16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>
                <a:latin typeface="Arial"/>
                <a:cs typeface="Arial"/>
              </a:endParaRPr>
            </a:p>
          </p:txBody>
        </p:sp>
        <p:sp>
          <p:nvSpPr>
            <p:cNvPr id="6" name="object 13">
              <a:extLst>
                <a:ext uri="{FF2B5EF4-FFF2-40B4-BE49-F238E27FC236}">
                  <a16:creationId xmlns:a16="http://schemas.microsoft.com/office/drawing/2014/main" id="{421CD12B-FB14-F9C3-0238-C5E1B6E5184A}"/>
                </a:ext>
              </a:extLst>
            </p:cNvPr>
            <p:cNvSpPr txBox="1"/>
            <p:nvPr/>
          </p:nvSpPr>
          <p:spPr>
            <a:xfrm>
              <a:off x="686700" y="4482929"/>
              <a:ext cx="456565" cy="141605"/>
            </a:xfrm>
            <a:prstGeom prst="rect">
              <a:avLst/>
            </a:prstGeom>
          </p:spPr>
          <p:txBody>
            <a:bodyPr vert="horz" wrap="square" lIns="0" tIns="1397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10"/>
                </a:spcBef>
              </a:pPr>
              <a:r>
                <a:rPr sz="750" dirty="0">
                  <a:latin typeface="Arial"/>
                  <a:cs typeface="Arial"/>
                </a:rPr>
                <a:t>24</a:t>
              </a:r>
              <a:r>
                <a:rPr sz="750" spc="25" dirty="0">
                  <a:latin typeface="Arial"/>
                  <a:cs typeface="Arial"/>
                </a:rPr>
                <a:t> </a:t>
              </a:r>
              <a:r>
                <a:rPr sz="750" spc="-10" dirty="0">
                  <a:latin typeface="Arial"/>
                  <a:cs typeface="Arial"/>
                </a:rPr>
                <a:t>Kbytes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7" name="object 14">
              <a:extLst>
                <a:ext uri="{FF2B5EF4-FFF2-40B4-BE49-F238E27FC236}">
                  <a16:creationId xmlns:a16="http://schemas.microsoft.com/office/drawing/2014/main" id="{48403EEE-CE2B-CEB1-C56A-9D3BBC9E4986}"/>
                </a:ext>
              </a:extLst>
            </p:cNvPr>
            <p:cNvSpPr/>
            <p:nvPr/>
          </p:nvSpPr>
          <p:spPr>
            <a:xfrm>
              <a:off x="1238903" y="4851900"/>
              <a:ext cx="3329304" cy="868044"/>
            </a:xfrm>
            <a:custGeom>
              <a:avLst/>
              <a:gdLst/>
              <a:ahLst/>
              <a:cxnLst/>
              <a:rect l="l" t="t" r="r" b="b"/>
              <a:pathLst>
                <a:path w="3329304" h="868045">
                  <a:moveTo>
                    <a:pt x="0" y="433578"/>
                  </a:moveTo>
                  <a:lnTo>
                    <a:pt x="144780" y="289560"/>
                  </a:lnTo>
                  <a:lnTo>
                    <a:pt x="144780" y="867918"/>
                  </a:lnTo>
                  <a:lnTo>
                    <a:pt x="1013460" y="0"/>
                  </a:lnTo>
                  <a:lnTo>
                    <a:pt x="1013460" y="723138"/>
                  </a:lnTo>
                  <a:lnTo>
                    <a:pt x="1447800" y="289560"/>
                  </a:lnTo>
                  <a:lnTo>
                    <a:pt x="1447800" y="867918"/>
                  </a:lnTo>
                  <a:lnTo>
                    <a:pt x="2315718" y="0"/>
                  </a:lnTo>
                  <a:lnTo>
                    <a:pt x="2315718" y="723138"/>
                  </a:lnTo>
                  <a:lnTo>
                    <a:pt x="2894838" y="144780"/>
                  </a:lnTo>
                  <a:lnTo>
                    <a:pt x="2894838" y="796290"/>
                  </a:lnTo>
                  <a:lnTo>
                    <a:pt x="3329178" y="289560"/>
                  </a:lnTo>
                </a:path>
              </a:pathLst>
            </a:custGeom>
            <a:ln w="577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16">
              <a:extLst>
                <a:ext uri="{FF2B5EF4-FFF2-40B4-BE49-F238E27FC236}">
                  <a16:creationId xmlns:a16="http://schemas.microsoft.com/office/drawing/2014/main" id="{5B98AF35-4950-F52E-081D-1D0D52E61B1B}"/>
                </a:ext>
              </a:extLst>
            </p:cNvPr>
            <p:cNvSpPr txBox="1"/>
            <p:nvPr/>
          </p:nvSpPr>
          <p:spPr>
            <a:xfrm>
              <a:off x="1004218" y="4149674"/>
              <a:ext cx="471170" cy="22415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835"/>
                </a:lnSpc>
              </a:pPr>
              <a:r>
                <a:rPr sz="750" spc="-10" dirty="0">
                  <a:latin typeface="Arial"/>
                  <a:cs typeface="Arial"/>
                </a:rPr>
                <a:t>congestion</a:t>
              </a:r>
              <a:endParaRPr sz="750" dirty="0">
                <a:latin typeface="Arial"/>
                <a:cs typeface="Arial"/>
              </a:endParaRPr>
            </a:p>
            <a:p>
              <a:pPr marL="1905" algn="ctr">
                <a:lnSpc>
                  <a:spcPct val="100000"/>
                </a:lnSpc>
                <a:spcBef>
                  <a:spcPts val="10"/>
                </a:spcBef>
              </a:pPr>
              <a:r>
                <a:rPr sz="750" spc="-10" dirty="0">
                  <a:latin typeface="Arial"/>
                  <a:cs typeface="Arial"/>
                </a:rPr>
                <a:t>window</a:t>
              </a:r>
              <a:endParaRPr sz="750" dirty="0">
                <a:latin typeface="Arial"/>
                <a:cs typeface="Arial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C0A63CD-8E2C-3B5B-A353-9EB463AED31A}"/>
                </a:ext>
              </a:extLst>
            </p:cNvPr>
            <p:cNvSpPr txBox="1"/>
            <p:nvPr/>
          </p:nvSpPr>
          <p:spPr>
            <a:xfrm>
              <a:off x="4627901" y="6161371"/>
              <a:ext cx="45236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100" dirty="0"/>
                <a:t>time</a:t>
              </a:r>
              <a:endParaRPr kumimoji="1" lang="zh-CN" altLang="en-US" sz="1100" dirty="0"/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2DBA6929-CDDD-03D1-142D-0CDB743505B1}"/>
              </a:ext>
            </a:extLst>
          </p:cNvPr>
          <p:cNvGrpSpPr/>
          <p:nvPr/>
        </p:nvGrpSpPr>
        <p:grpSpPr>
          <a:xfrm>
            <a:off x="1153548" y="1677916"/>
            <a:ext cx="2838339" cy="3891851"/>
            <a:chOff x="5725548" y="1921827"/>
            <a:chExt cx="2838339" cy="3891851"/>
          </a:xfrm>
        </p:grpSpPr>
        <p:grpSp>
          <p:nvGrpSpPr>
            <p:cNvPr id="22" name="object 6">
              <a:extLst>
                <a:ext uri="{FF2B5EF4-FFF2-40B4-BE49-F238E27FC236}">
                  <a16:creationId xmlns:a16="http://schemas.microsoft.com/office/drawing/2014/main" id="{23C77F95-EBED-1737-936B-F65A384643C6}"/>
                </a:ext>
              </a:extLst>
            </p:cNvPr>
            <p:cNvGrpSpPr/>
            <p:nvPr/>
          </p:nvGrpSpPr>
          <p:grpSpPr>
            <a:xfrm>
              <a:off x="6082169" y="2555748"/>
              <a:ext cx="2199640" cy="348615"/>
              <a:chOff x="6082169" y="2555748"/>
              <a:chExt cx="2199640" cy="348615"/>
            </a:xfrm>
          </p:grpSpPr>
          <p:sp>
            <p:nvSpPr>
              <p:cNvPr id="23" name="object 7">
                <a:extLst>
                  <a:ext uri="{FF2B5EF4-FFF2-40B4-BE49-F238E27FC236}">
                    <a16:creationId xmlns:a16="http://schemas.microsoft.com/office/drawing/2014/main" id="{80C35D84-0CF2-045F-19C9-69073E744962}"/>
                  </a:ext>
                </a:extLst>
              </p:cNvPr>
              <p:cNvSpPr/>
              <p:nvPr/>
            </p:nvSpPr>
            <p:spPr>
              <a:xfrm>
                <a:off x="6082169" y="2555748"/>
                <a:ext cx="219964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9640" h="348614">
                    <a:moveTo>
                      <a:pt x="2126220" y="298546"/>
                    </a:moveTo>
                    <a:lnTo>
                      <a:pt x="3810" y="0"/>
                    </a:lnTo>
                    <a:lnTo>
                      <a:pt x="0" y="25146"/>
                    </a:lnTo>
                    <a:lnTo>
                      <a:pt x="2122638" y="323618"/>
                    </a:lnTo>
                    <a:lnTo>
                      <a:pt x="2126220" y="298546"/>
                    </a:lnTo>
                    <a:close/>
                  </a:path>
                  <a:path w="2199640" h="348614">
                    <a:moveTo>
                      <a:pt x="2138172" y="341883"/>
                    </a:moveTo>
                    <a:lnTo>
                      <a:pt x="2138172" y="300227"/>
                    </a:lnTo>
                    <a:lnTo>
                      <a:pt x="2135124" y="325373"/>
                    </a:lnTo>
                    <a:lnTo>
                      <a:pt x="2122638" y="323618"/>
                    </a:lnTo>
                    <a:lnTo>
                      <a:pt x="2119122" y="348233"/>
                    </a:lnTo>
                    <a:lnTo>
                      <a:pt x="2138172" y="341883"/>
                    </a:lnTo>
                    <a:close/>
                  </a:path>
                  <a:path w="2199640" h="348614">
                    <a:moveTo>
                      <a:pt x="2138172" y="300227"/>
                    </a:moveTo>
                    <a:lnTo>
                      <a:pt x="2126220" y="298546"/>
                    </a:lnTo>
                    <a:lnTo>
                      <a:pt x="2122638" y="323618"/>
                    </a:lnTo>
                    <a:lnTo>
                      <a:pt x="2135124" y="325373"/>
                    </a:lnTo>
                    <a:lnTo>
                      <a:pt x="2138172" y="300227"/>
                    </a:lnTo>
                    <a:close/>
                  </a:path>
                  <a:path w="2199640" h="348614">
                    <a:moveTo>
                      <a:pt x="2199132" y="321563"/>
                    </a:moveTo>
                    <a:lnTo>
                      <a:pt x="2129790" y="273557"/>
                    </a:lnTo>
                    <a:lnTo>
                      <a:pt x="2126220" y="298546"/>
                    </a:lnTo>
                    <a:lnTo>
                      <a:pt x="2138172" y="300227"/>
                    </a:lnTo>
                    <a:lnTo>
                      <a:pt x="2138172" y="341883"/>
                    </a:lnTo>
                    <a:lnTo>
                      <a:pt x="2199132" y="32156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4" name="object 8">
                <a:extLst>
                  <a:ext uri="{FF2B5EF4-FFF2-40B4-BE49-F238E27FC236}">
                    <a16:creationId xmlns:a16="http://schemas.microsoft.com/office/drawing/2014/main" id="{F3471978-C78D-D9F8-0334-CEC7692693FD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023227" y="2595372"/>
                <a:ext cx="949451" cy="191262"/>
              </a:xfrm>
              <a:prstGeom prst="rect">
                <a:avLst/>
              </a:prstGeom>
            </p:spPr>
          </p:pic>
        </p:grpSp>
        <p:sp>
          <p:nvSpPr>
            <p:cNvPr id="25" name="object 9">
              <a:extLst>
                <a:ext uri="{FF2B5EF4-FFF2-40B4-BE49-F238E27FC236}">
                  <a16:creationId xmlns:a16="http://schemas.microsoft.com/office/drawing/2014/main" id="{35F39FA1-6C16-7984-0891-D518815BC938}"/>
                </a:ext>
              </a:extLst>
            </p:cNvPr>
            <p:cNvSpPr txBox="1"/>
            <p:nvPr/>
          </p:nvSpPr>
          <p:spPr>
            <a:xfrm>
              <a:off x="6141091" y="2030222"/>
              <a:ext cx="63309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A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26" name="object 10">
              <a:extLst>
                <a:ext uri="{FF2B5EF4-FFF2-40B4-BE49-F238E27FC236}">
                  <a16:creationId xmlns:a16="http://schemas.microsoft.com/office/drawing/2014/main" id="{AF3E2986-5512-336F-8789-9EA9B999AB46}"/>
                </a:ext>
              </a:extLst>
            </p:cNvPr>
            <p:cNvSpPr txBox="1"/>
            <p:nvPr/>
          </p:nvSpPr>
          <p:spPr>
            <a:xfrm>
              <a:off x="5800537" y="2710021"/>
              <a:ext cx="243204" cy="343535"/>
            </a:xfrm>
            <a:prstGeom prst="rect">
              <a:avLst/>
            </a:prstGeom>
          </p:spPr>
          <p:txBody>
            <a:bodyPr vert="vert270" wrap="square" lIns="0" tIns="32384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54"/>
                </a:spcBef>
              </a:pPr>
              <a:r>
                <a:rPr sz="12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RTT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28" name="object 12">
              <a:extLst>
                <a:ext uri="{FF2B5EF4-FFF2-40B4-BE49-F238E27FC236}">
                  <a16:creationId xmlns:a16="http://schemas.microsoft.com/office/drawing/2014/main" id="{A8B1F815-8FC4-E13F-AD1E-212D48FC3474}"/>
                </a:ext>
              </a:extLst>
            </p:cNvPr>
            <p:cNvSpPr txBox="1"/>
            <p:nvPr/>
          </p:nvSpPr>
          <p:spPr>
            <a:xfrm>
              <a:off x="7477639" y="2046986"/>
              <a:ext cx="61531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Host</a:t>
              </a:r>
              <a:r>
                <a:rPr sz="1400" b="1" spc="-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B</a:t>
              </a:r>
              <a:endParaRPr sz="1400">
                <a:latin typeface="Comic Sans MS"/>
                <a:cs typeface="Comic Sans MS"/>
              </a:endParaRPr>
            </a:p>
          </p:txBody>
        </p:sp>
        <p:pic>
          <p:nvPicPr>
            <p:cNvPr id="29" name="object 13">
              <a:extLst>
                <a:ext uri="{FF2B5EF4-FFF2-40B4-BE49-F238E27FC236}">
                  <a16:creationId xmlns:a16="http://schemas.microsoft.com/office/drawing/2014/main" id="{5F703FA7-9B49-62FD-AAD4-034AA696347A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89383" y="2555748"/>
              <a:ext cx="67056" cy="192024"/>
            </a:xfrm>
            <a:prstGeom prst="rect">
              <a:avLst/>
            </a:prstGeom>
          </p:spPr>
        </p:pic>
        <p:pic>
          <p:nvPicPr>
            <p:cNvPr id="30" name="object 14">
              <a:extLst>
                <a:ext uri="{FF2B5EF4-FFF2-40B4-BE49-F238E27FC236}">
                  <a16:creationId xmlns:a16="http://schemas.microsoft.com/office/drawing/2014/main" id="{875369BF-A602-25D3-2DF3-A3E08BDA0018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99289" y="3048000"/>
              <a:ext cx="66294" cy="196596"/>
            </a:xfrm>
            <a:prstGeom prst="rect">
              <a:avLst/>
            </a:prstGeom>
          </p:spPr>
        </p:pic>
        <p:grpSp>
          <p:nvGrpSpPr>
            <p:cNvPr id="31" name="object 15">
              <a:extLst>
                <a:ext uri="{FF2B5EF4-FFF2-40B4-BE49-F238E27FC236}">
                  <a16:creationId xmlns:a16="http://schemas.microsoft.com/office/drawing/2014/main" id="{D755F482-5C9F-D1FD-5D4C-888C1E2E93A3}"/>
                </a:ext>
              </a:extLst>
            </p:cNvPr>
            <p:cNvGrpSpPr/>
            <p:nvPr/>
          </p:nvGrpSpPr>
          <p:grpSpPr>
            <a:xfrm>
              <a:off x="6047879" y="2405633"/>
              <a:ext cx="2472690" cy="3408045"/>
              <a:chOff x="6047879" y="2405633"/>
              <a:chExt cx="2472690" cy="3408045"/>
            </a:xfrm>
          </p:grpSpPr>
          <p:sp>
            <p:nvSpPr>
              <p:cNvPr id="32" name="object 16">
                <a:extLst>
                  <a:ext uri="{FF2B5EF4-FFF2-40B4-BE49-F238E27FC236}">
                    <a16:creationId xmlns:a16="http://schemas.microsoft.com/office/drawing/2014/main" id="{6C3533AD-F141-A5BC-C4FD-54EBB9F20DCD}"/>
                  </a:ext>
                </a:extLst>
              </p:cNvPr>
              <p:cNvSpPr/>
              <p:nvPr/>
            </p:nvSpPr>
            <p:spPr>
              <a:xfrm>
                <a:off x="6047879" y="2405646"/>
                <a:ext cx="2272665" cy="3408045"/>
              </a:xfrm>
              <a:custGeom>
                <a:avLst/>
                <a:gdLst/>
                <a:ahLst/>
                <a:cxnLst/>
                <a:rect l="l" t="t" r="r" b="b"/>
                <a:pathLst>
                  <a:path w="2272665" h="3408045">
                    <a:moveTo>
                      <a:pt x="67056" y="3307080"/>
                    </a:moveTo>
                    <a:lnTo>
                      <a:pt x="41897" y="3307080"/>
                    </a:lnTo>
                    <a:lnTo>
                      <a:pt x="40386" y="0"/>
                    </a:lnTo>
                    <a:lnTo>
                      <a:pt x="23622" y="0"/>
                    </a:lnTo>
                    <a:lnTo>
                      <a:pt x="25133" y="3307080"/>
                    </a:lnTo>
                    <a:lnTo>
                      <a:pt x="0" y="3307080"/>
                    </a:lnTo>
                    <a:lnTo>
                      <a:pt x="25133" y="3357359"/>
                    </a:lnTo>
                    <a:lnTo>
                      <a:pt x="33528" y="3374136"/>
                    </a:lnTo>
                    <a:lnTo>
                      <a:pt x="41897" y="3357372"/>
                    </a:lnTo>
                    <a:lnTo>
                      <a:pt x="67056" y="3307080"/>
                    </a:lnTo>
                    <a:close/>
                  </a:path>
                  <a:path w="2272665" h="3408045">
                    <a:moveTo>
                      <a:pt x="2272284" y="3340608"/>
                    </a:moveTo>
                    <a:lnTo>
                      <a:pt x="2247125" y="3340608"/>
                    </a:lnTo>
                    <a:lnTo>
                      <a:pt x="2245614" y="32766"/>
                    </a:lnTo>
                    <a:lnTo>
                      <a:pt x="2228850" y="32766"/>
                    </a:lnTo>
                    <a:lnTo>
                      <a:pt x="2230361" y="3340608"/>
                    </a:lnTo>
                    <a:lnTo>
                      <a:pt x="2205228" y="3340608"/>
                    </a:lnTo>
                    <a:lnTo>
                      <a:pt x="2230361" y="3390887"/>
                    </a:lnTo>
                    <a:lnTo>
                      <a:pt x="2238756" y="3407664"/>
                    </a:lnTo>
                    <a:lnTo>
                      <a:pt x="2247125" y="3390900"/>
                    </a:lnTo>
                    <a:lnTo>
                      <a:pt x="2272284" y="3340608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7">
                <a:extLst>
                  <a:ext uri="{FF2B5EF4-FFF2-40B4-BE49-F238E27FC236}">
                    <a16:creationId xmlns:a16="http://schemas.microsoft.com/office/drawing/2014/main" id="{079EE69F-DD87-48AC-EC8D-647F4E95B44E}"/>
                  </a:ext>
                </a:extLst>
              </p:cNvPr>
              <p:cNvSpPr/>
              <p:nvPr/>
            </p:nvSpPr>
            <p:spPr>
              <a:xfrm>
                <a:off x="6063119" y="2910839"/>
                <a:ext cx="2198370" cy="348615"/>
              </a:xfrm>
              <a:custGeom>
                <a:avLst/>
                <a:gdLst/>
                <a:ahLst/>
                <a:cxnLst/>
                <a:rect l="l" t="t" r="r" b="b"/>
                <a:pathLst>
                  <a:path w="2198370" h="348614">
                    <a:moveTo>
                      <a:pt x="72896" y="298442"/>
                    </a:moveTo>
                    <a:lnTo>
                      <a:pt x="69342" y="273558"/>
                    </a:lnTo>
                    <a:lnTo>
                      <a:pt x="0" y="321564"/>
                    </a:lnTo>
                    <a:lnTo>
                      <a:pt x="60198" y="341630"/>
                    </a:lnTo>
                    <a:lnTo>
                      <a:pt x="60198" y="300228"/>
                    </a:lnTo>
                    <a:lnTo>
                      <a:pt x="72896" y="298442"/>
                    </a:lnTo>
                    <a:close/>
                  </a:path>
                  <a:path w="2198370" h="348614">
                    <a:moveTo>
                      <a:pt x="76492" y="323613"/>
                    </a:moveTo>
                    <a:lnTo>
                      <a:pt x="72896" y="298442"/>
                    </a:lnTo>
                    <a:lnTo>
                      <a:pt x="60198" y="300228"/>
                    </a:lnTo>
                    <a:lnTo>
                      <a:pt x="64008" y="325374"/>
                    </a:lnTo>
                    <a:lnTo>
                      <a:pt x="76492" y="323613"/>
                    </a:lnTo>
                    <a:close/>
                  </a:path>
                  <a:path w="2198370" h="348614">
                    <a:moveTo>
                      <a:pt x="80010" y="348234"/>
                    </a:moveTo>
                    <a:lnTo>
                      <a:pt x="76492" y="323613"/>
                    </a:lnTo>
                    <a:lnTo>
                      <a:pt x="64008" y="325374"/>
                    </a:lnTo>
                    <a:lnTo>
                      <a:pt x="60198" y="300228"/>
                    </a:lnTo>
                    <a:lnTo>
                      <a:pt x="60198" y="341630"/>
                    </a:lnTo>
                    <a:lnTo>
                      <a:pt x="80010" y="348234"/>
                    </a:lnTo>
                    <a:close/>
                  </a:path>
                  <a:path w="2198370" h="348614">
                    <a:moveTo>
                      <a:pt x="2198370" y="24383"/>
                    </a:moveTo>
                    <a:lnTo>
                      <a:pt x="2195322" y="0"/>
                    </a:lnTo>
                    <a:lnTo>
                      <a:pt x="72896" y="298442"/>
                    </a:lnTo>
                    <a:lnTo>
                      <a:pt x="76492" y="323613"/>
                    </a:lnTo>
                    <a:lnTo>
                      <a:pt x="2198370" y="2438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8">
                <a:extLst>
                  <a:ext uri="{FF2B5EF4-FFF2-40B4-BE49-F238E27FC236}">
                    <a16:creationId xmlns:a16="http://schemas.microsoft.com/office/drawing/2014/main" id="{68012CDC-FA3B-272E-2EC4-40BACEB91688}"/>
                  </a:ext>
                </a:extLst>
              </p:cNvPr>
              <p:cNvSpPr/>
              <p:nvPr/>
            </p:nvSpPr>
            <p:spPr>
              <a:xfrm>
                <a:off x="8069465" y="5395722"/>
                <a:ext cx="451484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51484" h="217170">
                    <a:moveTo>
                      <a:pt x="451103" y="217170"/>
                    </a:moveTo>
                    <a:lnTo>
                      <a:pt x="451103" y="0"/>
                    </a:lnTo>
                    <a:lnTo>
                      <a:pt x="0" y="0"/>
                    </a:lnTo>
                    <a:lnTo>
                      <a:pt x="0" y="217170"/>
                    </a:lnTo>
                    <a:lnTo>
                      <a:pt x="451103" y="21717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5" name="object 19">
              <a:extLst>
                <a:ext uri="{FF2B5EF4-FFF2-40B4-BE49-F238E27FC236}">
                  <a16:creationId xmlns:a16="http://schemas.microsoft.com/office/drawing/2014/main" id="{5BB3614E-52A5-5D2C-B8D3-DD1DFF266D76}"/>
                </a:ext>
              </a:extLst>
            </p:cNvPr>
            <p:cNvSpPr txBox="1"/>
            <p:nvPr/>
          </p:nvSpPr>
          <p:spPr>
            <a:xfrm>
              <a:off x="8083429" y="5349494"/>
              <a:ext cx="44386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time</a:t>
              </a:r>
              <a:endParaRPr sz="1550">
                <a:latin typeface="Comic Sans MS"/>
                <a:cs typeface="Comic Sans MS"/>
              </a:endParaRPr>
            </a:p>
          </p:txBody>
        </p:sp>
        <p:grpSp>
          <p:nvGrpSpPr>
            <p:cNvPr id="36" name="object 20">
              <a:extLst>
                <a:ext uri="{FF2B5EF4-FFF2-40B4-BE49-F238E27FC236}">
                  <a16:creationId xmlns:a16="http://schemas.microsoft.com/office/drawing/2014/main" id="{0EECB632-1768-AAD5-7EB6-0DA294966876}"/>
                </a:ext>
              </a:extLst>
            </p:cNvPr>
            <p:cNvGrpSpPr/>
            <p:nvPr/>
          </p:nvGrpSpPr>
          <p:grpSpPr>
            <a:xfrm>
              <a:off x="6060833" y="3240785"/>
              <a:ext cx="2242820" cy="1784985"/>
              <a:chOff x="6060833" y="3240785"/>
              <a:chExt cx="2242820" cy="1784985"/>
            </a:xfrm>
          </p:grpSpPr>
          <p:sp>
            <p:nvSpPr>
              <p:cNvPr id="37" name="object 21">
                <a:extLst>
                  <a:ext uri="{FF2B5EF4-FFF2-40B4-BE49-F238E27FC236}">
                    <a16:creationId xmlns:a16="http://schemas.microsoft.com/office/drawing/2014/main" id="{41D570A8-FE55-BB55-6723-E7DDF322FF33}"/>
                  </a:ext>
                </a:extLst>
              </p:cNvPr>
              <p:cNvSpPr/>
              <p:nvPr/>
            </p:nvSpPr>
            <p:spPr>
              <a:xfrm>
                <a:off x="6060833" y="3240798"/>
                <a:ext cx="2242820" cy="1111250"/>
              </a:xfrm>
              <a:custGeom>
                <a:avLst/>
                <a:gdLst/>
                <a:ahLst/>
                <a:cxnLst/>
                <a:rect l="l" t="t" r="r" b="b"/>
                <a:pathLst>
                  <a:path w="2242820" h="1111250">
                    <a:moveTo>
                      <a:pt x="2198370" y="787908"/>
                    </a:moveTo>
                    <a:lnTo>
                      <a:pt x="2194560" y="762762"/>
                    </a:lnTo>
                    <a:lnTo>
                      <a:pt x="72148" y="1061300"/>
                    </a:lnTo>
                    <a:lnTo>
                      <a:pt x="68580" y="1036320"/>
                    </a:lnTo>
                    <a:lnTo>
                      <a:pt x="0" y="1084326"/>
                    </a:lnTo>
                    <a:lnTo>
                      <a:pt x="60198" y="1104582"/>
                    </a:lnTo>
                    <a:lnTo>
                      <a:pt x="79248" y="1110996"/>
                    </a:lnTo>
                    <a:lnTo>
                      <a:pt x="75730" y="1086370"/>
                    </a:lnTo>
                    <a:lnTo>
                      <a:pt x="2198370" y="787908"/>
                    </a:lnTo>
                    <a:close/>
                  </a:path>
                  <a:path w="2242820" h="1111250">
                    <a:moveTo>
                      <a:pt x="2220468" y="396240"/>
                    </a:moveTo>
                    <a:lnTo>
                      <a:pt x="2151126" y="348996"/>
                    </a:lnTo>
                    <a:lnTo>
                      <a:pt x="2147544" y="373976"/>
                    </a:lnTo>
                    <a:lnTo>
                      <a:pt x="25146" y="75438"/>
                    </a:lnTo>
                    <a:lnTo>
                      <a:pt x="21336" y="99822"/>
                    </a:lnTo>
                    <a:lnTo>
                      <a:pt x="2144077" y="398297"/>
                    </a:lnTo>
                    <a:lnTo>
                      <a:pt x="2140458" y="423672"/>
                    </a:lnTo>
                    <a:lnTo>
                      <a:pt x="2159508" y="417131"/>
                    </a:lnTo>
                    <a:lnTo>
                      <a:pt x="2220468" y="396240"/>
                    </a:lnTo>
                    <a:close/>
                  </a:path>
                  <a:path w="2242820" h="1111250">
                    <a:moveTo>
                      <a:pt x="2224278" y="321564"/>
                    </a:moveTo>
                    <a:lnTo>
                      <a:pt x="2154936" y="273558"/>
                    </a:lnTo>
                    <a:lnTo>
                      <a:pt x="2151380" y="298437"/>
                    </a:lnTo>
                    <a:lnTo>
                      <a:pt x="28956" y="0"/>
                    </a:lnTo>
                    <a:lnTo>
                      <a:pt x="25908" y="24384"/>
                    </a:lnTo>
                    <a:lnTo>
                      <a:pt x="2147773" y="323608"/>
                    </a:lnTo>
                    <a:lnTo>
                      <a:pt x="2144268" y="348234"/>
                    </a:lnTo>
                    <a:lnTo>
                      <a:pt x="2164080" y="341630"/>
                    </a:lnTo>
                    <a:lnTo>
                      <a:pt x="2224278" y="321564"/>
                    </a:lnTo>
                    <a:close/>
                  </a:path>
                  <a:path w="2242820" h="1111250">
                    <a:moveTo>
                      <a:pt x="2242566" y="559308"/>
                    </a:moveTo>
                    <a:lnTo>
                      <a:pt x="2239518" y="534162"/>
                    </a:lnTo>
                    <a:lnTo>
                      <a:pt x="95758" y="841057"/>
                    </a:lnTo>
                    <a:lnTo>
                      <a:pt x="92202" y="816102"/>
                    </a:lnTo>
                    <a:lnTo>
                      <a:pt x="23622" y="864108"/>
                    </a:lnTo>
                    <a:lnTo>
                      <a:pt x="83820" y="884364"/>
                    </a:lnTo>
                    <a:lnTo>
                      <a:pt x="102870" y="890778"/>
                    </a:lnTo>
                    <a:lnTo>
                      <a:pt x="99339" y="866127"/>
                    </a:lnTo>
                    <a:lnTo>
                      <a:pt x="2242566" y="559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8" name="object 22">
                <a:extLst>
                  <a:ext uri="{FF2B5EF4-FFF2-40B4-BE49-F238E27FC236}">
                    <a16:creationId xmlns:a16="http://schemas.microsoft.com/office/drawing/2014/main" id="{DD2BF45B-825E-F5E0-5A10-2CA2136C6C0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013333" y="3252215"/>
                <a:ext cx="1018032" cy="225242"/>
              </a:xfrm>
              <a:prstGeom prst="rect">
                <a:avLst/>
              </a:prstGeom>
            </p:spPr>
          </p:pic>
          <p:pic>
            <p:nvPicPr>
              <p:cNvPr id="39" name="object 23">
                <a:extLst>
                  <a:ext uri="{FF2B5EF4-FFF2-40B4-BE49-F238E27FC236}">
                    <a16:creationId xmlns:a16="http://schemas.microsoft.com/office/drawing/2014/main" id="{3268EED5-FF0F-A440-D25A-FB3221E3017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7088771" y="4135469"/>
                <a:ext cx="1053083" cy="233533"/>
              </a:xfrm>
              <a:prstGeom prst="rect">
                <a:avLst/>
              </a:prstGeom>
            </p:spPr>
          </p:pic>
          <p:sp>
            <p:nvSpPr>
              <p:cNvPr id="40" name="object 24">
                <a:extLst>
                  <a:ext uri="{FF2B5EF4-FFF2-40B4-BE49-F238E27FC236}">
                    <a16:creationId xmlns:a16="http://schemas.microsoft.com/office/drawing/2014/main" id="{17E17C12-2DDD-D38E-4C12-ABE56E4C1198}"/>
                  </a:ext>
                </a:extLst>
              </p:cNvPr>
              <p:cNvSpPr/>
              <p:nvPr/>
            </p:nvSpPr>
            <p:spPr>
              <a:xfrm>
                <a:off x="6078359" y="4121670"/>
                <a:ext cx="2211705" cy="904240"/>
              </a:xfrm>
              <a:custGeom>
                <a:avLst/>
                <a:gdLst/>
                <a:ahLst/>
                <a:cxnLst/>
                <a:rect l="l" t="t" r="r" b="b"/>
                <a:pathLst>
                  <a:path w="2211704" h="904239">
                    <a:moveTo>
                      <a:pt x="2211324" y="321564"/>
                    </a:moveTo>
                    <a:lnTo>
                      <a:pt x="2141982" y="274320"/>
                    </a:lnTo>
                    <a:lnTo>
                      <a:pt x="2138476" y="298551"/>
                    </a:lnTo>
                    <a:lnTo>
                      <a:pt x="16002" y="0"/>
                    </a:lnTo>
                    <a:lnTo>
                      <a:pt x="12192" y="25146"/>
                    </a:lnTo>
                    <a:lnTo>
                      <a:pt x="2134857" y="323621"/>
                    </a:lnTo>
                    <a:lnTo>
                      <a:pt x="2131885" y="344208"/>
                    </a:lnTo>
                    <a:lnTo>
                      <a:pt x="2127364" y="344881"/>
                    </a:lnTo>
                    <a:lnTo>
                      <a:pt x="2127364" y="369824"/>
                    </a:lnTo>
                    <a:lnTo>
                      <a:pt x="2125713" y="382295"/>
                    </a:lnTo>
                    <a:lnTo>
                      <a:pt x="2122373" y="381838"/>
                    </a:lnTo>
                    <a:lnTo>
                      <a:pt x="2122373" y="407504"/>
                    </a:lnTo>
                    <a:lnTo>
                      <a:pt x="2119566" y="428675"/>
                    </a:lnTo>
                    <a:lnTo>
                      <a:pt x="1969439" y="450799"/>
                    </a:lnTo>
                    <a:lnTo>
                      <a:pt x="1883270" y="438683"/>
                    </a:lnTo>
                    <a:lnTo>
                      <a:pt x="1883270" y="463499"/>
                    </a:lnTo>
                    <a:lnTo>
                      <a:pt x="1661096" y="496239"/>
                    </a:lnTo>
                    <a:lnTo>
                      <a:pt x="1460868" y="468083"/>
                    </a:lnTo>
                    <a:lnTo>
                      <a:pt x="1682953" y="435343"/>
                    </a:lnTo>
                    <a:lnTo>
                      <a:pt x="1883270" y="463499"/>
                    </a:lnTo>
                    <a:lnTo>
                      <a:pt x="1883270" y="438683"/>
                    </a:lnTo>
                    <a:lnTo>
                      <a:pt x="1769148" y="422630"/>
                    </a:lnTo>
                    <a:lnTo>
                      <a:pt x="1994103" y="389470"/>
                    </a:lnTo>
                    <a:lnTo>
                      <a:pt x="2122373" y="407504"/>
                    </a:lnTo>
                    <a:lnTo>
                      <a:pt x="2122373" y="381838"/>
                    </a:lnTo>
                    <a:lnTo>
                      <a:pt x="2083231" y="376326"/>
                    </a:lnTo>
                    <a:lnTo>
                      <a:pt x="2127364" y="369824"/>
                    </a:lnTo>
                    <a:lnTo>
                      <a:pt x="2127364" y="344881"/>
                    </a:lnTo>
                    <a:lnTo>
                      <a:pt x="1996630" y="364147"/>
                    </a:lnTo>
                    <a:lnTo>
                      <a:pt x="3048" y="83820"/>
                    </a:lnTo>
                    <a:lnTo>
                      <a:pt x="0" y="108966"/>
                    </a:lnTo>
                    <a:lnTo>
                      <a:pt x="1907514" y="377291"/>
                    </a:lnTo>
                    <a:lnTo>
                      <a:pt x="1682559" y="410451"/>
                    </a:lnTo>
                    <a:lnTo>
                      <a:pt x="16002" y="176022"/>
                    </a:lnTo>
                    <a:lnTo>
                      <a:pt x="12192" y="200406"/>
                    </a:lnTo>
                    <a:lnTo>
                      <a:pt x="1596351" y="423164"/>
                    </a:lnTo>
                    <a:lnTo>
                      <a:pt x="1374267" y="455904"/>
                    </a:lnTo>
                    <a:lnTo>
                      <a:pt x="7620" y="263652"/>
                    </a:lnTo>
                    <a:lnTo>
                      <a:pt x="3810" y="288036"/>
                    </a:lnTo>
                    <a:lnTo>
                      <a:pt x="1287995" y="468617"/>
                    </a:lnTo>
                    <a:lnTo>
                      <a:pt x="328396" y="610082"/>
                    </a:lnTo>
                    <a:lnTo>
                      <a:pt x="324599" y="585216"/>
                    </a:lnTo>
                    <a:lnTo>
                      <a:pt x="256019" y="633222"/>
                    </a:lnTo>
                    <a:lnTo>
                      <a:pt x="316217" y="653288"/>
                    </a:lnTo>
                    <a:lnTo>
                      <a:pt x="336029" y="659892"/>
                    </a:lnTo>
                    <a:lnTo>
                      <a:pt x="332130" y="634479"/>
                    </a:lnTo>
                    <a:lnTo>
                      <a:pt x="1374609" y="480796"/>
                    </a:lnTo>
                    <a:lnTo>
                      <a:pt x="1574876" y="508952"/>
                    </a:lnTo>
                    <a:lnTo>
                      <a:pt x="335788" y="691540"/>
                    </a:lnTo>
                    <a:lnTo>
                      <a:pt x="332219" y="666750"/>
                    </a:lnTo>
                    <a:lnTo>
                      <a:pt x="262877" y="714756"/>
                    </a:lnTo>
                    <a:lnTo>
                      <a:pt x="323075" y="734237"/>
                    </a:lnTo>
                    <a:lnTo>
                      <a:pt x="342887" y="740664"/>
                    </a:lnTo>
                    <a:lnTo>
                      <a:pt x="339318" y="715962"/>
                    </a:lnTo>
                    <a:lnTo>
                      <a:pt x="1661223" y="521093"/>
                    </a:lnTo>
                    <a:lnTo>
                      <a:pt x="1862810" y="549427"/>
                    </a:lnTo>
                    <a:lnTo>
                      <a:pt x="324586" y="776198"/>
                    </a:lnTo>
                    <a:lnTo>
                      <a:pt x="320789" y="751332"/>
                    </a:lnTo>
                    <a:lnTo>
                      <a:pt x="252209" y="800100"/>
                    </a:lnTo>
                    <a:lnTo>
                      <a:pt x="312407" y="819581"/>
                    </a:lnTo>
                    <a:lnTo>
                      <a:pt x="332219" y="826008"/>
                    </a:lnTo>
                    <a:lnTo>
                      <a:pt x="328434" y="801344"/>
                    </a:lnTo>
                    <a:lnTo>
                      <a:pt x="1952066" y="561987"/>
                    </a:lnTo>
                    <a:lnTo>
                      <a:pt x="2126551" y="586511"/>
                    </a:lnTo>
                    <a:lnTo>
                      <a:pt x="2126043" y="590029"/>
                    </a:lnTo>
                    <a:lnTo>
                      <a:pt x="335749" y="853846"/>
                    </a:lnTo>
                    <a:lnTo>
                      <a:pt x="332219" y="829056"/>
                    </a:lnTo>
                    <a:lnTo>
                      <a:pt x="262877" y="877062"/>
                    </a:lnTo>
                    <a:lnTo>
                      <a:pt x="323075" y="897128"/>
                    </a:lnTo>
                    <a:lnTo>
                      <a:pt x="342887" y="903732"/>
                    </a:lnTo>
                    <a:lnTo>
                      <a:pt x="339242" y="878281"/>
                    </a:lnTo>
                    <a:lnTo>
                      <a:pt x="2208263" y="602742"/>
                    </a:lnTo>
                    <a:lnTo>
                      <a:pt x="2205215" y="578358"/>
                    </a:lnTo>
                    <a:lnTo>
                      <a:pt x="2195169" y="579843"/>
                    </a:lnTo>
                    <a:lnTo>
                      <a:pt x="2133600" y="537210"/>
                    </a:lnTo>
                    <a:lnTo>
                      <a:pt x="2130018" y="562190"/>
                    </a:lnTo>
                    <a:lnTo>
                      <a:pt x="2038210" y="549287"/>
                    </a:lnTo>
                    <a:lnTo>
                      <a:pt x="2197595" y="525780"/>
                    </a:lnTo>
                    <a:lnTo>
                      <a:pt x="2194090" y="502729"/>
                    </a:lnTo>
                    <a:lnTo>
                      <a:pt x="2211324" y="496824"/>
                    </a:lnTo>
                    <a:lnTo>
                      <a:pt x="2142731" y="450100"/>
                    </a:lnTo>
                    <a:lnTo>
                      <a:pt x="2208263" y="440436"/>
                    </a:lnTo>
                    <a:lnTo>
                      <a:pt x="2205215" y="416052"/>
                    </a:lnTo>
                    <a:lnTo>
                      <a:pt x="2141880" y="425386"/>
                    </a:lnTo>
                    <a:lnTo>
                      <a:pt x="2141880" y="450227"/>
                    </a:lnTo>
                    <a:lnTo>
                      <a:pt x="2138400" y="474560"/>
                    </a:lnTo>
                    <a:lnTo>
                      <a:pt x="2134933" y="474078"/>
                    </a:lnTo>
                    <a:lnTo>
                      <a:pt x="2134933" y="498881"/>
                    </a:lnTo>
                    <a:lnTo>
                      <a:pt x="2133409" y="509536"/>
                    </a:lnTo>
                    <a:lnTo>
                      <a:pt x="1948967" y="536727"/>
                    </a:lnTo>
                    <a:lnTo>
                      <a:pt x="1747405" y="508381"/>
                    </a:lnTo>
                    <a:lnTo>
                      <a:pt x="1969541" y="475627"/>
                    </a:lnTo>
                    <a:lnTo>
                      <a:pt x="2134933" y="498881"/>
                    </a:lnTo>
                    <a:lnTo>
                      <a:pt x="2134933" y="474078"/>
                    </a:lnTo>
                    <a:lnTo>
                      <a:pt x="2055685" y="462940"/>
                    </a:lnTo>
                    <a:lnTo>
                      <a:pt x="2141880" y="450227"/>
                    </a:lnTo>
                    <a:lnTo>
                      <a:pt x="2141880" y="425386"/>
                    </a:lnTo>
                    <a:lnTo>
                      <a:pt x="2136622" y="426161"/>
                    </a:lnTo>
                    <a:lnTo>
                      <a:pt x="2138172" y="425640"/>
                    </a:lnTo>
                    <a:lnTo>
                      <a:pt x="2198370" y="405384"/>
                    </a:lnTo>
                    <a:lnTo>
                      <a:pt x="2143544" y="367436"/>
                    </a:lnTo>
                    <a:lnTo>
                      <a:pt x="2201405" y="358902"/>
                    </a:lnTo>
                    <a:lnTo>
                      <a:pt x="2197595" y="334518"/>
                    </a:lnTo>
                    <a:lnTo>
                      <a:pt x="2152523" y="341172"/>
                    </a:lnTo>
                    <a:lnTo>
                      <a:pt x="2211324" y="321564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46" name="图形 45" descr="便携式计算机 纯色填充">
              <a:extLst>
                <a:ext uri="{FF2B5EF4-FFF2-40B4-BE49-F238E27FC236}">
                  <a16:creationId xmlns:a16="http://schemas.microsoft.com/office/drawing/2014/main" id="{9D394951-4C51-4A91-A771-D216F3FEB81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725548" y="1974515"/>
              <a:ext cx="422033" cy="422033"/>
            </a:xfrm>
            <a:prstGeom prst="rect">
              <a:avLst/>
            </a:prstGeom>
          </p:spPr>
        </p:pic>
        <p:pic>
          <p:nvPicPr>
            <p:cNvPr id="47" name="图形 46" descr="便携式计算机 纯色填充">
              <a:extLst>
                <a:ext uri="{FF2B5EF4-FFF2-40B4-BE49-F238E27FC236}">
                  <a16:creationId xmlns:a16="http://schemas.microsoft.com/office/drawing/2014/main" id="{75DC2AB5-1CD2-7FBD-6F58-34C50A3365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41854" y="1921827"/>
              <a:ext cx="422033" cy="422033"/>
            </a:xfrm>
            <a:prstGeom prst="rect">
              <a:avLst/>
            </a:prstGeom>
          </p:spPr>
        </p:pic>
      </p:grpSp>
      <p:sp>
        <p:nvSpPr>
          <p:cNvPr id="49" name="文本框 48">
            <a:extLst>
              <a:ext uri="{FF2B5EF4-FFF2-40B4-BE49-F238E27FC236}">
                <a16:creationId xmlns:a16="http://schemas.microsoft.com/office/drawing/2014/main" id="{0313BFA3-AEF6-D79E-B63D-A547029E6AB7}"/>
              </a:ext>
            </a:extLst>
          </p:cNvPr>
          <p:cNvSpPr txBox="1"/>
          <p:nvPr/>
        </p:nvSpPr>
        <p:spPr>
          <a:xfrm>
            <a:off x="2151722" y="5746745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慢启动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A09A30DB-9C9A-7EDB-BF8A-C18F445570C5}"/>
              </a:ext>
            </a:extLst>
          </p:cNvPr>
          <p:cNvSpPr txBox="1"/>
          <p:nvPr/>
        </p:nvSpPr>
        <p:spPr>
          <a:xfrm>
            <a:off x="6939599" y="5500229"/>
            <a:ext cx="2262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加法增长、乘法下降</a:t>
            </a:r>
            <a:endParaRPr lang="zh-CN" altLang="en-US" dirty="0"/>
          </a:p>
          <a:p>
            <a:r>
              <a:rPr kumimoji="1" lang="zh-CN" altLang="en-US" dirty="0"/>
              <a:t>（锯齿状流量）</a:t>
            </a:r>
          </a:p>
        </p:txBody>
      </p:sp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C84D-1D1B-5EE9-2941-6B8E603C4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D1E3F6D-5349-5CCA-1BCA-28A0BB18E5D2}"/>
              </a:ext>
            </a:extLst>
          </p:cNvPr>
          <p:cNvGrpSpPr/>
          <p:nvPr/>
        </p:nvGrpSpPr>
        <p:grpSpPr>
          <a:xfrm>
            <a:off x="2999879" y="2548889"/>
            <a:ext cx="5515476" cy="3011048"/>
            <a:chOff x="2999879" y="2548889"/>
            <a:chExt cx="5515476" cy="3011048"/>
          </a:xfrm>
        </p:grpSpPr>
        <p:grpSp>
          <p:nvGrpSpPr>
            <p:cNvPr id="2" name="object 4">
              <a:extLst>
                <a:ext uri="{FF2B5EF4-FFF2-40B4-BE49-F238E27FC236}">
                  <a16:creationId xmlns:a16="http://schemas.microsoft.com/office/drawing/2014/main" id="{C2CCCD5E-1970-01A2-33B3-F13AF2CA847F}"/>
                </a:ext>
              </a:extLst>
            </p:cNvPr>
            <p:cNvGrpSpPr/>
            <p:nvPr/>
          </p:nvGrpSpPr>
          <p:grpSpPr>
            <a:xfrm>
              <a:off x="3235337" y="2548889"/>
              <a:ext cx="3219450" cy="2733040"/>
              <a:chOff x="3235337" y="2548889"/>
              <a:chExt cx="3219450" cy="2733040"/>
            </a:xfrm>
          </p:grpSpPr>
          <p:sp>
            <p:nvSpPr>
              <p:cNvPr id="3" name="object 5">
                <a:extLst>
                  <a:ext uri="{FF2B5EF4-FFF2-40B4-BE49-F238E27FC236}">
                    <a16:creationId xmlns:a16="http://schemas.microsoft.com/office/drawing/2014/main" id="{E944C0F6-0CEF-58D1-9220-1841D9A4265E}"/>
                  </a:ext>
                </a:extLst>
              </p:cNvPr>
              <p:cNvSpPr/>
              <p:nvPr/>
            </p:nvSpPr>
            <p:spPr>
              <a:xfrm>
                <a:off x="3246767" y="2548902"/>
                <a:ext cx="3208020" cy="2733040"/>
              </a:xfrm>
              <a:custGeom>
                <a:avLst/>
                <a:gdLst/>
                <a:ahLst/>
                <a:cxnLst/>
                <a:rect l="l" t="t" r="r" b="b"/>
                <a:pathLst>
                  <a:path w="3208020" h="2733040">
                    <a:moveTo>
                      <a:pt x="3208020" y="2699004"/>
                    </a:moveTo>
                    <a:lnTo>
                      <a:pt x="33528" y="2697492"/>
                    </a:lnTo>
                    <a:lnTo>
                      <a:pt x="35052" y="0"/>
                    </a:lnTo>
                    <a:lnTo>
                      <a:pt x="1524" y="0"/>
                    </a:lnTo>
                    <a:lnTo>
                      <a:pt x="0" y="2705862"/>
                    </a:lnTo>
                    <a:lnTo>
                      <a:pt x="16764" y="2705862"/>
                    </a:lnTo>
                    <a:lnTo>
                      <a:pt x="16764" y="2731008"/>
                    </a:lnTo>
                    <a:lnTo>
                      <a:pt x="3208020" y="2732532"/>
                    </a:lnTo>
                    <a:lnTo>
                      <a:pt x="3208020" y="2699004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6">
                <a:extLst>
                  <a:ext uri="{FF2B5EF4-FFF2-40B4-BE49-F238E27FC236}">
                    <a16:creationId xmlns:a16="http://schemas.microsoft.com/office/drawing/2014/main" id="{62EF8796-030C-9C4C-C5F5-27FC304B4318}"/>
                  </a:ext>
                </a:extLst>
              </p:cNvPr>
              <p:cNvSpPr/>
              <p:nvPr/>
            </p:nvSpPr>
            <p:spPr>
              <a:xfrm>
                <a:off x="3235337" y="2753880"/>
                <a:ext cx="2495550" cy="2503170"/>
              </a:xfrm>
              <a:custGeom>
                <a:avLst/>
                <a:gdLst/>
                <a:ahLst/>
                <a:cxnLst/>
                <a:rect l="l" t="t" r="r" b="b"/>
                <a:pathLst>
                  <a:path w="2495550" h="2503170">
                    <a:moveTo>
                      <a:pt x="2495550" y="2464308"/>
                    </a:moveTo>
                    <a:lnTo>
                      <a:pt x="1200454" y="1173226"/>
                    </a:lnTo>
                    <a:lnTo>
                      <a:pt x="2049907" y="205117"/>
                    </a:lnTo>
                    <a:lnTo>
                      <a:pt x="2057400" y="211696"/>
                    </a:lnTo>
                    <a:lnTo>
                      <a:pt x="2068830" y="221742"/>
                    </a:lnTo>
                    <a:lnTo>
                      <a:pt x="2087880" y="149352"/>
                    </a:lnTo>
                    <a:lnTo>
                      <a:pt x="2018538" y="177546"/>
                    </a:lnTo>
                    <a:lnTo>
                      <a:pt x="2037359" y="194094"/>
                    </a:lnTo>
                    <a:lnTo>
                      <a:pt x="1188605" y="1161402"/>
                    </a:lnTo>
                    <a:lnTo>
                      <a:pt x="23622" y="0"/>
                    </a:lnTo>
                    <a:lnTo>
                      <a:pt x="0" y="23622"/>
                    </a:lnTo>
                    <a:lnTo>
                      <a:pt x="1166533" y="1186573"/>
                    </a:lnTo>
                    <a:lnTo>
                      <a:pt x="21336" y="2491740"/>
                    </a:lnTo>
                    <a:lnTo>
                      <a:pt x="33528" y="2503170"/>
                    </a:lnTo>
                    <a:lnTo>
                      <a:pt x="1178382" y="1198384"/>
                    </a:lnTo>
                    <a:lnTo>
                      <a:pt x="2471928" y="2487930"/>
                    </a:lnTo>
                    <a:lnTo>
                      <a:pt x="2495550" y="246430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7">
              <a:extLst>
                <a:ext uri="{FF2B5EF4-FFF2-40B4-BE49-F238E27FC236}">
                  <a16:creationId xmlns:a16="http://schemas.microsoft.com/office/drawing/2014/main" id="{8AB34200-48DC-9805-5A0B-26E7C2B0931C}"/>
                </a:ext>
              </a:extLst>
            </p:cNvPr>
            <p:cNvSpPr txBox="1"/>
            <p:nvPr/>
          </p:nvSpPr>
          <p:spPr>
            <a:xfrm>
              <a:off x="3031369" y="2632201"/>
              <a:ext cx="16827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6" name="object 8">
              <a:extLst>
                <a:ext uri="{FF2B5EF4-FFF2-40B4-BE49-F238E27FC236}">
                  <a16:creationId xmlns:a16="http://schemas.microsoft.com/office/drawing/2014/main" id="{CB4A0095-517C-7B2E-4AB2-5B434D41D33B}"/>
                </a:ext>
              </a:extLst>
            </p:cNvPr>
            <p:cNvSpPr txBox="1"/>
            <p:nvPr/>
          </p:nvSpPr>
          <p:spPr>
            <a:xfrm>
              <a:off x="4474597" y="2625344"/>
              <a:ext cx="219265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equal</a:t>
              </a:r>
              <a:r>
                <a:rPr sz="1550" b="1" spc="8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bandwidth</a:t>
              </a:r>
              <a:r>
                <a:rPr sz="1550" b="1" spc="8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share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7" name="object 9">
              <a:extLst>
                <a:ext uri="{FF2B5EF4-FFF2-40B4-BE49-F238E27FC236}">
                  <a16:creationId xmlns:a16="http://schemas.microsoft.com/office/drawing/2014/main" id="{71F7348C-508E-D1FC-CB25-9B235EBA9753}"/>
                </a:ext>
              </a:extLst>
            </p:cNvPr>
            <p:cNvSpPr txBox="1"/>
            <p:nvPr/>
          </p:nvSpPr>
          <p:spPr>
            <a:xfrm>
              <a:off x="3111126" y="5267202"/>
              <a:ext cx="2703195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00"/>
                </a:spcBef>
                <a:tabLst>
                  <a:tab pos="2521585" algn="l"/>
                </a:tabLst>
              </a:pP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b="1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1</a:t>
              </a:r>
              <a:r>
                <a:rPr sz="1550" b="1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throughput</a:t>
              </a:r>
              <a:r>
                <a:rPr sz="155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2625" b="1" spc="-75" baseline="-9523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endParaRPr sz="2625" baseline="-9523">
                <a:latin typeface="Comic Sans MS"/>
                <a:cs typeface="Comic Sans MS"/>
              </a:endParaRPr>
            </a:p>
          </p:txBody>
        </p:sp>
        <p:grpSp>
          <p:nvGrpSpPr>
            <p:cNvPr id="8" name="object 10">
              <a:extLst>
                <a:ext uri="{FF2B5EF4-FFF2-40B4-BE49-F238E27FC236}">
                  <a16:creationId xmlns:a16="http://schemas.microsoft.com/office/drawing/2014/main" id="{AC2B0F1E-EC0F-9D05-2BD1-3F79567A385E}"/>
                </a:ext>
              </a:extLst>
            </p:cNvPr>
            <p:cNvGrpSpPr/>
            <p:nvPr/>
          </p:nvGrpSpPr>
          <p:grpSpPr>
            <a:xfrm>
              <a:off x="2999879" y="2976372"/>
              <a:ext cx="2172970" cy="2348230"/>
              <a:chOff x="2999879" y="2976372"/>
              <a:chExt cx="2172970" cy="2348230"/>
            </a:xfrm>
          </p:grpSpPr>
          <p:pic>
            <p:nvPicPr>
              <p:cNvPr id="9" name="object 11">
                <a:extLst>
                  <a:ext uri="{FF2B5EF4-FFF2-40B4-BE49-F238E27FC236}">
                    <a16:creationId xmlns:a16="http://schemas.microsoft.com/office/drawing/2014/main" id="{6FE7F5EE-5325-D8E1-0538-B9398FC433FF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999879" y="2976372"/>
                <a:ext cx="214884" cy="2347722"/>
              </a:xfrm>
              <a:prstGeom prst="rect">
                <a:avLst/>
              </a:prstGeom>
            </p:spPr>
          </p:pic>
          <p:sp>
            <p:nvSpPr>
              <p:cNvPr id="10" name="object 12">
                <a:extLst>
                  <a:ext uri="{FF2B5EF4-FFF2-40B4-BE49-F238E27FC236}">
                    <a16:creationId xmlns:a16="http://schemas.microsoft.com/office/drawing/2014/main" id="{12A7B309-3501-A60C-97D6-5743A14FE435}"/>
                  </a:ext>
                </a:extLst>
              </p:cNvPr>
              <p:cNvSpPr/>
              <p:nvPr/>
            </p:nvSpPr>
            <p:spPr>
              <a:xfrm>
                <a:off x="4007243" y="3912120"/>
                <a:ext cx="1165225" cy="1134110"/>
              </a:xfrm>
              <a:custGeom>
                <a:avLst/>
                <a:gdLst/>
                <a:ahLst/>
                <a:cxnLst/>
                <a:rect l="l" t="t" r="r" b="b"/>
                <a:pathLst>
                  <a:path w="1165225" h="1134110">
                    <a:moveTo>
                      <a:pt x="1165098" y="275082"/>
                    </a:moveTo>
                    <a:lnTo>
                      <a:pt x="1095756" y="303276"/>
                    </a:lnTo>
                    <a:lnTo>
                      <a:pt x="1101763" y="308571"/>
                    </a:lnTo>
                    <a:lnTo>
                      <a:pt x="182626" y="803922"/>
                    </a:lnTo>
                    <a:lnTo>
                      <a:pt x="858291" y="55359"/>
                    </a:lnTo>
                    <a:lnTo>
                      <a:pt x="865632" y="62014"/>
                    </a:lnTo>
                    <a:lnTo>
                      <a:pt x="877062" y="72390"/>
                    </a:lnTo>
                    <a:lnTo>
                      <a:pt x="896874" y="0"/>
                    </a:lnTo>
                    <a:lnTo>
                      <a:pt x="827532" y="27432"/>
                    </a:lnTo>
                    <a:lnTo>
                      <a:pt x="843813" y="42227"/>
                    </a:lnTo>
                    <a:lnTo>
                      <a:pt x="47421" y="663117"/>
                    </a:lnTo>
                    <a:lnTo>
                      <a:pt x="32004" y="643128"/>
                    </a:lnTo>
                    <a:lnTo>
                      <a:pt x="0" y="710946"/>
                    </a:lnTo>
                    <a:lnTo>
                      <a:pt x="38862" y="703249"/>
                    </a:lnTo>
                    <a:lnTo>
                      <a:pt x="73152" y="696468"/>
                    </a:lnTo>
                    <a:lnTo>
                      <a:pt x="57746" y="676503"/>
                    </a:lnTo>
                    <a:lnTo>
                      <a:pt x="791895" y="103987"/>
                    </a:lnTo>
                    <a:lnTo>
                      <a:pt x="172212" y="790511"/>
                    </a:lnTo>
                    <a:lnTo>
                      <a:pt x="168402" y="783336"/>
                    </a:lnTo>
                    <a:lnTo>
                      <a:pt x="129844" y="837463"/>
                    </a:lnTo>
                    <a:lnTo>
                      <a:pt x="125730" y="842010"/>
                    </a:lnTo>
                    <a:lnTo>
                      <a:pt x="126238" y="842505"/>
                    </a:lnTo>
                    <a:lnTo>
                      <a:pt x="124968" y="844296"/>
                    </a:lnTo>
                    <a:lnTo>
                      <a:pt x="128066" y="844207"/>
                    </a:lnTo>
                    <a:lnTo>
                      <a:pt x="137922" y="853440"/>
                    </a:lnTo>
                    <a:lnTo>
                      <a:pt x="146773" y="843635"/>
                    </a:lnTo>
                    <a:lnTo>
                      <a:pt x="168402" y="842962"/>
                    </a:lnTo>
                    <a:lnTo>
                      <a:pt x="169926" y="842911"/>
                    </a:lnTo>
                    <a:lnTo>
                      <a:pt x="199644" y="842010"/>
                    </a:lnTo>
                    <a:lnTo>
                      <a:pt x="187947" y="820039"/>
                    </a:lnTo>
                    <a:lnTo>
                      <a:pt x="1114463" y="320713"/>
                    </a:lnTo>
                    <a:lnTo>
                      <a:pt x="410718" y="1123188"/>
                    </a:lnTo>
                    <a:lnTo>
                      <a:pt x="423672" y="1133856"/>
                    </a:lnTo>
                    <a:lnTo>
                      <a:pt x="1127137" y="330847"/>
                    </a:lnTo>
                    <a:lnTo>
                      <a:pt x="1134618" y="337426"/>
                    </a:lnTo>
                    <a:lnTo>
                      <a:pt x="1146048" y="347472"/>
                    </a:lnTo>
                    <a:lnTo>
                      <a:pt x="1165098" y="275082"/>
                    </a:lnTo>
                    <a:close/>
                  </a:path>
                </a:pathLst>
              </a:custGeom>
              <a:solidFill>
                <a:srgbClr val="FF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749FCFDC-B0E6-72CE-9409-5AB71359C3A7}"/>
                </a:ext>
              </a:extLst>
            </p:cNvPr>
            <p:cNvSpPr txBox="1"/>
            <p:nvPr/>
          </p:nvSpPr>
          <p:spPr>
            <a:xfrm>
              <a:off x="4811401" y="3653282"/>
              <a:ext cx="3703954" cy="840740"/>
            </a:xfrm>
            <a:prstGeom prst="rect">
              <a:avLst/>
            </a:prstGeom>
          </p:spPr>
          <p:txBody>
            <a:bodyPr vert="horz" wrap="square" lIns="0" tIns="50800" rIns="0" bIns="0" rtlCol="0">
              <a:spAutoFit/>
            </a:bodyPr>
            <a:lstStyle/>
            <a:p>
              <a:pPr marL="48895" marR="254635" indent="-36830">
                <a:lnSpc>
                  <a:spcPts val="1380"/>
                </a:lnSpc>
                <a:spcBef>
                  <a:spcPts val="40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  <a:p>
              <a:pPr marL="299085" marR="5080" indent="63500">
                <a:lnSpc>
                  <a:spcPts val="1639"/>
                </a:lnSpc>
                <a:spcBef>
                  <a:spcPts val="120"/>
                </a:spcBef>
              </a:pP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loss:</a:t>
              </a:r>
              <a:r>
                <a:rPr sz="1400" b="1" spc="-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decrease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400" b="1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factor</a:t>
              </a:r>
              <a:r>
                <a:rPr sz="1400" b="1" spc="-3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400" b="1" spc="-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2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congestion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avoidance: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dirty="0">
                  <a:solidFill>
                    <a:srgbClr val="163794"/>
                  </a:solidFill>
                  <a:latin typeface="Comic Sans MS"/>
                  <a:cs typeface="Comic Sans MS"/>
                </a:rPr>
                <a:t>additive</a:t>
              </a:r>
              <a:r>
                <a:rPr sz="1400" b="1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b="1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increase</a:t>
              </a:r>
              <a:endParaRPr sz="1400" dirty="0">
                <a:latin typeface="Comic Sans MS"/>
                <a:cs typeface="Comic Sans MS"/>
              </a:endParaRPr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6D2EFD8B-039A-B83C-6FE7-A3B7386B2B99}"/>
                </a:ext>
              </a:extLst>
            </p:cNvPr>
            <p:cNvSpPr/>
            <p:nvPr/>
          </p:nvSpPr>
          <p:spPr>
            <a:xfrm>
              <a:off x="3936377" y="3727716"/>
              <a:ext cx="821690" cy="899160"/>
            </a:xfrm>
            <a:custGeom>
              <a:avLst/>
              <a:gdLst/>
              <a:ahLst/>
              <a:cxnLst/>
              <a:rect l="l" t="t" r="r" b="b"/>
              <a:pathLst>
                <a:path w="821689" h="899160">
                  <a:moveTo>
                    <a:pt x="821436" y="55626"/>
                  </a:moveTo>
                  <a:lnTo>
                    <a:pt x="807262" y="61391"/>
                  </a:lnTo>
                  <a:lnTo>
                    <a:pt x="805434" y="59436"/>
                  </a:lnTo>
                  <a:lnTo>
                    <a:pt x="800696" y="64058"/>
                  </a:lnTo>
                  <a:lnTo>
                    <a:pt x="752094" y="83820"/>
                  </a:lnTo>
                  <a:lnTo>
                    <a:pt x="767003" y="96939"/>
                  </a:lnTo>
                  <a:lnTo>
                    <a:pt x="80327" y="767054"/>
                  </a:lnTo>
                  <a:lnTo>
                    <a:pt x="713994" y="55791"/>
                  </a:lnTo>
                  <a:lnTo>
                    <a:pt x="721614" y="62699"/>
                  </a:lnTo>
                  <a:lnTo>
                    <a:pt x="732282" y="72390"/>
                  </a:lnTo>
                  <a:lnTo>
                    <a:pt x="752094" y="0"/>
                  </a:lnTo>
                  <a:lnTo>
                    <a:pt x="682752" y="27432"/>
                  </a:lnTo>
                  <a:lnTo>
                    <a:pt x="701205" y="44183"/>
                  </a:lnTo>
                  <a:lnTo>
                    <a:pt x="44399" y="782929"/>
                  </a:lnTo>
                  <a:lnTo>
                    <a:pt x="36576" y="774954"/>
                  </a:lnTo>
                  <a:lnTo>
                    <a:pt x="26987" y="802513"/>
                  </a:lnTo>
                  <a:lnTo>
                    <a:pt x="0" y="832866"/>
                  </a:lnTo>
                  <a:lnTo>
                    <a:pt x="12192" y="843534"/>
                  </a:lnTo>
                  <a:lnTo>
                    <a:pt x="13055" y="842568"/>
                  </a:lnTo>
                  <a:lnTo>
                    <a:pt x="12192" y="845058"/>
                  </a:lnTo>
                  <a:lnTo>
                    <a:pt x="46482" y="833996"/>
                  </a:lnTo>
                  <a:lnTo>
                    <a:pt x="83058" y="822198"/>
                  </a:lnTo>
                  <a:lnTo>
                    <a:pt x="65760" y="804621"/>
                  </a:lnTo>
                  <a:lnTo>
                    <a:pt x="660958" y="223774"/>
                  </a:lnTo>
                  <a:lnTo>
                    <a:pt x="69342" y="888492"/>
                  </a:lnTo>
                  <a:lnTo>
                    <a:pt x="81534" y="899160"/>
                  </a:lnTo>
                  <a:lnTo>
                    <a:pt x="783399" y="111328"/>
                  </a:lnTo>
                  <a:lnTo>
                    <a:pt x="790956" y="117970"/>
                  </a:lnTo>
                  <a:lnTo>
                    <a:pt x="802386" y="128016"/>
                  </a:lnTo>
                  <a:lnTo>
                    <a:pt x="821436" y="556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064398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44F3-00B6-C03A-4E13-818D405B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D5DDFB4B-A06A-00DC-05E0-177869D295BA}"/>
              </a:ext>
            </a:extLst>
          </p:cNvPr>
          <p:cNvGrpSpPr/>
          <p:nvPr/>
        </p:nvGrpSpPr>
        <p:grpSpPr>
          <a:xfrm>
            <a:off x="0" y="702966"/>
            <a:ext cx="7835900" cy="3041133"/>
            <a:chOff x="1244600" y="730767"/>
            <a:chExt cx="7835900" cy="3041133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D52EA4D-FA54-B055-79C3-BA81DFADDC27}"/>
                </a:ext>
              </a:extLst>
            </p:cNvPr>
            <p:cNvSpPr/>
            <p:nvPr/>
          </p:nvSpPr>
          <p:spPr>
            <a:xfrm>
              <a:off x="2692400" y="762000"/>
              <a:ext cx="4787900" cy="3009900"/>
            </a:xfrm>
            <a:custGeom>
              <a:avLst/>
              <a:gdLst>
                <a:gd name="csX0" fmla="*/ 0 w 4787900"/>
                <a:gd name="csY0" fmla="*/ 0 h 3009900"/>
                <a:gd name="csX1" fmla="*/ 694246 w 4787900"/>
                <a:gd name="csY1" fmla="*/ 0 h 3009900"/>
                <a:gd name="csX2" fmla="*/ 1388491 w 4787900"/>
                <a:gd name="csY2" fmla="*/ 0 h 3009900"/>
                <a:gd name="csX3" fmla="*/ 1986979 w 4787900"/>
                <a:gd name="csY3" fmla="*/ 0 h 3009900"/>
                <a:gd name="csX4" fmla="*/ 2633345 w 4787900"/>
                <a:gd name="csY4" fmla="*/ 0 h 3009900"/>
                <a:gd name="csX5" fmla="*/ 3183954 w 4787900"/>
                <a:gd name="csY5" fmla="*/ 0 h 3009900"/>
                <a:gd name="csX6" fmla="*/ 3782441 w 4787900"/>
                <a:gd name="csY6" fmla="*/ 0 h 3009900"/>
                <a:gd name="csX7" fmla="*/ 4787900 w 4787900"/>
                <a:gd name="csY7" fmla="*/ 0 h 3009900"/>
                <a:gd name="csX8" fmla="*/ 4787900 w 4787900"/>
                <a:gd name="csY8" fmla="*/ 441452 h 3009900"/>
                <a:gd name="csX9" fmla="*/ 4787900 w 4787900"/>
                <a:gd name="csY9" fmla="*/ 852805 h 3009900"/>
                <a:gd name="csX10" fmla="*/ 4787900 w 4787900"/>
                <a:gd name="csY10" fmla="*/ 1294257 h 3009900"/>
                <a:gd name="csX11" fmla="*/ 4787900 w 4787900"/>
                <a:gd name="csY11" fmla="*/ 1765808 h 3009900"/>
                <a:gd name="csX12" fmla="*/ 4787900 w 4787900"/>
                <a:gd name="csY12" fmla="*/ 2267458 h 3009900"/>
                <a:gd name="csX13" fmla="*/ 4787900 w 4787900"/>
                <a:gd name="csY13" fmla="*/ 3009900 h 3009900"/>
                <a:gd name="csX14" fmla="*/ 4093655 w 4787900"/>
                <a:gd name="csY14" fmla="*/ 3009900 h 3009900"/>
                <a:gd name="csX15" fmla="*/ 3495167 w 4787900"/>
                <a:gd name="csY15" fmla="*/ 3009900 h 3009900"/>
                <a:gd name="csX16" fmla="*/ 2896680 w 4787900"/>
                <a:gd name="csY16" fmla="*/ 3009900 h 3009900"/>
                <a:gd name="csX17" fmla="*/ 2298192 w 4787900"/>
                <a:gd name="csY17" fmla="*/ 3009900 h 3009900"/>
                <a:gd name="csX18" fmla="*/ 1699705 w 4787900"/>
                <a:gd name="csY18" fmla="*/ 3009900 h 3009900"/>
                <a:gd name="csX19" fmla="*/ 1149096 w 4787900"/>
                <a:gd name="csY19" fmla="*/ 3009900 h 3009900"/>
                <a:gd name="csX20" fmla="*/ 0 w 4787900"/>
                <a:gd name="csY20" fmla="*/ 3009900 h 3009900"/>
                <a:gd name="csX21" fmla="*/ 0 w 4787900"/>
                <a:gd name="csY21" fmla="*/ 2508250 h 3009900"/>
                <a:gd name="csX22" fmla="*/ 0 w 4787900"/>
                <a:gd name="csY22" fmla="*/ 1976501 h 3009900"/>
                <a:gd name="csX23" fmla="*/ 0 w 4787900"/>
                <a:gd name="csY23" fmla="*/ 1444752 h 3009900"/>
                <a:gd name="csX24" fmla="*/ 0 w 4787900"/>
                <a:gd name="csY24" fmla="*/ 882904 h 3009900"/>
                <a:gd name="csX25" fmla="*/ 0 w 4787900"/>
                <a:gd name="csY25" fmla="*/ 0 h 3009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4787900" h="3009900" fill="none" extrusionOk="0">
                  <a:moveTo>
                    <a:pt x="0" y="0"/>
                  </a:moveTo>
                  <a:cubicBezTo>
                    <a:pt x="267935" y="-11276"/>
                    <a:pt x="511337" y="78637"/>
                    <a:pt x="694246" y="0"/>
                  </a:cubicBezTo>
                  <a:cubicBezTo>
                    <a:pt x="877155" y="-78637"/>
                    <a:pt x="1097403" y="16682"/>
                    <a:pt x="1388491" y="0"/>
                  </a:cubicBezTo>
                  <a:cubicBezTo>
                    <a:pt x="1679580" y="-16682"/>
                    <a:pt x="1759407" y="41898"/>
                    <a:pt x="1986979" y="0"/>
                  </a:cubicBezTo>
                  <a:cubicBezTo>
                    <a:pt x="2214551" y="-41898"/>
                    <a:pt x="2315058" y="73872"/>
                    <a:pt x="2633345" y="0"/>
                  </a:cubicBezTo>
                  <a:cubicBezTo>
                    <a:pt x="2951632" y="-73872"/>
                    <a:pt x="2990553" y="15696"/>
                    <a:pt x="3183954" y="0"/>
                  </a:cubicBezTo>
                  <a:cubicBezTo>
                    <a:pt x="3377355" y="-15696"/>
                    <a:pt x="3635445" y="44980"/>
                    <a:pt x="3782441" y="0"/>
                  </a:cubicBezTo>
                  <a:cubicBezTo>
                    <a:pt x="3929437" y="-44980"/>
                    <a:pt x="4373009" y="54273"/>
                    <a:pt x="4787900" y="0"/>
                  </a:cubicBezTo>
                  <a:cubicBezTo>
                    <a:pt x="4831367" y="108124"/>
                    <a:pt x="4785899" y="280582"/>
                    <a:pt x="4787900" y="441452"/>
                  </a:cubicBezTo>
                  <a:cubicBezTo>
                    <a:pt x="4789901" y="602322"/>
                    <a:pt x="4760089" y="686334"/>
                    <a:pt x="4787900" y="852805"/>
                  </a:cubicBezTo>
                  <a:cubicBezTo>
                    <a:pt x="4815711" y="1019276"/>
                    <a:pt x="4760438" y="1148528"/>
                    <a:pt x="4787900" y="1294257"/>
                  </a:cubicBezTo>
                  <a:cubicBezTo>
                    <a:pt x="4815362" y="1439986"/>
                    <a:pt x="4741499" y="1635922"/>
                    <a:pt x="4787900" y="1765808"/>
                  </a:cubicBezTo>
                  <a:cubicBezTo>
                    <a:pt x="4834301" y="1895694"/>
                    <a:pt x="4774526" y="2136749"/>
                    <a:pt x="4787900" y="2267458"/>
                  </a:cubicBezTo>
                  <a:cubicBezTo>
                    <a:pt x="4801274" y="2398167"/>
                    <a:pt x="4780587" y="2738672"/>
                    <a:pt x="4787900" y="3009900"/>
                  </a:cubicBezTo>
                  <a:cubicBezTo>
                    <a:pt x="4646575" y="3090148"/>
                    <a:pt x="4370273" y="2974150"/>
                    <a:pt x="4093655" y="3009900"/>
                  </a:cubicBezTo>
                  <a:cubicBezTo>
                    <a:pt x="3817038" y="3045650"/>
                    <a:pt x="3684365" y="2985194"/>
                    <a:pt x="3495167" y="3009900"/>
                  </a:cubicBezTo>
                  <a:cubicBezTo>
                    <a:pt x="3305969" y="3034606"/>
                    <a:pt x="3027594" y="2963181"/>
                    <a:pt x="2896680" y="3009900"/>
                  </a:cubicBezTo>
                  <a:cubicBezTo>
                    <a:pt x="2765766" y="3056619"/>
                    <a:pt x="2546133" y="2949003"/>
                    <a:pt x="2298192" y="3009900"/>
                  </a:cubicBezTo>
                  <a:cubicBezTo>
                    <a:pt x="2050251" y="3070797"/>
                    <a:pt x="1960869" y="2943036"/>
                    <a:pt x="1699705" y="3009900"/>
                  </a:cubicBezTo>
                  <a:cubicBezTo>
                    <a:pt x="1438541" y="3076764"/>
                    <a:pt x="1265463" y="2979639"/>
                    <a:pt x="1149096" y="3009900"/>
                  </a:cubicBezTo>
                  <a:cubicBezTo>
                    <a:pt x="1032729" y="3040161"/>
                    <a:pt x="424943" y="2934340"/>
                    <a:pt x="0" y="3009900"/>
                  </a:cubicBezTo>
                  <a:cubicBezTo>
                    <a:pt x="-41762" y="2775738"/>
                    <a:pt x="43553" y="2652214"/>
                    <a:pt x="0" y="2508250"/>
                  </a:cubicBezTo>
                  <a:cubicBezTo>
                    <a:pt x="-43553" y="2364286"/>
                    <a:pt x="4999" y="2127411"/>
                    <a:pt x="0" y="1976501"/>
                  </a:cubicBezTo>
                  <a:cubicBezTo>
                    <a:pt x="-4999" y="1825591"/>
                    <a:pt x="16409" y="1579973"/>
                    <a:pt x="0" y="1444752"/>
                  </a:cubicBezTo>
                  <a:cubicBezTo>
                    <a:pt x="-16409" y="1309531"/>
                    <a:pt x="24165" y="1157281"/>
                    <a:pt x="0" y="882904"/>
                  </a:cubicBezTo>
                  <a:cubicBezTo>
                    <a:pt x="-24165" y="608527"/>
                    <a:pt x="16333" y="419340"/>
                    <a:pt x="0" y="0"/>
                  </a:cubicBezTo>
                  <a:close/>
                </a:path>
                <a:path w="4787900" h="3009900" stroke="0" extrusionOk="0">
                  <a:moveTo>
                    <a:pt x="0" y="0"/>
                  </a:moveTo>
                  <a:cubicBezTo>
                    <a:pt x="226281" y="-44563"/>
                    <a:pt x="316608" y="31852"/>
                    <a:pt x="550609" y="0"/>
                  </a:cubicBezTo>
                  <a:cubicBezTo>
                    <a:pt x="784610" y="-31852"/>
                    <a:pt x="793185" y="10205"/>
                    <a:pt x="1005459" y="0"/>
                  </a:cubicBezTo>
                  <a:cubicBezTo>
                    <a:pt x="1217733" y="-10205"/>
                    <a:pt x="1456477" y="14171"/>
                    <a:pt x="1699705" y="0"/>
                  </a:cubicBezTo>
                  <a:cubicBezTo>
                    <a:pt x="1942933" y="-14171"/>
                    <a:pt x="2049081" y="52066"/>
                    <a:pt x="2250313" y="0"/>
                  </a:cubicBezTo>
                  <a:cubicBezTo>
                    <a:pt x="2451545" y="-52066"/>
                    <a:pt x="2572320" y="25754"/>
                    <a:pt x="2800922" y="0"/>
                  </a:cubicBezTo>
                  <a:cubicBezTo>
                    <a:pt x="3029524" y="-25754"/>
                    <a:pt x="3256681" y="62875"/>
                    <a:pt x="3495167" y="0"/>
                  </a:cubicBezTo>
                  <a:cubicBezTo>
                    <a:pt x="3733654" y="-62875"/>
                    <a:pt x="3798553" y="43538"/>
                    <a:pt x="3997897" y="0"/>
                  </a:cubicBezTo>
                  <a:cubicBezTo>
                    <a:pt x="4197241" y="-43538"/>
                    <a:pt x="4462745" y="21690"/>
                    <a:pt x="4787900" y="0"/>
                  </a:cubicBezTo>
                  <a:cubicBezTo>
                    <a:pt x="4824220" y="251573"/>
                    <a:pt x="4725793" y="297615"/>
                    <a:pt x="4787900" y="561848"/>
                  </a:cubicBezTo>
                  <a:cubicBezTo>
                    <a:pt x="4850007" y="826081"/>
                    <a:pt x="4770175" y="795765"/>
                    <a:pt x="4787900" y="1003300"/>
                  </a:cubicBezTo>
                  <a:cubicBezTo>
                    <a:pt x="4805625" y="1210835"/>
                    <a:pt x="4745327" y="1319611"/>
                    <a:pt x="4787900" y="1504950"/>
                  </a:cubicBezTo>
                  <a:cubicBezTo>
                    <a:pt x="4830473" y="1690289"/>
                    <a:pt x="4764651" y="1839386"/>
                    <a:pt x="4787900" y="2036699"/>
                  </a:cubicBezTo>
                  <a:cubicBezTo>
                    <a:pt x="4811149" y="2234012"/>
                    <a:pt x="4787288" y="2302310"/>
                    <a:pt x="4787900" y="2448052"/>
                  </a:cubicBezTo>
                  <a:cubicBezTo>
                    <a:pt x="4788512" y="2593794"/>
                    <a:pt x="4731508" y="2858309"/>
                    <a:pt x="4787900" y="3009900"/>
                  </a:cubicBezTo>
                  <a:cubicBezTo>
                    <a:pt x="4641667" y="3055637"/>
                    <a:pt x="4464807" y="2999584"/>
                    <a:pt x="4189413" y="3009900"/>
                  </a:cubicBezTo>
                  <a:cubicBezTo>
                    <a:pt x="3914019" y="3020216"/>
                    <a:pt x="3850608" y="2962880"/>
                    <a:pt x="3590925" y="3009900"/>
                  </a:cubicBezTo>
                  <a:cubicBezTo>
                    <a:pt x="3331242" y="3056920"/>
                    <a:pt x="3060846" y="2980167"/>
                    <a:pt x="2896680" y="3009900"/>
                  </a:cubicBezTo>
                  <a:cubicBezTo>
                    <a:pt x="2732515" y="3039633"/>
                    <a:pt x="2543183" y="3008261"/>
                    <a:pt x="2298192" y="3009900"/>
                  </a:cubicBezTo>
                  <a:cubicBezTo>
                    <a:pt x="2053201" y="3011539"/>
                    <a:pt x="2051567" y="3005321"/>
                    <a:pt x="1843342" y="3009900"/>
                  </a:cubicBezTo>
                  <a:cubicBezTo>
                    <a:pt x="1635117" y="3014479"/>
                    <a:pt x="1473568" y="2960841"/>
                    <a:pt x="1340612" y="3009900"/>
                  </a:cubicBezTo>
                  <a:cubicBezTo>
                    <a:pt x="1207656" y="3058959"/>
                    <a:pt x="829206" y="2956674"/>
                    <a:pt x="646367" y="3009900"/>
                  </a:cubicBezTo>
                  <a:cubicBezTo>
                    <a:pt x="463529" y="3063126"/>
                    <a:pt x="152387" y="2933863"/>
                    <a:pt x="0" y="3009900"/>
                  </a:cubicBezTo>
                  <a:cubicBezTo>
                    <a:pt x="-47414" y="2808888"/>
                    <a:pt x="24282" y="2726604"/>
                    <a:pt x="0" y="2568448"/>
                  </a:cubicBezTo>
                  <a:cubicBezTo>
                    <a:pt x="-24282" y="2410292"/>
                    <a:pt x="42496" y="2243233"/>
                    <a:pt x="0" y="2096897"/>
                  </a:cubicBezTo>
                  <a:cubicBezTo>
                    <a:pt x="-42496" y="1950561"/>
                    <a:pt x="4739" y="1801194"/>
                    <a:pt x="0" y="1685544"/>
                  </a:cubicBezTo>
                  <a:cubicBezTo>
                    <a:pt x="-4739" y="1569894"/>
                    <a:pt x="43810" y="1445044"/>
                    <a:pt x="0" y="1274191"/>
                  </a:cubicBezTo>
                  <a:cubicBezTo>
                    <a:pt x="-43810" y="1103338"/>
                    <a:pt x="3327" y="1006340"/>
                    <a:pt x="0" y="742442"/>
                  </a:cubicBezTo>
                  <a:cubicBezTo>
                    <a:pt x="-3327" y="478544"/>
                    <a:pt x="20252" y="201563"/>
                    <a:pt x="0" y="0"/>
                  </a:cubicBezTo>
                  <a:close/>
                </a:path>
              </a:pathLst>
            </a:custGeom>
            <a:solidFill>
              <a:srgbClr val="92D050"/>
            </a:solidFill>
            <a:ln w="28575">
              <a:solidFill>
                <a:srgbClr val="E6F7F3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" name="图形 2" descr="计算机 纯色填充">
              <a:extLst>
                <a:ext uri="{FF2B5EF4-FFF2-40B4-BE49-F238E27FC236}">
                  <a16:creationId xmlns:a16="http://schemas.microsoft.com/office/drawing/2014/main" id="{546958A7-52E5-6DAF-577D-DED3A0477B3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244600" y="1397000"/>
              <a:ext cx="914400" cy="914400"/>
            </a:xfrm>
            <a:prstGeom prst="rect">
              <a:avLst/>
            </a:prstGeom>
          </p:spPr>
        </p:pic>
        <p:sp>
          <p:nvSpPr>
            <p:cNvPr id="4" name="圆柱体 3">
              <a:extLst>
                <a:ext uri="{FF2B5EF4-FFF2-40B4-BE49-F238E27FC236}">
                  <a16:creationId xmlns:a16="http://schemas.microsoft.com/office/drawing/2014/main" id="{BFCA32CB-5483-5CF1-168B-AB6C2A740D1F}"/>
                </a:ext>
              </a:extLst>
            </p:cNvPr>
            <p:cNvSpPr/>
            <p:nvPr/>
          </p:nvSpPr>
          <p:spPr>
            <a:xfrm>
              <a:off x="34925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6" name="圆柱体 5">
              <a:extLst>
                <a:ext uri="{FF2B5EF4-FFF2-40B4-BE49-F238E27FC236}">
                  <a16:creationId xmlns:a16="http://schemas.microsoft.com/office/drawing/2014/main" id="{C6F18200-CA54-F782-33CC-2AB04B1A2B85}"/>
                </a:ext>
              </a:extLst>
            </p:cNvPr>
            <p:cNvSpPr/>
            <p:nvPr/>
          </p:nvSpPr>
          <p:spPr>
            <a:xfrm>
              <a:off x="5600700" y="15113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7" name="圆柱体 6">
              <a:extLst>
                <a:ext uri="{FF2B5EF4-FFF2-40B4-BE49-F238E27FC236}">
                  <a16:creationId xmlns:a16="http://schemas.microsoft.com/office/drawing/2014/main" id="{44F4D668-6D8C-EA27-D659-2490F531892D}"/>
                </a:ext>
              </a:extLst>
            </p:cNvPr>
            <p:cNvSpPr/>
            <p:nvPr/>
          </p:nvSpPr>
          <p:spPr>
            <a:xfrm>
              <a:off x="34925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sp>
          <p:nvSpPr>
            <p:cNvPr id="8" name="圆柱体 7">
              <a:extLst>
                <a:ext uri="{FF2B5EF4-FFF2-40B4-BE49-F238E27FC236}">
                  <a16:creationId xmlns:a16="http://schemas.microsoft.com/office/drawing/2014/main" id="{FB256103-F321-5495-8B7E-05E5C6B37EE1}"/>
                </a:ext>
              </a:extLst>
            </p:cNvPr>
            <p:cNvSpPr/>
            <p:nvPr/>
          </p:nvSpPr>
          <p:spPr>
            <a:xfrm>
              <a:off x="5600700" y="2743200"/>
              <a:ext cx="1193800" cy="685800"/>
            </a:xfrm>
            <a:prstGeom prst="can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路由器</a:t>
              </a:r>
            </a:p>
          </p:txBody>
        </p: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A69375C0-F520-818D-4647-D30B4875244B}"/>
                </a:ext>
              </a:extLst>
            </p:cNvPr>
            <p:cNvCxnSpPr>
              <a:cxnSpLocks/>
              <a:stCxn id="3" idx="3"/>
              <a:endCxn id="4" idx="2"/>
            </p:cNvCxnSpPr>
            <p:nvPr/>
          </p:nvCxnSpPr>
          <p:spPr>
            <a:xfrm>
              <a:off x="2159000" y="1854200"/>
              <a:ext cx="13335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xmlns:a16="http://schemas.microsoft.com/office/drawing/2014/main" id="{5E86467C-6348-70C0-E59E-CD7CF21DBC9D}"/>
                </a:ext>
              </a:extLst>
            </p:cNvPr>
            <p:cNvCxnSpPr>
              <a:cxnSpLocks/>
              <a:stCxn id="4" idx="4"/>
              <a:endCxn id="6" idx="2"/>
            </p:cNvCxnSpPr>
            <p:nvPr/>
          </p:nvCxnSpPr>
          <p:spPr>
            <a:xfrm>
              <a:off x="4686300" y="18542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8523BA47-F562-D306-1388-A8DAFB74053F}"/>
                </a:ext>
              </a:extLst>
            </p:cNvPr>
            <p:cNvCxnSpPr>
              <a:cxnSpLocks/>
              <a:stCxn id="4" idx="3"/>
              <a:endCxn id="7" idx="1"/>
            </p:cNvCxnSpPr>
            <p:nvPr/>
          </p:nvCxnSpPr>
          <p:spPr>
            <a:xfrm>
              <a:off x="40894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线连接符 19">
              <a:extLst>
                <a:ext uri="{FF2B5EF4-FFF2-40B4-BE49-F238E27FC236}">
                  <a16:creationId xmlns:a16="http://schemas.microsoft.com/office/drawing/2014/main" id="{7D0FF0DB-25EB-6666-6E8D-69F7A04240D4}"/>
                </a:ext>
              </a:extLst>
            </p:cNvPr>
            <p:cNvCxnSpPr>
              <a:cxnSpLocks/>
              <a:stCxn id="6" idx="3"/>
              <a:endCxn id="8" idx="1"/>
            </p:cNvCxnSpPr>
            <p:nvPr/>
          </p:nvCxnSpPr>
          <p:spPr>
            <a:xfrm>
              <a:off x="6197600" y="2197100"/>
              <a:ext cx="0" cy="54610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线连接符 22">
              <a:extLst>
                <a:ext uri="{FF2B5EF4-FFF2-40B4-BE49-F238E27FC236}">
                  <a16:creationId xmlns:a16="http://schemas.microsoft.com/office/drawing/2014/main" id="{B8BDE42D-045C-E131-2F59-C73D9B56E8C1}"/>
                </a:ext>
              </a:extLst>
            </p:cNvPr>
            <p:cNvCxnSpPr>
              <a:cxnSpLocks/>
              <a:stCxn id="7" idx="4"/>
              <a:endCxn id="8" idx="2"/>
            </p:cNvCxnSpPr>
            <p:nvPr/>
          </p:nvCxnSpPr>
          <p:spPr>
            <a:xfrm>
              <a:off x="4686300" y="3086100"/>
              <a:ext cx="9144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xmlns:a16="http://schemas.microsoft.com/office/drawing/2014/main" id="{2E2F45FA-251C-6EBF-E854-BE0B965BA78F}"/>
                </a:ext>
              </a:extLst>
            </p:cNvPr>
            <p:cNvCxnSpPr>
              <a:cxnSpLocks/>
              <a:stCxn id="6" idx="4"/>
              <a:endCxn id="28" idx="1"/>
            </p:cNvCxnSpPr>
            <p:nvPr/>
          </p:nvCxnSpPr>
          <p:spPr>
            <a:xfrm>
              <a:off x="6794500" y="1854200"/>
              <a:ext cx="137160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8" name="图形 27" descr="计算机 纯色填充">
              <a:extLst>
                <a:ext uri="{FF2B5EF4-FFF2-40B4-BE49-F238E27FC236}">
                  <a16:creationId xmlns:a16="http://schemas.microsoft.com/office/drawing/2014/main" id="{5DAD00C3-F463-B2AF-3B50-448132D233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66100" y="1397000"/>
              <a:ext cx="914400" cy="914400"/>
            </a:xfrm>
            <a:prstGeom prst="rect">
              <a:avLst/>
            </a:prstGeom>
          </p:spPr>
        </p:pic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C54E1CE-B001-F333-F11D-1CA8C1725955}"/>
                </a:ext>
              </a:extLst>
            </p:cNvPr>
            <p:cNvSpPr txBox="1"/>
            <p:nvPr/>
          </p:nvSpPr>
          <p:spPr>
            <a:xfrm>
              <a:off x="2540361" y="1276093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12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AADF3BE-ADE7-8680-3870-0356EC0F0560}"/>
                </a:ext>
              </a:extLst>
            </p:cNvPr>
            <p:cNvSpPr txBox="1"/>
            <p:nvPr/>
          </p:nvSpPr>
          <p:spPr>
            <a:xfrm>
              <a:off x="4914609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22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26165EBA-4EBF-89ED-7BFA-CCE6DE5E5C50}"/>
                </a:ext>
              </a:extLst>
            </p:cNvPr>
            <p:cNvSpPr txBox="1"/>
            <p:nvPr/>
          </p:nvSpPr>
          <p:spPr>
            <a:xfrm>
              <a:off x="7334233" y="1371084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38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A48C82D-D847-EB7B-00A1-4055E862DC25}"/>
                </a:ext>
              </a:extLst>
            </p:cNvPr>
            <p:cNvSpPr txBox="1"/>
            <p:nvPr/>
          </p:nvSpPr>
          <p:spPr>
            <a:xfrm>
              <a:off x="3868351" y="1161018"/>
              <a:ext cx="4395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R1</a:t>
              </a:r>
              <a:endParaRPr kumimoji="1" lang="zh-CN" altLang="en-US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54DC484-F5B0-5815-FB87-85860D43EE7A}"/>
                </a:ext>
              </a:extLst>
            </p:cNvPr>
            <p:cNvSpPr txBox="1"/>
            <p:nvPr/>
          </p:nvSpPr>
          <p:spPr>
            <a:xfrm>
              <a:off x="3111500" y="19431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</a:t>
              </a:r>
              <a:endParaRPr kumimoji="1" lang="zh-CN" altLang="en-US" dirty="0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0D134DE-8381-9B90-306C-66BFC129A167}"/>
                </a:ext>
              </a:extLst>
            </p:cNvPr>
            <p:cNvSpPr txBox="1"/>
            <p:nvPr/>
          </p:nvSpPr>
          <p:spPr>
            <a:xfrm>
              <a:off x="4038600" y="21336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2</a:t>
              </a:r>
              <a:endParaRPr kumimoji="1" lang="zh-CN" altLang="en-US" dirty="0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B30EF1AD-48D3-17DB-2806-D7714C148E5D}"/>
                </a:ext>
              </a:extLst>
            </p:cNvPr>
            <p:cNvSpPr txBox="1"/>
            <p:nvPr/>
          </p:nvSpPr>
          <p:spPr>
            <a:xfrm>
              <a:off x="4673600" y="1854200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</a:t>
              </a:r>
              <a:endParaRPr kumimoji="1" lang="zh-CN" altLang="en-US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DE5416D1-CAC4-3115-E3F6-ED55A9AFE67D}"/>
                </a:ext>
              </a:extLst>
            </p:cNvPr>
            <p:cNvSpPr txBox="1"/>
            <p:nvPr/>
          </p:nvSpPr>
          <p:spPr>
            <a:xfrm>
              <a:off x="1498169" y="2577069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接口号</a:t>
              </a: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xmlns:a16="http://schemas.microsoft.com/office/drawing/2014/main" id="{1CE7C300-529A-8B5B-1323-0DBFA4D18400}"/>
                </a:ext>
              </a:extLst>
            </p:cNvPr>
            <p:cNvCxnSpPr>
              <a:cxnSpLocks/>
              <a:stCxn id="39" idx="3"/>
              <a:endCxn id="36" idx="1"/>
            </p:cNvCxnSpPr>
            <p:nvPr/>
          </p:nvCxnSpPr>
          <p:spPr>
            <a:xfrm flipV="1">
              <a:off x="2375332" y="2127766"/>
              <a:ext cx="736168" cy="633969"/>
            </a:xfrm>
            <a:prstGeom prst="line">
              <a:avLst/>
            </a:prstGeom>
            <a:ln>
              <a:solidFill>
                <a:srgbClr val="00206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线连接符 44">
              <a:extLst>
                <a:ext uri="{FF2B5EF4-FFF2-40B4-BE49-F238E27FC236}">
                  <a16:creationId xmlns:a16="http://schemas.microsoft.com/office/drawing/2014/main" id="{61EFAD28-4923-74F8-2B5C-84F3CD1AF27F}"/>
                </a:ext>
              </a:extLst>
            </p:cNvPr>
            <p:cNvCxnSpPr/>
            <p:nvPr/>
          </p:nvCxnSpPr>
          <p:spPr>
            <a:xfrm>
              <a:off x="2218667" y="1715016"/>
              <a:ext cx="10460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线连接符 45">
              <a:extLst>
                <a:ext uri="{FF2B5EF4-FFF2-40B4-BE49-F238E27FC236}">
                  <a16:creationId xmlns:a16="http://schemas.microsoft.com/office/drawing/2014/main" id="{7BF6B1D7-F0D2-E4C3-029C-57D4096BDA1F}"/>
                </a:ext>
              </a:extLst>
            </p:cNvPr>
            <p:cNvCxnSpPr>
              <a:cxnSpLocks/>
            </p:cNvCxnSpPr>
            <p:nvPr/>
          </p:nvCxnSpPr>
          <p:spPr>
            <a:xfrm>
              <a:off x="4666403" y="1716048"/>
              <a:ext cx="934297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线连接符 47">
              <a:extLst>
                <a:ext uri="{FF2B5EF4-FFF2-40B4-BE49-F238E27FC236}">
                  <a16:creationId xmlns:a16="http://schemas.microsoft.com/office/drawing/2014/main" id="{97913785-3104-C5F6-BF0E-04C58B34DEDE}"/>
                </a:ext>
              </a:extLst>
            </p:cNvPr>
            <p:cNvCxnSpPr>
              <a:cxnSpLocks/>
            </p:cNvCxnSpPr>
            <p:nvPr/>
          </p:nvCxnSpPr>
          <p:spPr>
            <a:xfrm>
              <a:off x="6819900" y="1716564"/>
              <a:ext cx="134620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CEB2724F-B1E8-BA03-3585-581E5D215AC5}"/>
                </a:ext>
              </a:extLst>
            </p:cNvPr>
            <p:cNvSpPr txBox="1"/>
            <p:nvPr/>
          </p:nvSpPr>
          <p:spPr>
            <a:xfrm>
              <a:off x="3979055" y="730767"/>
              <a:ext cx="7072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b="1" dirty="0">
                  <a:solidFill>
                    <a:srgbClr val="FF0000"/>
                  </a:solidFill>
                </a:rPr>
                <a:t>VCID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直线连接符 50">
              <a:extLst>
                <a:ext uri="{FF2B5EF4-FFF2-40B4-BE49-F238E27FC236}">
                  <a16:creationId xmlns:a16="http://schemas.microsoft.com/office/drawing/2014/main" id="{A3427F03-5FAF-C175-06CE-1E558B837FF3}"/>
                </a:ext>
              </a:extLst>
            </p:cNvPr>
            <p:cNvCxnSpPr>
              <a:cxnSpLocks/>
              <a:stCxn id="50" idx="1"/>
              <a:endCxn id="32" idx="0"/>
            </p:cNvCxnSpPr>
            <p:nvPr/>
          </p:nvCxnSpPr>
          <p:spPr>
            <a:xfrm flipH="1">
              <a:off x="2760934" y="915433"/>
              <a:ext cx="1218121" cy="360660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线连接符 56">
              <a:extLst>
                <a:ext uri="{FF2B5EF4-FFF2-40B4-BE49-F238E27FC236}">
                  <a16:creationId xmlns:a16="http://schemas.microsoft.com/office/drawing/2014/main" id="{C991E36E-7B6C-BF16-A760-2553FF70DE50}"/>
                </a:ext>
              </a:extLst>
            </p:cNvPr>
            <p:cNvCxnSpPr>
              <a:cxnSpLocks/>
              <a:stCxn id="50" idx="3"/>
              <a:endCxn id="33" idx="0"/>
            </p:cNvCxnSpPr>
            <p:nvPr/>
          </p:nvCxnSpPr>
          <p:spPr>
            <a:xfrm>
              <a:off x="4686300" y="915433"/>
              <a:ext cx="448882" cy="455651"/>
            </a:xfrm>
            <a:prstGeom prst="line">
              <a:avLst/>
            </a:prstGeom>
            <a:ln w="28575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8B1C0CD1-7F98-1871-A207-83477CA22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635396"/>
              </p:ext>
            </p:extLst>
          </p:nvPr>
        </p:nvGraphicFramePr>
        <p:xfrm>
          <a:off x="1130732" y="4678324"/>
          <a:ext cx="5346700" cy="1715532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36675">
                  <a:extLst>
                    <a:ext uri="{9D8B030D-6E8A-4147-A177-3AD203B41FA5}">
                      <a16:colId xmlns:a16="http://schemas.microsoft.com/office/drawing/2014/main" val="2096400624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576491363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3284288082"/>
                    </a:ext>
                  </a:extLst>
                </a:gridCol>
                <a:gridCol w="1336675">
                  <a:extLst>
                    <a:ext uri="{9D8B030D-6E8A-4147-A177-3AD203B41FA5}">
                      <a16:colId xmlns:a16="http://schemas.microsoft.com/office/drawing/2014/main" val="2901005445"/>
                    </a:ext>
                  </a:extLst>
                </a:gridCol>
              </a:tblGrid>
              <a:tr h="428883"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输入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输出接口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/>
                        <a:t>输出 </a:t>
                      </a:r>
                      <a:r>
                        <a:rPr lang="en-US" altLang="zh-CN" dirty="0"/>
                        <a:t>VCID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629648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12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3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b="1" dirty="0">
                          <a:solidFill>
                            <a:srgbClr val="FF0000"/>
                          </a:solidFill>
                        </a:rPr>
                        <a:t>22</a:t>
                      </a:r>
                      <a:endParaRPr lang="zh-CN" altLang="en-US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793783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63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18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489069"/>
                  </a:ext>
                </a:extLst>
              </a:tr>
              <a:tr h="428883"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7250896"/>
                  </a:ext>
                </a:extLst>
              </a:tr>
            </a:tbl>
          </a:graphicData>
        </a:graphic>
      </p:graphicFrame>
      <p:sp>
        <p:nvSpPr>
          <p:cNvPr id="62" name="文本框 61">
            <a:extLst>
              <a:ext uri="{FF2B5EF4-FFF2-40B4-BE49-F238E27FC236}">
                <a16:creationId xmlns:a16="http://schemas.microsoft.com/office/drawing/2014/main" id="{CC3E2175-A969-5BC3-12D4-35996A8A685F}"/>
              </a:ext>
            </a:extLst>
          </p:cNvPr>
          <p:cNvSpPr txBox="1"/>
          <p:nvPr/>
        </p:nvSpPr>
        <p:spPr>
          <a:xfrm>
            <a:off x="1130732" y="4263766"/>
            <a:ext cx="3281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路由器 </a:t>
            </a:r>
            <a:r>
              <a:rPr kumimoji="1" lang="en-US" altLang="zh-CN" dirty="0"/>
              <a:t>R1</a:t>
            </a:r>
            <a:r>
              <a:rPr kumimoji="1" lang="zh-CN" altLang="en-US" dirty="0"/>
              <a:t> 维护的 </a:t>
            </a:r>
            <a:r>
              <a:rPr kumimoji="1" lang="en-US" altLang="zh-CN" dirty="0"/>
              <a:t>VC</a:t>
            </a:r>
            <a:r>
              <a:rPr kumimoji="1" lang="zh-CN" altLang="en-US" dirty="0"/>
              <a:t> 转发表：</a:t>
            </a:r>
          </a:p>
        </p:txBody>
      </p:sp>
    </p:spTree>
    <p:extLst>
      <p:ext uri="{BB962C8B-B14F-4D97-AF65-F5344CB8AC3E}">
        <p14:creationId xmlns:p14="http://schemas.microsoft.com/office/powerpoint/2010/main" val="971525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4599A-2E58-A369-6366-FE2D09A2E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0168DA05-9B43-F052-EE89-0E00B4064BBC}"/>
              </a:ext>
            </a:extLst>
          </p:cNvPr>
          <p:cNvGrpSpPr/>
          <p:nvPr/>
        </p:nvGrpSpPr>
        <p:grpSpPr>
          <a:xfrm>
            <a:off x="428223" y="1125347"/>
            <a:ext cx="8893081" cy="3701540"/>
            <a:chOff x="85323" y="2446147"/>
            <a:chExt cx="8893081" cy="3701540"/>
          </a:xfrm>
        </p:grpSpPr>
        <p:grpSp>
          <p:nvGrpSpPr>
            <p:cNvPr id="3" name="object 4">
              <a:extLst>
                <a:ext uri="{FF2B5EF4-FFF2-40B4-BE49-F238E27FC236}">
                  <a16:creationId xmlns:a16="http://schemas.microsoft.com/office/drawing/2014/main" id="{D6944AB8-7F49-2A6D-BE63-C7FD6C780F87}"/>
                </a:ext>
              </a:extLst>
            </p:cNvPr>
            <p:cNvGrpSpPr/>
            <p:nvPr/>
          </p:nvGrpSpPr>
          <p:grpSpPr>
            <a:xfrm>
              <a:off x="85323" y="2781807"/>
              <a:ext cx="454659" cy="2678430"/>
              <a:chOff x="85323" y="2781807"/>
              <a:chExt cx="454659" cy="2678430"/>
            </a:xfrm>
          </p:grpSpPr>
          <p:sp>
            <p:nvSpPr>
              <p:cNvPr id="39" name="object 5">
                <a:extLst>
                  <a:ext uri="{FF2B5EF4-FFF2-40B4-BE49-F238E27FC236}">
                    <a16:creationId xmlns:a16="http://schemas.microsoft.com/office/drawing/2014/main" id="{65257D1C-B5E7-E461-1DA2-037347387080}"/>
                  </a:ext>
                </a:extLst>
              </p:cNvPr>
              <p:cNvSpPr/>
              <p:nvPr/>
            </p:nvSpPr>
            <p:spPr>
              <a:xfrm>
                <a:off x="272707" y="2781807"/>
                <a:ext cx="76200" cy="267843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2678429">
                    <a:moveTo>
                      <a:pt x="28575" y="2551176"/>
                    </a:moveTo>
                    <a:lnTo>
                      <a:pt x="0" y="2551176"/>
                    </a:lnTo>
                    <a:lnTo>
                      <a:pt x="38100" y="2678176"/>
                    </a:lnTo>
                    <a:lnTo>
                      <a:pt x="72389" y="2563876"/>
                    </a:lnTo>
                    <a:lnTo>
                      <a:pt x="28575" y="2563876"/>
                    </a:lnTo>
                    <a:lnTo>
                      <a:pt x="28575" y="2551176"/>
                    </a:lnTo>
                    <a:close/>
                  </a:path>
                  <a:path w="76200" h="2678429">
                    <a:moveTo>
                      <a:pt x="47625" y="114300"/>
                    </a:moveTo>
                    <a:lnTo>
                      <a:pt x="28575" y="114300"/>
                    </a:lnTo>
                    <a:lnTo>
                      <a:pt x="28575" y="2563876"/>
                    </a:lnTo>
                    <a:lnTo>
                      <a:pt x="47625" y="2563876"/>
                    </a:lnTo>
                    <a:lnTo>
                      <a:pt x="47625" y="114300"/>
                    </a:lnTo>
                    <a:close/>
                  </a:path>
                  <a:path w="76200" h="2678429">
                    <a:moveTo>
                      <a:pt x="76200" y="2551176"/>
                    </a:moveTo>
                    <a:lnTo>
                      <a:pt x="47625" y="2551176"/>
                    </a:lnTo>
                    <a:lnTo>
                      <a:pt x="47625" y="2563876"/>
                    </a:lnTo>
                    <a:lnTo>
                      <a:pt x="72389" y="2563876"/>
                    </a:lnTo>
                    <a:lnTo>
                      <a:pt x="76200" y="2551176"/>
                    </a:lnTo>
                    <a:close/>
                  </a:path>
                  <a:path w="76200" h="2678429">
                    <a:moveTo>
                      <a:pt x="38100" y="0"/>
                    </a:moveTo>
                    <a:lnTo>
                      <a:pt x="0" y="127000"/>
                    </a:lnTo>
                    <a:lnTo>
                      <a:pt x="28575" y="127000"/>
                    </a:lnTo>
                    <a:lnTo>
                      <a:pt x="28575" y="114300"/>
                    </a:lnTo>
                    <a:lnTo>
                      <a:pt x="72389" y="114300"/>
                    </a:lnTo>
                    <a:lnTo>
                      <a:pt x="38100" y="0"/>
                    </a:lnTo>
                    <a:close/>
                  </a:path>
                  <a:path w="76200" h="2678429">
                    <a:moveTo>
                      <a:pt x="72389" y="114300"/>
                    </a:moveTo>
                    <a:lnTo>
                      <a:pt x="47625" y="114300"/>
                    </a:lnTo>
                    <a:lnTo>
                      <a:pt x="47625" y="127000"/>
                    </a:lnTo>
                    <a:lnTo>
                      <a:pt x="76200" y="127000"/>
                    </a:lnTo>
                    <a:lnTo>
                      <a:pt x="72389" y="1143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6">
                <a:extLst>
                  <a:ext uri="{FF2B5EF4-FFF2-40B4-BE49-F238E27FC236}">
                    <a16:creationId xmlns:a16="http://schemas.microsoft.com/office/drawing/2014/main" id="{67FA20EA-2C53-97F9-1D2C-592C93041BF2}"/>
                  </a:ext>
                </a:extLst>
              </p:cNvPr>
              <p:cNvSpPr/>
              <p:nvPr/>
            </p:nvSpPr>
            <p:spPr>
              <a:xfrm>
                <a:off x="85323" y="3650005"/>
                <a:ext cx="454659" cy="708660"/>
              </a:xfrm>
              <a:custGeom>
                <a:avLst/>
                <a:gdLst/>
                <a:ahLst/>
                <a:cxnLst/>
                <a:rect l="l" t="t" r="r" b="b"/>
                <a:pathLst>
                  <a:path w="454659" h="708660">
                    <a:moveTo>
                      <a:pt x="454228" y="0"/>
                    </a:moveTo>
                    <a:lnTo>
                      <a:pt x="0" y="0"/>
                    </a:lnTo>
                    <a:lnTo>
                      <a:pt x="0" y="708634"/>
                    </a:lnTo>
                    <a:lnTo>
                      <a:pt x="454228" y="708634"/>
                    </a:lnTo>
                    <a:lnTo>
                      <a:pt x="454228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1FF56BE5-1335-59C6-080F-A5E8D98DA300}"/>
                </a:ext>
              </a:extLst>
            </p:cNvPr>
            <p:cNvGrpSpPr/>
            <p:nvPr/>
          </p:nvGrpSpPr>
          <p:grpSpPr>
            <a:xfrm>
              <a:off x="137769" y="2446147"/>
              <a:ext cx="8840635" cy="3701540"/>
              <a:chOff x="137769" y="2446147"/>
              <a:chExt cx="8840635" cy="3701540"/>
            </a:xfrm>
          </p:grpSpPr>
          <p:sp>
            <p:nvSpPr>
              <p:cNvPr id="5" name="object 3">
                <a:extLst>
                  <a:ext uri="{FF2B5EF4-FFF2-40B4-BE49-F238E27FC236}">
                    <a16:creationId xmlns:a16="http://schemas.microsoft.com/office/drawing/2014/main" id="{5D118BAB-5E65-27B7-4E00-DCF357AC1C28}"/>
                  </a:ext>
                </a:extLst>
              </p:cNvPr>
              <p:cNvSpPr txBox="1"/>
              <p:nvPr/>
            </p:nvSpPr>
            <p:spPr>
              <a:xfrm>
                <a:off x="401523" y="4933263"/>
                <a:ext cx="537845" cy="6362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可变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12700">
                  <a:lnSpc>
                    <a:spcPct val="100000"/>
                  </a:lnSpc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6D9F3EC8-DC10-8999-4F51-FBC25EE20616}"/>
                  </a:ext>
                </a:extLst>
              </p:cNvPr>
              <p:cNvSpPr txBox="1"/>
              <p:nvPr/>
            </p:nvSpPr>
            <p:spPr>
              <a:xfrm>
                <a:off x="137769" y="3344671"/>
                <a:ext cx="713105" cy="60579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419734">
                  <a:lnSpc>
                    <a:spcPts val="228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固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38100">
                  <a:lnSpc>
                    <a:spcPts val="2280"/>
                  </a:lnSpc>
                  <a:tabLst>
                    <a:tab pos="419734" algn="l"/>
                  </a:tabLst>
                </a:pPr>
                <a:r>
                  <a:rPr sz="3000" b="1" spc="-75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</a:t>
                </a:r>
                <a:r>
                  <a:rPr sz="3000" b="1" baseline="-1250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定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7" name="object 8">
                <a:extLst>
                  <a:ext uri="{FF2B5EF4-FFF2-40B4-BE49-F238E27FC236}">
                    <a16:creationId xmlns:a16="http://schemas.microsoft.com/office/drawing/2014/main" id="{01466B7B-BF0B-8A4C-2395-094309D65730}"/>
                  </a:ext>
                </a:extLst>
              </p:cNvPr>
              <p:cNvSpPr txBox="1"/>
              <p:nvPr/>
            </p:nvSpPr>
            <p:spPr>
              <a:xfrm>
                <a:off x="137769" y="3893565"/>
                <a:ext cx="71310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00"/>
                  </a:spcBef>
                  <a:tabLst>
                    <a:tab pos="419734" algn="l"/>
                  </a:tabLst>
                </a:pPr>
                <a:r>
                  <a:rPr sz="3000" b="1" spc="-75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r>
                  <a:rPr sz="3000" b="1" baseline="-19444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部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8" name="object 9">
                <a:extLst>
                  <a:ext uri="{FF2B5EF4-FFF2-40B4-BE49-F238E27FC236}">
                    <a16:creationId xmlns:a16="http://schemas.microsoft.com/office/drawing/2014/main" id="{DD32D4D7-D535-1E0A-5356-D71D81EDCF2D}"/>
                  </a:ext>
                </a:extLst>
              </p:cNvPr>
              <p:cNvSpPr txBox="1"/>
              <p:nvPr/>
            </p:nvSpPr>
            <p:spPr>
              <a:xfrm>
                <a:off x="545388" y="4167885"/>
                <a:ext cx="280035" cy="33083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分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9" name="object 10">
                <a:extLst>
                  <a:ext uri="{FF2B5EF4-FFF2-40B4-BE49-F238E27FC236}">
                    <a16:creationId xmlns:a16="http://schemas.microsoft.com/office/drawing/2014/main" id="{73071BED-9914-6FEB-DE90-324C265847B9}"/>
                  </a:ext>
                </a:extLst>
              </p:cNvPr>
              <p:cNvGrpSpPr/>
              <p:nvPr/>
            </p:nvGrpSpPr>
            <p:grpSpPr>
              <a:xfrm>
                <a:off x="818057" y="2792983"/>
                <a:ext cx="8103870" cy="3354704"/>
                <a:chOff x="818057" y="2792983"/>
                <a:chExt cx="8103870" cy="3354704"/>
              </a:xfrm>
            </p:grpSpPr>
            <p:sp>
              <p:nvSpPr>
                <p:cNvPr id="32" name="object 11">
                  <a:extLst>
                    <a:ext uri="{FF2B5EF4-FFF2-40B4-BE49-F238E27FC236}">
                      <a16:creationId xmlns:a16="http://schemas.microsoft.com/office/drawing/2014/main" id="{1DF58799-A616-D5B8-65B7-F0B63E34A74F}"/>
                    </a:ext>
                  </a:extLst>
                </p:cNvPr>
                <p:cNvSpPr/>
                <p:nvPr/>
              </p:nvSpPr>
              <p:spPr>
                <a:xfrm>
                  <a:off x="827582" y="2818383"/>
                  <a:ext cx="216535" cy="2205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534" h="2205354">
                      <a:moveTo>
                        <a:pt x="216027" y="2204973"/>
                      </a:moveTo>
                      <a:lnTo>
                        <a:pt x="161511" y="2173134"/>
                      </a:lnTo>
                      <a:lnTo>
                        <a:pt x="139650" y="2136663"/>
                      </a:lnTo>
                      <a:lnTo>
                        <a:pt x="122761" y="2089451"/>
                      </a:lnTo>
                      <a:lnTo>
                        <a:pt x="111872" y="2033715"/>
                      </a:lnTo>
                      <a:lnTo>
                        <a:pt x="108013" y="1971674"/>
                      </a:lnTo>
                      <a:lnTo>
                        <a:pt x="108013" y="1335913"/>
                      </a:lnTo>
                      <a:lnTo>
                        <a:pt x="104154" y="1273863"/>
                      </a:lnTo>
                      <a:lnTo>
                        <a:pt x="93265" y="1218104"/>
                      </a:lnTo>
                      <a:lnTo>
                        <a:pt x="76376" y="1170860"/>
                      </a:lnTo>
                      <a:lnTo>
                        <a:pt x="54515" y="1134359"/>
                      </a:lnTo>
                      <a:lnTo>
                        <a:pt x="0" y="1102486"/>
                      </a:lnTo>
                      <a:lnTo>
                        <a:pt x="28713" y="1094157"/>
                      </a:lnTo>
                      <a:lnTo>
                        <a:pt x="76376" y="1034176"/>
                      </a:lnTo>
                      <a:lnTo>
                        <a:pt x="93265" y="986964"/>
                      </a:lnTo>
                      <a:lnTo>
                        <a:pt x="104154" y="931228"/>
                      </a:lnTo>
                      <a:lnTo>
                        <a:pt x="108013" y="869188"/>
                      </a:lnTo>
                      <a:lnTo>
                        <a:pt x="108013" y="233425"/>
                      </a:lnTo>
                      <a:lnTo>
                        <a:pt x="111872" y="171376"/>
                      </a:lnTo>
                      <a:lnTo>
                        <a:pt x="122761" y="115617"/>
                      </a:lnTo>
                      <a:lnTo>
                        <a:pt x="139650" y="68373"/>
                      </a:lnTo>
                      <a:lnTo>
                        <a:pt x="161511" y="31872"/>
                      </a:lnTo>
                      <a:lnTo>
                        <a:pt x="187313" y="8339"/>
                      </a:lnTo>
                      <a:lnTo>
                        <a:pt x="216027" y="0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3" name="object 12">
                  <a:extLst>
                    <a:ext uri="{FF2B5EF4-FFF2-40B4-BE49-F238E27FC236}">
                      <a16:creationId xmlns:a16="http://schemas.microsoft.com/office/drawing/2014/main" id="{D7EA3B1F-C478-B39E-5F9D-0B54FAAFA761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7864475" y="0"/>
                      </a:moveTo>
                      <a:lnTo>
                        <a:pt x="0" y="0"/>
                      </a:lnTo>
                      <a:lnTo>
                        <a:pt x="0" y="2643124"/>
                      </a:lnTo>
                      <a:lnTo>
                        <a:pt x="7864475" y="2643124"/>
                      </a:lnTo>
                      <a:lnTo>
                        <a:pt x="7864475" y="0"/>
                      </a:lnTo>
                      <a:close/>
                    </a:path>
                  </a:pathLst>
                </a:custGeom>
                <a:solidFill>
                  <a:srgbClr val="CCFFCC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4" name="object 13">
                  <a:extLst>
                    <a:ext uri="{FF2B5EF4-FFF2-40B4-BE49-F238E27FC236}">
                      <a16:creationId xmlns:a16="http://schemas.microsoft.com/office/drawing/2014/main" id="{2FBDF072-91BA-6A90-0F8A-D870EAD1470A}"/>
                    </a:ext>
                  </a:extLst>
                </p:cNvPr>
                <p:cNvSpPr/>
                <p:nvPr/>
              </p:nvSpPr>
              <p:spPr>
                <a:xfrm>
                  <a:off x="1045349" y="2802508"/>
                  <a:ext cx="7864475" cy="264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4475" h="2643504">
                      <a:moveTo>
                        <a:pt x="0" y="2643124"/>
                      </a:moveTo>
                      <a:lnTo>
                        <a:pt x="7864475" y="2643124"/>
                      </a:lnTo>
                      <a:lnTo>
                        <a:pt x="7864475" y="0"/>
                      </a:lnTo>
                      <a:lnTo>
                        <a:pt x="0" y="0"/>
                      </a:lnTo>
                      <a:lnTo>
                        <a:pt x="0" y="2643124"/>
                      </a:lnTo>
                      <a:close/>
                    </a:path>
                  </a:pathLst>
                </a:custGeom>
                <a:ln w="19049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5" name="object 14">
                  <a:extLst>
                    <a:ext uri="{FF2B5EF4-FFF2-40B4-BE49-F238E27FC236}">
                      <a16:creationId xmlns:a16="http://schemas.microsoft.com/office/drawing/2014/main" id="{3F0A7146-D7C6-7D07-407B-98767FF84430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7865999" y="0"/>
                      </a:moveTo>
                      <a:lnTo>
                        <a:pt x="0" y="0"/>
                      </a:lnTo>
                      <a:lnTo>
                        <a:pt x="0" y="681037"/>
                      </a:lnTo>
                      <a:lnTo>
                        <a:pt x="7865999" y="681037"/>
                      </a:lnTo>
                      <a:lnTo>
                        <a:pt x="7865999" y="0"/>
                      </a:lnTo>
                      <a:close/>
                    </a:path>
                  </a:pathLst>
                </a:custGeom>
                <a:solidFill>
                  <a:srgbClr val="FFB5B5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6" name="object 15">
                  <a:extLst>
                    <a:ext uri="{FF2B5EF4-FFF2-40B4-BE49-F238E27FC236}">
                      <a16:creationId xmlns:a16="http://schemas.microsoft.com/office/drawing/2014/main" id="{7C678972-84AD-04E3-D977-61BADD6DA7CA}"/>
                    </a:ext>
                  </a:extLst>
                </p:cNvPr>
                <p:cNvSpPr/>
                <p:nvPr/>
              </p:nvSpPr>
              <p:spPr>
                <a:xfrm>
                  <a:off x="1046238" y="5456758"/>
                  <a:ext cx="7866380" cy="6813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6380" h="681354">
                      <a:moveTo>
                        <a:pt x="0" y="681037"/>
                      </a:moveTo>
                      <a:lnTo>
                        <a:pt x="7865999" y="681037"/>
                      </a:lnTo>
                      <a:lnTo>
                        <a:pt x="7865999" y="0"/>
                      </a:lnTo>
                      <a:lnTo>
                        <a:pt x="0" y="0"/>
                      </a:lnTo>
                      <a:lnTo>
                        <a:pt x="0" y="681037"/>
                      </a:lnTo>
                      <a:close/>
                    </a:path>
                  </a:pathLst>
                </a:custGeom>
                <a:ln w="19050">
                  <a:solidFill>
                    <a:srgbClr val="333399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7" name="object 16">
                  <a:extLst>
                    <a:ext uri="{FF2B5EF4-FFF2-40B4-BE49-F238E27FC236}">
                      <a16:creationId xmlns:a16="http://schemas.microsoft.com/office/drawing/2014/main" id="{4DEFAE2C-13B7-8966-F4A9-CD3E8EFD57E2}"/>
                    </a:ext>
                  </a:extLst>
                </p:cNvPr>
                <p:cNvSpPr/>
                <p:nvPr/>
              </p:nvSpPr>
              <p:spPr>
                <a:xfrm>
                  <a:off x="1051699" y="3247008"/>
                  <a:ext cx="7867650" cy="17830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67650" h="1783079">
                      <a:moveTo>
                        <a:pt x="7867637" y="1769999"/>
                      </a:moveTo>
                      <a:lnTo>
                        <a:pt x="0" y="1769999"/>
                      </a:lnTo>
                      <a:lnTo>
                        <a:pt x="0" y="1782699"/>
                      </a:lnTo>
                      <a:lnTo>
                        <a:pt x="7867637" y="1782699"/>
                      </a:lnTo>
                      <a:lnTo>
                        <a:pt x="7867637" y="1769999"/>
                      </a:lnTo>
                      <a:close/>
                    </a:path>
                    <a:path w="7867650" h="1783079">
                      <a:moveTo>
                        <a:pt x="7867637" y="1325499"/>
                      </a:moveTo>
                      <a:lnTo>
                        <a:pt x="0" y="1325499"/>
                      </a:lnTo>
                      <a:lnTo>
                        <a:pt x="0" y="1338199"/>
                      </a:lnTo>
                      <a:lnTo>
                        <a:pt x="7867637" y="1338199"/>
                      </a:lnTo>
                      <a:lnTo>
                        <a:pt x="7867637" y="1325499"/>
                      </a:lnTo>
                      <a:close/>
                    </a:path>
                    <a:path w="7867650" h="1783079">
                      <a:moveTo>
                        <a:pt x="7867637" y="887349"/>
                      </a:moveTo>
                      <a:lnTo>
                        <a:pt x="0" y="887349"/>
                      </a:lnTo>
                      <a:lnTo>
                        <a:pt x="0" y="900049"/>
                      </a:lnTo>
                      <a:lnTo>
                        <a:pt x="7867637" y="900049"/>
                      </a:lnTo>
                      <a:lnTo>
                        <a:pt x="7867637" y="887349"/>
                      </a:lnTo>
                      <a:close/>
                    </a:path>
                    <a:path w="7867650" h="1783079">
                      <a:moveTo>
                        <a:pt x="7867637" y="442849"/>
                      </a:moveTo>
                      <a:lnTo>
                        <a:pt x="0" y="442849"/>
                      </a:lnTo>
                      <a:lnTo>
                        <a:pt x="0" y="455549"/>
                      </a:lnTo>
                      <a:lnTo>
                        <a:pt x="7867637" y="455549"/>
                      </a:lnTo>
                      <a:lnTo>
                        <a:pt x="7867637" y="442849"/>
                      </a:lnTo>
                      <a:close/>
                    </a:path>
                    <a:path w="7867650" h="1783079">
                      <a:moveTo>
                        <a:pt x="7867637" y="0"/>
                      </a:moveTo>
                      <a:lnTo>
                        <a:pt x="0" y="0"/>
                      </a:lnTo>
                      <a:lnTo>
                        <a:pt x="0" y="12700"/>
                      </a:lnTo>
                      <a:lnTo>
                        <a:pt x="7867637" y="12700"/>
                      </a:lnTo>
                      <a:lnTo>
                        <a:pt x="7867637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8" name="object 17">
                  <a:extLst>
                    <a:ext uri="{FF2B5EF4-FFF2-40B4-BE49-F238E27FC236}">
                      <a16:creationId xmlns:a16="http://schemas.microsoft.com/office/drawing/2014/main" id="{D3E3D9D2-794F-6F2F-DBD0-D193E4EA3747}"/>
                    </a:ext>
                  </a:extLst>
                </p:cNvPr>
                <p:cNvSpPr/>
                <p:nvPr/>
              </p:nvSpPr>
              <p:spPr>
                <a:xfrm>
                  <a:off x="2009013" y="2810382"/>
                  <a:ext cx="4929505" cy="2649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29505" h="2649854">
                      <a:moveTo>
                        <a:pt x="0" y="0"/>
                      </a:moveTo>
                      <a:lnTo>
                        <a:pt x="0" y="442975"/>
                      </a:lnTo>
                    </a:path>
                    <a:path w="4929505" h="2649854">
                      <a:moveTo>
                        <a:pt x="984250" y="0"/>
                      </a:moveTo>
                      <a:lnTo>
                        <a:pt x="984250" y="442975"/>
                      </a:lnTo>
                    </a:path>
                    <a:path w="4929505" h="2649854">
                      <a:moveTo>
                        <a:pt x="2957449" y="0"/>
                      </a:moveTo>
                      <a:lnTo>
                        <a:pt x="2957449" y="1327149"/>
                      </a:lnTo>
                    </a:path>
                    <a:path w="4929505" h="2649854">
                      <a:moveTo>
                        <a:pt x="4929123" y="2649601"/>
                      </a:moveTo>
                      <a:lnTo>
                        <a:pt x="4929123" y="2208275"/>
                      </a:lnTo>
                    </a:path>
                    <a:path w="4929505" h="2649854">
                      <a:moveTo>
                        <a:pt x="3759200" y="452500"/>
                      </a:moveTo>
                      <a:lnTo>
                        <a:pt x="3759200" y="885824"/>
                      </a:lnTo>
                    </a:path>
                  </a:pathLst>
                </a:custGeom>
                <a:ln w="1270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10" name="object 18">
                <a:extLst>
                  <a:ext uri="{FF2B5EF4-FFF2-40B4-BE49-F238E27FC236}">
                    <a16:creationId xmlns:a16="http://schemas.microsoft.com/office/drawing/2014/main" id="{4C314395-907E-3FBB-7E0B-ABBE64BBE876}"/>
                  </a:ext>
                </a:extLst>
              </p:cNvPr>
              <p:cNvSpPr txBox="1"/>
              <p:nvPr/>
            </p:nvSpPr>
            <p:spPr>
              <a:xfrm>
                <a:off x="545388" y="2447036"/>
                <a:ext cx="6737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533400" algn="l"/>
                  </a:tabLst>
                </a:pP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位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</a:t>
                </a: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0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1" name="object 19">
                <a:extLst>
                  <a:ext uri="{FF2B5EF4-FFF2-40B4-BE49-F238E27FC236}">
                    <a16:creationId xmlns:a16="http://schemas.microsoft.com/office/drawing/2014/main" id="{F312E75A-782F-17E1-75E4-4257473DD0AB}"/>
                  </a:ext>
                </a:extLst>
              </p:cNvPr>
              <p:cNvSpPr txBox="1"/>
              <p:nvPr/>
            </p:nvSpPr>
            <p:spPr>
              <a:xfrm>
                <a:off x="2001392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4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2" name="object 20">
                <a:extLst>
                  <a:ext uri="{FF2B5EF4-FFF2-40B4-BE49-F238E27FC236}">
                    <a16:creationId xmlns:a16="http://schemas.microsoft.com/office/drawing/2014/main" id="{D93C0713-6B72-ED5C-5CB1-212027A4DD1A}"/>
                  </a:ext>
                </a:extLst>
              </p:cNvPr>
              <p:cNvSpPr txBox="1"/>
              <p:nvPr/>
            </p:nvSpPr>
            <p:spPr>
              <a:xfrm>
                <a:off x="2996945" y="2446147"/>
                <a:ext cx="15303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5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8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3" name="object 21">
                <a:extLst>
                  <a:ext uri="{FF2B5EF4-FFF2-40B4-BE49-F238E27FC236}">
                    <a16:creationId xmlns:a16="http://schemas.microsoft.com/office/drawing/2014/main" id="{3D411B43-E4E7-9A9F-3CE6-CDCAA7356BC4}"/>
                  </a:ext>
                </a:extLst>
              </p:cNvPr>
              <p:cNvSpPr txBox="1"/>
              <p:nvPr/>
            </p:nvSpPr>
            <p:spPr>
              <a:xfrm>
                <a:off x="4948173" y="2446147"/>
                <a:ext cx="3966845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  <a:tabLst>
                    <a:tab pos="809625" algn="l"/>
                    <a:tab pos="1984375" algn="l"/>
                    <a:tab pos="3697604" algn="l"/>
                  </a:tabLst>
                </a:pP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16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19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24</a:t>
                </a:r>
                <a:r>
                  <a:rPr sz="2000" b="1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	</a:t>
                </a:r>
                <a:r>
                  <a:rPr sz="2000" b="1" spc="-25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31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14" name="object 22">
                <a:extLst>
                  <a:ext uri="{FF2B5EF4-FFF2-40B4-BE49-F238E27FC236}">
                    <a16:creationId xmlns:a16="http://schemas.microsoft.com/office/drawing/2014/main" id="{64702CAE-7BE6-E84C-3AA6-48C6319327A6}"/>
                  </a:ext>
                </a:extLst>
              </p:cNvPr>
              <p:cNvSpPr txBox="1"/>
              <p:nvPr/>
            </p:nvSpPr>
            <p:spPr>
              <a:xfrm>
                <a:off x="4966461" y="3253359"/>
                <a:ext cx="802005" cy="44323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5405" rIns="0" bIns="0" rtlCol="0">
                <a:spAutoFit/>
              </a:bodyPr>
              <a:lstStyle/>
              <a:p>
                <a:pPr marL="19685">
                  <a:lnSpc>
                    <a:spcPct val="100000"/>
                  </a:lnSpc>
                  <a:spcBef>
                    <a:spcPts val="51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标志位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15" name="object 23">
                <a:extLst>
                  <a:ext uri="{FF2B5EF4-FFF2-40B4-BE49-F238E27FC236}">
                    <a16:creationId xmlns:a16="http://schemas.microsoft.com/office/drawing/2014/main" id="{2F548431-0E6A-AFCD-BDC9-B95BEC0C3929}"/>
                  </a:ext>
                </a:extLst>
              </p:cNvPr>
              <p:cNvSpPr txBox="1"/>
              <p:nvPr/>
            </p:nvSpPr>
            <p:spPr>
              <a:xfrm>
                <a:off x="1054874" y="3702558"/>
                <a:ext cx="193230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122555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生存时间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(TTL)</a:t>
                </a:r>
                <a:endParaRPr sz="2000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6" name="object 24">
                <a:extLst>
                  <a:ext uri="{FF2B5EF4-FFF2-40B4-BE49-F238E27FC236}">
                    <a16:creationId xmlns:a16="http://schemas.microsoft.com/office/drawing/2014/main" id="{B6C57C4B-11AF-57CB-9032-18BE1F55F703}"/>
                  </a:ext>
                </a:extLst>
              </p:cNvPr>
              <p:cNvSpPr txBox="1"/>
              <p:nvPr/>
            </p:nvSpPr>
            <p:spPr>
              <a:xfrm>
                <a:off x="2993263" y="3696208"/>
                <a:ext cx="1973580" cy="444500"/>
              </a:xfrm>
              <a:prstGeom prst="rect">
                <a:avLst/>
              </a:prstGeom>
              <a:solidFill>
                <a:srgbClr val="CCFFCC"/>
              </a:solidFill>
              <a:ln w="12700">
                <a:solidFill>
                  <a:srgbClr val="163793"/>
                </a:solidFill>
              </a:ln>
            </p:spPr>
            <p:txBody>
              <a:bodyPr vert="horz" wrap="square" lIns="0" tIns="66040" rIns="0" bIns="0" rtlCol="0">
                <a:spAutoFit/>
              </a:bodyPr>
              <a:lstStyle/>
              <a:p>
                <a:pPr marL="111125" algn="ctr">
                  <a:lnSpc>
                    <a:spcPct val="100000"/>
                  </a:lnSpc>
                  <a:spcBef>
                    <a:spcPts val="520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协议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7" name="object 25">
                <a:extLst>
                  <a:ext uri="{FF2B5EF4-FFF2-40B4-BE49-F238E27FC236}">
                    <a16:creationId xmlns:a16="http://schemas.microsoft.com/office/drawing/2014/main" id="{64DA4372-F3ED-F171-04FF-668604FBCC99}"/>
                  </a:ext>
                </a:extLst>
              </p:cNvPr>
              <p:cNvSpPr txBox="1"/>
              <p:nvPr/>
            </p:nvSpPr>
            <p:spPr>
              <a:xfrm>
                <a:off x="1054874" y="3259709"/>
                <a:ext cx="3905250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R="15240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标识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8" name="object 26">
                <a:extLst>
                  <a:ext uri="{FF2B5EF4-FFF2-40B4-BE49-F238E27FC236}">
                    <a16:creationId xmlns:a16="http://schemas.microsoft.com/office/drawing/2014/main" id="{3DE95213-B0AD-ECAF-117D-DB459E02E413}"/>
                  </a:ext>
                </a:extLst>
              </p:cNvPr>
              <p:cNvSpPr txBox="1"/>
              <p:nvPr/>
            </p:nvSpPr>
            <p:spPr>
              <a:xfrm>
                <a:off x="5774563" y="3259709"/>
                <a:ext cx="3126105" cy="43053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055" rIns="0" bIns="0" rtlCol="0">
                <a:spAutoFit/>
              </a:bodyPr>
              <a:lstStyle/>
              <a:p>
                <a:pPr marL="130175" algn="ctr">
                  <a:lnSpc>
                    <a:spcPct val="100000"/>
                  </a:lnSpc>
                  <a:spcBef>
                    <a:spcPts val="465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片偏移</a:t>
                </a:r>
                <a:endParaRPr sz="2000" dirty="0">
                  <a:latin typeface="Kaiti SC Black"/>
                  <a:cs typeface="Kaiti SC Black"/>
                </a:endParaRPr>
              </a:p>
            </p:txBody>
          </p:sp>
          <p:sp>
            <p:nvSpPr>
              <p:cNvPr id="19" name="object 27">
                <a:extLst>
                  <a:ext uri="{FF2B5EF4-FFF2-40B4-BE49-F238E27FC236}">
                    <a16:creationId xmlns:a16="http://schemas.microsoft.com/office/drawing/2014/main" id="{07B46C09-FAD3-A9AE-5452-4D8131953BA8}"/>
                  </a:ext>
                </a:extLst>
              </p:cNvPr>
              <p:cNvSpPr txBox="1"/>
              <p:nvPr/>
            </p:nvSpPr>
            <p:spPr>
              <a:xfrm>
                <a:off x="4972811" y="3702558"/>
                <a:ext cx="3928110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59690" rIns="0" bIns="0" rtlCol="0">
                <a:spAutoFit/>
              </a:bodyPr>
              <a:lstStyle/>
              <a:p>
                <a:pPr marL="93980" algn="ctr">
                  <a:lnSpc>
                    <a:spcPct val="100000"/>
                  </a:lnSpc>
                  <a:spcBef>
                    <a:spcPts val="470"/>
                  </a:spcBef>
                </a:pPr>
                <a:r>
                  <a:rPr sz="2000" b="1" spc="-1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首部检验和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0" name="object 28">
                <a:extLst>
                  <a:ext uri="{FF2B5EF4-FFF2-40B4-BE49-F238E27FC236}">
                    <a16:creationId xmlns:a16="http://schemas.microsoft.com/office/drawing/2014/main" id="{573A1277-6914-594D-9B99-5489B7F8320C}"/>
                  </a:ext>
                </a:extLst>
              </p:cNvPr>
              <p:cNvSpPr txBox="1"/>
              <p:nvPr/>
            </p:nvSpPr>
            <p:spPr>
              <a:xfrm>
                <a:off x="1054874" y="4147058"/>
                <a:ext cx="7845425" cy="42545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1594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484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源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1" name="object 29">
                <a:extLst>
                  <a:ext uri="{FF2B5EF4-FFF2-40B4-BE49-F238E27FC236}">
                    <a16:creationId xmlns:a16="http://schemas.microsoft.com/office/drawing/2014/main" id="{8B66E358-E8F5-8D3D-BA90-022A6F4B74BB}"/>
                  </a:ext>
                </a:extLst>
              </p:cNvPr>
              <p:cNvSpPr txBox="1"/>
              <p:nvPr/>
            </p:nvSpPr>
            <p:spPr>
              <a:xfrm>
                <a:off x="1054874" y="4585208"/>
                <a:ext cx="7845425" cy="431800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目的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IP</a:t>
                </a:r>
                <a:r>
                  <a:rPr sz="2000" b="1" spc="-2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地址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grpSp>
            <p:nvGrpSpPr>
              <p:cNvPr id="22" name="object 30">
                <a:extLst>
                  <a:ext uri="{FF2B5EF4-FFF2-40B4-BE49-F238E27FC236}">
                    <a16:creationId xmlns:a16="http://schemas.microsoft.com/office/drawing/2014/main" id="{D6801C9B-8D45-44AF-4C78-1FD64265C958}"/>
                  </a:ext>
                </a:extLst>
              </p:cNvPr>
              <p:cNvGrpSpPr/>
              <p:nvPr/>
            </p:nvGrpSpPr>
            <p:grpSpPr>
              <a:xfrm>
                <a:off x="978674" y="5184013"/>
                <a:ext cx="7999730" cy="93345"/>
                <a:chOff x="978674" y="5184013"/>
                <a:chExt cx="7999730" cy="93345"/>
              </a:xfrm>
            </p:grpSpPr>
            <p:sp>
              <p:nvSpPr>
                <p:cNvPr id="28" name="object 31">
                  <a:extLst>
                    <a:ext uri="{FF2B5EF4-FFF2-40B4-BE49-F238E27FC236}">
                      <a16:creationId xmlns:a16="http://schemas.microsoft.com/office/drawing/2014/main" id="{EDA6B3ED-5EA9-6B74-E7B4-6F8D4F467964}"/>
                    </a:ext>
                  </a:extLst>
                </p:cNvPr>
                <p:cNvSpPr/>
                <p:nvPr/>
              </p:nvSpPr>
              <p:spPr>
                <a:xfrm>
                  <a:off x="978674" y="5188458"/>
                  <a:ext cx="132080" cy="69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80" h="69850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9849"/>
                      </a:lnTo>
                      <a:lnTo>
                        <a:pt x="131762" y="69849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29" name="object 32">
                  <a:extLst>
                    <a:ext uri="{FF2B5EF4-FFF2-40B4-BE49-F238E27FC236}">
                      <a16:creationId xmlns:a16="http://schemas.microsoft.com/office/drawing/2014/main" id="{B1FF2433-C6C6-B62F-4283-16873A22EC5D}"/>
                    </a:ext>
                  </a:extLst>
                </p:cNvPr>
                <p:cNvSpPr/>
                <p:nvPr/>
              </p:nvSpPr>
              <p:spPr>
                <a:xfrm>
                  <a:off x="988809" y="5184012"/>
                  <a:ext cx="114935" cy="869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6995">
                      <a:moveTo>
                        <a:pt x="114871" y="61595"/>
                      </a:moveTo>
                      <a:lnTo>
                        <a:pt x="0" y="61595"/>
                      </a:lnTo>
                      <a:lnTo>
                        <a:pt x="0" y="86995"/>
                      </a:lnTo>
                      <a:lnTo>
                        <a:pt x="114871" y="86995"/>
                      </a:lnTo>
                      <a:lnTo>
                        <a:pt x="114871" y="61595"/>
                      </a:lnTo>
                      <a:close/>
                    </a:path>
                    <a:path w="114934" h="86995">
                      <a:moveTo>
                        <a:pt x="114871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71" y="25400"/>
                      </a:lnTo>
                      <a:lnTo>
                        <a:pt x="114871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0" name="object 33">
                  <a:extLst>
                    <a:ext uri="{FF2B5EF4-FFF2-40B4-BE49-F238E27FC236}">
                      <a16:creationId xmlns:a16="http://schemas.microsoft.com/office/drawing/2014/main" id="{9AA9A590-E688-C4E7-415F-81D94DEA53A1}"/>
                    </a:ext>
                  </a:extLst>
                </p:cNvPr>
                <p:cNvSpPr/>
                <p:nvPr/>
              </p:nvSpPr>
              <p:spPr>
                <a:xfrm>
                  <a:off x="8846312" y="5197983"/>
                  <a:ext cx="132080" cy="66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79" h="66675">
                      <a:moveTo>
                        <a:pt x="131762" y="0"/>
                      </a:moveTo>
                      <a:lnTo>
                        <a:pt x="0" y="0"/>
                      </a:lnTo>
                      <a:lnTo>
                        <a:pt x="0" y="66674"/>
                      </a:lnTo>
                      <a:lnTo>
                        <a:pt x="131762" y="66674"/>
                      </a:lnTo>
                      <a:lnTo>
                        <a:pt x="131762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31" name="object 34">
                  <a:extLst>
                    <a:ext uri="{FF2B5EF4-FFF2-40B4-BE49-F238E27FC236}">
                      <a16:creationId xmlns:a16="http://schemas.microsoft.com/office/drawing/2014/main" id="{386C25B8-B094-7C95-5DDE-331A521D4162}"/>
                    </a:ext>
                  </a:extLst>
                </p:cNvPr>
                <p:cNvSpPr/>
                <p:nvPr/>
              </p:nvSpPr>
              <p:spPr>
                <a:xfrm>
                  <a:off x="8856472" y="5193156"/>
                  <a:ext cx="114935" cy="844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934" h="84454">
                      <a:moveTo>
                        <a:pt x="114808" y="58801"/>
                      </a:moveTo>
                      <a:lnTo>
                        <a:pt x="0" y="58801"/>
                      </a:lnTo>
                      <a:lnTo>
                        <a:pt x="0" y="84201"/>
                      </a:lnTo>
                      <a:lnTo>
                        <a:pt x="114808" y="84201"/>
                      </a:lnTo>
                      <a:lnTo>
                        <a:pt x="114808" y="58801"/>
                      </a:lnTo>
                      <a:close/>
                    </a:path>
                    <a:path w="114934" h="84454">
                      <a:moveTo>
                        <a:pt x="114808" y="0"/>
                      </a:moveTo>
                      <a:lnTo>
                        <a:pt x="0" y="0"/>
                      </a:lnTo>
                      <a:lnTo>
                        <a:pt x="0" y="25400"/>
                      </a:lnTo>
                      <a:lnTo>
                        <a:pt x="114808" y="25400"/>
                      </a:lnTo>
                      <a:lnTo>
                        <a:pt x="114808" y="0"/>
                      </a:lnTo>
                      <a:close/>
                    </a:path>
                  </a:pathLst>
                </a:custGeom>
                <a:solidFill>
                  <a:srgbClr val="163793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23" name="object 35">
                <a:extLst>
                  <a:ext uri="{FF2B5EF4-FFF2-40B4-BE49-F238E27FC236}">
                    <a16:creationId xmlns:a16="http://schemas.microsoft.com/office/drawing/2014/main" id="{CC077172-4B99-D8B3-A151-495D278F1C40}"/>
                  </a:ext>
                </a:extLst>
              </p:cNvPr>
              <p:cNvSpPr txBox="1"/>
              <p:nvPr/>
            </p:nvSpPr>
            <p:spPr>
              <a:xfrm>
                <a:off x="1054874" y="5074158"/>
                <a:ext cx="7211059" cy="8737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841500">
                  <a:lnSpc>
                    <a:spcPct val="100000"/>
                  </a:lnSpc>
                  <a:spcBef>
                    <a:spcPts val="100"/>
                  </a:spcBef>
                  <a:tabLst>
                    <a:tab pos="6685915" algn="l"/>
                  </a:tabLst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选项字段（长度可变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）</a:t>
                </a: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	填</a:t>
                </a:r>
                <a:r>
                  <a:rPr sz="2000" b="1" spc="-5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充</a:t>
                </a:r>
                <a:endParaRPr sz="2000">
                  <a:latin typeface="Kaiti SC Black"/>
                  <a:cs typeface="Kaiti SC Black"/>
                </a:endParaRPr>
              </a:p>
              <a:p>
                <a:pPr marL="571500" algn="ctr">
                  <a:lnSpc>
                    <a:spcPct val="100000"/>
                  </a:lnSpc>
                  <a:spcBef>
                    <a:spcPts val="1875"/>
                  </a:spcBef>
                </a:pPr>
                <a:r>
                  <a:rPr sz="2000" b="1" spc="-25" dirty="0">
                    <a:solidFill>
                      <a:srgbClr val="163793"/>
                    </a:solidFill>
                    <a:latin typeface="Kaiti SC Black"/>
                    <a:cs typeface="Kaiti SC Black"/>
                  </a:rPr>
                  <a:t>数据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4" name="object 36">
                <a:extLst>
                  <a:ext uri="{FF2B5EF4-FFF2-40B4-BE49-F238E27FC236}">
                    <a16:creationId xmlns:a16="http://schemas.microsoft.com/office/drawing/2014/main" id="{C740DC75-2DD1-D3C8-1EF1-9C39BB72E329}"/>
                  </a:ext>
                </a:extLst>
              </p:cNvPr>
              <p:cNvSpPr txBox="1"/>
              <p:nvPr/>
            </p:nvSpPr>
            <p:spPr>
              <a:xfrm>
                <a:off x="1054874" y="2812033"/>
                <a:ext cx="948055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78740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版本号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5" name="object 37">
                <a:extLst>
                  <a:ext uri="{FF2B5EF4-FFF2-40B4-BE49-F238E27FC236}">
                    <a16:creationId xmlns:a16="http://schemas.microsoft.com/office/drawing/2014/main" id="{2F2D3990-8F79-A7C0-E6D4-C0B8D129EFFA}"/>
                  </a:ext>
                </a:extLst>
              </p:cNvPr>
              <p:cNvSpPr txBox="1"/>
              <p:nvPr/>
            </p:nvSpPr>
            <p:spPr>
              <a:xfrm>
                <a:off x="2999613" y="2812033"/>
                <a:ext cx="196088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140335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服务类型</a:t>
                </a:r>
                <a:r>
                  <a:rPr sz="2000" b="1" spc="-10" dirty="0">
                    <a:solidFill>
                      <a:srgbClr val="333399"/>
                    </a:solidFill>
                    <a:latin typeface="Times New Roman"/>
                    <a:cs typeface="Times New Roman"/>
                  </a:rPr>
                  <a:t>(TOS)</a:t>
                </a:r>
                <a:endParaRPr sz="2000">
                  <a:latin typeface="Times New Roman"/>
                  <a:cs typeface="Times New Roman"/>
                </a:endParaRPr>
              </a:p>
            </p:txBody>
          </p:sp>
          <p:sp>
            <p:nvSpPr>
              <p:cNvPr id="26" name="object 38">
                <a:extLst>
                  <a:ext uri="{FF2B5EF4-FFF2-40B4-BE49-F238E27FC236}">
                    <a16:creationId xmlns:a16="http://schemas.microsoft.com/office/drawing/2014/main" id="{D9C31B30-9077-6D49-7E65-08A7C3CC3022}"/>
                  </a:ext>
                </a:extLst>
              </p:cNvPr>
              <p:cNvSpPr txBox="1"/>
              <p:nvPr/>
            </p:nvSpPr>
            <p:spPr>
              <a:xfrm>
                <a:off x="4972811" y="2812033"/>
                <a:ext cx="392811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4769" rIns="0" bIns="0" rtlCol="0">
                <a:spAutoFit/>
              </a:bodyPr>
              <a:lstStyle/>
              <a:p>
                <a:pPr marL="64769" algn="ctr">
                  <a:lnSpc>
                    <a:spcPct val="100000"/>
                  </a:lnSpc>
                  <a:spcBef>
                    <a:spcPts val="509"/>
                  </a:spcBef>
                </a:pPr>
                <a:r>
                  <a:rPr sz="2000" b="1" spc="-20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总长度</a:t>
                </a:r>
                <a:endParaRPr sz="2000">
                  <a:latin typeface="Kaiti SC Black"/>
                  <a:cs typeface="Kaiti SC Black"/>
                </a:endParaRPr>
              </a:p>
            </p:txBody>
          </p:sp>
          <p:sp>
            <p:nvSpPr>
              <p:cNvPr id="27" name="object 39">
                <a:extLst>
                  <a:ext uri="{FF2B5EF4-FFF2-40B4-BE49-F238E27FC236}">
                    <a16:creationId xmlns:a16="http://schemas.microsoft.com/office/drawing/2014/main" id="{8FE6B8FE-63E7-2E35-A860-D6DD76E0886E}"/>
                  </a:ext>
                </a:extLst>
              </p:cNvPr>
              <p:cNvSpPr txBox="1"/>
              <p:nvPr/>
            </p:nvSpPr>
            <p:spPr>
              <a:xfrm>
                <a:off x="2015363" y="2812033"/>
                <a:ext cx="971550" cy="434975"/>
              </a:xfrm>
              <a:prstGeom prst="rect">
                <a:avLst/>
              </a:prstGeom>
              <a:solidFill>
                <a:srgbClr val="CCFFCC"/>
              </a:solidFill>
            </p:spPr>
            <p:txBody>
              <a:bodyPr vert="horz" wrap="square" lIns="0" tIns="609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80"/>
                  </a:spcBef>
                </a:pPr>
                <a:r>
                  <a:rPr sz="1800" b="1" spc="-15" dirty="0">
                    <a:solidFill>
                      <a:srgbClr val="333399"/>
                    </a:solidFill>
                    <a:latin typeface="Kaiti SC Black"/>
                    <a:cs typeface="Kaiti SC Black"/>
                  </a:rPr>
                  <a:t>首部长度</a:t>
                </a:r>
                <a:endParaRPr sz="1800">
                  <a:latin typeface="Kaiti SC Black"/>
                  <a:cs typeface="Kaiti SC Black"/>
                </a:endParaRPr>
              </a:p>
            </p:txBody>
          </p:sp>
        </p:grp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84010889-CC3D-F608-1C66-9576D29A3FD2}"/>
              </a:ext>
            </a:extLst>
          </p:cNvPr>
          <p:cNvSpPr txBox="1"/>
          <p:nvPr/>
        </p:nvSpPr>
        <p:spPr>
          <a:xfrm>
            <a:off x="4660900" y="5461000"/>
            <a:ext cx="18886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b="1" dirty="0"/>
              <a:t>IP</a:t>
            </a:r>
            <a:r>
              <a:rPr kumimoji="1" lang="zh-CN" altLang="en-US" sz="2400" b="1" dirty="0"/>
              <a:t> </a:t>
            </a:r>
            <a:r>
              <a:rPr kumimoji="1" lang="en-US" altLang="zh-CN" sz="2400" b="1" dirty="0"/>
              <a:t>datagram</a:t>
            </a:r>
            <a:endParaRPr kumimoji="1" lang="zh-CN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0904472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A9241-29E7-8493-C87A-49122164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3B50CD1F-89B9-3AA2-37C3-A636A81147E9}"/>
              </a:ext>
            </a:extLst>
          </p:cNvPr>
          <p:cNvGrpSpPr/>
          <p:nvPr/>
        </p:nvGrpSpPr>
        <p:grpSpPr>
          <a:xfrm>
            <a:off x="7007792" y="562618"/>
            <a:ext cx="4623816" cy="4588255"/>
            <a:chOff x="4391914" y="1639062"/>
            <a:chExt cx="4623816" cy="4588255"/>
          </a:xfrm>
        </p:grpSpPr>
        <p:sp>
          <p:nvSpPr>
            <p:cNvPr id="48" name="object 47">
              <a:extLst>
                <a:ext uri="{FF2B5EF4-FFF2-40B4-BE49-F238E27FC236}">
                  <a16:creationId xmlns:a16="http://schemas.microsoft.com/office/drawing/2014/main" id="{D5277339-1AF3-3EA6-6B84-8A7E6A0CCEE5}"/>
                </a:ext>
              </a:extLst>
            </p:cNvPr>
            <p:cNvSpPr txBox="1"/>
            <p:nvPr/>
          </p:nvSpPr>
          <p:spPr>
            <a:xfrm>
              <a:off x="7575550" y="1833752"/>
              <a:ext cx="1440180" cy="33083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spc="-10" dirty="0">
                  <a:solidFill>
                    <a:srgbClr val="163793"/>
                  </a:solidFill>
                  <a:latin typeface="Arial"/>
                  <a:cs typeface="Arial"/>
                </a:rPr>
                <a:t>223.1.2.0/24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2EE0927E-E1BD-8CCC-8533-82D43FB18C43}"/>
                </a:ext>
              </a:extLst>
            </p:cNvPr>
            <p:cNvGrpSpPr/>
            <p:nvPr/>
          </p:nvGrpSpPr>
          <p:grpSpPr>
            <a:xfrm>
              <a:off x="4391914" y="1639062"/>
              <a:ext cx="4500880" cy="4588255"/>
              <a:chOff x="4391914" y="1639062"/>
              <a:chExt cx="4500880" cy="4588255"/>
            </a:xfrm>
          </p:grpSpPr>
          <p:grpSp>
            <p:nvGrpSpPr>
              <p:cNvPr id="50" name="object 2">
                <a:extLst>
                  <a:ext uri="{FF2B5EF4-FFF2-40B4-BE49-F238E27FC236}">
                    <a16:creationId xmlns:a16="http://schemas.microsoft.com/office/drawing/2014/main" id="{4E3B236E-E973-73E7-5F48-A13BB139239F}"/>
                  </a:ext>
                </a:extLst>
              </p:cNvPr>
              <p:cNvGrpSpPr/>
              <p:nvPr/>
            </p:nvGrpSpPr>
            <p:grpSpPr>
              <a:xfrm>
                <a:off x="4465485" y="2137320"/>
                <a:ext cx="4381500" cy="3644900"/>
                <a:chOff x="4465485" y="2137320"/>
                <a:chExt cx="4381500" cy="3644900"/>
              </a:xfrm>
            </p:grpSpPr>
            <p:sp>
              <p:nvSpPr>
                <p:cNvPr id="92" name="object 3">
                  <a:extLst>
                    <a:ext uri="{FF2B5EF4-FFF2-40B4-BE49-F238E27FC236}">
                      <a16:creationId xmlns:a16="http://schemas.microsoft.com/office/drawing/2014/main" id="{A92723DD-4157-5A5C-3F05-23D267A6CFED}"/>
                    </a:ext>
                  </a:extLst>
                </p:cNvPr>
                <p:cNvSpPr/>
                <p:nvPr/>
              </p:nvSpPr>
              <p:spPr>
                <a:xfrm>
                  <a:off x="4465485" y="2137320"/>
                  <a:ext cx="4381500" cy="3644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81500" h="3644900">
                      <a:moveTo>
                        <a:pt x="1906790" y="1273035"/>
                      </a:moveTo>
                      <a:lnTo>
                        <a:pt x="1902942" y="1220863"/>
                      </a:lnTo>
                      <a:lnTo>
                        <a:pt x="1890229" y="1144358"/>
                      </a:lnTo>
                      <a:lnTo>
                        <a:pt x="1864042" y="1098969"/>
                      </a:lnTo>
                      <a:lnTo>
                        <a:pt x="1809635" y="1070724"/>
                      </a:lnTo>
                      <a:lnTo>
                        <a:pt x="1733181" y="1055865"/>
                      </a:lnTo>
                      <a:lnTo>
                        <a:pt x="1688604" y="1052271"/>
                      </a:lnTo>
                      <a:lnTo>
                        <a:pt x="1640827" y="1050582"/>
                      </a:lnTo>
                      <a:lnTo>
                        <a:pt x="1590611" y="1050353"/>
                      </a:lnTo>
                      <a:lnTo>
                        <a:pt x="1538732" y="1051102"/>
                      </a:lnTo>
                      <a:lnTo>
                        <a:pt x="1433080" y="1053604"/>
                      </a:lnTo>
                      <a:lnTo>
                        <a:pt x="1380832" y="1054430"/>
                      </a:lnTo>
                      <a:lnTo>
                        <a:pt x="1330020" y="1054328"/>
                      </a:lnTo>
                      <a:lnTo>
                        <a:pt x="1281379" y="1052830"/>
                      </a:lnTo>
                      <a:lnTo>
                        <a:pt x="1235710" y="1049464"/>
                      </a:lnTo>
                      <a:lnTo>
                        <a:pt x="1193761" y="1043762"/>
                      </a:lnTo>
                      <a:lnTo>
                        <a:pt x="1156309" y="1035240"/>
                      </a:lnTo>
                      <a:lnTo>
                        <a:pt x="1098003" y="1007833"/>
                      </a:lnTo>
                      <a:lnTo>
                        <a:pt x="1058265" y="945019"/>
                      </a:lnTo>
                      <a:lnTo>
                        <a:pt x="1043419" y="906297"/>
                      </a:lnTo>
                      <a:lnTo>
                        <a:pt x="1031455" y="863498"/>
                      </a:lnTo>
                      <a:lnTo>
                        <a:pt x="1022032" y="817219"/>
                      </a:lnTo>
                      <a:lnTo>
                        <a:pt x="1014793" y="768045"/>
                      </a:lnTo>
                      <a:lnTo>
                        <a:pt x="1009408" y="716559"/>
                      </a:lnTo>
                      <a:lnTo>
                        <a:pt x="1005509" y="663371"/>
                      </a:lnTo>
                      <a:lnTo>
                        <a:pt x="1002766" y="609066"/>
                      </a:lnTo>
                      <a:lnTo>
                        <a:pt x="1000810" y="554240"/>
                      </a:lnTo>
                      <a:lnTo>
                        <a:pt x="997915" y="445401"/>
                      </a:lnTo>
                      <a:lnTo>
                        <a:pt x="996276" y="392569"/>
                      </a:lnTo>
                      <a:lnTo>
                        <a:pt x="994041" y="341591"/>
                      </a:lnTo>
                      <a:lnTo>
                        <a:pt x="990879" y="293052"/>
                      </a:lnTo>
                      <a:lnTo>
                        <a:pt x="986421" y="247561"/>
                      </a:lnTo>
                      <a:lnTo>
                        <a:pt x="980325" y="205689"/>
                      </a:lnTo>
                      <a:lnTo>
                        <a:pt x="972261" y="168046"/>
                      </a:lnTo>
                      <a:lnTo>
                        <a:pt x="948778" y="107784"/>
                      </a:lnTo>
                      <a:lnTo>
                        <a:pt x="920089" y="69138"/>
                      </a:lnTo>
                      <a:lnTo>
                        <a:pt x="887260" y="41389"/>
                      </a:lnTo>
                      <a:lnTo>
                        <a:pt x="850963" y="22987"/>
                      </a:lnTo>
                      <a:lnTo>
                        <a:pt x="811860" y="12395"/>
                      </a:lnTo>
                      <a:lnTo>
                        <a:pt x="770610" y="8051"/>
                      </a:lnTo>
                      <a:lnTo>
                        <a:pt x="727900" y="8420"/>
                      </a:lnTo>
                      <a:lnTo>
                        <a:pt x="684364" y="11950"/>
                      </a:lnTo>
                      <a:lnTo>
                        <a:pt x="597535" y="22313"/>
                      </a:lnTo>
                      <a:lnTo>
                        <a:pt x="555561" y="26047"/>
                      </a:lnTo>
                      <a:lnTo>
                        <a:pt x="515454" y="26758"/>
                      </a:lnTo>
                      <a:lnTo>
                        <a:pt x="470827" y="23444"/>
                      </a:lnTo>
                      <a:lnTo>
                        <a:pt x="423468" y="17411"/>
                      </a:lnTo>
                      <a:lnTo>
                        <a:pt x="374548" y="10375"/>
                      </a:lnTo>
                      <a:lnTo>
                        <a:pt x="325234" y="4013"/>
                      </a:lnTo>
                      <a:lnTo>
                        <a:pt x="276707" y="0"/>
                      </a:lnTo>
                      <a:lnTo>
                        <a:pt x="230124" y="38"/>
                      </a:lnTo>
                      <a:lnTo>
                        <a:pt x="186677" y="5803"/>
                      </a:lnTo>
                      <a:lnTo>
                        <a:pt x="147535" y="18999"/>
                      </a:lnTo>
                      <a:lnTo>
                        <a:pt x="113855" y="41300"/>
                      </a:lnTo>
                      <a:lnTo>
                        <a:pt x="86829" y="74383"/>
                      </a:lnTo>
                      <a:lnTo>
                        <a:pt x="61874" y="140995"/>
                      </a:lnTo>
                      <a:lnTo>
                        <a:pt x="53581" y="183743"/>
                      </a:lnTo>
                      <a:lnTo>
                        <a:pt x="47637" y="231482"/>
                      </a:lnTo>
                      <a:lnTo>
                        <a:pt x="43751" y="283248"/>
                      </a:lnTo>
                      <a:lnTo>
                        <a:pt x="41605" y="338061"/>
                      </a:lnTo>
                      <a:lnTo>
                        <a:pt x="40881" y="394944"/>
                      </a:lnTo>
                      <a:lnTo>
                        <a:pt x="41275" y="452932"/>
                      </a:lnTo>
                      <a:lnTo>
                        <a:pt x="42456" y="511048"/>
                      </a:lnTo>
                      <a:lnTo>
                        <a:pt x="47650" y="676389"/>
                      </a:lnTo>
                      <a:lnTo>
                        <a:pt x="48882" y="725271"/>
                      </a:lnTo>
                      <a:lnTo>
                        <a:pt x="49352" y="769404"/>
                      </a:lnTo>
                      <a:lnTo>
                        <a:pt x="48729" y="807808"/>
                      </a:lnTo>
                      <a:lnTo>
                        <a:pt x="46494" y="886091"/>
                      </a:lnTo>
                      <a:lnTo>
                        <a:pt x="45720" y="948093"/>
                      </a:lnTo>
                      <a:lnTo>
                        <a:pt x="45885" y="1043889"/>
                      </a:lnTo>
                      <a:lnTo>
                        <a:pt x="45491" y="1088009"/>
                      </a:lnTo>
                      <a:lnTo>
                        <a:pt x="43903" y="1136484"/>
                      </a:lnTo>
                      <a:lnTo>
                        <a:pt x="40830" y="1188478"/>
                      </a:lnTo>
                      <a:lnTo>
                        <a:pt x="36690" y="1239659"/>
                      </a:lnTo>
                      <a:lnTo>
                        <a:pt x="27355" y="1339646"/>
                      </a:lnTo>
                      <a:lnTo>
                        <a:pt x="23215" y="1388452"/>
                      </a:lnTo>
                      <a:lnTo>
                        <a:pt x="20154" y="1436458"/>
                      </a:lnTo>
                      <a:lnTo>
                        <a:pt x="15887" y="1484922"/>
                      </a:lnTo>
                      <a:lnTo>
                        <a:pt x="3429" y="1582915"/>
                      </a:lnTo>
                      <a:lnTo>
                        <a:pt x="0" y="1629791"/>
                      </a:lnTo>
                      <a:lnTo>
                        <a:pt x="1600" y="1673491"/>
                      </a:lnTo>
                      <a:lnTo>
                        <a:pt x="10629" y="1712683"/>
                      </a:lnTo>
                      <a:lnTo>
                        <a:pt x="34048" y="1780959"/>
                      </a:lnTo>
                      <a:lnTo>
                        <a:pt x="78676" y="1837588"/>
                      </a:lnTo>
                      <a:lnTo>
                        <a:pt x="122148" y="1860562"/>
                      </a:lnTo>
                      <a:lnTo>
                        <a:pt x="186778" y="1879434"/>
                      </a:lnTo>
                      <a:lnTo>
                        <a:pt x="262801" y="1894814"/>
                      </a:lnTo>
                      <a:lnTo>
                        <a:pt x="310019" y="1903501"/>
                      </a:lnTo>
                      <a:lnTo>
                        <a:pt x="361950" y="1912366"/>
                      </a:lnTo>
                      <a:lnTo>
                        <a:pt x="417537" y="1921040"/>
                      </a:lnTo>
                      <a:lnTo>
                        <a:pt x="475691" y="1929168"/>
                      </a:lnTo>
                      <a:lnTo>
                        <a:pt x="535368" y="1936394"/>
                      </a:lnTo>
                      <a:lnTo>
                        <a:pt x="595490" y="1942338"/>
                      </a:lnTo>
                      <a:lnTo>
                        <a:pt x="654989" y="1946630"/>
                      </a:lnTo>
                      <a:lnTo>
                        <a:pt x="712812" y="1948929"/>
                      </a:lnTo>
                      <a:lnTo>
                        <a:pt x="767867" y="1948840"/>
                      </a:lnTo>
                      <a:lnTo>
                        <a:pt x="819111" y="1946033"/>
                      </a:lnTo>
                      <a:lnTo>
                        <a:pt x="865466" y="1940115"/>
                      </a:lnTo>
                      <a:lnTo>
                        <a:pt x="905865" y="1930742"/>
                      </a:lnTo>
                      <a:lnTo>
                        <a:pt x="966317" y="1897430"/>
                      </a:lnTo>
                      <a:lnTo>
                        <a:pt x="997115" y="1837905"/>
                      </a:lnTo>
                      <a:lnTo>
                        <a:pt x="1006030" y="1760004"/>
                      </a:lnTo>
                      <a:lnTo>
                        <a:pt x="1005751" y="1716951"/>
                      </a:lnTo>
                      <a:lnTo>
                        <a:pt x="1002639" y="1628178"/>
                      </a:lnTo>
                      <a:lnTo>
                        <a:pt x="1002576" y="1584693"/>
                      </a:lnTo>
                      <a:lnTo>
                        <a:pt x="1005344" y="1543265"/>
                      </a:lnTo>
                      <a:lnTo>
                        <a:pt x="1012355" y="1505038"/>
                      </a:lnTo>
                      <a:lnTo>
                        <a:pt x="1044600" y="1442593"/>
                      </a:lnTo>
                      <a:lnTo>
                        <a:pt x="1104963" y="1406715"/>
                      </a:lnTo>
                      <a:lnTo>
                        <a:pt x="1144244" y="1396911"/>
                      </a:lnTo>
                      <a:lnTo>
                        <a:pt x="1189431" y="1390662"/>
                      </a:lnTo>
                      <a:lnTo>
                        <a:pt x="1239494" y="1387436"/>
                      </a:lnTo>
                      <a:lnTo>
                        <a:pt x="1293431" y="1386738"/>
                      </a:lnTo>
                      <a:lnTo>
                        <a:pt x="1350213" y="1388046"/>
                      </a:lnTo>
                      <a:lnTo>
                        <a:pt x="1408849" y="1390840"/>
                      </a:lnTo>
                      <a:lnTo>
                        <a:pt x="1468310" y="1394625"/>
                      </a:lnTo>
                      <a:lnTo>
                        <a:pt x="1585658" y="1403057"/>
                      </a:lnTo>
                      <a:lnTo>
                        <a:pt x="1641525" y="1406677"/>
                      </a:lnTo>
                      <a:lnTo>
                        <a:pt x="1694154" y="1409230"/>
                      </a:lnTo>
                      <a:lnTo>
                        <a:pt x="1742541" y="1410195"/>
                      </a:lnTo>
                      <a:lnTo>
                        <a:pt x="1785683" y="1409039"/>
                      </a:lnTo>
                      <a:lnTo>
                        <a:pt x="1822538" y="1405267"/>
                      </a:lnTo>
                      <a:lnTo>
                        <a:pt x="1852129" y="1398358"/>
                      </a:lnTo>
                      <a:lnTo>
                        <a:pt x="1891601" y="1336408"/>
                      </a:lnTo>
                      <a:lnTo>
                        <a:pt x="1902701" y="1308887"/>
                      </a:lnTo>
                      <a:lnTo>
                        <a:pt x="1906790" y="1273035"/>
                      </a:lnTo>
                      <a:close/>
                    </a:path>
                    <a:path w="4381500" h="3644900">
                      <a:moveTo>
                        <a:pt x="3208210" y="3510229"/>
                      </a:moveTo>
                      <a:lnTo>
                        <a:pt x="3206369" y="3467087"/>
                      </a:lnTo>
                      <a:lnTo>
                        <a:pt x="3201505" y="3416135"/>
                      </a:lnTo>
                      <a:lnTo>
                        <a:pt x="3190163" y="3339033"/>
                      </a:lnTo>
                      <a:lnTo>
                        <a:pt x="3180816" y="3292729"/>
                      </a:lnTo>
                      <a:lnTo>
                        <a:pt x="3169043" y="3242881"/>
                      </a:lnTo>
                      <a:lnTo>
                        <a:pt x="3154896" y="3190735"/>
                      </a:lnTo>
                      <a:lnTo>
                        <a:pt x="3138398" y="3137484"/>
                      </a:lnTo>
                      <a:lnTo>
                        <a:pt x="3119577" y="3084372"/>
                      </a:lnTo>
                      <a:lnTo>
                        <a:pt x="3098482" y="3032633"/>
                      </a:lnTo>
                      <a:lnTo>
                        <a:pt x="3075140" y="2983458"/>
                      </a:lnTo>
                      <a:lnTo>
                        <a:pt x="3049587" y="2938107"/>
                      </a:lnTo>
                      <a:lnTo>
                        <a:pt x="3021838" y="2897771"/>
                      </a:lnTo>
                      <a:lnTo>
                        <a:pt x="2991955" y="2863685"/>
                      </a:lnTo>
                      <a:lnTo>
                        <a:pt x="2928569" y="2824823"/>
                      </a:lnTo>
                      <a:lnTo>
                        <a:pt x="2890431" y="2813723"/>
                      </a:lnTo>
                      <a:lnTo>
                        <a:pt x="2849156" y="2806535"/>
                      </a:lnTo>
                      <a:lnTo>
                        <a:pt x="2805607" y="2802077"/>
                      </a:lnTo>
                      <a:lnTo>
                        <a:pt x="2760637" y="2799105"/>
                      </a:lnTo>
                      <a:lnTo>
                        <a:pt x="2715120" y="2796400"/>
                      </a:lnTo>
                      <a:lnTo>
                        <a:pt x="2669921" y="2792742"/>
                      </a:lnTo>
                      <a:lnTo>
                        <a:pt x="2625902" y="2786926"/>
                      </a:lnTo>
                      <a:lnTo>
                        <a:pt x="2583916" y="2777731"/>
                      </a:lnTo>
                      <a:lnTo>
                        <a:pt x="2544851" y="2763926"/>
                      </a:lnTo>
                      <a:lnTo>
                        <a:pt x="2509545" y="2744305"/>
                      </a:lnTo>
                      <a:lnTo>
                        <a:pt x="2478887" y="2717635"/>
                      </a:lnTo>
                      <a:lnTo>
                        <a:pt x="2453729" y="2682710"/>
                      </a:lnTo>
                      <a:lnTo>
                        <a:pt x="2426855" y="2612174"/>
                      </a:lnTo>
                      <a:lnTo>
                        <a:pt x="2417267" y="2568702"/>
                      </a:lnTo>
                      <a:lnTo>
                        <a:pt x="2409875" y="2520734"/>
                      </a:lnTo>
                      <a:lnTo>
                        <a:pt x="2404414" y="2468981"/>
                      </a:lnTo>
                      <a:lnTo>
                        <a:pt x="2400579" y="2414181"/>
                      </a:lnTo>
                      <a:lnTo>
                        <a:pt x="2398103" y="2357056"/>
                      </a:lnTo>
                      <a:lnTo>
                        <a:pt x="2396706" y="2298331"/>
                      </a:lnTo>
                      <a:lnTo>
                        <a:pt x="2396121" y="2238718"/>
                      </a:lnTo>
                      <a:lnTo>
                        <a:pt x="2396350" y="2061895"/>
                      </a:lnTo>
                      <a:lnTo>
                        <a:pt x="2396172" y="2006041"/>
                      </a:lnTo>
                      <a:lnTo>
                        <a:pt x="2395397" y="1952917"/>
                      </a:lnTo>
                      <a:lnTo>
                        <a:pt x="2393746" y="1903285"/>
                      </a:lnTo>
                      <a:lnTo>
                        <a:pt x="2390940" y="1857844"/>
                      </a:lnTo>
                      <a:lnTo>
                        <a:pt x="2386711" y="1817331"/>
                      </a:lnTo>
                      <a:lnTo>
                        <a:pt x="2372830" y="1753958"/>
                      </a:lnTo>
                      <a:lnTo>
                        <a:pt x="2336571" y="1734388"/>
                      </a:lnTo>
                      <a:lnTo>
                        <a:pt x="2279954" y="1710537"/>
                      </a:lnTo>
                      <a:lnTo>
                        <a:pt x="2243709" y="1709178"/>
                      </a:lnTo>
                      <a:lnTo>
                        <a:pt x="2191588" y="1716824"/>
                      </a:lnTo>
                      <a:lnTo>
                        <a:pt x="2115655" y="1734908"/>
                      </a:lnTo>
                      <a:lnTo>
                        <a:pt x="2076665" y="1760524"/>
                      </a:lnTo>
                      <a:lnTo>
                        <a:pt x="2052231" y="1809737"/>
                      </a:lnTo>
                      <a:lnTo>
                        <a:pt x="2039429" y="1878457"/>
                      </a:lnTo>
                      <a:lnTo>
                        <a:pt x="2036495" y="1918843"/>
                      </a:lnTo>
                      <a:lnTo>
                        <a:pt x="2035378" y="1962569"/>
                      </a:lnTo>
                      <a:lnTo>
                        <a:pt x="2035733" y="2009101"/>
                      </a:lnTo>
                      <a:lnTo>
                        <a:pt x="2037181" y="2057946"/>
                      </a:lnTo>
                      <a:lnTo>
                        <a:pt x="2039378" y="2108568"/>
                      </a:lnTo>
                      <a:lnTo>
                        <a:pt x="2044534" y="2213140"/>
                      </a:lnTo>
                      <a:lnTo>
                        <a:pt x="2046782" y="2266035"/>
                      </a:lnTo>
                      <a:lnTo>
                        <a:pt x="2048332" y="2318677"/>
                      </a:lnTo>
                      <a:lnTo>
                        <a:pt x="2048802" y="2370531"/>
                      </a:lnTo>
                      <a:lnTo>
                        <a:pt x="2047836" y="2421090"/>
                      </a:lnTo>
                      <a:lnTo>
                        <a:pt x="2045093" y="2469832"/>
                      </a:lnTo>
                      <a:lnTo>
                        <a:pt x="2040191" y="2516251"/>
                      </a:lnTo>
                      <a:lnTo>
                        <a:pt x="2032774" y="2559824"/>
                      </a:lnTo>
                      <a:lnTo>
                        <a:pt x="2022487" y="2600045"/>
                      </a:lnTo>
                      <a:lnTo>
                        <a:pt x="2008949" y="2636405"/>
                      </a:lnTo>
                      <a:lnTo>
                        <a:pt x="1965071" y="2708237"/>
                      </a:lnTo>
                      <a:lnTo>
                        <a:pt x="1932965" y="2745587"/>
                      </a:lnTo>
                      <a:lnTo>
                        <a:pt x="1896224" y="2780614"/>
                      </a:lnTo>
                      <a:lnTo>
                        <a:pt x="1855571" y="2813481"/>
                      </a:lnTo>
                      <a:lnTo>
                        <a:pt x="1811769" y="2844393"/>
                      </a:lnTo>
                      <a:lnTo>
                        <a:pt x="1765541" y="2873540"/>
                      </a:lnTo>
                      <a:lnTo>
                        <a:pt x="1717598" y="2901099"/>
                      </a:lnTo>
                      <a:lnTo>
                        <a:pt x="1668703" y="2927248"/>
                      </a:lnTo>
                      <a:lnTo>
                        <a:pt x="1619567" y="2952191"/>
                      </a:lnTo>
                      <a:lnTo>
                        <a:pt x="1478089" y="3021596"/>
                      </a:lnTo>
                      <a:lnTo>
                        <a:pt x="1435341" y="3043542"/>
                      </a:lnTo>
                      <a:lnTo>
                        <a:pt x="1396034" y="3065208"/>
                      </a:lnTo>
                      <a:lnTo>
                        <a:pt x="1360893" y="3086785"/>
                      </a:lnTo>
                      <a:lnTo>
                        <a:pt x="1306029" y="3130385"/>
                      </a:lnTo>
                      <a:lnTo>
                        <a:pt x="1264043" y="3181883"/>
                      </a:lnTo>
                      <a:lnTo>
                        <a:pt x="1240320" y="3229305"/>
                      </a:lnTo>
                      <a:lnTo>
                        <a:pt x="1230934" y="3273234"/>
                      </a:lnTo>
                      <a:lnTo>
                        <a:pt x="1231963" y="3314268"/>
                      </a:lnTo>
                      <a:lnTo>
                        <a:pt x="1239507" y="3352952"/>
                      </a:lnTo>
                      <a:lnTo>
                        <a:pt x="1249616" y="3389896"/>
                      </a:lnTo>
                      <a:lnTo>
                        <a:pt x="1258404" y="3425660"/>
                      </a:lnTo>
                      <a:lnTo>
                        <a:pt x="1267244" y="3467392"/>
                      </a:lnTo>
                      <a:lnTo>
                        <a:pt x="1279385" y="3508718"/>
                      </a:lnTo>
                      <a:lnTo>
                        <a:pt x="1297089" y="3547668"/>
                      </a:lnTo>
                      <a:lnTo>
                        <a:pt x="1322590" y="3582263"/>
                      </a:lnTo>
                      <a:lnTo>
                        <a:pt x="1358138" y="3610508"/>
                      </a:lnTo>
                      <a:lnTo>
                        <a:pt x="1405978" y="3630409"/>
                      </a:lnTo>
                      <a:lnTo>
                        <a:pt x="1487043" y="3639972"/>
                      </a:lnTo>
                      <a:lnTo>
                        <a:pt x="1536788" y="3639477"/>
                      </a:lnTo>
                      <a:lnTo>
                        <a:pt x="1590649" y="3636429"/>
                      </a:lnTo>
                      <a:lnTo>
                        <a:pt x="1647126" y="3631603"/>
                      </a:lnTo>
                      <a:lnTo>
                        <a:pt x="1704695" y="3625723"/>
                      </a:lnTo>
                      <a:lnTo>
                        <a:pt x="1817052" y="3613797"/>
                      </a:lnTo>
                      <a:lnTo>
                        <a:pt x="1868817" y="3609238"/>
                      </a:lnTo>
                      <a:lnTo>
                        <a:pt x="1915629" y="3606596"/>
                      </a:lnTo>
                      <a:lnTo>
                        <a:pt x="1971840" y="3604857"/>
                      </a:lnTo>
                      <a:lnTo>
                        <a:pt x="2018588" y="3603688"/>
                      </a:lnTo>
                      <a:lnTo>
                        <a:pt x="2060790" y="3603104"/>
                      </a:lnTo>
                      <a:lnTo>
                        <a:pt x="2103335" y="3603104"/>
                      </a:lnTo>
                      <a:lnTo>
                        <a:pt x="2151151" y="3603688"/>
                      </a:lnTo>
                      <a:lnTo>
                        <a:pt x="2282279" y="3606596"/>
                      </a:lnTo>
                      <a:lnTo>
                        <a:pt x="2321141" y="3608057"/>
                      </a:lnTo>
                      <a:lnTo>
                        <a:pt x="2365159" y="3610495"/>
                      </a:lnTo>
                      <a:lnTo>
                        <a:pt x="2413520" y="3613734"/>
                      </a:lnTo>
                      <a:lnTo>
                        <a:pt x="2634399" y="3630460"/>
                      </a:lnTo>
                      <a:lnTo>
                        <a:pt x="2692463" y="3634587"/>
                      </a:lnTo>
                      <a:lnTo>
                        <a:pt x="2750070" y="3638283"/>
                      </a:lnTo>
                      <a:lnTo>
                        <a:pt x="2806395" y="3641344"/>
                      </a:lnTo>
                      <a:lnTo>
                        <a:pt x="2860662" y="3643579"/>
                      </a:lnTo>
                      <a:lnTo>
                        <a:pt x="2912046" y="3644773"/>
                      </a:lnTo>
                      <a:lnTo>
                        <a:pt x="2959760" y="3644735"/>
                      </a:lnTo>
                      <a:lnTo>
                        <a:pt x="3003004" y="3643261"/>
                      </a:lnTo>
                      <a:lnTo>
                        <a:pt x="3072854" y="3635171"/>
                      </a:lnTo>
                      <a:lnTo>
                        <a:pt x="3128632" y="3619792"/>
                      </a:lnTo>
                      <a:lnTo>
                        <a:pt x="3167227" y="3600361"/>
                      </a:lnTo>
                      <a:lnTo>
                        <a:pt x="3204184" y="3546322"/>
                      </a:lnTo>
                      <a:lnTo>
                        <a:pt x="3208210" y="3510229"/>
                      </a:lnTo>
                      <a:close/>
                    </a:path>
                    <a:path w="4381500" h="3644900">
                      <a:moveTo>
                        <a:pt x="4381093" y="1975573"/>
                      </a:moveTo>
                      <a:lnTo>
                        <a:pt x="4380839" y="1936203"/>
                      </a:lnTo>
                      <a:lnTo>
                        <a:pt x="4371987" y="1893963"/>
                      </a:lnTo>
                      <a:lnTo>
                        <a:pt x="4357395" y="1849818"/>
                      </a:lnTo>
                      <a:lnTo>
                        <a:pt x="4322318" y="1759572"/>
                      </a:lnTo>
                      <a:lnTo>
                        <a:pt x="4307548" y="1715376"/>
                      </a:lnTo>
                      <a:lnTo>
                        <a:pt x="4298404" y="1673059"/>
                      </a:lnTo>
                      <a:lnTo>
                        <a:pt x="4292600" y="1620088"/>
                      </a:lnTo>
                      <a:lnTo>
                        <a:pt x="4288917" y="1569491"/>
                      </a:lnTo>
                      <a:lnTo>
                        <a:pt x="4286542" y="1519440"/>
                      </a:lnTo>
                      <a:lnTo>
                        <a:pt x="4282554" y="1413510"/>
                      </a:lnTo>
                      <a:lnTo>
                        <a:pt x="4279354" y="1353908"/>
                      </a:lnTo>
                      <a:lnTo>
                        <a:pt x="4275810" y="1304658"/>
                      </a:lnTo>
                      <a:lnTo>
                        <a:pt x="4266704" y="1196289"/>
                      </a:lnTo>
                      <a:lnTo>
                        <a:pt x="4262145" y="1139647"/>
                      </a:lnTo>
                      <a:lnTo>
                        <a:pt x="4258246" y="1083005"/>
                      </a:lnTo>
                      <a:lnTo>
                        <a:pt x="4255528" y="1027569"/>
                      </a:lnTo>
                      <a:lnTo>
                        <a:pt x="4254474" y="974598"/>
                      </a:lnTo>
                      <a:lnTo>
                        <a:pt x="4255605" y="925283"/>
                      </a:lnTo>
                      <a:lnTo>
                        <a:pt x="4261294" y="873036"/>
                      </a:lnTo>
                      <a:lnTo>
                        <a:pt x="4271594" y="823379"/>
                      </a:lnTo>
                      <a:lnTo>
                        <a:pt x="4284510" y="775817"/>
                      </a:lnTo>
                      <a:lnTo>
                        <a:pt x="4298035" y="729881"/>
                      </a:lnTo>
                      <a:lnTo>
                        <a:pt x="4310164" y="685050"/>
                      </a:lnTo>
                      <a:lnTo>
                        <a:pt x="4318914" y="640829"/>
                      </a:lnTo>
                      <a:lnTo>
                        <a:pt x="4322280" y="596734"/>
                      </a:lnTo>
                      <a:lnTo>
                        <a:pt x="4325023" y="556107"/>
                      </a:lnTo>
                      <a:lnTo>
                        <a:pt x="4337418" y="469074"/>
                      </a:lnTo>
                      <a:lnTo>
                        <a:pt x="4340720" y="426453"/>
                      </a:lnTo>
                      <a:lnTo>
                        <a:pt x="4337837" y="386956"/>
                      </a:lnTo>
                      <a:lnTo>
                        <a:pt x="4325594" y="352475"/>
                      </a:lnTo>
                      <a:lnTo>
                        <a:pt x="4260304" y="306158"/>
                      </a:lnTo>
                      <a:lnTo>
                        <a:pt x="4192447" y="292976"/>
                      </a:lnTo>
                      <a:lnTo>
                        <a:pt x="4148759" y="287756"/>
                      </a:lnTo>
                      <a:lnTo>
                        <a:pt x="4100004" y="283743"/>
                      </a:lnTo>
                      <a:lnTo>
                        <a:pt x="4047248" y="281165"/>
                      </a:lnTo>
                      <a:lnTo>
                        <a:pt x="3991572" y="280225"/>
                      </a:lnTo>
                      <a:lnTo>
                        <a:pt x="3934041" y="281165"/>
                      </a:lnTo>
                      <a:lnTo>
                        <a:pt x="3875735" y="284187"/>
                      </a:lnTo>
                      <a:lnTo>
                        <a:pt x="3817747" y="289521"/>
                      </a:lnTo>
                      <a:lnTo>
                        <a:pt x="3761130" y="297383"/>
                      </a:lnTo>
                      <a:lnTo>
                        <a:pt x="3706977" y="308000"/>
                      </a:lnTo>
                      <a:lnTo>
                        <a:pt x="3656342" y="321589"/>
                      </a:lnTo>
                      <a:lnTo>
                        <a:pt x="3610318" y="338366"/>
                      </a:lnTo>
                      <a:lnTo>
                        <a:pt x="3569982" y="358546"/>
                      </a:lnTo>
                      <a:lnTo>
                        <a:pt x="3536404" y="382358"/>
                      </a:lnTo>
                      <a:lnTo>
                        <a:pt x="3494468" y="439788"/>
                      </a:lnTo>
                      <a:lnTo>
                        <a:pt x="3480511" y="476351"/>
                      </a:lnTo>
                      <a:lnTo>
                        <a:pt x="3470300" y="517118"/>
                      </a:lnTo>
                      <a:lnTo>
                        <a:pt x="3463125" y="561314"/>
                      </a:lnTo>
                      <a:lnTo>
                        <a:pt x="3458286" y="608164"/>
                      </a:lnTo>
                      <a:lnTo>
                        <a:pt x="3455111" y="656894"/>
                      </a:lnTo>
                      <a:lnTo>
                        <a:pt x="3452876" y="706742"/>
                      </a:lnTo>
                      <a:lnTo>
                        <a:pt x="3450894" y="756920"/>
                      </a:lnTo>
                      <a:lnTo>
                        <a:pt x="3448456" y="806665"/>
                      </a:lnTo>
                      <a:lnTo>
                        <a:pt x="3444875" y="855205"/>
                      </a:lnTo>
                      <a:lnTo>
                        <a:pt x="3439452" y="901750"/>
                      </a:lnTo>
                      <a:lnTo>
                        <a:pt x="3431489" y="945540"/>
                      </a:lnTo>
                      <a:lnTo>
                        <a:pt x="3420287" y="985812"/>
                      </a:lnTo>
                      <a:lnTo>
                        <a:pt x="3405149" y="1021765"/>
                      </a:lnTo>
                      <a:lnTo>
                        <a:pt x="3360255" y="1077683"/>
                      </a:lnTo>
                      <a:lnTo>
                        <a:pt x="3291738" y="1111618"/>
                      </a:lnTo>
                      <a:lnTo>
                        <a:pt x="3249371" y="1122045"/>
                      </a:lnTo>
                      <a:lnTo>
                        <a:pt x="3202698" y="1128801"/>
                      </a:lnTo>
                      <a:lnTo>
                        <a:pt x="3152546" y="1132446"/>
                      </a:lnTo>
                      <a:lnTo>
                        <a:pt x="3099752" y="1133475"/>
                      </a:lnTo>
                      <a:lnTo>
                        <a:pt x="3045129" y="1132433"/>
                      </a:lnTo>
                      <a:lnTo>
                        <a:pt x="2989503" y="1129842"/>
                      </a:lnTo>
                      <a:lnTo>
                        <a:pt x="2933712" y="1126223"/>
                      </a:lnTo>
                      <a:lnTo>
                        <a:pt x="2824950" y="1118044"/>
                      </a:lnTo>
                      <a:lnTo>
                        <a:pt x="2773629" y="1114526"/>
                      </a:lnTo>
                      <a:lnTo>
                        <a:pt x="2725445" y="1112088"/>
                      </a:lnTo>
                      <a:lnTo>
                        <a:pt x="2681236" y="1111275"/>
                      </a:lnTo>
                      <a:lnTo>
                        <a:pt x="2641828" y="1112608"/>
                      </a:lnTo>
                      <a:lnTo>
                        <a:pt x="2580729" y="1123784"/>
                      </a:lnTo>
                      <a:lnTo>
                        <a:pt x="2543657" y="1186853"/>
                      </a:lnTo>
                      <a:lnTo>
                        <a:pt x="2530538" y="1250645"/>
                      </a:lnTo>
                      <a:lnTo>
                        <a:pt x="2535859" y="1302854"/>
                      </a:lnTo>
                      <a:lnTo>
                        <a:pt x="2550630" y="1379308"/>
                      </a:lnTo>
                      <a:lnTo>
                        <a:pt x="2577947" y="1423809"/>
                      </a:lnTo>
                      <a:lnTo>
                        <a:pt x="2633027" y="1450340"/>
                      </a:lnTo>
                      <a:lnTo>
                        <a:pt x="2709799" y="1462900"/>
                      </a:lnTo>
                      <a:lnTo>
                        <a:pt x="2754426" y="1465173"/>
                      </a:lnTo>
                      <a:lnTo>
                        <a:pt x="2802217" y="1465427"/>
                      </a:lnTo>
                      <a:lnTo>
                        <a:pt x="2852394" y="1464170"/>
                      </a:lnTo>
                      <a:lnTo>
                        <a:pt x="2904210" y="1461897"/>
                      </a:lnTo>
                      <a:lnTo>
                        <a:pt x="3009722" y="1456270"/>
                      </a:lnTo>
                      <a:lnTo>
                        <a:pt x="3061919" y="1453908"/>
                      </a:lnTo>
                      <a:lnTo>
                        <a:pt x="3112706" y="1452511"/>
                      </a:lnTo>
                      <a:lnTo>
                        <a:pt x="3161360" y="1452575"/>
                      </a:lnTo>
                      <a:lnTo>
                        <a:pt x="3207105" y="1454594"/>
                      </a:lnTo>
                      <a:lnTo>
                        <a:pt x="3249193" y="1459052"/>
                      </a:lnTo>
                      <a:lnTo>
                        <a:pt x="3286849" y="1466456"/>
                      </a:lnTo>
                      <a:lnTo>
                        <a:pt x="3345904" y="1492084"/>
                      </a:lnTo>
                      <a:lnTo>
                        <a:pt x="3375075" y="1519402"/>
                      </a:lnTo>
                      <a:lnTo>
                        <a:pt x="3396704" y="1552435"/>
                      </a:lnTo>
                      <a:lnTo>
                        <a:pt x="3411931" y="1590255"/>
                      </a:lnTo>
                      <a:lnTo>
                        <a:pt x="3421888" y="1631924"/>
                      </a:lnTo>
                      <a:lnTo>
                        <a:pt x="3427730" y="1676501"/>
                      </a:lnTo>
                      <a:lnTo>
                        <a:pt x="3430600" y="1723059"/>
                      </a:lnTo>
                      <a:lnTo>
                        <a:pt x="3431654" y="1770646"/>
                      </a:lnTo>
                      <a:lnTo>
                        <a:pt x="3432022" y="1818335"/>
                      </a:lnTo>
                      <a:lnTo>
                        <a:pt x="3432860" y="1865185"/>
                      </a:lnTo>
                      <a:lnTo>
                        <a:pt x="3435299" y="1910257"/>
                      </a:lnTo>
                      <a:lnTo>
                        <a:pt x="3440493" y="1952625"/>
                      </a:lnTo>
                      <a:lnTo>
                        <a:pt x="3449599" y="1991334"/>
                      </a:lnTo>
                      <a:lnTo>
                        <a:pt x="3484080" y="2054059"/>
                      </a:lnTo>
                      <a:lnTo>
                        <a:pt x="3518103" y="2084578"/>
                      </a:lnTo>
                      <a:lnTo>
                        <a:pt x="3558743" y="2111311"/>
                      </a:lnTo>
                      <a:lnTo>
                        <a:pt x="3604717" y="2134412"/>
                      </a:lnTo>
                      <a:lnTo>
                        <a:pt x="3654768" y="2154034"/>
                      </a:lnTo>
                      <a:lnTo>
                        <a:pt x="3707612" y="2170328"/>
                      </a:lnTo>
                      <a:lnTo>
                        <a:pt x="3761994" y="2183434"/>
                      </a:lnTo>
                      <a:lnTo>
                        <a:pt x="3816654" y="2193506"/>
                      </a:lnTo>
                      <a:lnTo>
                        <a:pt x="3870312" y="2200706"/>
                      </a:lnTo>
                      <a:lnTo>
                        <a:pt x="3921709" y="2205164"/>
                      </a:lnTo>
                      <a:lnTo>
                        <a:pt x="3969575" y="2207031"/>
                      </a:lnTo>
                      <a:lnTo>
                        <a:pt x="4012654" y="2206460"/>
                      </a:lnTo>
                      <a:lnTo>
                        <a:pt x="4062234" y="2201024"/>
                      </a:lnTo>
                      <a:lnTo>
                        <a:pt x="4111815" y="2189492"/>
                      </a:lnTo>
                      <a:lnTo>
                        <a:pt x="4160329" y="2172754"/>
                      </a:lnTo>
                      <a:lnTo>
                        <a:pt x="4206722" y="2151672"/>
                      </a:lnTo>
                      <a:lnTo>
                        <a:pt x="4249953" y="2127085"/>
                      </a:lnTo>
                      <a:lnTo>
                        <a:pt x="4288929" y="2099881"/>
                      </a:lnTo>
                      <a:lnTo>
                        <a:pt x="4322623" y="2070912"/>
                      </a:lnTo>
                      <a:lnTo>
                        <a:pt x="4349966" y="2041042"/>
                      </a:lnTo>
                      <a:lnTo>
                        <a:pt x="4369905" y="2011133"/>
                      </a:lnTo>
                      <a:lnTo>
                        <a:pt x="4381093" y="1975573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3" name="object 4">
                  <a:extLst>
                    <a:ext uri="{FF2B5EF4-FFF2-40B4-BE49-F238E27FC236}">
                      <a16:creationId xmlns:a16="http://schemas.microsoft.com/office/drawing/2014/main" id="{017EFC63-C3A5-4740-31E6-82751268B39E}"/>
                    </a:ext>
                  </a:extLst>
                </p:cNvPr>
                <p:cNvSpPr/>
                <p:nvPr/>
              </p:nvSpPr>
              <p:spPr>
                <a:xfrm>
                  <a:off x="5087239" y="2603880"/>
                  <a:ext cx="1325880" cy="1273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5879" h="1273175">
                      <a:moveTo>
                        <a:pt x="0" y="0"/>
                      </a:moveTo>
                      <a:lnTo>
                        <a:pt x="277875" y="1524"/>
                      </a:lnTo>
                    </a:path>
                    <a:path w="1325879" h="1273175">
                      <a:moveTo>
                        <a:pt x="0" y="647700"/>
                      </a:moveTo>
                      <a:lnTo>
                        <a:pt x="277875" y="644525"/>
                      </a:lnTo>
                    </a:path>
                    <a:path w="1325879" h="1273175">
                      <a:moveTo>
                        <a:pt x="9525" y="1271524"/>
                      </a:moveTo>
                      <a:lnTo>
                        <a:pt x="282575" y="1273175"/>
                      </a:lnTo>
                    </a:path>
                    <a:path w="1325879" h="1273175">
                      <a:moveTo>
                        <a:pt x="503300" y="846074"/>
                      </a:moveTo>
                      <a:lnTo>
                        <a:pt x="1325626" y="84924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1" name="object 5">
                <a:extLst>
                  <a:ext uri="{FF2B5EF4-FFF2-40B4-BE49-F238E27FC236}">
                    <a16:creationId xmlns:a16="http://schemas.microsoft.com/office/drawing/2014/main" id="{DD0C2DBC-C0B6-8EC8-C497-DF2B16A0309B}"/>
                  </a:ext>
                </a:extLst>
              </p:cNvPr>
              <p:cNvSpPr txBox="1"/>
              <p:nvPr/>
            </p:nvSpPr>
            <p:spPr>
              <a:xfrm>
                <a:off x="5125592" y="2302891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2" name="object 6">
                <a:extLst>
                  <a:ext uri="{FF2B5EF4-FFF2-40B4-BE49-F238E27FC236}">
                    <a16:creationId xmlns:a16="http://schemas.microsoft.com/office/drawing/2014/main" id="{E2F8F626-7B41-612C-F7C0-3D3B24083469}"/>
                  </a:ext>
                </a:extLst>
              </p:cNvPr>
              <p:cNvSpPr txBox="1"/>
              <p:nvPr/>
            </p:nvSpPr>
            <p:spPr>
              <a:xfrm>
                <a:off x="5011292" y="39286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.3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3" name="object 7">
                <a:extLst>
                  <a:ext uri="{FF2B5EF4-FFF2-40B4-BE49-F238E27FC236}">
                    <a16:creationId xmlns:a16="http://schemas.microsoft.com/office/drawing/2014/main" id="{971F5420-5C47-4FFA-CC91-043483ADC8EC}"/>
                  </a:ext>
                </a:extLst>
              </p:cNvPr>
              <p:cNvGrpSpPr/>
              <p:nvPr/>
            </p:nvGrpSpPr>
            <p:grpSpPr>
              <a:xfrm>
                <a:off x="6065139" y="2756280"/>
                <a:ext cx="2129155" cy="2567305"/>
                <a:chOff x="6065139" y="2756280"/>
                <a:chExt cx="2129155" cy="2567305"/>
              </a:xfrm>
            </p:grpSpPr>
            <p:sp>
              <p:nvSpPr>
                <p:cNvPr id="89" name="object 8">
                  <a:extLst>
                    <a:ext uri="{FF2B5EF4-FFF2-40B4-BE49-F238E27FC236}">
                      <a16:creationId xmlns:a16="http://schemas.microsoft.com/office/drawing/2014/main" id="{3B9BF213-9C4D-1154-42ED-C9B1A4B2A404}"/>
                    </a:ext>
                  </a:extLst>
                </p:cNvPr>
                <p:cNvSpPr/>
                <p:nvPr/>
              </p:nvSpPr>
              <p:spPr>
                <a:xfrm>
                  <a:off x="6925564" y="2765805"/>
                  <a:ext cx="1259205" cy="12782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9204" h="1278254">
                      <a:moveTo>
                        <a:pt x="0" y="690499"/>
                      </a:moveTo>
                      <a:lnTo>
                        <a:pt x="639826" y="692150"/>
                      </a:lnTo>
                    </a:path>
                    <a:path w="1259204" h="1278254">
                      <a:moveTo>
                        <a:pt x="1024001" y="0"/>
                      </a:moveTo>
                      <a:lnTo>
                        <a:pt x="1258951" y="6350"/>
                      </a:lnTo>
                    </a:path>
                    <a:path w="1259204" h="1278254">
                      <a:moveTo>
                        <a:pt x="1024001" y="1271524"/>
                      </a:moveTo>
                      <a:lnTo>
                        <a:pt x="1258951" y="1277874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0" name="object 9">
                  <a:extLst>
                    <a:ext uri="{FF2B5EF4-FFF2-40B4-BE49-F238E27FC236}">
                      <a16:creationId xmlns:a16="http://schemas.microsoft.com/office/drawing/2014/main" id="{25C186AE-9659-71E5-BDB9-817A50573F8C}"/>
                    </a:ext>
                  </a:extLst>
                </p:cNvPr>
                <p:cNvSpPr/>
                <p:nvPr/>
              </p:nvSpPr>
              <p:spPr>
                <a:xfrm>
                  <a:off x="6689026" y="3784980"/>
                  <a:ext cx="0" cy="663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h="663575">
                      <a:moveTo>
                        <a:pt x="0" y="371475"/>
                      </a:moveTo>
                      <a:lnTo>
                        <a:pt x="0" y="663575"/>
                      </a:lnTo>
                    </a:path>
                    <a:path h="663575">
                      <a:moveTo>
                        <a:pt x="0" y="0"/>
                      </a:moveTo>
                      <a:lnTo>
                        <a:pt x="0" y="138112"/>
                      </a:lnTo>
                    </a:path>
                  </a:pathLst>
                </a:custGeom>
                <a:ln w="22225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91" name="object 10">
                  <a:extLst>
                    <a:ext uri="{FF2B5EF4-FFF2-40B4-BE49-F238E27FC236}">
                      <a16:creationId xmlns:a16="http://schemas.microsoft.com/office/drawing/2014/main" id="{9FE99B51-92CD-E5E7-4D76-AFFDCE9CC6D4}"/>
                    </a:ext>
                  </a:extLst>
                </p:cNvPr>
                <p:cNvSpPr/>
                <p:nvPr/>
              </p:nvSpPr>
              <p:spPr>
                <a:xfrm>
                  <a:off x="6074664" y="5067680"/>
                  <a:ext cx="1179830" cy="2463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9829" h="246379">
                      <a:moveTo>
                        <a:pt x="3175" y="241300"/>
                      </a:moveTo>
                      <a:lnTo>
                        <a:pt x="0" y="0"/>
                      </a:lnTo>
                    </a:path>
                    <a:path w="1179829" h="246379">
                      <a:moveTo>
                        <a:pt x="1179576" y="245999"/>
                      </a:moveTo>
                      <a:lnTo>
                        <a:pt x="1176401" y="4699"/>
                      </a:lnTo>
                    </a:path>
                  </a:pathLst>
                </a:custGeom>
                <a:ln w="19050">
                  <a:solidFill>
                    <a:srgbClr val="163793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4" name="object 11">
                <a:extLst>
                  <a:ext uri="{FF2B5EF4-FFF2-40B4-BE49-F238E27FC236}">
                    <a16:creationId xmlns:a16="http://schemas.microsoft.com/office/drawing/2014/main" id="{06366376-45ED-5E7A-91A3-1AA0B89056F0}"/>
                  </a:ext>
                </a:extLst>
              </p:cNvPr>
              <p:cNvSpPr txBox="1"/>
              <p:nvPr/>
            </p:nvSpPr>
            <p:spPr>
              <a:xfrm>
                <a:off x="7316216" y="4989703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5" name="object 12">
                <a:extLst>
                  <a:ext uri="{FF2B5EF4-FFF2-40B4-BE49-F238E27FC236}">
                    <a16:creationId xmlns:a16="http://schemas.microsoft.com/office/drawing/2014/main" id="{E0B7B3DF-30AD-DE3F-8CFE-06FEC7038FCF}"/>
                  </a:ext>
                </a:extLst>
              </p:cNvPr>
              <p:cNvSpPr txBox="1"/>
              <p:nvPr/>
            </p:nvSpPr>
            <p:spPr>
              <a:xfrm>
                <a:off x="5132070" y="5038090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grpSp>
            <p:nvGrpSpPr>
              <p:cNvPr id="56" name="object 13">
                <a:extLst>
                  <a:ext uri="{FF2B5EF4-FFF2-40B4-BE49-F238E27FC236}">
                    <a16:creationId xmlns:a16="http://schemas.microsoft.com/office/drawing/2014/main" id="{8A999602-17E7-E7CE-6E08-3FFEDC00411F}"/>
                  </a:ext>
                </a:extLst>
              </p:cNvPr>
              <p:cNvGrpSpPr/>
              <p:nvPr/>
            </p:nvGrpSpPr>
            <p:grpSpPr>
              <a:xfrm>
                <a:off x="4439539" y="2305430"/>
                <a:ext cx="4453255" cy="3571875"/>
                <a:chOff x="4439539" y="2305430"/>
                <a:chExt cx="4453255" cy="3571875"/>
              </a:xfrm>
            </p:grpSpPr>
            <p:pic>
              <p:nvPicPr>
                <p:cNvPr id="70" name="object 14" descr="desktop_computer_stylized_medium">
                  <a:extLst>
                    <a:ext uri="{FF2B5EF4-FFF2-40B4-BE49-F238E27FC236}">
                      <a16:creationId xmlns:a16="http://schemas.microsoft.com/office/drawing/2014/main" id="{23731E97-5839-44D9-E6E5-46667E1DD3A0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44365" y="23054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1" name="object 15">
                  <a:extLst>
                    <a:ext uri="{FF2B5EF4-FFF2-40B4-BE49-F238E27FC236}">
                      <a16:creationId xmlns:a16="http://schemas.microsoft.com/office/drawing/2014/main" id="{754DD492-22B3-8622-1E44-31EACF547F3E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4717542" y="2359024"/>
                  <a:ext cx="311912" cy="255904"/>
                </a:xfrm>
                <a:prstGeom prst="rect">
                  <a:avLst/>
                </a:prstGeom>
              </p:spPr>
            </p:pic>
            <p:pic>
              <p:nvPicPr>
                <p:cNvPr id="72" name="object 16" descr="desktop_computer_stylized_medium">
                  <a:extLst>
                    <a:ext uri="{FF2B5EF4-FFF2-40B4-BE49-F238E27FC236}">
                      <a16:creationId xmlns:a16="http://schemas.microsoft.com/office/drawing/2014/main" id="{DEDA31F9-ADBA-1247-FFD7-61B55D62C507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39539" y="29150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3" name="object 17">
                  <a:extLst>
                    <a:ext uri="{FF2B5EF4-FFF2-40B4-BE49-F238E27FC236}">
                      <a16:creationId xmlns:a16="http://schemas.microsoft.com/office/drawing/2014/main" id="{BB17978D-2AF5-33FF-9DEF-226BD558B29F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12843" y="2968625"/>
                  <a:ext cx="311785" cy="255904"/>
                </a:xfrm>
                <a:prstGeom prst="rect">
                  <a:avLst/>
                </a:prstGeom>
              </p:spPr>
            </p:pic>
            <p:pic>
              <p:nvPicPr>
                <p:cNvPr id="74" name="object 18" descr="desktop_computer_stylized_medium">
                  <a:extLst>
                    <a:ext uri="{FF2B5EF4-FFF2-40B4-BE49-F238E27FC236}">
                      <a16:creationId xmlns:a16="http://schemas.microsoft.com/office/drawing/2014/main" id="{37C71589-8D14-D824-97BA-15068A7C69AD}"/>
                    </a:ext>
                  </a:extLst>
                </p:cNvPr>
                <p:cNvPicPr/>
                <p:nvPr/>
              </p:nvPicPr>
              <p:blipFill>
                <a:blip r:embed="rId2" cstate="print"/>
                <a:stretch>
                  <a:fillRect/>
                </a:stretch>
              </p:blipFill>
              <p:spPr>
                <a:xfrm>
                  <a:off x="4468114" y="35246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5" name="object 19">
                  <a:extLst>
                    <a:ext uri="{FF2B5EF4-FFF2-40B4-BE49-F238E27FC236}">
                      <a16:creationId xmlns:a16="http://schemas.microsoft.com/office/drawing/2014/main" id="{48E0EEBE-165B-C6E6-C64B-E323655E84A4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4741418" y="3578225"/>
                  <a:ext cx="311785" cy="255905"/>
                </a:xfrm>
                <a:prstGeom prst="rect">
                  <a:avLst/>
                </a:prstGeom>
              </p:spPr>
            </p:pic>
            <p:pic>
              <p:nvPicPr>
                <p:cNvPr id="76" name="object 20" descr="desktop_computer_stylized_medium">
                  <a:extLst>
                    <a:ext uri="{FF2B5EF4-FFF2-40B4-BE49-F238E27FC236}">
                      <a16:creationId xmlns:a16="http://schemas.microsoft.com/office/drawing/2014/main" id="{4A408254-37F2-ED12-B964-6CC06D5D473C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176514" y="2473705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7" name="object 21">
                  <a:extLst>
                    <a:ext uri="{FF2B5EF4-FFF2-40B4-BE49-F238E27FC236}">
                      <a16:creationId xmlns:a16="http://schemas.microsoft.com/office/drawing/2014/main" id="{1CA6D5F9-EFA2-06C8-1957-3C9E887094B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8232775" y="2527299"/>
                  <a:ext cx="311784" cy="255904"/>
                </a:xfrm>
                <a:prstGeom prst="rect">
                  <a:avLst/>
                </a:prstGeom>
              </p:spPr>
            </p:pic>
            <p:pic>
              <p:nvPicPr>
                <p:cNvPr id="78" name="object 22" descr="desktop_computer_stylized_medium">
                  <a:extLst>
                    <a:ext uri="{FF2B5EF4-FFF2-40B4-BE49-F238E27FC236}">
                      <a16:creationId xmlns:a16="http://schemas.microsoft.com/office/drawing/2014/main" id="{8F298A79-9036-C64B-9D22-11E5DE7E76C9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8251190" y="3753230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79" name="object 23">
                  <a:extLst>
                    <a:ext uri="{FF2B5EF4-FFF2-40B4-BE49-F238E27FC236}">
                      <a16:creationId xmlns:a16="http://schemas.microsoft.com/office/drawing/2014/main" id="{D3BCEFCC-1B38-518B-9358-D13B7EB532CD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8307323" y="3806825"/>
                  <a:ext cx="311911" cy="255905"/>
                </a:xfrm>
                <a:prstGeom prst="rect">
                  <a:avLst/>
                </a:prstGeom>
              </p:spPr>
            </p:pic>
            <p:pic>
              <p:nvPicPr>
                <p:cNvPr id="80" name="object 24" descr="desktop_computer_stylized_medium">
                  <a:extLst>
                    <a:ext uri="{FF2B5EF4-FFF2-40B4-BE49-F238E27FC236}">
                      <a16:creationId xmlns:a16="http://schemas.microsoft.com/office/drawing/2014/main" id="{855988C5-6B6E-A16F-6FF9-475C22838C0E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7043039" y="5277192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1" name="object 25">
                  <a:extLst>
                    <a:ext uri="{FF2B5EF4-FFF2-40B4-BE49-F238E27FC236}">
                      <a16:creationId xmlns:a16="http://schemas.microsoft.com/office/drawing/2014/main" id="{11C58254-D763-7B60-597A-9A2D7F77E64E}"/>
                    </a:ext>
                  </a:extLst>
                </p:cNvPr>
                <p:cNvPicPr/>
                <p:nvPr/>
              </p:nvPicPr>
              <p:blipFill>
                <a:blip r:embed="rId8" cstate="print"/>
                <a:stretch>
                  <a:fillRect/>
                </a:stretch>
              </p:blipFill>
              <p:spPr>
                <a:xfrm>
                  <a:off x="7099300" y="5330825"/>
                  <a:ext cx="311784" cy="255905"/>
                </a:xfrm>
                <a:prstGeom prst="rect">
                  <a:avLst/>
                </a:prstGeom>
              </p:spPr>
            </p:pic>
            <p:pic>
              <p:nvPicPr>
                <p:cNvPr id="82" name="object 26" descr="desktop_computer_stylized_medium">
                  <a:extLst>
                    <a:ext uri="{FF2B5EF4-FFF2-40B4-BE49-F238E27FC236}">
                      <a16:creationId xmlns:a16="http://schemas.microsoft.com/office/drawing/2014/main" id="{003FC78E-8237-E91D-1960-C9B3E8B3DE76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5879465" y="5318467"/>
                  <a:ext cx="641350" cy="558800"/>
                </a:xfrm>
                <a:prstGeom prst="rect">
                  <a:avLst/>
                </a:prstGeom>
              </p:spPr>
            </p:pic>
            <p:pic>
              <p:nvPicPr>
                <p:cNvPr id="83" name="object 27">
                  <a:extLst>
                    <a:ext uri="{FF2B5EF4-FFF2-40B4-BE49-F238E27FC236}">
                      <a16:creationId xmlns:a16="http://schemas.microsoft.com/office/drawing/2014/main" id="{87B7BC5B-3885-CB48-4038-1B77A6A1D477}"/>
                    </a:ext>
                  </a:extLst>
                </p:cNvPr>
                <p:cNvPicPr/>
                <p:nvPr/>
              </p:nvPicPr>
              <p:blipFill>
                <a:blip r:embed="rId9" cstate="print"/>
                <a:stretch>
                  <a:fillRect/>
                </a:stretch>
              </p:blipFill>
              <p:spPr>
                <a:xfrm>
                  <a:off x="6311138" y="3569588"/>
                  <a:ext cx="692277" cy="197866"/>
                </a:xfrm>
                <a:prstGeom prst="rect">
                  <a:avLst/>
                </a:prstGeom>
              </p:spPr>
            </p:pic>
            <p:pic>
              <p:nvPicPr>
                <p:cNvPr id="84" name="object 28">
                  <a:extLst>
                    <a:ext uri="{FF2B5EF4-FFF2-40B4-BE49-F238E27FC236}">
                      <a16:creationId xmlns:a16="http://schemas.microsoft.com/office/drawing/2014/main" id="{F9D7CDFD-BBC4-0CCD-9882-2976A648CFE2}"/>
                    </a:ext>
                  </a:extLst>
                </p:cNvPr>
                <p:cNvPicPr/>
                <p:nvPr/>
              </p:nvPicPr>
              <p:blipFill>
                <a:blip r:embed="rId10" cstate="print"/>
                <a:stretch>
                  <a:fillRect/>
                </a:stretch>
              </p:blipFill>
              <p:spPr>
                <a:xfrm>
                  <a:off x="5935599" y="5372100"/>
                  <a:ext cx="311912" cy="255866"/>
                </a:xfrm>
                <a:prstGeom prst="rect">
                  <a:avLst/>
                </a:prstGeom>
              </p:spPr>
            </p:pic>
            <p:sp>
              <p:nvSpPr>
                <p:cNvPr id="85" name="object 29">
                  <a:extLst>
                    <a:ext uri="{FF2B5EF4-FFF2-40B4-BE49-F238E27FC236}">
                      <a16:creationId xmlns:a16="http://schemas.microsoft.com/office/drawing/2014/main" id="{FE0132A7-424D-7F4A-6946-C0762868502C}"/>
                    </a:ext>
                  </a:extLst>
                </p:cNvPr>
                <p:cNvSpPr/>
                <p:nvPr/>
              </p:nvSpPr>
              <p:spPr>
                <a:xfrm>
                  <a:off x="6311138" y="3569588"/>
                  <a:ext cx="692785" cy="1981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784" h="198120">
                      <a:moveTo>
                        <a:pt x="0" y="98933"/>
                      </a:moveTo>
                      <a:lnTo>
                        <a:pt x="27197" y="60436"/>
                      </a:lnTo>
                      <a:lnTo>
                        <a:pt x="101377" y="28987"/>
                      </a:lnTo>
                      <a:lnTo>
                        <a:pt x="152610" y="16903"/>
                      </a:lnTo>
                      <a:lnTo>
                        <a:pt x="211419" y="7778"/>
                      </a:lnTo>
                      <a:lnTo>
                        <a:pt x="276413" y="2011"/>
                      </a:lnTo>
                      <a:lnTo>
                        <a:pt x="346202" y="0"/>
                      </a:lnTo>
                      <a:lnTo>
                        <a:pt x="415949" y="2011"/>
                      </a:lnTo>
                      <a:lnTo>
                        <a:pt x="480911" y="7778"/>
                      </a:lnTo>
                      <a:lnTo>
                        <a:pt x="539697" y="16903"/>
                      </a:lnTo>
                      <a:lnTo>
                        <a:pt x="590915" y="28987"/>
                      </a:lnTo>
                      <a:lnTo>
                        <a:pt x="633173" y="43631"/>
                      </a:lnTo>
                      <a:lnTo>
                        <a:pt x="685246" y="79002"/>
                      </a:lnTo>
                      <a:lnTo>
                        <a:pt x="692277" y="98933"/>
                      </a:lnTo>
                      <a:lnTo>
                        <a:pt x="685246" y="118863"/>
                      </a:lnTo>
                      <a:lnTo>
                        <a:pt x="633173" y="154234"/>
                      </a:lnTo>
                      <a:lnTo>
                        <a:pt x="590915" y="168878"/>
                      </a:lnTo>
                      <a:lnTo>
                        <a:pt x="539697" y="180962"/>
                      </a:lnTo>
                      <a:lnTo>
                        <a:pt x="480911" y="190087"/>
                      </a:lnTo>
                      <a:lnTo>
                        <a:pt x="415949" y="195854"/>
                      </a:lnTo>
                      <a:lnTo>
                        <a:pt x="346202" y="197866"/>
                      </a:lnTo>
                      <a:lnTo>
                        <a:pt x="276413" y="195854"/>
                      </a:lnTo>
                      <a:lnTo>
                        <a:pt x="211419" y="190087"/>
                      </a:lnTo>
                      <a:lnTo>
                        <a:pt x="152610" y="180962"/>
                      </a:lnTo>
                      <a:lnTo>
                        <a:pt x="101377" y="168878"/>
                      </a:lnTo>
                      <a:lnTo>
                        <a:pt x="59110" y="154234"/>
                      </a:lnTo>
                      <a:lnTo>
                        <a:pt x="7031" y="118863"/>
                      </a:lnTo>
                      <a:lnTo>
                        <a:pt x="0" y="98933"/>
                      </a:lnTo>
                      <a:close/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86" name="object 30">
                  <a:extLst>
                    <a:ext uri="{FF2B5EF4-FFF2-40B4-BE49-F238E27FC236}">
                      <a16:creationId xmlns:a16="http://schemas.microsoft.com/office/drawing/2014/main" id="{E1BBF7C4-9D6F-59E8-A8D5-415210930C24}"/>
                    </a:ext>
                  </a:extLst>
                </p:cNvPr>
                <p:cNvPicPr/>
                <p:nvPr/>
              </p:nvPicPr>
              <p:blipFill>
                <a:blip r:embed="rId11" cstate="print"/>
                <a:stretch>
                  <a:fillRect/>
                </a:stretch>
              </p:blipFill>
              <p:spPr>
                <a:xfrm>
                  <a:off x="6308090" y="3411855"/>
                  <a:ext cx="698423" cy="258064"/>
                </a:xfrm>
                <a:prstGeom prst="rect">
                  <a:avLst/>
                </a:prstGeom>
              </p:spPr>
            </p:pic>
            <p:sp>
              <p:nvSpPr>
                <p:cNvPr id="87" name="object 31">
                  <a:extLst>
                    <a:ext uri="{FF2B5EF4-FFF2-40B4-BE49-F238E27FC236}">
                      <a16:creationId xmlns:a16="http://schemas.microsoft.com/office/drawing/2014/main" id="{26B5540C-4167-6D52-AB8A-79D7D6E5486B}"/>
                    </a:ext>
                  </a:extLst>
                </p:cNvPr>
                <p:cNvSpPr/>
                <p:nvPr/>
              </p:nvSpPr>
              <p:spPr>
                <a:xfrm>
                  <a:off x="6308090" y="3411855"/>
                  <a:ext cx="693420" cy="26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3420" h="269875">
                      <a:moveTo>
                        <a:pt x="0" y="116205"/>
                      </a:moveTo>
                      <a:lnTo>
                        <a:pt x="27239" y="70991"/>
                      </a:lnTo>
                      <a:lnTo>
                        <a:pt x="101520" y="34051"/>
                      </a:lnTo>
                      <a:lnTo>
                        <a:pt x="152815" y="19857"/>
                      </a:lnTo>
                      <a:lnTo>
                        <a:pt x="211687" y="9138"/>
                      </a:lnTo>
                      <a:lnTo>
                        <a:pt x="276741" y="2362"/>
                      </a:lnTo>
                      <a:lnTo>
                        <a:pt x="346583" y="0"/>
                      </a:lnTo>
                      <a:lnTo>
                        <a:pt x="416466" y="2362"/>
                      </a:lnTo>
                      <a:lnTo>
                        <a:pt x="481552" y="9138"/>
                      </a:lnTo>
                      <a:lnTo>
                        <a:pt x="540446" y="19857"/>
                      </a:lnTo>
                      <a:lnTo>
                        <a:pt x="591756" y="34051"/>
                      </a:lnTo>
                      <a:lnTo>
                        <a:pt x="634089" y="51252"/>
                      </a:lnTo>
                      <a:lnTo>
                        <a:pt x="686250" y="92798"/>
                      </a:lnTo>
                      <a:lnTo>
                        <a:pt x="693292" y="116205"/>
                      </a:lnTo>
                      <a:lnTo>
                        <a:pt x="686250" y="139606"/>
                      </a:lnTo>
                      <a:lnTo>
                        <a:pt x="634089" y="181117"/>
                      </a:lnTo>
                      <a:lnTo>
                        <a:pt x="591756" y="198294"/>
                      </a:lnTo>
                      <a:lnTo>
                        <a:pt x="540446" y="212465"/>
                      </a:lnTo>
                      <a:lnTo>
                        <a:pt x="481552" y="223164"/>
                      </a:lnTo>
                      <a:lnTo>
                        <a:pt x="416466" y="229925"/>
                      </a:lnTo>
                      <a:lnTo>
                        <a:pt x="346583" y="232283"/>
                      </a:lnTo>
                      <a:lnTo>
                        <a:pt x="276741" y="229925"/>
                      </a:lnTo>
                      <a:lnTo>
                        <a:pt x="211687" y="223164"/>
                      </a:lnTo>
                      <a:lnTo>
                        <a:pt x="152815" y="212465"/>
                      </a:lnTo>
                      <a:lnTo>
                        <a:pt x="101520" y="198294"/>
                      </a:lnTo>
                      <a:lnTo>
                        <a:pt x="59197" y="181117"/>
                      </a:lnTo>
                      <a:lnTo>
                        <a:pt x="7042" y="139606"/>
                      </a:lnTo>
                      <a:lnTo>
                        <a:pt x="0" y="116205"/>
                      </a:lnTo>
                      <a:close/>
                    </a:path>
                    <a:path w="693420" h="269875">
                      <a:moveTo>
                        <a:pt x="139192" y="167767"/>
                      </a:moveTo>
                      <a:lnTo>
                        <a:pt x="260604" y="167767"/>
                      </a:lnTo>
                      <a:lnTo>
                        <a:pt x="381888" y="60198"/>
                      </a:lnTo>
                      <a:lnTo>
                        <a:pt x="531113" y="60198"/>
                      </a:lnTo>
                    </a:path>
                    <a:path w="693420" h="269875">
                      <a:moveTo>
                        <a:pt x="156972" y="60198"/>
                      </a:moveTo>
                      <a:lnTo>
                        <a:pt x="278257" y="60198"/>
                      </a:lnTo>
                      <a:lnTo>
                        <a:pt x="399668" y="167767"/>
                      </a:lnTo>
                      <a:lnTo>
                        <a:pt x="513334" y="167767"/>
                      </a:lnTo>
                    </a:path>
                    <a:path w="693420" h="269875">
                      <a:moveTo>
                        <a:pt x="3048" y="108966"/>
                      </a:moveTo>
                      <a:lnTo>
                        <a:pt x="3048" y="265303"/>
                      </a:lnTo>
                    </a:path>
                    <a:path w="693420" h="269875">
                      <a:moveTo>
                        <a:pt x="693292" y="116205"/>
                      </a:moveTo>
                      <a:lnTo>
                        <a:pt x="693292" y="269621"/>
                      </a:lnTo>
                    </a:path>
                  </a:pathLst>
                </a:custGeom>
                <a:ln w="19050">
                  <a:solidFill>
                    <a:srgbClr val="000000"/>
                  </a:solidFill>
                </a:ln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sp>
              <p:nvSpPr>
                <p:cNvPr id="88" name="object 32">
                  <a:extLst>
                    <a:ext uri="{FF2B5EF4-FFF2-40B4-BE49-F238E27FC236}">
                      <a16:creationId xmlns:a16="http://schemas.microsoft.com/office/drawing/2014/main" id="{60C7C583-B5B8-3C40-5984-618234268F77}"/>
                    </a:ext>
                  </a:extLst>
                </p:cNvPr>
                <p:cNvSpPr/>
                <p:nvPr/>
              </p:nvSpPr>
              <p:spPr>
                <a:xfrm>
                  <a:off x="5201539" y="2951543"/>
                  <a:ext cx="288925" cy="2336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25" h="233680">
                      <a:moveTo>
                        <a:pt x="288925" y="0"/>
                      </a:moveTo>
                      <a:lnTo>
                        <a:pt x="0" y="0"/>
                      </a:lnTo>
                      <a:lnTo>
                        <a:pt x="0" y="233362"/>
                      </a:lnTo>
                      <a:lnTo>
                        <a:pt x="288925" y="233362"/>
                      </a:lnTo>
                      <a:lnTo>
                        <a:pt x="288925" y="0"/>
                      </a:lnTo>
                      <a:close/>
                    </a:path>
                  </a:pathLst>
                </a:custGeom>
                <a:solidFill>
                  <a:srgbClr val="66CCFF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</p:grpSp>
          <p:sp>
            <p:nvSpPr>
              <p:cNvPr id="57" name="object 33">
                <a:extLst>
                  <a:ext uri="{FF2B5EF4-FFF2-40B4-BE49-F238E27FC236}">
                    <a16:creationId xmlns:a16="http://schemas.microsoft.com/office/drawing/2014/main" id="{FC7B5186-461B-E867-609A-802811E76251}"/>
                  </a:ext>
                </a:extLst>
              </p:cNvPr>
              <p:cNvSpPr txBox="1"/>
              <p:nvPr/>
            </p:nvSpPr>
            <p:spPr>
              <a:xfrm>
                <a:off x="5125592" y="2945714"/>
                <a:ext cx="2624455" cy="492759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ts val="1839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  <a:p>
                <a:pPr marL="644525">
                  <a:lnSpc>
                    <a:spcPts val="1839"/>
                  </a:lnSpc>
                  <a:tabLst>
                    <a:tab pos="1765300" algn="l"/>
                  </a:tabLst>
                </a:pPr>
                <a:r>
                  <a:rPr sz="1600" b="1" spc="-10" dirty="0">
                    <a:solidFill>
                      <a:srgbClr val="FF0000"/>
                    </a:solidFill>
                    <a:latin typeface="Arial"/>
                    <a:cs typeface="Arial"/>
                  </a:rPr>
                  <a:t>223.1.1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.4</a:t>
                </a:r>
                <a:r>
                  <a:rPr sz="1600" b="1" dirty="0">
                    <a:solidFill>
                      <a:srgbClr val="163793"/>
                    </a:solidFill>
                    <a:latin typeface="Arial"/>
                    <a:cs typeface="Arial"/>
                  </a:rPr>
                  <a:t>	</a:t>
                </a: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.9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58" name="object 34">
                <a:extLst>
                  <a:ext uri="{FF2B5EF4-FFF2-40B4-BE49-F238E27FC236}">
                    <a16:creationId xmlns:a16="http://schemas.microsoft.com/office/drawing/2014/main" id="{9AF088FF-C521-320F-CE85-1DD7DDFFE208}"/>
                  </a:ext>
                </a:extLst>
              </p:cNvPr>
              <p:cNvSpPr/>
              <p:nvPr/>
            </p:nvSpPr>
            <p:spPr>
              <a:xfrm>
                <a:off x="6550914" y="2937192"/>
                <a:ext cx="1644650" cy="1219835"/>
              </a:xfrm>
              <a:custGeom>
                <a:avLst/>
                <a:gdLst/>
                <a:ahLst/>
                <a:cxnLst/>
                <a:rect l="l" t="t" r="r" b="b"/>
                <a:pathLst>
                  <a:path w="1644650" h="1219835">
                    <a:moveTo>
                      <a:pt x="288925" y="985901"/>
                    </a:moveTo>
                    <a:lnTo>
                      <a:pt x="0" y="985901"/>
                    </a:lnTo>
                    <a:lnTo>
                      <a:pt x="0" y="1219263"/>
                    </a:lnTo>
                    <a:lnTo>
                      <a:pt x="288925" y="1219263"/>
                    </a:lnTo>
                    <a:lnTo>
                      <a:pt x="288925" y="985901"/>
                    </a:lnTo>
                    <a:close/>
                  </a:path>
                  <a:path w="1644650" h="1219835">
                    <a:moveTo>
                      <a:pt x="1641475" y="800100"/>
                    </a:moveTo>
                    <a:lnTo>
                      <a:pt x="1352550" y="800100"/>
                    </a:lnTo>
                    <a:lnTo>
                      <a:pt x="1352550" y="1033462"/>
                    </a:lnTo>
                    <a:lnTo>
                      <a:pt x="1641475" y="1033462"/>
                    </a:lnTo>
                    <a:lnTo>
                      <a:pt x="1641475" y="800100"/>
                    </a:lnTo>
                    <a:close/>
                  </a:path>
                  <a:path w="1644650" h="1219835">
                    <a:moveTo>
                      <a:pt x="1644650" y="0"/>
                    </a:moveTo>
                    <a:lnTo>
                      <a:pt x="1355725" y="0"/>
                    </a:lnTo>
                    <a:lnTo>
                      <a:pt x="1355725" y="233362"/>
                    </a:lnTo>
                    <a:lnTo>
                      <a:pt x="1644650" y="233362"/>
                    </a:lnTo>
                    <a:lnTo>
                      <a:pt x="1644650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35">
                <a:extLst>
                  <a:ext uri="{FF2B5EF4-FFF2-40B4-BE49-F238E27FC236}">
                    <a16:creationId xmlns:a16="http://schemas.microsoft.com/office/drawing/2014/main" id="{63422F98-F7CE-B741-7889-900951148AA3}"/>
                  </a:ext>
                </a:extLst>
              </p:cNvPr>
              <p:cNvSpPr txBox="1"/>
              <p:nvPr/>
            </p:nvSpPr>
            <p:spPr>
              <a:xfrm>
                <a:off x="6154292" y="3909822"/>
                <a:ext cx="98488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latin typeface="Arial"/>
                    <a:cs typeface="Arial"/>
                  </a:rPr>
                  <a:t>223.1.3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.27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0" name="object 36">
                <a:extLst>
                  <a:ext uri="{FF2B5EF4-FFF2-40B4-BE49-F238E27FC236}">
                    <a16:creationId xmlns:a16="http://schemas.microsoft.com/office/drawing/2014/main" id="{05DB0686-8980-E754-BE75-D1DF1500A544}"/>
                  </a:ext>
                </a:extLst>
              </p:cNvPr>
              <p:cNvSpPr txBox="1"/>
              <p:nvPr/>
            </p:nvSpPr>
            <p:spPr>
              <a:xfrm>
                <a:off x="7340600" y="3700017"/>
                <a:ext cx="871219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.2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1" name="object 37">
                <a:extLst>
                  <a:ext uri="{FF2B5EF4-FFF2-40B4-BE49-F238E27FC236}">
                    <a16:creationId xmlns:a16="http://schemas.microsoft.com/office/drawing/2014/main" id="{D387FAA4-18C1-5E9E-DB98-A71569B547B7}"/>
                  </a:ext>
                </a:extLst>
              </p:cNvPr>
              <p:cNvSpPr txBox="1"/>
              <p:nvPr/>
            </p:nvSpPr>
            <p:spPr>
              <a:xfrm>
                <a:off x="7160514" y="2415031"/>
                <a:ext cx="871855" cy="269240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600" b="1" spc="-10" dirty="0">
                    <a:solidFill>
                      <a:srgbClr val="890000"/>
                    </a:solidFill>
                    <a:latin typeface="Arial"/>
                    <a:cs typeface="Arial"/>
                  </a:rPr>
                  <a:t>223.1.2</a:t>
                </a:r>
                <a:r>
                  <a:rPr sz="16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.1</a:t>
                </a:r>
                <a:endParaRPr sz="1600">
                  <a:latin typeface="Arial"/>
                  <a:cs typeface="Arial"/>
                </a:endParaRPr>
              </a:p>
            </p:txBody>
          </p:sp>
          <p:sp>
            <p:nvSpPr>
              <p:cNvPr id="62" name="object 41">
                <a:extLst>
                  <a:ext uri="{FF2B5EF4-FFF2-40B4-BE49-F238E27FC236}">
                    <a16:creationId xmlns:a16="http://schemas.microsoft.com/office/drawing/2014/main" id="{A8472B7A-4847-A55B-6C91-1523632057A4}"/>
                  </a:ext>
                </a:extLst>
              </p:cNvPr>
              <p:cNvSpPr txBox="1"/>
              <p:nvPr/>
            </p:nvSpPr>
            <p:spPr>
              <a:xfrm>
                <a:off x="7137272" y="4343145"/>
                <a:ext cx="1022985" cy="391160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sz="2400" b="1" spc="-10" dirty="0">
                    <a:solidFill>
                      <a:srgbClr val="CC0000"/>
                    </a:solidFill>
                    <a:latin typeface="Arial"/>
                    <a:cs typeface="Arial"/>
                  </a:rPr>
                  <a:t>subnet</a:t>
                </a:r>
                <a:endParaRPr sz="2400">
                  <a:latin typeface="Arial"/>
                  <a:cs typeface="Arial"/>
                </a:endParaRPr>
              </a:p>
            </p:txBody>
          </p:sp>
          <p:grpSp>
            <p:nvGrpSpPr>
              <p:cNvPr id="63" name="object 42">
                <a:extLst>
                  <a:ext uri="{FF2B5EF4-FFF2-40B4-BE49-F238E27FC236}">
                    <a16:creationId xmlns:a16="http://schemas.microsoft.com/office/drawing/2014/main" id="{6F510228-8AB7-8BEE-A34D-719EC4112DC6}"/>
                  </a:ext>
                </a:extLst>
              </p:cNvPr>
              <p:cNvGrpSpPr/>
              <p:nvPr/>
            </p:nvGrpSpPr>
            <p:grpSpPr>
              <a:xfrm>
                <a:off x="5057140" y="2009013"/>
                <a:ext cx="2040889" cy="2880995"/>
                <a:chOff x="5057140" y="2009013"/>
                <a:chExt cx="2040889" cy="2880995"/>
              </a:xfrm>
            </p:grpSpPr>
            <p:sp>
              <p:nvSpPr>
                <p:cNvPr id="68" name="object 43">
                  <a:extLst>
                    <a:ext uri="{FF2B5EF4-FFF2-40B4-BE49-F238E27FC236}">
                      <a16:creationId xmlns:a16="http://schemas.microsoft.com/office/drawing/2014/main" id="{65B965E7-F434-BF37-B2E3-CF004683A2E1}"/>
                    </a:ext>
                  </a:extLst>
                </p:cNvPr>
                <p:cNvSpPr/>
                <p:nvPr/>
              </p:nvSpPr>
              <p:spPr>
                <a:xfrm>
                  <a:off x="6920865" y="4581905"/>
                  <a:ext cx="177165" cy="3079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165" h="307975">
                      <a:moveTo>
                        <a:pt x="4063" y="222885"/>
                      </a:moveTo>
                      <a:lnTo>
                        <a:pt x="0" y="307975"/>
                      </a:lnTo>
                      <a:lnTo>
                        <a:pt x="70484" y="260223"/>
                      </a:lnTo>
                      <a:lnTo>
                        <a:pt x="62351" y="255651"/>
                      </a:lnTo>
                      <a:lnTo>
                        <a:pt x="36575" y="255651"/>
                      </a:lnTo>
                      <a:lnTo>
                        <a:pt x="25526" y="249428"/>
                      </a:lnTo>
                      <a:lnTo>
                        <a:pt x="31715" y="238428"/>
                      </a:lnTo>
                      <a:lnTo>
                        <a:pt x="4063" y="222885"/>
                      </a:lnTo>
                      <a:close/>
                    </a:path>
                    <a:path w="177165" h="307975">
                      <a:moveTo>
                        <a:pt x="31715" y="238428"/>
                      </a:moveTo>
                      <a:lnTo>
                        <a:pt x="25526" y="249428"/>
                      </a:lnTo>
                      <a:lnTo>
                        <a:pt x="36575" y="255651"/>
                      </a:lnTo>
                      <a:lnTo>
                        <a:pt x="42769" y="244642"/>
                      </a:lnTo>
                      <a:lnTo>
                        <a:pt x="31715" y="238428"/>
                      </a:lnTo>
                      <a:close/>
                    </a:path>
                    <a:path w="177165" h="307975">
                      <a:moveTo>
                        <a:pt x="42769" y="244642"/>
                      </a:moveTo>
                      <a:lnTo>
                        <a:pt x="36575" y="255651"/>
                      </a:lnTo>
                      <a:lnTo>
                        <a:pt x="62351" y="255651"/>
                      </a:lnTo>
                      <a:lnTo>
                        <a:pt x="42769" y="244642"/>
                      </a:lnTo>
                      <a:close/>
                    </a:path>
                    <a:path w="177165" h="307975">
                      <a:moveTo>
                        <a:pt x="165861" y="0"/>
                      </a:moveTo>
                      <a:lnTo>
                        <a:pt x="31715" y="238428"/>
                      </a:lnTo>
                      <a:lnTo>
                        <a:pt x="42769" y="244642"/>
                      </a:lnTo>
                      <a:lnTo>
                        <a:pt x="176910" y="6223"/>
                      </a:lnTo>
                      <a:lnTo>
                        <a:pt x="165861" y="0"/>
                      </a:lnTo>
                      <a:close/>
                    </a:path>
                  </a:pathLst>
                </a:custGeom>
                <a:solidFill>
                  <a:srgbClr val="CC0000"/>
                </a:solidFill>
              </p:spPr>
              <p:txBody>
                <a:bodyPr wrap="square" lIns="0" tIns="0" rIns="0" bIns="0" rtlCol="0"/>
                <a:lstStyle/>
                <a:p>
                  <a:endParaRPr/>
                </a:p>
              </p:txBody>
            </p:sp>
            <p:pic>
              <p:nvPicPr>
                <p:cNvPr id="69" name="object 44">
                  <a:extLst>
                    <a:ext uri="{FF2B5EF4-FFF2-40B4-BE49-F238E27FC236}">
                      <a16:creationId xmlns:a16="http://schemas.microsoft.com/office/drawing/2014/main" id="{38CC1015-0E7E-5D12-F183-31DA735CB81D}"/>
                    </a:ext>
                  </a:extLst>
                </p:cNvPr>
                <p:cNvPicPr/>
                <p:nvPr/>
              </p:nvPicPr>
              <p:blipFill>
                <a:blip r:embed="rId12" cstate="print"/>
                <a:stretch>
                  <a:fillRect/>
                </a:stretch>
              </p:blipFill>
              <p:spPr>
                <a:xfrm>
                  <a:off x="5057140" y="2009013"/>
                  <a:ext cx="75564" cy="195834"/>
                </a:xfrm>
                <a:prstGeom prst="rect">
                  <a:avLst/>
                </a:prstGeom>
              </p:spPr>
            </p:pic>
          </p:grpSp>
          <p:sp>
            <p:nvSpPr>
              <p:cNvPr id="64" name="object 46">
                <a:extLst>
                  <a:ext uri="{FF2B5EF4-FFF2-40B4-BE49-F238E27FC236}">
                    <a16:creationId xmlns:a16="http://schemas.microsoft.com/office/drawing/2014/main" id="{6DBE1D64-9374-D549-DC36-4B3E3D29601D}"/>
                  </a:ext>
                </a:extLst>
              </p:cNvPr>
              <p:cNvSpPr txBox="1"/>
              <p:nvPr/>
            </p:nvSpPr>
            <p:spPr>
              <a:xfrm>
                <a:off x="4391914" y="1639062"/>
                <a:ext cx="1440180" cy="330835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223.1.1.0/24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5" name="object 48">
                <a:extLst>
                  <a:ext uri="{FF2B5EF4-FFF2-40B4-BE49-F238E27FC236}">
                    <a16:creationId xmlns:a16="http://schemas.microsoft.com/office/drawing/2014/main" id="{28139E1A-3549-D6E0-75C4-CB433F95C0D3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8284718" y="2199132"/>
                <a:ext cx="188086" cy="247522"/>
              </a:xfrm>
              <a:prstGeom prst="rect">
                <a:avLst/>
              </a:prstGeom>
            </p:spPr>
          </p:pic>
          <p:sp>
            <p:nvSpPr>
              <p:cNvPr id="66" name="object 49">
                <a:extLst>
                  <a:ext uri="{FF2B5EF4-FFF2-40B4-BE49-F238E27FC236}">
                    <a16:creationId xmlns:a16="http://schemas.microsoft.com/office/drawing/2014/main" id="{902C47EF-E2F3-33C0-F644-F49118109B2D}"/>
                  </a:ext>
                </a:extLst>
              </p:cNvPr>
              <p:cNvSpPr txBox="1"/>
              <p:nvPr/>
            </p:nvSpPr>
            <p:spPr>
              <a:xfrm>
                <a:off x="5959221" y="5895847"/>
                <a:ext cx="1440180" cy="331470"/>
              </a:xfrm>
              <a:prstGeom prst="rect">
                <a:avLst/>
              </a:prstGeom>
            </p:spPr>
            <p:txBody>
              <a:bodyPr vert="horz" wrap="square" lIns="0" tIns="13335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5"/>
                  </a:spcBef>
                </a:pPr>
                <a:r>
                  <a:rPr sz="2000" b="1" spc="-10" dirty="0">
                    <a:solidFill>
                      <a:srgbClr val="163793"/>
                    </a:solidFill>
                    <a:latin typeface="Arial"/>
                    <a:cs typeface="Arial"/>
                  </a:rPr>
                  <a:t>223.1.3.0/24</a:t>
                </a:r>
                <a:endParaRPr sz="2000">
                  <a:latin typeface="Arial"/>
                  <a:cs typeface="Arial"/>
                </a:endParaRPr>
              </a:p>
            </p:txBody>
          </p:sp>
          <p:pic>
            <p:nvPicPr>
              <p:cNvPr id="67" name="object 50">
                <a:extLst>
                  <a:ext uri="{FF2B5EF4-FFF2-40B4-BE49-F238E27FC236}">
                    <a16:creationId xmlns:a16="http://schemas.microsoft.com/office/drawing/2014/main" id="{38367909-054F-1F24-DC5D-DF058FBAA8C5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671564" y="5661253"/>
                <a:ext cx="76200" cy="250799"/>
              </a:xfrm>
              <a:prstGeom prst="rect">
                <a:avLst/>
              </a:prstGeom>
            </p:spPr>
          </p:pic>
        </p:grpSp>
      </p:grpSp>
      <p:grpSp>
        <p:nvGrpSpPr>
          <p:cNvPr id="159" name="组合 158">
            <a:extLst>
              <a:ext uri="{FF2B5EF4-FFF2-40B4-BE49-F238E27FC236}">
                <a16:creationId xmlns:a16="http://schemas.microsoft.com/office/drawing/2014/main" id="{737C1CBB-B3E8-C16A-C002-C6DDE74664DA}"/>
              </a:ext>
            </a:extLst>
          </p:cNvPr>
          <p:cNvGrpSpPr/>
          <p:nvPr/>
        </p:nvGrpSpPr>
        <p:grpSpPr>
          <a:xfrm>
            <a:off x="839152" y="786455"/>
            <a:ext cx="4623816" cy="4588255"/>
            <a:chOff x="839152" y="786455"/>
            <a:chExt cx="4623816" cy="4588255"/>
          </a:xfrm>
        </p:grpSpPr>
        <p:grpSp>
          <p:nvGrpSpPr>
            <p:cNvPr id="149" name="组合 148">
              <a:extLst>
                <a:ext uri="{FF2B5EF4-FFF2-40B4-BE49-F238E27FC236}">
                  <a16:creationId xmlns:a16="http://schemas.microsoft.com/office/drawing/2014/main" id="{EF6ED7CD-C430-4AAA-D5E0-4912E3B69B23}"/>
                </a:ext>
              </a:extLst>
            </p:cNvPr>
            <p:cNvGrpSpPr/>
            <p:nvPr/>
          </p:nvGrpSpPr>
          <p:grpSpPr>
            <a:xfrm>
              <a:off x="839152" y="786455"/>
              <a:ext cx="4623816" cy="4588255"/>
              <a:chOff x="839152" y="786455"/>
              <a:chExt cx="4623816" cy="4588255"/>
            </a:xfrm>
          </p:grpSpPr>
          <p:grpSp>
            <p:nvGrpSpPr>
              <p:cNvPr id="94" name="组合 93">
                <a:extLst>
                  <a:ext uri="{FF2B5EF4-FFF2-40B4-BE49-F238E27FC236}">
                    <a16:creationId xmlns:a16="http://schemas.microsoft.com/office/drawing/2014/main" id="{FA108793-439B-7476-1642-4C94684678A1}"/>
                  </a:ext>
                </a:extLst>
              </p:cNvPr>
              <p:cNvGrpSpPr/>
              <p:nvPr/>
            </p:nvGrpSpPr>
            <p:grpSpPr>
              <a:xfrm>
                <a:off x="839152" y="786455"/>
                <a:ext cx="4623816" cy="4588255"/>
                <a:chOff x="4391914" y="1639062"/>
                <a:chExt cx="4623816" cy="4588255"/>
              </a:xfrm>
            </p:grpSpPr>
            <p:sp>
              <p:nvSpPr>
                <p:cNvPr id="95" name="object 47">
                  <a:extLst>
                    <a:ext uri="{FF2B5EF4-FFF2-40B4-BE49-F238E27FC236}">
                      <a16:creationId xmlns:a16="http://schemas.microsoft.com/office/drawing/2014/main" id="{D576499C-47C8-CDA0-F317-1AC33B77AF3A}"/>
                    </a:ext>
                  </a:extLst>
                </p:cNvPr>
                <p:cNvSpPr txBox="1"/>
                <p:nvPr/>
              </p:nvSpPr>
              <p:spPr>
                <a:xfrm>
                  <a:off x="7575550" y="1833752"/>
                  <a:ext cx="1440180" cy="330835"/>
                </a:xfrm>
                <a:prstGeom prst="rect">
                  <a:avLst/>
                </a:prstGeom>
              </p:spPr>
              <p:txBody>
                <a:bodyPr vert="horz" wrap="square" lIns="0" tIns="13335" rIns="0" bIns="0" rtlCol="0">
                  <a:spAutoFit/>
                </a:bodyPr>
                <a:lstStyle/>
                <a:p>
                  <a:pPr marL="12700">
                    <a:lnSpc>
                      <a:spcPct val="100000"/>
                    </a:lnSpc>
                    <a:spcBef>
                      <a:spcPts val="105"/>
                    </a:spcBef>
                  </a:pPr>
                  <a:r>
                    <a:rPr sz="2000" b="1" spc="-10" dirty="0">
                      <a:solidFill>
                        <a:srgbClr val="163793"/>
                      </a:solidFill>
                      <a:latin typeface="Arial"/>
                      <a:cs typeface="Arial"/>
                    </a:rPr>
                    <a:t>223.1.2.0/24</a:t>
                  </a:r>
                  <a:endParaRPr sz="2000">
                    <a:latin typeface="Arial"/>
                    <a:cs typeface="Arial"/>
                  </a:endParaRPr>
                </a:p>
              </p:txBody>
            </p: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E367F2C-7EF2-A2CE-93DC-7C5977B2C3C5}"/>
                    </a:ext>
                  </a:extLst>
                </p:cNvPr>
                <p:cNvGrpSpPr/>
                <p:nvPr/>
              </p:nvGrpSpPr>
              <p:grpSpPr>
                <a:xfrm>
                  <a:off x="4391914" y="1639062"/>
                  <a:ext cx="4455071" cy="4588255"/>
                  <a:chOff x="4391914" y="1639062"/>
                  <a:chExt cx="4455071" cy="4588255"/>
                </a:xfrm>
              </p:grpSpPr>
              <p:grpSp>
                <p:nvGrpSpPr>
                  <p:cNvPr id="97" name="object 2">
                    <a:extLst>
                      <a:ext uri="{FF2B5EF4-FFF2-40B4-BE49-F238E27FC236}">
                        <a16:creationId xmlns:a16="http://schemas.microsoft.com/office/drawing/2014/main" id="{BAA510F2-C2C1-E94E-976C-9B813BE453B9}"/>
                      </a:ext>
                    </a:extLst>
                  </p:cNvPr>
                  <p:cNvGrpSpPr/>
                  <p:nvPr/>
                </p:nvGrpSpPr>
                <p:grpSpPr>
                  <a:xfrm>
                    <a:off x="4465485" y="2137320"/>
                    <a:ext cx="4381500" cy="3644900"/>
                    <a:chOff x="4465485" y="2137320"/>
                    <a:chExt cx="4381500" cy="3644900"/>
                  </a:xfrm>
                </p:grpSpPr>
                <p:sp>
                  <p:nvSpPr>
                    <p:cNvPr id="139" name="object 3">
                      <a:extLst>
                        <a:ext uri="{FF2B5EF4-FFF2-40B4-BE49-F238E27FC236}">
                          <a16:creationId xmlns:a16="http://schemas.microsoft.com/office/drawing/2014/main" id="{277211AA-5E4E-FF21-5FF9-D70EC9D931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65485" y="2137320"/>
                      <a:ext cx="4381500" cy="36449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381500" h="3644900">
                          <a:moveTo>
                            <a:pt x="1906790" y="1273035"/>
                          </a:moveTo>
                          <a:lnTo>
                            <a:pt x="1902942" y="1220863"/>
                          </a:lnTo>
                          <a:lnTo>
                            <a:pt x="1890229" y="1144358"/>
                          </a:lnTo>
                          <a:lnTo>
                            <a:pt x="1864042" y="1098969"/>
                          </a:lnTo>
                          <a:lnTo>
                            <a:pt x="1809635" y="1070724"/>
                          </a:lnTo>
                          <a:lnTo>
                            <a:pt x="1733181" y="1055865"/>
                          </a:lnTo>
                          <a:lnTo>
                            <a:pt x="1688604" y="1052271"/>
                          </a:lnTo>
                          <a:lnTo>
                            <a:pt x="1640827" y="1050582"/>
                          </a:lnTo>
                          <a:lnTo>
                            <a:pt x="1590611" y="1050353"/>
                          </a:lnTo>
                          <a:lnTo>
                            <a:pt x="1538732" y="1051102"/>
                          </a:lnTo>
                          <a:lnTo>
                            <a:pt x="1433080" y="1053604"/>
                          </a:lnTo>
                          <a:lnTo>
                            <a:pt x="1380832" y="1054430"/>
                          </a:lnTo>
                          <a:lnTo>
                            <a:pt x="1330020" y="1054328"/>
                          </a:lnTo>
                          <a:lnTo>
                            <a:pt x="1281379" y="1052830"/>
                          </a:lnTo>
                          <a:lnTo>
                            <a:pt x="1235710" y="1049464"/>
                          </a:lnTo>
                          <a:lnTo>
                            <a:pt x="1193761" y="1043762"/>
                          </a:lnTo>
                          <a:lnTo>
                            <a:pt x="1156309" y="1035240"/>
                          </a:lnTo>
                          <a:lnTo>
                            <a:pt x="1098003" y="1007833"/>
                          </a:lnTo>
                          <a:lnTo>
                            <a:pt x="1058265" y="945019"/>
                          </a:lnTo>
                          <a:lnTo>
                            <a:pt x="1043419" y="906297"/>
                          </a:lnTo>
                          <a:lnTo>
                            <a:pt x="1031455" y="863498"/>
                          </a:lnTo>
                          <a:lnTo>
                            <a:pt x="1022032" y="817219"/>
                          </a:lnTo>
                          <a:lnTo>
                            <a:pt x="1014793" y="768045"/>
                          </a:lnTo>
                          <a:lnTo>
                            <a:pt x="1009408" y="716559"/>
                          </a:lnTo>
                          <a:lnTo>
                            <a:pt x="1005509" y="663371"/>
                          </a:lnTo>
                          <a:lnTo>
                            <a:pt x="1002766" y="609066"/>
                          </a:lnTo>
                          <a:lnTo>
                            <a:pt x="1000810" y="554240"/>
                          </a:lnTo>
                          <a:lnTo>
                            <a:pt x="997915" y="445401"/>
                          </a:lnTo>
                          <a:lnTo>
                            <a:pt x="996276" y="392569"/>
                          </a:lnTo>
                          <a:lnTo>
                            <a:pt x="994041" y="341591"/>
                          </a:lnTo>
                          <a:lnTo>
                            <a:pt x="990879" y="293052"/>
                          </a:lnTo>
                          <a:lnTo>
                            <a:pt x="986421" y="247561"/>
                          </a:lnTo>
                          <a:lnTo>
                            <a:pt x="980325" y="205689"/>
                          </a:lnTo>
                          <a:lnTo>
                            <a:pt x="972261" y="168046"/>
                          </a:lnTo>
                          <a:lnTo>
                            <a:pt x="948778" y="107784"/>
                          </a:lnTo>
                          <a:lnTo>
                            <a:pt x="920089" y="69138"/>
                          </a:lnTo>
                          <a:lnTo>
                            <a:pt x="887260" y="41389"/>
                          </a:lnTo>
                          <a:lnTo>
                            <a:pt x="850963" y="22987"/>
                          </a:lnTo>
                          <a:lnTo>
                            <a:pt x="811860" y="12395"/>
                          </a:lnTo>
                          <a:lnTo>
                            <a:pt x="770610" y="8051"/>
                          </a:lnTo>
                          <a:lnTo>
                            <a:pt x="727900" y="8420"/>
                          </a:lnTo>
                          <a:lnTo>
                            <a:pt x="684364" y="11950"/>
                          </a:lnTo>
                          <a:lnTo>
                            <a:pt x="597535" y="22313"/>
                          </a:lnTo>
                          <a:lnTo>
                            <a:pt x="555561" y="26047"/>
                          </a:lnTo>
                          <a:lnTo>
                            <a:pt x="515454" y="26758"/>
                          </a:lnTo>
                          <a:lnTo>
                            <a:pt x="470827" y="23444"/>
                          </a:lnTo>
                          <a:lnTo>
                            <a:pt x="423468" y="17411"/>
                          </a:lnTo>
                          <a:lnTo>
                            <a:pt x="374548" y="10375"/>
                          </a:lnTo>
                          <a:lnTo>
                            <a:pt x="325234" y="4013"/>
                          </a:lnTo>
                          <a:lnTo>
                            <a:pt x="276707" y="0"/>
                          </a:lnTo>
                          <a:lnTo>
                            <a:pt x="230124" y="38"/>
                          </a:lnTo>
                          <a:lnTo>
                            <a:pt x="186677" y="5803"/>
                          </a:lnTo>
                          <a:lnTo>
                            <a:pt x="147535" y="18999"/>
                          </a:lnTo>
                          <a:lnTo>
                            <a:pt x="113855" y="41300"/>
                          </a:lnTo>
                          <a:lnTo>
                            <a:pt x="86829" y="74383"/>
                          </a:lnTo>
                          <a:lnTo>
                            <a:pt x="61874" y="140995"/>
                          </a:lnTo>
                          <a:lnTo>
                            <a:pt x="53581" y="183743"/>
                          </a:lnTo>
                          <a:lnTo>
                            <a:pt x="47637" y="231482"/>
                          </a:lnTo>
                          <a:lnTo>
                            <a:pt x="43751" y="283248"/>
                          </a:lnTo>
                          <a:lnTo>
                            <a:pt x="41605" y="338061"/>
                          </a:lnTo>
                          <a:lnTo>
                            <a:pt x="40881" y="394944"/>
                          </a:lnTo>
                          <a:lnTo>
                            <a:pt x="41275" y="452932"/>
                          </a:lnTo>
                          <a:lnTo>
                            <a:pt x="42456" y="511048"/>
                          </a:lnTo>
                          <a:lnTo>
                            <a:pt x="47650" y="676389"/>
                          </a:lnTo>
                          <a:lnTo>
                            <a:pt x="48882" y="725271"/>
                          </a:lnTo>
                          <a:lnTo>
                            <a:pt x="49352" y="769404"/>
                          </a:lnTo>
                          <a:lnTo>
                            <a:pt x="48729" y="807808"/>
                          </a:lnTo>
                          <a:lnTo>
                            <a:pt x="46494" y="886091"/>
                          </a:lnTo>
                          <a:lnTo>
                            <a:pt x="45720" y="948093"/>
                          </a:lnTo>
                          <a:lnTo>
                            <a:pt x="45885" y="1043889"/>
                          </a:lnTo>
                          <a:lnTo>
                            <a:pt x="45491" y="1088009"/>
                          </a:lnTo>
                          <a:lnTo>
                            <a:pt x="43903" y="1136484"/>
                          </a:lnTo>
                          <a:lnTo>
                            <a:pt x="40830" y="1188478"/>
                          </a:lnTo>
                          <a:lnTo>
                            <a:pt x="36690" y="1239659"/>
                          </a:lnTo>
                          <a:lnTo>
                            <a:pt x="27355" y="1339646"/>
                          </a:lnTo>
                          <a:lnTo>
                            <a:pt x="23215" y="1388452"/>
                          </a:lnTo>
                          <a:lnTo>
                            <a:pt x="20154" y="1436458"/>
                          </a:lnTo>
                          <a:lnTo>
                            <a:pt x="15887" y="1484922"/>
                          </a:lnTo>
                          <a:lnTo>
                            <a:pt x="3429" y="1582915"/>
                          </a:lnTo>
                          <a:lnTo>
                            <a:pt x="0" y="1629791"/>
                          </a:lnTo>
                          <a:lnTo>
                            <a:pt x="1600" y="1673491"/>
                          </a:lnTo>
                          <a:lnTo>
                            <a:pt x="10629" y="1712683"/>
                          </a:lnTo>
                          <a:lnTo>
                            <a:pt x="34048" y="1780959"/>
                          </a:lnTo>
                          <a:lnTo>
                            <a:pt x="78676" y="1837588"/>
                          </a:lnTo>
                          <a:lnTo>
                            <a:pt x="122148" y="1860562"/>
                          </a:lnTo>
                          <a:lnTo>
                            <a:pt x="186778" y="1879434"/>
                          </a:lnTo>
                          <a:lnTo>
                            <a:pt x="262801" y="1894814"/>
                          </a:lnTo>
                          <a:lnTo>
                            <a:pt x="310019" y="1903501"/>
                          </a:lnTo>
                          <a:lnTo>
                            <a:pt x="361950" y="1912366"/>
                          </a:lnTo>
                          <a:lnTo>
                            <a:pt x="417537" y="1921040"/>
                          </a:lnTo>
                          <a:lnTo>
                            <a:pt x="475691" y="1929168"/>
                          </a:lnTo>
                          <a:lnTo>
                            <a:pt x="535368" y="1936394"/>
                          </a:lnTo>
                          <a:lnTo>
                            <a:pt x="595490" y="1942338"/>
                          </a:lnTo>
                          <a:lnTo>
                            <a:pt x="654989" y="1946630"/>
                          </a:lnTo>
                          <a:lnTo>
                            <a:pt x="712812" y="1948929"/>
                          </a:lnTo>
                          <a:lnTo>
                            <a:pt x="767867" y="1948840"/>
                          </a:lnTo>
                          <a:lnTo>
                            <a:pt x="819111" y="1946033"/>
                          </a:lnTo>
                          <a:lnTo>
                            <a:pt x="865466" y="1940115"/>
                          </a:lnTo>
                          <a:lnTo>
                            <a:pt x="905865" y="1930742"/>
                          </a:lnTo>
                          <a:lnTo>
                            <a:pt x="966317" y="1897430"/>
                          </a:lnTo>
                          <a:lnTo>
                            <a:pt x="997115" y="1837905"/>
                          </a:lnTo>
                          <a:lnTo>
                            <a:pt x="1006030" y="1760004"/>
                          </a:lnTo>
                          <a:lnTo>
                            <a:pt x="1005751" y="1716951"/>
                          </a:lnTo>
                          <a:lnTo>
                            <a:pt x="1002639" y="1628178"/>
                          </a:lnTo>
                          <a:lnTo>
                            <a:pt x="1002576" y="1584693"/>
                          </a:lnTo>
                          <a:lnTo>
                            <a:pt x="1005344" y="1543265"/>
                          </a:lnTo>
                          <a:lnTo>
                            <a:pt x="1012355" y="1505038"/>
                          </a:lnTo>
                          <a:lnTo>
                            <a:pt x="1044600" y="1442593"/>
                          </a:lnTo>
                          <a:lnTo>
                            <a:pt x="1104963" y="1406715"/>
                          </a:lnTo>
                          <a:lnTo>
                            <a:pt x="1144244" y="1396911"/>
                          </a:lnTo>
                          <a:lnTo>
                            <a:pt x="1189431" y="1390662"/>
                          </a:lnTo>
                          <a:lnTo>
                            <a:pt x="1239494" y="1387436"/>
                          </a:lnTo>
                          <a:lnTo>
                            <a:pt x="1293431" y="1386738"/>
                          </a:lnTo>
                          <a:lnTo>
                            <a:pt x="1350213" y="1388046"/>
                          </a:lnTo>
                          <a:lnTo>
                            <a:pt x="1408849" y="1390840"/>
                          </a:lnTo>
                          <a:lnTo>
                            <a:pt x="1468310" y="1394625"/>
                          </a:lnTo>
                          <a:lnTo>
                            <a:pt x="1585658" y="1403057"/>
                          </a:lnTo>
                          <a:lnTo>
                            <a:pt x="1641525" y="1406677"/>
                          </a:lnTo>
                          <a:lnTo>
                            <a:pt x="1694154" y="1409230"/>
                          </a:lnTo>
                          <a:lnTo>
                            <a:pt x="1742541" y="1410195"/>
                          </a:lnTo>
                          <a:lnTo>
                            <a:pt x="1785683" y="1409039"/>
                          </a:lnTo>
                          <a:lnTo>
                            <a:pt x="1822538" y="1405267"/>
                          </a:lnTo>
                          <a:lnTo>
                            <a:pt x="1852129" y="1398358"/>
                          </a:lnTo>
                          <a:lnTo>
                            <a:pt x="1891601" y="1336408"/>
                          </a:lnTo>
                          <a:lnTo>
                            <a:pt x="1902701" y="1308887"/>
                          </a:lnTo>
                          <a:lnTo>
                            <a:pt x="1906790" y="1273035"/>
                          </a:lnTo>
                          <a:close/>
                        </a:path>
                        <a:path w="4381500" h="3644900">
                          <a:moveTo>
                            <a:pt x="3208210" y="3510229"/>
                          </a:moveTo>
                          <a:lnTo>
                            <a:pt x="3206369" y="3467087"/>
                          </a:lnTo>
                          <a:lnTo>
                            <a:pt x="3201505" y="3416135"/>
                          </a:lnTo>
                          <a:lnTo>
                            <a:pt x="3190163" y="3339033"/>
                          </a:lnTo>
                          <a:lnTo>
                            <a:pt x="3180816" y="3292729"/>
                          </a:lnTo>
                          <a:lnTo>
                            <a:pt x="3169043" y="3242881"/>
                          </a:lnTo>
                          <a:lnTo>
                            <a:pt x="3154896" y="3190735"/>
                          </a:lnTo>
                          <a:lnTo>
                            <a:pt x="3138398" y="3137484"/>
                          </a:lnTo>
                          <a:lnTo>
                            <a:pt x="3119577" y="3084372"/>
                          </a:lnTo>
                          <a:lnTo>
                            <a:pt x="3098482" y="3032633"/>
                          </a:lnTo>
                          <a:lnTo>
                            <a:pt x="3075140" y="2983458"/>
                          </a:lnTo>
                          <a:lnTo>
                            <a:pt x="3049587" y="2938107"/>
                          </a:lnTo>
                          <a:lnTo>
                            <a:pt x="3021838" y="2897771"/>
                          </a:lnTo>
                          <a:lnTo>
                            <a:pt x="2991955" y="2863685"/>
                          </a:lnTo>
                          <a:lnTo>
                            <a:pt x="2928569" y="2824823"/>
                          </a:lnTo>
                          <a:lnTo>
                            <a:pt x="2890431" y="2813723"/>
                          </a:lnTo>
                          <a:lnTo>
                            <a:pt x="2849156" y="2806535"/>
                          </a:lnTo>
                          <a:lnTo>
                            <a:pt x="2805607" y="2802077"/>
                          </a:lnTo>
                          <a:lnTo>
                            <a:pt x="2760637" y="2799105"/>
                          </a:lnTo>
                          <a:lnTo>
                            <a:pt x="2715120" y="2796400"/>
                          </a:lnTo>
                          <a:lnTo>
                            <a:pt x="2669921" y="2792742"/>
                          </a:lnTo>
                          <a:lnTo>
                            <a:pt x="2625902" y="2786926"/>
                          </a:lnTo>
                          <a:lnTo>
                            <a:pt x="2583916" y="2777731"/>
                          </a:lnTo>
                          <a:lnTo>
                            <a:pt x="2544851" y="2763926"/>
                          </a:lnTo>
                          <a:lnTo>
                            <a:pt x="2509545" y="2744305"/>
                          </a:lnTo>
                          <a:lnTo>
                            <a:pt x="2478887" y="2717635"/>
                          </a:lnTo>
                          <a:lnTo>
                            <a:pt x="2453729" y="2682710"/>
                          </a:lnTo>
                          <a:lnTo>
                            <a:pt x="2426855" y="2612174"/>
                          </a:lnTo>
                          <a:lnTo>
                            <a:pt x="2417267" y="2568702"/>
                          </a:lnTo>
                          <a:lnTo>
                            <a:pt x="2409875" y="2520734"/>
                          </a:lnTo>
                          <a:lnTo>
                            <a:pt x="2404414" y="2468981"/>
                          </a:lnTo>
                          <a:lnTo>
                            <a:pt x="2400579" y="2414181"/>
                          </a:lnTo>
                          <a:lnTo>
                            <a:pt x="2398103" y="2357056"/>
                          </a:lnTo>
                          <a:lnTo>
                            <a:pt x="2396706" y="2298331"/>
                          </a:lnTo>
                          <a:lnTo>
                            <a:pt x="2396121" y="2238718"/>
                          </a:lnTo>
                          <a:lnTo>
                            <a:pt x="2396350" y="2061895"/>
                          </a:lnTo>
                          <a:lnTo>
                            <a:pt x="2396172" y="2006041"/>
                          </a:lnTo>
                          <a:lnTo>
                            <a:pt x="2395397" y="1952917"/>
                          </a:lnTo>
                          <a:lnTo>
                            <a:pt x="2393746" y="1903285"/>
                          </a:lnTo>
                          <a:lnTo>
                            <a:pt x="2390940" y="1857844"/>
                          </a:lnTo>
                          <a:lnTo>
                            <a:pt x="2386711" y="1817331"/>
                          </a:lnTo>
                          <a:lnTo>
                            <a:pt x="2372830" y="1753958"/>
                          </a:lnTo>
                          <a:lnTo>
                            <a:pt x="2336571" y="1734388"/>
                          </a:lnTo>
                          <a:lnTo>
                            <a:pt x="2279954" y="1710537"/>
                          </a:lnTo>
                          <a:lnTo>
                            <a:pt x="2243709" y="1709178"/>
                          </a:lnTo>
                          <a:lnTo>
                            <a:pt x="2191588" y="1716824"/>
                          </a:lnTo>
                          <a:lnTo>
                            <a:pt x="2115655" y="1734908"/>
                          </a:lnTo>
                          <a:lnTo>
                            <a:pt x="2076665" y="1760524"/>
                          </a:lnTo>
                          <a:lnTo>
                            <a:pt x="2052231" y="1809737"/>
                          </a:lnTo>
                          <a:lnTo>
                            <a:pt x="2039429" y="1878457"/>
                          </a:lnTo>
                          <a:lnTo>
                            <a:pt x="2036495" y="1918843"/>
                          </a:lnTo>
                          <a:lnTo>
                            <a:pt x="2035378" y="1962569"/>
                          </a:lnTo>
                          <a:lnTo>
                            <a:pt x="2035733" y="2009101"/>
                          </a:lnTo>
                          <a:lnTo>
                            <a:pt x="2037181" y="2057946"/>
                          </a:lnTo>
                          <a:lnTo>
                            <a:pt x="2039378" y="2108568"/>
                          </a:lnTo>
                          <a:lnTo>
                            <a:pt x="2044534" y="2213140"/>
                          </a:lnTo>
                          <a:lnTo>
                            <a:pt x="2046782" y="2266035"/>
                          </a:lnTo>
                          <a:lnTo>
                            <a:pt x="2048332" y="2318677"/>
                          </a:lnTo>
                          <a:lnTo>
                            <a:pt x="2048802" y="2370531"/>
                          </a:lnTo>
                          <a:lnTo>
                            <a:pt x="2047836" y="2421090"/>
                          </a:lnTo>
                          <a:lnTo>
                            <a:pt x="2045093" y="2469832"/>
                          </a:lnTo>
                          <a:lnTo>
                            <a:pt x="2040191" y="2516251"/>
                          </a:lnTo>
                          <a:lnTo>
                            <a:pt x="2032774" y="2559824"/>
                          </a:lnTo>
                          <a:lnTo>
                            <a:pt x="2022487" y="2600045"/>
                          </a:lnTo>
                          <a:lnTo>
                            <a:pt x="2008949" y="2636405"/>
                          </a:lnTo>
                          <a:lnTo>
                            <a:pt x="1965071" y="2708237"/>
                          </a:lnTo>
                          <a:lnTo>
                            <a:pt x="1932965" y="2745587"/>
                          </a:lnTo>
                          <a:lnTo>
                            <a:pt x="1896224" y="2780614"/>
                          </a:lnTo>
                          <a:lnTo>
                            <a:pt x="1855571" y="2813481"/>
                          </a:lnTo>
                          <a:lnTo>
                            <a:pt x="1811769" y="2844393"/>
                          </a:lnTo>
                          <a:lnTo>
                            <a:pt x="1765541" y="2873540"/>
                          </a:lnTo>
                          <a:lnTo>
                            <a:pt x="1717598" y="2901099"/>
                          </a:lnTo>
                          <a:lnTo>
                            <a:pt x="1668703" y="2927248"/>
                          </a:lnTo>
                          <a:lnTo>
                            <a:pt x="1619567" y="2952191"/>
                          </a:lnTo>
                          <a:lnTo>
                            <a:pt x="1478089" y="3021596"/>
                          </a:lnTo>
                          <a:lnTo>
                            <a:pt x="1435341" y="3043542"/>
                          </a:lnTo>
                          <a:lnTo>
                            <a:pt x="1396034" y="3065208"/>
                          </a:lnTo>
                          <a:lnTo>
                            <a:pt x="1360893" y="3086785"/>
                          </a:lnTo>
                          <a:lnTo>
                            <a:pt x="1306029" y="3130385"/>
                          </a:lnTo>
                          <a:lnTo>
                            <a:pt x="1264043" y="3181883"/>
                          </a:lnTo>
                          <a:lnTo>
                            <a:pt x="1240320" y="3229305"/>
                          </a:lnTo>
                          <a:lnTo>
                            <a:pt x="1230934" y="3273234"/>
                          </a:lnTo>
                          <a:lnTo>
                            <a:pt x="1231963" y="3314268"/>
                          </a:lnTo>
                          <a:lnTo>
                            <a:pt x="1239507" y="3352952"/>
                          </a:lnTo>
                          <a:lnTo>
                            <a:pt x="1249616" y="3389896"/>
                          </a:lnTo>
                          <a:lnTo>
                            <a:pt x="1258404" y="3425660"/>
                          </a:lnTo>
                          <a:lnTo>
                            <a:pt x="1267244" y="3467392"/>
                          </a:lnTo>
                          <a:lnTo>
                            <a:pt x="1279385" y="3508718"/>
                          </a:lnTo>
                          <a:lnTo>
                            <a:pt x="1297089" y="3547668"/>
                          </a:lnTo>
                          <a:lnTo>
                            <a:pt x="1322590" y="3582263"/>
                          </a:lnTo>
                          <a:lnTo>
                            <a:pt x="1358138" y="3610508"/>
                          </a:lnTo>
                          <a:lnTo>
                            <a:pt x="1405978" y="3630409"/>
                          </a:lnTo>
                          <a:lnTo>
                            <a:pt x="1487043" y="3639972"/>
                          </a:lnTo>
                          <a:lnTo>
                            <a:pt x="1536788" y="3639477"/>
                          </a:lnTo>
                          <a:lnTo>
                            <a:pt x="1590649" y="3636429"/>
                          </a:lnTo>
                          <a:lnTo>
                            <a:pt x="1647126" y="3631603"/>
                          </a:lnTo>
                          <a:lnTo>
                            <a:pt x="1704695" y="3625723"/>
                          </a:lnTo>
                          <a:lnTo>
                            <a:pt x="1817052" y="3613797"/>
                          </a:lnTo>
                          <a:lnTo>
                            <a:pt x="1868817" y="3609238"/>
                          </a:lnTo>
                          <a:lnTo>
                            <a:pt x="1915629" y="3606596"/>
                          </a:lnTo>
                          <a:lnTo>
                            <a:pt x="1971840" y="3604857"/>
                          </a:lnTo>
                          <a:lnTo>
                            <a:pt x="2018588" y="3603688"/>
                          </a:lnTo>
                          <a:lnTo>
                            <a:pt x="2060790" y="3603104"/>
                          </a:lnTo>
                          <a:lnTo>
                            <a:pt x="2103335" y="3603104"/>
                          </a:lnTo>
                          <a:lnTo>
                            <a:pt x="2151151" y="3603688"/>
                          </a:lnTo>
                          <a:lnTo>
                            <a:pt x="2282279" y="3606596"/>
                          </a:lnTo>
                          <a:lnTo>
                            <a:pt x="2321141" y="3608057"/>
                          </a:lnTo>
                          <a:lnTo>
                            <a:pt x="2365159" y="3610495"/>
                          </a:lnTo>
                          <a:lnTo>
                            <a:pt x="2413520" y="3613734"/>
                          </a:lnTo>
                          <a:lnTo>
                            <a:pt x="2634399" y="3630460"/>
                          </a:lnTo>
                          <a:lnTo>
                            <a:pt x="2692463" y="3634587"/>
                          </a:lnTo>
                          <a:lnTo>
                            <a:pt x="2750070" y="3638283"/>
                          </a:lnTo>
                          <a:lnTo>
                            <a:pt x="2806395" y="3641344"/>
                          </a:lnTo>
                          <a:lnTo>
                            <a:pt x="2860662" y="3643579"/>
                          </a:lnTo>
                          <a:lnTo>
                            <a:pt x="2912046" y="3644773"/>
                          </a:lnTo>
                          <a:lnTo>
                            <a:pt x="2959760" y="3644735"/>
                          </a:lnTo>
                          <a:lnTo>
                            <a:pt x="3003004" y="3643261"/>
                          </a:lnTo>
                          <a:lnTo>
                            <a:pt x="3072854" y="3635171"/>
                          </a:lnTo>
                          <a:lnTo>
                            <a:pt x="3128632" y="3619792"/>
                          </a:lnTo>
                          <a:lnTo>
                            <a:pt x="3167227" y="3600361"/>
                          </a:lnTo>
                          <a:lnTo>
                            <a:pt x="3204184" y="3546322"/>
                          </a:lnTo>
                          <a:lnTo>
                            <a:pt x="3208210" y="3510229"/>
                          </a:lnTo>
                          <a:close/>
                        </a:path>
                        <a:path w="4381500" h="3644900">
                          <a:moveTo>
                            <a:pt x="4381093" y="1975573"/>
                          </a:moveTo>
                          <a:lnTo>
                            <a:pt x="4380839" y="1936203"/>
                          </a:lnTo>
                          <a:lnTo>
                            <a:pt x="4371987" y="1893963"/>
                          </a:lnTo>
                          <a:lnTo>
                            <a:pt x="4357395" y="1849818"/>
                          </a:lnTo>
                          <a:lnTo>
                            <a:pt x="4322318" y="1759572"/>
                          </a:lnTo>
                          <a:lnTo>
                            <a:pt x="4307548" y="1715376"/>
                          </a:lnTo>
                          <a:lnTo>
                            <a:pt x="4298404" y="1673059"/>
                          </a:lnTo>
                          <a:lnTo>
                            <a:pt x="4292600" y="1620088"/>
                          </a:lnTo>
                          <a:lnTo>
                            <a:pt x="4288917" y="1569491"/>
                          </a:lnTo>
                          <a:lnTo>
                            <a:pt x="4286542" y="1519440"/>
                          </a:lnTo>
                          <a:lnTo>
                            <a:pt x="4282554" y="1413510"/>
                          </a:lnTo>
                          <a:lnTo>
                            <a:pt x="4279354" y="1353908"/>
                          </a:lnTo>
                          <a:lnTo>
                            <a:pt x="4275810" y="1304658"/>
                          </a:lnTo>
                          <a:lnTo>
                            <a:pt x="4266704" y="1196289"/>
                          </a:lnTo>
                          <a:lnTo>
                            <a:pt x="4262145" y="1139647"/>
                          </a:lnTo>
                          <a:lnTo>
                            <a:pt x="4258246" y="1083005"/>
                          </a:lnTo>
                          <a:lnTo>
                            <a:pt x="4255528" y="1027569"/>
                          </a:lnTo>
                          <a:lnTo>
                            <a:pt x="4254474" y="974598"/>
                          </a:lnTo>
                          <a:lnTo>
                            <a:pt x="4255605" y="925283"/>
                          </a:lnTo>
                          <a:lnTo>
                            <a:pt x="4261294" y="873036"/>
                          </a:lnTo>
                          <a:lnTo>
                            <a:pt x="4271594" y="823379"/>
                          </a:lnTo>
                          <a:lnTo>
                            <a:pt x="4284510" y="775817"/>
                          </a:lnTo>
                          <a:lnTo>
                            <a:pt x="4298035" y="729881"/>
                          </a:lnTo>
                          <a:lnTo>
                            <a:pt x="4310164" y="685050"/>
                          </a:lnTo>
                          <a:lnTo>
                            <a:pt x="4318914" y="640829"/>
                          </a:lnTo>
                          <a:lnTo>
                            <a:pt x="4322280" y="596734"/>
                          </a:lnTo>
                          <a:lnTo>
                            <a:pt x="4325023" y="556107"/>
                          </a:lnTo>
                          <a:lnTo>
                            <a:pt x="4337418" y="469074"/>
                          </a:lnTo>
                          <a:lnTo>
                            <a:pt x="4340720" y="426453"/>
                          </a:lnTo>
                          <a:lnTo>
                            <a:pt x="4337837" y="386956"/>
                          </a:lnTo>
                          <a:lnTo>
                            <a:pt x="4325594" y="352475"/>
                          </a:lnTo>
                          <a:lnTo>
                            <a:pt x="4260304" y="306158"/>
                          </a:lnTo>
                          <a:lnTo>
                            <a:pt x="4192447" y="292976"/>
                          </a:lnTo>
                          <a:lnTo>
                            <a:pt x="4148759" y="287756"/>
                          </a:lnTo>
                          <a:lnTo>
                            <a:pt x="4100004" y="283743"/>
                          </a:lnTo>
                          <a:lnTo>
                            <a:pt x="4047248" y="281165"/>
                          </a:lnTo>
                          <a:lnTo>
                            <a:pt x="3991572" y="280225"/>
                          </a:lnTo>
                          <a:lnTo>
                            <a:pt x="3934041" y="281165"/>
                          </a:lnTo>
                          <a:lnTo>
                            <a:pt x="3875735" y="284187"/>
                          </a:lnTo>
                          <a:lnTo>
                            <a:pt x="3817747" y="289521"/>
                          </a:lnTo>
                          <a:lnTo>
                            <a:pt x="3761130" y="297383"/>
                          </a:lnTo>
                          <a:lnTo>
                            <a:pt x="3706977" y="308000"/>
                          </a:lnTo>
                          <a:lnTo>
                            <a:pt x="3656342" y="321589"/>
                          </a:lnTo>
                          <a:lnTo>
                            <a:pt x="3610318" y="338366"/>
                          </a:lnTo>
                          <a:lnTo>
                            <a:pt x="3569982" y="358546"/>
                          </a:lnTo>
                          <a:lnTo>
                            <a:pt x="3536404" y="382358"/>
                          </a:lnTo>
                          <a:lnTo>
                            <a:pt x="3494468" y="439788"/>
                          </a:lnTo>
                          <a:lnTo>
                            <a:pt x="3480511" y="476351"/>
                          </a:lnTo>
                          <a:lnTo>
                            <a:pt x="3470300" y="517118"/>
                          </a:lnTo>
                          <a:lnTo>
                            <a:pt x="3463125" y="561314"/>
                          </a:lnTo>
                          <a:lnTo>
                            <a:pt x="3458286" y="608164"/>
                          </a:lnTo>
                          <a:lnTo>
                            <a:pt x="3455111" y="656894"/>
                          </a:lnTo>
                          <a:lnTo>
                            <a:pt x="3452876" y="706742"/>
                          </a:lnTo>
                          <a:lnTo>
                            <a:pt x="3450894" y="756920"/>
                          </a:lnTo>
                          <a:lnTo>
                            <a:pt x="3448456" y="806665"/>
                          </a:lnTo>
                          <a:lnTo>
                            <a:pt x="3444875" y="855205"/>
                          </a:lnTo>
                          <a:lnTo>
                            <a:pt x="3439452" y="901750"/>
                          </a:lnTo>
                          <a:lnTo>
                            <a:pt x="3431489" y="945540"/>
                          </a:lnTo>
                          <a:lnTo>
                            <a:pt x="3420287" y="985812"/>
                          </a:lnTo>
                          <a:lnTo>
                            <a:pt x="3405149" y="1021765"/>
                          </a:lnTo>
                          <a:lnTo>
                            <a:pt x="3360255" y="1077683"/>
                          </a:lnTo>
                          <a:lnTo>
                            <a:pt x="3291738" y="1111618"/>
                          </a:lnTo>
                          <a:lnTo>
                            <a:pt x="3249371" y="1122045"/>
                          </a:lnTo>
                          <a:lnTo>
                            <a:pt x="3202698" y="1128801"/>
                          </a:lnTo>
                          <a:lnTo>
                            <a:pt x="3152546" y="1132446"/>
                          </a:lnTo>
                          <a:lnTo>
                            <a:pt x="3099752" y="1133475"/>
                          </a:lnTo>
                          <a:lnTo>
                            <a:pt x="3045129" y="1132433"/>
                          </a:lnTo>
                          <a:lnTo>
                            <a:pt x="2989503" y="1129842"/>
                          </a:lnTo>
                          <a:lnTo>
                            <a:pt x="2933712" y="1126223"/>
                          </a:lnTo>
                          <a:lnTo>
                            <a:pt x="2824950" y="1118044"/>
                          </a:lnTo>
                          <a:lnTo>
                            <a:pt x="2773629" y="1114526"/>
                          </a:lnTo>
                          <a:lnTo>
                            <a:pt x="2725445" y="1112088"/>
                          </a:lnTo>
                          <a:lnTo>
                            <a:pt x="2681236" y="1111275"/>
                          </a:lnTo>
                          <a:lnTo>
                            <a:pt x="2641828" y="1112608"/>
                          </a:lnTo>
                          <a:lnTo>
                            <a:pt x="2580729" y="1123784"/>
                          </a:lnTo>
                          <a:lnTo>
                            <a:pt x="2543657" y="1186853"/>
                          </a:lnTo>
                          <a:lnTo>
                            <a:pt x="2530538" y="1250645"/>
                          </a:lnTo>
                          <a:lnTo>
                            <a:pt x="2535859" y="1302854"/>
                          </a:lnTo>
                          <a:lnTo>
                            <a:pt x="2550630" y="1379308"/>
                          </a:lnTo>
                          <a:lnTo>
                            <a:pt x="2577947" y="1423809"/>
                          </a:lnTo>
                          <a:lnTo>
                            <a:pt x="2633027" y="1450340"/>
                          </a:lnTo>
                          <a:lnTo>
                            <a:pt x="2709799" y="1462900"/>
                          </a:lnTo>
                          <a:lnTo>
                            <a:pt x="2754426" y="1465173"/>
                          </a:lnTo>
                          <a:lnTo>
                            <a:pt x="2802217" y="1465427"/>
                          </a:lnTo>
                          <a:lnTo>
                            <a:pt x="2852394" y="1464170"/>
                          </a:lnTo>
                          <a:lnTo>
                            <a:pt x="2904210" y="1461897"/>
                          </a:lnTo>
                          <a:lnTo>
                            <a:pt x="3009722" y="1456270"/>
                          </a:lnTo>
                          <a:lnTo>
                            <a:pt x="3061919" y="1453908"/>
                          </a:lnTo>
                          <a:lnTo>
                            <a:pt x="3112706" y="1452511"/>
                          </a:lnTo>
                          <a:lnTo>
                            <a:pt x="3161360" y="1452575"/>
                          </a:lnTo>
                          <a:lnTo>
                            <a:pt x="3207105" y="1454594"/>
                          </a:lnTo>
                          <a:lnTo>
                            <a:pt x="3249193" y="1459052"/>
                          </a:lnTo>
                          <a:lnTo>
                            <a:pt x="3286849" y="1466456"/>
                          </a:lnTo>
                          <a:lnTo>
                            <a:pt x="3345904" y="1492084"/>
                          </a:lnTo>
                          <a:lnTo>
                            <a:pt x="3375075" y="1519402"/>
                          </a:lnTo>
                          <a:lnTo>
                            <a:pt x="3396704" y="1552435"/>
                          </a:lnTo>
                          <a:lnTo>
                            <a:pt x="3411931" y="1590255"/>
                          </a:lnTo>
                          <a:lnTo>
                            <a:pt x="3421888" y="1631924"/>
                          </a:lnTo>
                          <a:lnTo>
                            <a:pt x="3427730" y="1676501"/>
                          </a:lnTo>
                          <a:lnTo>
                            <a:pt x="3430600" y="1723059"/>
                          </a:lnTo>
                          <a:lnTo>
                            <a:pt x="3431654" y="1770646"/>
                          </a:lnTo>
                          <a:lnTo>
                            <a:pt x="3432022" y="1818335"/>
                          </a:lnTo>
                          <a:lnTo>
                            <a:pt x="3432860" y="1865185"/>
                          </a:lnTo>
                          <a:lnTo>
                            <a:pt x="3435299" y="1910257"/>
                          </a:lnTo>
                          <a:lnTo>
                            <a:pt x="3440493" y="1952625"/>
                          </a:lnTo>
                          <a:lnTo>
                            <a:pt x="3449599" y="1991334"/>
                          </a:lnTo>
                          <a:lnTo>
                            <a:pt x="3484080" y="2054059"/>
                          </a:lnTo>
                          <a:lnTo>
                            <a:pt x="3518103" y="2084578"/>
                          </a:lnTo>
                          <a:lnTo>
                            <a:pt x="3558743" y="2111311"/>
                          </a:lnTo>
                          <a:lnTo>
                            <a:pt x="3604717" y="2134412"/>
                          </a:lnTo>
                          <a:lnTo>
                            <a:pt x="3654768" y="2154034"/>
                          </a:lnTo>
                          <a:lnTo>
                            <a:pt x="3707612" y="2170328"/>
                          </a:lnTo>
                          <a:lnTo>
                            <a:pt x="3761994" y="2183434"/>
                          </a:lnTo>
                          <a:lnTo>
                            <a:pt x="3816654" y="2193506"/>
                          </a:lnTo>
                          <a:lnTo>
                            <a:pt x="3870312" y="2200706"/>
                          </a:lnTo>
                          <a:lnTo>
                            <a:pt x="3921709" y="2205164"/>
                          </a:lnTo>
                          <a:lnTo>
                            <a:pt x="3969575" y="2207031"/>
                          </a:lnTo>
                          <a:lnTo>
                            <a:pt x="4012654" y="2206460"/>
                          </a:lnTo>
                          <a:lnTo>
                            <a:pt x="4062234" y="2201024"/>
                          </a:lnTo>
                          <a:lnTo>
                            <a:pt x="4111815" y="2189492"/>
                          </a:lnTo>
                          <a:lnTo>
                            <a:pt x="4160329" y="2172754"/>
                          </a:lnTo>
                          <a:lnTo>
                            <a:pt x="4206722" y="2151672"/>
                          </a:lnTo>
                          <a:lnTo>
                            <a:pt x="4249953" y="2127085"/>
                          </a:lnTo>
                          <a:lnTo>
                            <a:pt x="4288929" y="2099881"/>
                          </a:lnTo>
                          <a:lnTo>
                            <a:pt x="4322623" y="2070912"/>
                          </a:lnTo>
                          <a:lnTo>
                            <a:pt x="4349966" y="2041042"/>
                          </a:lnTo>
                          <a:lnTo>
                            <a:pt x="4369905" y="2011133"/>
                          </a:lnTo>
                          <a:lnTo>
                            <a:pt x="4381093" y="1975573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 dirty="0"/>
                    </a:p>
                  </p:txBody>
                </p:sp>
                <p:sp>
                  <p:nvSpPr>
                    <p:cNvPr id="140" name="object 4">
                      <a:extLst>
                        <a:ext uri="{FF2B5EF4-FFF2-40B4-BE49-F238E27FC236}">
                          <a16:creationId xmlns:a16="http://schemas.microsoft.com/office/drawing/2014/main" id="{B108FA28-5262-0C74-A028-6CF3778EAE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087239" y="2603880"/>
                      <a:ext cx="1325880" cy="12731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325879" h="1273175">
                          <a:moveTo>
                            <a:pt x="0" y="0"/>
                          </a:moveTo>
                          <a:lnTo>
                            <a:pt x="277875" y="1524"/>
                          </a:lnTo>
                        </a:path>
                        <a:path w="1325879" h="1273175">
                          <a:moveTo>
                            <a:pt x="0" y="647700"/>
                          </a:moveTo>
                          <a:lnTo>
                            <a:pt x="277875" y="644525"/>
                          </a:lnTo>
                        </a:path>
                        <a:path w="1325879" h="1273175">
                          <a:moveTo>
                            <a:pt x="9525" y="1271524"/>
                          </a:moveTo>
                          <a:lnTo>
                            <a:pt x="282575" y="1273175"/>
                          </a:lnTo>
                        </a:path>
                        <a:path w="1325879" h="1273175">
                          <a:moveTo>
                            <a:pt x="503300" y="846074"/>
                          </a:moveTo>
                          <a:lnTo>
                            <a:pt x="1325626" y="84924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98" name="object 5">
                    <a:extLst>
                      <a:ext uri="{FF2B5EF4-FFF2-40B4-BE49-F238E27FC236}">
                        <a16:creationId xmlns:a16="http://schemas.microsoft.com/office/drawing/2014/main" id="{C4C976D3-CB73-A6BB-3A73-90921E0FF555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302891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99" name="object 6">
                    <a:extLst>
                      <a:ext uri="{FF2B5EF4-FFF2-40B4-BE49-F238E27FC236}">
                        <a16:creationId xmlns:a16="http://schemas.microsoft.com/office/drawing/2014/main" id="{503F3358-6FD6-50F0-2C22-CCD1EB882814}"/>
                      </a:ext>
                    </a:extLst>
                  </p:cNvPr>
                  <p:cNvSpPr txBox="1"/>
                  <p:nvPr/>
                </p:nvSpPr>
                <p:spPr>
                  <a:xfrm>
                    <a:off x="5011292" y="39286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.3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0" name="object 7">
                    <a:extLst>
                      <a:ext uri="{FF2B5EF4-FFF2-40B4-BE49-F238E27FC236}">
                        <a16:creationId xmlns:a16="http://schemas.microsoft.com/office/drawing/2014/main" id="{51F3D0C1-83E2-E35F-1A32-B248A7AC007D}"/>
                      </a:ext>
                    </a:extLst>
                  </p:cNvPr>
                  <p:cNvGrpSpPr/>
                  <p:nvPr/>
                </p:nvGrpSpPr>
                <p:grpSpPr>
                  <a:xfrm>
                    <a:off x="6065139" y="2756280"/>
                    <a:ext cx="2129155" cy="2567305"/>
                    <a:chOff x="6065139" y="2756280"/>
                    <a:chExt cx="2129155" cy="2567305"/>
                  </a:xfrm>
                </p:grpSpPr>
                <p:sp>
                  <p:nvSpPr>
                    <p:cNvPr id="136" name="object 8">
                      <a:extLst>
                        <a:ext uri="{FF2B5EF4-FFF2-40B4-BE49-F238E27FC236}">
                          <a16:creationId xmlns:a16="http://schemas.microsoft.com/office/drawing/2014/main" id="{015F7812-59A9-5E79-EF4B-C8193E70AD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5564" y="2765805"/>
                      <a:ext cx="1259205" cy="127825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59204" h="1278254">
                          <a:moveTo>
                            <a:pt x="0" y="690499"/>
                          </a:moveTo>
                          <a:lnTo>
                            <a:pt x="639826" y="692150"/>
                          </a:lnTo>
                        </a:path>
                        <a:path w="1259204" h="1278254">
                          <a:moveTo>
                            <a:pt x="1024001" y="0"/>
                          </a:moveTo>
                          <a:lnTo>
                            <a:pt x="1258951" y="6350"/>
                          </a:lnTo>
                        </a:path>
                        <a:path w="1259204" h="1278254">
                          <a:moveTo>
                            <a:pt x="1024001" y="1271524"/>
                          </a:moveTo>
                          <a:lnTo>
                            <a:pt x="1258951" y="1277874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7" name="object 9">
                      <a:extLst>
                        <a:ext uri="{FF2B5EF4-FFF2-40B4-BE49-F238E27FC236}">
                          <a16:creationId xmlns:a16="http://schemas.microsoft.com/office/drawing/2014/main" id="{3E931D3E-445E-D524-7C23-D904865ED3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689026" y="3784980"/>
                      <a:ext cx="0" cy="6635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h="663575">
                          <a:moveTo>
                            <a:pt x="0" y="371475"/>
                          </a:moveTo>
                          <a:lnTo>
                            <a:pt x="0" y="663575"/>
                          </a:lnTo>
                        </a:path>
                        <a:path h="663575">
                          <a:moveTo>
                            <a:pt x="0" y="0"/>
                          </a:moveTo>
                          <a:lnTo>
                            <a:pt x="0" y="138112"/>
                          </a:lnTo>
                        </a:path>
                      </a:pathLst>
                    </a:custGeom>
                    <a:ln w="22225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8" name="object 10">
                      <a:extLst>
                        <a:ext uri="{FF2B5EF4-FFF2-40B4-BE49-F238E27FC236}">
                          <a16:creationId xmlns:a16="http://schemas.microsoft.com/office/drawing/2014/main" id="{1FC65001-CEEB-5EA0-8295-1C960CBED2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074664" y="5067680"/>
                      <a:ext cx="1179830" cy="2463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79829" h="246379">
                          <a:moveTo>
                            <a:pt x="3175" y="241300"/>
                          </a:moveTo>
                          <a:lnTo>
                            <a:pt x="0" y="0"/>
                          </a:lnTo>
                        </a:path>
                        <a:path w="1179829" h="246379">
                          <a:moveTo>
                            <a:pt x="1179576" y="245999"/>
                          </a:moveTo>
                          <a:lnTo>
                            <a:pt x="1176401" y="4699"/>
                          </a:lnTo>
                        </a:path>
                      </a:pathLst>
                    </a:custGeom>
                    <a:ln w="19050">
                      <a:solidFill>
                        <a:srgbClr val="163793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1" name="object 11">
                    <a:extLst>
                      <a:ext uri="{FF2B5EF4-FFF2-40B4-BE49-F238E27FC236}">
                        <a16:creationId xmlns:a16="http://schemas.microsoft.com/office/drawing/2014/main" id="{75E5A9FA-21A5-A6CD-E5FE-3D9FC2377947}"/>
                      </a:ext>
                    </a:extLst>
                  </p:cNvPr>
                  <p:cNvSpPr txBox="1"/>
                  <p:nvPr/>
                </p:nvSpPr>
                <p:spPr>
                  <a:xfrm>
                    <a:off x="7316216" y="4989703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2" name="object 12">
                    <a:extLst>
                      <a:ext uri="{FF2B5EF4-FFF2-40B4-BE49-F238E27FC236}">
                        <a16:creationId xmlns:a16="http://schemas.microsoft.com/office/drawing/2014/main" id="{D9DBEE1D-B65D-015C-5C2D-FA0A6D3A1C70}"/>
                      </a:ext>
                    </a:extLst>
                  </p:cNvPr>
                  <p:cNvSpPr txBox="1"/>
                  <p:nvPr/>
                </p:nvSpPr>
                <p:spPr>
                  <a:xfrm>
                    <a:off x="5132070" y="5038090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03" name="object 13">
                    <a:extLst>
                      <a:ext uri="{FF2B5EF4-FFF2-40B4-BE49-F238E27FC236}">
                        <a16:creationId xmlns:a16="http://schemas.microsoft.com/office/drawing/2014/main" id="{AD5B74A1-C77B-2BEB-F6D2-3846D56DEFF3}"/>
                      </a:ext>
                    </a:extLst>
                  </p:cNvPr>
                  <p:cNvGrpSpPr/>
                  <p:nvPr/>
                </p:nvGrpSpPr>
                <p:grpSpPr>
                  <a:xfrm>
                    <a:off x="5201539" y="2951543"/>
                    <a:ext cx="1804974" cy="816165"/>
                    <a:chOff x="5201539" y="2951543"/>
                    <a:chExt cx="1804974" cy="816165"/>
                  </a:xfrm>
                </p:grpSpPr>
                <p:pic>
                  <p:nvPicPr>
                    <p:cNvPr id="130" name="object 27">
                      <a:extLst>
                        <a:ext uri="{FF2B5EF4-FFF2-40B4-BE49-F238E27FC236}">
                          <a16:creationId xmlns:a16="http://schemas.microsoft.com/office/drawing/2014/main" id="{25974D12-0CCF-9578-48C7-DFE9982684A5}"/>
                        </a:ext>
                      </a:extLst>
                    </p:cNvPr>
                    <p:cNvPicPr/>
                    <p:nvPr/>
                  </p:nvPicPr>
                  <p:blipFill>
                    <a:blip r:embed="rId9" cstate="print"/>
                    <a:stretch>
                      <a:fillRect/>
                    </a:stretch>
                  </p:blipFill>
                  <p:spPr>
                    <a:xfrm>
                      <a:off x="6311138" y="3569588"/>
                      <a:ext cx="692277" cy="19786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2" name="object 29">
                      <a:extLst>
                        <a:ext uri="{FF2B5EF4-FFF2-40B4-BE49-F238E27FC236}">
                          <a16:creationId xmlns:a16="http://schemas.microsoft.com/office/drawing/2014/main" id="{A53B8EBA-1EBE-BA45-05F0-0F72C4E915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11138" y="3569588"/>
                      <a:ext cx="692785" cy="19812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2784" h="198120">
                          <a:moveTo>
                            <a:pt x="0" y="98933"/>
                          </a:moveTo>
                          <a:lnTo>
                            <a:pt x="27197" y="60436"/>
                          </a:lnTo>
                          <a:lnTo>
                            <a:pt x="101377" y="28987"/>
                          </a:lnTo>
                          <a:lnTo>
                            <a:pt x="152610" y="16903"/>
                          </a:lnTo>
                          <a:lnTo>
                            <a:pt x="211419" y="7778"/>
                          </a:lnTo>
                          <a:lnTo>
                            <a:pt x="276413" y="2011"/>
                          </a:lnTo>
                          <a:lnTo>
                            <a:pt x="346202" y="0"/>
                          </a:lnTo>
                          <a:lnTo>
                            <a:pt x="415949" y="2011"/>
                          </a:lnTo>
                          <a:lnTo>
                            <a:pt x="480911" y="7778"/>
                          </a:lnTo>
                          <a:lnTo>
                            <a:pt x="539697" y="16903"/>
                          </a:lnTo>
                          <a:lnTo>
                            <a:pt x="590915" y="28987"/>
                          </a:lnTo>
                          <a:lnTo>
                            <a:pt x="633173" y="43631"/>
                          </a:lnTo>
                          <a:lnTo>
                            <a:pt x="685246" y="79002"/>
                          </a:lnTo>
                          <a:lnTo>
                            <a:pt x="692277" y="98933"/>
                          </a:lnTo>
                          <a:lnTo>
                            <a:pt x="685246" y="118863"/>
                          </a:lnTo>
                          <a:lnTo>
                            <a:pt x="633173" y="154234"/>
                          </a:lnTo>
                          <a:lnTo>
                            <a:pt x="590915" y="168878"/>
                          </a:lnTo>
                          <a:lnTo>
                            <a:pt x="539697" y="180962"/>
                          </a:lnTo>
                          <a:lnTo>
                            <a:pt x="480911" y="190087"/>
                          </a:lnTo>
                          <a:lnTo>
                            <a:pt x="415949" y="195854"/>
                          </a:lnTo>
                          <a:lnTo>
                            <a:pt x="346202" y="197866"/>
                          </a:lnTo>
                          <a:lnTo>
                            <a:pt x="276413" y="195854"/>
                          </a:lnTo>
                          <a:lnTo>
                            <a:pt x="211419" y="190087"/>
                          </a:lnTo>
                          <a:lnTo>
                            <a:pt x="152610" y="180962"/>
                          </a:lnTo>
                          <a:lnTo>
                            <a:pt x="101377" y="168878"/>
                          </a:lnTo>
                          <a:lnTo>
                            <a:pt x="59110" y="154234"/>
                          </a:lnTo>
                          <a:lnTo>
                            <a:pt x="7031" y="118863"/>
                          </a:lnTo>
                          <a:lnTo>
                            <a:pt x="0" y="98933"/>
                          </a:lnTo>
                          <a:close/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33" name="object 30">
                      <a:extLst>
                        <a:ext uri="{FF2B5EF4-FFF2-40B4-BE49-F238E27FC236}">
                          <a16:creationId xmlns:a16="http://schemas.microsoft.com/office/drawing/2014/main" id="{6BF4FA12-31A1-136B-1D0B-2C522D3520D7}"/>
                        </a:ext>
                      </a:extLst>
                    </p:cNvPr>
                    <p:cNvPicPr/>
                    <p:nvPr/>
                  </p:nvPicPr>
                  <p:blipFill>
                    <a:blip r:embed="rId11" cstate="print"/>
                    <a:stretch>
                      <a:fillRect/>
                    </a:stretch>
                  </p:blipFill>
                  <p:spPr>
                    <a:xfrm>
                      <a:off x="6308090" y="3411855"/>
                      <a:ext cx="698423" cy="258064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34" name="object 31">
                      <a:extLst>
                        <a:ext uri="{FF2B5EF4-FFF2-40B4-BE49-F238E27FC236}">
                          <a16:creationId xmlns:a16="http://schemas.microsoft.com/office/drawing/2014/main" id="{A3309CEB-73EF-815A-E64A-CF0ADC5E62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308090" y="3411855"/>
                      <a:ext cx="693420" cy="2698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93420" h="269875">
                          <a:moveTo>
                            <a:pt x="0" y="116205"/>
                          </a:moveTo>
                          <a:lnTo>
                            <a:pt x="27239" y="70991"/>
                          </a:lnTo>
                          <a:lnTo>
                            <a:pt x="101520" y="34051"/>
                          </a:lnTo>
                          <a:lnTo>
                            <a:pt x="152815" y="19857"/>
                          </a:lnTo>
                          <a:lnTo>
                            <a:pt x="211687" y="9138"/>
                          </a:lnTo>
                          <a:lnTo>
                            <a:pt x="276741" y="2362"/>
                          </a:lnTo>
                          <a:lnTo>
                            <a:pt x="346583" y="0"/>
                          </a:lnTo>
                          <a:lnTo>
                            <a:pt x="416466" y="2362"/>
                          </a:lnTo>
                          <a:lnTo>
                            <a:pt x="481552" y="9138"/>
                          </a:lnTo>
                          <a:lnTo>
                            <a:pt x="540446" y="19857"/>
                          </a:lnTo>
                          <a:lnTo>
                            <a:pt x="591756" y="34051"/>
                          </a:lnTo>
                          <a:lnTo>
                            <a:pt x="634089" y="51252"/>
                          </a:lnTo>
                          <a:lnTo>
                            <a:pt x="686250" y="92798"/>
                          </a:lnTo>
                          <a:lnTo>
                            <a:pt x="693292" y="116205"/>
                          </a:lnTo>
                          <a:lnTo>
                            <a:pt x="686250" y="139606"/>
                          </a:lnTo>
                          <a:lnTo>
                            <a:pt x="634089" y="181117"/>
                          </a:lnTo>
                          <a:lnTo>
                            <a:pt x="591756" y="198294"/>
                          </a:lnTo>
                          <a:lnTo>
                            <a:pt x="540446" y="212465"/>
                          </a:lnTo>
                          <a:lnTo>
                            <a:pt x="481552" y="223164"/>
                          </a:lnTo>
                          <a:lnTo>
                            <a:pt x="416466" y="229925"/>
                          </a:lnTo>
                          <a:lnTo>
                            <a:pt x="346583" y="232283"/>
                          </a:lnTo>
                          <a:lnTo>
                            <a:pt x="276741" y="229925"/>
                          </a:lnTo>
                          <a:lnTo>
                            <a:pt x="211687" y="223164"/>
                          </a:lnTo>
                          <a:lnTo>
                            <a:pt x="152815" y="212465"/>
                          </a:lnTo>
                          <a:lnTo>
                            <a:pt x="101520" y="198294"/>
                          </a:lnTo>
                          <a:lnTo>
                            <a:pt x="59197" y="181117"/>
                          </a:lnTo>
                          <a:lnTo>
                            <a:pt x="7042" y="139606"/>
                          </a:lnTo>
                          <a:lnTo>
                            <a:pt x="0" y="116205"/>
                          </a:lnTo>
                          <a:close/>
                        </a:path>
                        <a:path w="693420" h="269875">
                          <a:moveTo>
                            <a:pt x="139192" y="167767"/>
                          </a:moveTo>
                          <a:lnTo>
                            <a:pt x="260604" y="167767"/>
                          </a:lnTo>
                          <a:lnTo>
                            <a:pt x="381888" y="60198"/>
                          </a:lnTo>
                          <a:lnTo>
                            <a:pt x="531113" y="60198"/>
                          </a:lnTo>
                        </a:path>
                        <a:path w="693420" h="269875">
                          <a:moveTo>
                            <a:pt x="156972" y="60198"/>
                          </a:moveTo>
                          <a:lnTo>
                            <a:pt x="278257" y="60198"/>
                          </a:lnTo>
                          <a:lnTo>
                            <a:pt x="399668" y="167767"/>
                          </a:lnTo>
                          <a:lnTo>
                            <a:pt x="513334" y="167767"/>
                          </a:lnTo>
                        </a:path>
                        <a:path w="693420" h="269875">
                          <a:moveTo>
                            <a:pt x="3048" y="108966"/>
                          </a:moveTo>
                          <a:lnTo>
                            <a:pt x="3048" y="265303"/>
                          </a:lnTo>
                        </a:path>
                        <a:path w="693420" h="269875">
                          <a:moveTo>
                            <a:pt x="693292" y="116205"/>
                          </a:moveTo>
                          <a:lnTo>
                            <a:pt x="693292" y="269621"/>
                          </a:lnTo>
                        </a:path>
                      </a:pathLst>
                    </a:custGeom>
                    <a:ln w="19050">
                      <a:solidFill>
                        <a:srgbClr val="000000"/>
                      </a:solidFill>
                    </a:ln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sp>
                  <p:nvSpPr>
                    <p:cNvPr id="135" name="object 32">
                      <a:extLst>
                        <a:ext uri="{FF2B5EF4-FFF2-40B4-BE49-F238E27FC236}">
                          <a16:creationId xmlns:a16="http://schemas.microsoft.com/office/drawing/2014/main" id="{3ABBA690-4510-C5A1-B81A-0C9027F631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1539" y="2951543"/>
                      <a:ext cx="288925" cy="23367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8925" h="233680">
                          <a:moveTo>
                            <a:pt x="288925" y="0"/>
                          </a:moveTo>
                          <a:lnTo>
                            <a:pt x="0" y="0"/>
                          </a:lnTo>
                          <a:lnTo>
                            <a:pt x="0" y="233362"/>
                          </a:lnTo>
                          <a:lnTo>
                            <a:pt x="288925" y="233362"/>
                          </a:lnTo>
                          <a:lnTo>
                            <a:pt x="288925" y="0"/>
                          </a:lnTo>
                          <a:close/>
                        </a:path>
                      </a:pathLst>
                    </a:custGeom>
                    <a:solidFill>
                      <a:srgbClr val="66CCFF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</p:grpSp>
              <p:sp>
                <p:nvSpPr>
                  <p:cNvPr id="104" name="object 33">
                    <a:extLst>
                      <a:ext uri="{FF2B5EF4-FFF2-40B4-BE49-F238E27FC236}">
                        <a16:creationId xmlns:a16="http://schemas.microsoft.com/office/drawing/2014/main" id="{C1D7E690-89CE-B2A2-C9B4-5B7A155825FE}"/>
                      </a:ext>
                    </a:extLst>
                  </p:cNvPr>
                  <p:cNvSpPr txBox="1"/>
                  <p:nvPr/>
                </p:nvSpPr>
                <p:spPr>
                  <a:xfrm>
                    <a:off x="5125592" y="2945714"/>
                    <a:ext cx="2624455" cy="492759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ts val="1839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  <a:p>
                    <a:pPr marL="644525">
                      <a:lnSpc>
                        <a:spcPts val="1839"/>
                      </a:lnSpc>
                      <a:tabLst>
                        <a:tab pos="1765300" algn="l"/>
                      </a:tabLst>
                    </a:pPr>
                    <a:r>
                      <a:rPr sz="1600" b="1" spc="-10" dirty="0">
                        <a:solidFill>
                          <a:srgbClr val="FF0000"/>
                        </a:solidFill>
                        <a:latin typeface="Arial"/>
                        <a:cs typeface="Arial"/>
                      </a:rPr>
                      <a:t>223.1.1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.4</a:t>
                    </a:r>
                    <a:r>
                      <a:rPr sz="1600" b="1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	</a:t>
                    </a: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.9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5" name="object 34">
                    <a:extLst>
                      <a:ext uri="{FF2B5EF4-FFF2-40B4-BE49-F238E27FC236}">
                        <a16:creationId xmlns:a16="http://schemas.microsoft.com/office/drawing/2014/main" id="{22CEBAE4-3AFA-6353-EB89-4D0000E52CFA}"/>
                      </a:ext>
                    </a:extLst>
                  </p:cNvPr>
                  <p:cNvSpPr/>
                  <p:nvPr/>
                </p:nvSpPr>
                <p:spPr>
                  <a:xfrm>
                    <a:off x="6550914" y="2937192"/>
                    <a:ext cx="1644650" cy="12198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644650" h="1219835">
                        <a:moveTo>
                          <a:pt x="288925" y="985901"/>
                        </a:moveTo>
                        <a:lnTo>
                          <a:pt x="0" y="985901"/>
                        </a:lnTo>
                        <a:lnTo>
                          <a:pt x="0" y="1219263"/>
                        </a:lnTo>
                        <a:lnTo>
                          <a:pt x="288925" y="1219263"/>
                        </a:lnTo>
                        <a:lnTo>
                          <a:pt x="288925" y="985901"/>
                        </a:lnTo>
                        <a:close/>
                      </a:path>
                      <a:path w="1644650" h="1219835">
                        <a:moveTo>
                          <a:pt x="1641475" y="800100"/>
                        </a:moveTo>
                        <a:lnTo>
                          <a:pt x="1352550" y="800100"/>
                        </a:lnTo>
                        <a:lnTo>
                          <a:pt x="1352550" y="1033462"/>
                        </a:lnTo>
                        <a:lnTo>
                          <a:pt x="1641475" y="1033462"/>
                        </a:lnTo>
                        <a:lnTo>
                          <a:pt x="1641475" y="800100"/>
                        </a:lnTo>
                        <a:close/>
                      </a:path>
                      <a:path w="1644650" h="1219835">
                        <a:moveTo>
                          <a:pt x="1644650" y="0"/>
                        </a:moveTo>
                        <a:lnTo>
                          <a:pt x="1355725" y="0"/>
                        </a:lnTo>
                        <a:lnTo>
                          <a:pt x="1355725" y="233362"/>
                        </a:lnTo>
                        <a:lnTo>
                          <a:pt x="1644650" y="233362"/>
                        </a:lnTo>
                        <a:lnTo>
                          <a:pt x="1644650" y="0"/>
                        </a:lnTo>
                        <a:close/>
                      </a:path>
                    </a:pathLst>
                  </a:custGeom>
                  <a:solidFill>
                    <a:srgbClr val="66CCFF"/>
                  </a:solidFill>
                </p:spPr>
                <p:txBody>
                  <a:bodyPr wrap="square" lIns="0" tIns="0" rIns="0" bIns="0" rtlCol="0"/>
                  <a:lstStyle/>
                  <a:p>
                    <a:endParaRPr/>
                  </a:p>
                </p:txBody>
              </p:sp>
              <p:sp>
                <p:nvSpPr>
                  <p:cNvPr id="106" name="object 35">
                    <a:extLst>
                      <a:ext uri="{FF2B5EF4-FFF2-40B4-BE49-F238E27FC236}">
                        <a16:creationId xmlns:a16="http://schemas.microsoft.com/office/drawing/2014/main" id="{5D5DF46D-D07D-EA65-732E-8656747EDD21}"/>
                      </a:ext>
                    </a:extLst>
                  </p:cNvPr>
                  <p:cNvSpPr txBox="1"/>
                  <p:nvPr/>
                </p:nvSpPr>
                <p:spPr>
                  <a:xfrm>
                    <a:off x="6154292" y="3909822"/>
                    <a:ext cx="98488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latin typeface="Arial"/>
                        <a:cs typeface="Arial"/>
                      </a:rPr>
                      <a:t>223.1.3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.27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7" name="object 36">
                    <a:extLst>
                      <a:ext uri="{FF2B5EF4-FFF2-40B4-BE49-F238E27FC236}">
                        <a16:creationId xmlns:a16="http://schemas.microsoft.com/office/drawing/2014/main" id="{571738B9-680F-4D1D-3035-ADB633E1EFC0}"/>
                      </a:ext>
                    </a:extLst>
                  </p:cNvPr>
                  <p:cNvSpPr txBox="1"/>
                  <p:nvPr/>
                </p:nvSpPr>
                <p:spPr>
                  <a:xfrm>
                    <a:off x="7340600" y="3700017"/>
                    <a:ext cx="871219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.2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8" name="object 37">
                    <a:extLst>
                      <a:ext uri="{FF2B5EF4-FFF2-40B4-BE49-F238E27FC236}">
                        <a16:creationId xmlns:a16="http://schemas.microsoft.com/office/drawing/2014/main" id="{9AAF5471-6180-9EBB-0AA4-F8B495C15220}"/>
                      </a:ext>
                    </a:extLst>
                  </p:cNvPr>
                  <p:cNvSpPr txBox="1"/>
                  <p:nvPr/>
                </p:nvSpPr>
                <p:spPr>
                  <a:xfrm>
                    <a:off x="7160514" y="2415031"/>
                    <a:ext cx="871855" cy="269240"/>
                  </a:xfrm>
                  <a:prstGeom prst="rect">
                    <a:avLst/>
                  </a:prstGeom>
                </p:spPr>
                <p:txBody>
                  <a:bodyPr vert="horz" wrap="square" lIns="0" tIns="1206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95"/>
                      </a:spcBef>
                    </a:pPr>
                    <a:r>
                      <a:rPr sz="1600" b="1" spc="-10" dirty="0">
                        <a:solidFill>
                          <a:srgbClr val="890000"/>
                        </a:solidFill>
                        <a:latin typeface="Arial"/>
                        <a:cs typeface="Arial"/>
                      </a:rPr>
                      <a:t>223.1.2</a:t>
                    </a:r>
                    <a:r>
                      <a:rPr sz="16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.1</a:t>
                    </a:r>
                    <a:endParaRPr sz="160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09" name="object 41">
                    <a:extLst>
                      <a:ext uri="{FF2B5EF4-FFF2-40B4-BE49-F238E27FC236}">
                        <a16:creationId xmlns:a16="http://schemas.microsoft.com/office/drawing/2014/main" id="{123FF06E-3565-51C4-E70E-CB8AF0CB0591}"/>
                      </a:ext>
                    </a:extLst>
                  </p:cNvPr>
                  <p:cNvSpPr txBox="1"/>
                  <p:nvPr/>
                </p:nvSpPr>
                <p:spPr>
                  <a:xfrm>
                    <a:off x="7137272" y="4343145"/>
                    <a:ext cx="1022985" cy="391160"/>
                  </a:xfrm>
                  <a:prstGeom prst="rect">
                    <a:avLst/>
                  </a:prstGeom>
                </p:spPr>
                <p:txBody>
                  <a:bodyPr vert="horz" wrap="square" lIns="0" tIns="12700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0"/>
                      </a:spcBef>
                    </a:pPr>
                    <a:r>
                      <a:rPr sz="2400" b="1" spc="-10" dirty="0">
                        <a:solidFill>
                          <a:srgbClr val="CC0000"/>
                        </a:solidFill>
                        <a:latin typeface="Arial"/>
                        <a:cs typeface="Arial"/>
                      </a:rPr>
                      <a:t>subnet</a:t>
                    </a:r>
                    <a:endParaRPr sz="2400">
                      <a:latin typeface="Arial"/>
                      <a:cs typeface="Arial"/>
                    </a:endParaRPr>
                  </a:p>
                </p:txBody>
              </p:sp>
              <p:grpSp>
                <p:nvGrpSpPr>
                  <p:cNvPr id="110" name="object 42">
                    <a:extLst>
                      <a:ext uri="{FF2B5EF4-FFF2-40B4-BE49-F238E27FC236}">
                        <a16:creationId xmlns:a16="http://schemas.microsoft.com/office/drawing/2014/main" id="{D986A104-C8F7-CBB3-C690-46C29FD33A12}"/>
                      </a:ext>
                    </a:extLst>
                  </p:cNvPr>
                  <p:cNvGrpSpPr/>
                  <p:nvPr/>
                </p:nvGrpSpPr>
                <p:grpSpPr>
                  <a:xfrm>
                    <a:off x="5057140" y="2009013"/>
                    <a:ext cx="2040889" cy="2880995"/>
                    <a:chOff x="5057140" y="2009013"/>
                    <a:chExt cx="2040889" cy="2880995"/>
                  </a:xfrm>
                </p:grpSpPr>
                <p:sp>
                  <p:nvSpPr>
                    <p:cNvPr id="115" name="object 43">
                      <a:extLst>
                        <a:ext uri="{FF2B5EF4-FFF2-40B4-BE49-F238E27FC236}">
                          <a16:creationId xmlns:a16="http://schemas.microsoft.com/office/drawing/2014/main" id="{F7DAE653-B677-B6FE-40DB-0769FED5E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920865" y="4581905"/>
                      <a:ext cx="177165" cy="30797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7165" h="307975">
                          <a:moveTo>
                            <a:pt x="4063" y="222885"/>
                          </a:moveTo>
                          <a:lnTo>
                            <a:pt x="0" y="307975"/>
                          </a:lnTo>
                          <a:lnTo>
                            <a:pt x="70484" y="260223"/>
                          </a:lnTo>
                          <a:lnTo>
                            <a:pt x="62351" y="255651"/>
                          </a:lnTo>
                          <a:lnTo>
                            <a:pt x="36575" y="255651"/>
                          </a:lnTo>
                          <a:lnTo>
                            <a:pt x="25526" y="249428"/>
                          </a:lnTo>
                          <a:lnTo>
                            <a:pt x="31715" y="238428"/>
                          </a:lnTo>
                          <a:lnTo>
                            <a:pt x="4063" y="222885"/>
                          </a:lnTo>
                          <a:close/>
                        </a:path>
                        <a:path w="177165" h="307975">
                          <a:moveTo>
                            <a:pt x="31715" y="238428"/>
                          </a:moveTo>
                          <a:lnTo>
                            <a:pt x="25526" y="249428"/>
                          </a:lnTo>
                          <a:lnTo>
                            <a:pt x="36575" y="255651"/>
                          </a:lnTo>
                          <a:lnTo>
                            <a:pt x="42769" y="244642"/>
                          </a:lnTo>
                          <a:lnTo>
                            <a:pt x="31715" y="238428"/>
                          </a:lnTo>
                          <a:close/>
                        </a:path>
                        <a:path w="177165" h="307975">
                          <a:moveTo>
                            <a:pt x="42769" y="244642"/>
                          </a:moveTo>
                          <a:lnTo>
                            <a:pt x="36575" y="255651"/>
                          </a:lnTo>
                          <a:lnTo>
                            <a:pt x="62351" y="255651"/>
                          </a:lnTo>
                          <a:lnTo>
                            <a:pt x="42769" y="244642"/>
                          </a:lnTo>
                          <a:close/>
                        </a:path>
                        <a:path w="177165" h="307975">
                          <a:moveTo>
                            <a:pt x="165861" y="0"/>
                          </a:moveTo>
                          <a:lnTo>
                            <a:pt x="31715" y="238428"/>
                          </a:lnTo>
                          <a:lnTo>
                            <a:pt x="42769" y="244642"/>
                          </a:lnTo>
                          <a:lnTo>
                            <a:pt x="176910" y="6223"/>
                          </a:lnTo>
                          <a:lnTo>
                            <a:pt x="165861" y="0"/>
                          </a:lnTo>
                          <a:close/>
                        </a:path>
                      </a:pathLst>
                    </a:custGeom>
                    <a:solidFill>
                      <a:srgbClr val="CC0000"/>
                    </a:solidFill>
                  </p:spPr>
                  <p:txBody>
                    <a:bodyPr wrap="square" lIns="0" tIns="0" rIns="0" bIns="0" rtlCol="0"/>
                    <a:lstStyle/>
                    <a:p>
                      <a:endParaRPr/>
                    </a:p>
                  </p:txBody>
                </p:sp>
                <p:pic>
                  <p:nvPicPr>
                    <p:cNvPr id="116" name="object 44">
                      <a:extLst>
                        <a:ext uri="{FF2B5EF4-FFF2-40B4-BE49-F238E27FC236}">
                          <a16:creationId xmlns:a16="http://schemas.microsoft.com/office/drawing/2014/main" id="{0E6D3E93-28AC-8EB6-81BF-D5BE61075718}"/>
                        </a:ext>
                      </a:extLst>
                    </p:cNvPr>
                    <p:cNvPicPr/>
                    <p:nvPr/>
                  </p:nvPicPr>
                  <p:blipFill>
                    <a:blip r:embed="rId12" cstate="print"/>
                    <a:stretch>
                      <a:fillRect/>
                    </a:stretch>
                  </p:blipFill>
                  <p:spPr>
                    <a:xfrm>
                      <a:off x="5057140" y="2009013"/>
                      <a:ext cx="75564" cy="195834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11" name="object 46">
                    <a:extLst>
                      <a:ext uri="{FF2B5EF4-FFF2-40B4-BE49-F238E27FC236}">
                        <a16:creationId xmlns:a16="http://schemas.microsoft.com/office/drawing/2014/main" id="{406A504C-B848-9089-A2AF-D391AE56C2F5}"/>
                      </a:ext>
                    </a:extLst>
                  </p:cNvPr>
                  <p:cNvSpPr txBox="1"/>
                  <p:nvPr/>
                </p:nvSpPr>
                <p:spPr>
                  <a:xfrm>
                    <a:off x="4391914" y="1639062"/>
                    <a:ext cx="1440180" cy="330835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223.1.1.0/24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2" name="object 48">
                    <a:extLst>
                      <a:ext uri="{FF2B5EF4-FFF2-40B4-BE49-F238E27FC236}">
                        <a16:creationId xmlns:a16="http://schemas.microsoft.com/office/drawing/2014/main" id="{0459063C-CE1D-408A-A557-205B565DBDD7}"/>
                      </a:ext>
                    </a:extLst>
                  </p:cNvPr>
                  <p:cNvPicPr/>
                  <p:nvPr/>
                </p:nvPicPr>
                <p:blipFill>
                  <a:blip r:embed="rId13" cstate="print"/>
                  <a:stretch>
                    <a:fillRect/>
                  </a:stretch>
                </p:blipFill>
                <p:spPr>
                  <a:xfrm>
                    <a:off x="8284718" y="2199132"/>
                    <a:ext cx="188086" cy="247522"/>
                  </a:xfrm>
                  <a:prstGeom prst="rect">
                    <a:avLst/>
                  </a:prstGeom>
                </p:spPr>
              </p:pic>
              <p:sp>
                <p:nvSpPr>
                  <p:cNvPr id="113" name="object 49">
                    <a:extLst>
                      <a:ext uri="{FF2B5EF4-FFF2-40B4-BE49-F238E27FC236}">
                        <a16:creationId xmlns:a16="http://schemas.microsoft.com/office/drawing/2014/main" id="{5DDD06DB-8C15-D8DD-267E-E97DC6F2EDA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9221" y="5895847"/>
                    <a:ext cx="1440180" cy="331470"/>
                  </a:xfrm>
                  <a:prstGeom prst="rect">
                    <a:avLst/>
                  </a:prstGeom>
                </p:spPr>
                <p:txBody>
                  <a:bodyPr vert="horz" wrap="square" lIns="0" tIns="13335" rIns="0" bIns="0" rtlCol="0">
                    <a:spAutoFit/>
                  </a:bodyPr>
                  <a:lstStyle/>
                  <a:p>
                    <a:pPr marL="12700">
                      <a:lnSpc>
                        <a:spcPct val="100000"/>
                      </a:lnSpc>
                      <a:spcBef>
                        <a:spcPts val="105"/>
                      </a:spcBef>
                    </a:pPr>
                    <a:r>
                      <a:rPr sz="2000" b="1" spc="-10" dirty="0">
                        <a:solidFill>
                          <a:srgbClr val="163793"/>
                        </a:solidFill>
                        <a:latin typeface="Arial"/>
                        <a:cs typeface="Arial"/>
                      </a:rPr>
                      <a:t>223.1.3.0/24</a:t>
                    </a:r>
                    <a:endParaRPr sz="2000">
                      <a:latin typeface="Arial"/>
                      <a:cs typeface="Arial"/>
                    </a:endParaRPr>
                  </a:p>
                </p:txBody>
              </p:sp>
              <p:pic>
                <p:nvPicPr>
                  <p:cNvPr id="114" name="object 50">
                    <a:extLst>
                      <a:ext uri="{FF2B5EF4-FFF2-40B4-BE49-F238E27FC236}">
                        <a16:creationId xmlns:a16="http://schemas.microsoft.com/office/drawing/2014/main" id="{46881C45-58F0-E4FF-3438-9E20441AF5DD}"/>
                      </a:ext>
                    </a:extLst>
                  </p:cNvPr>
                  <p:cNvPicPr/>
                  <p:nvPr/>
                </p:nvPicPr>
                <p:blipFill>
                  <a:blip r:embed="rId14" cstate="print"/>
                  <a:stretch>
                    <a:fillRect/>
                  </a:stretch>
                </p:blipFill>
                <p:spPr>
                  <a:xfrm>
                    <a:off x="6671564" y="5661253"/>
                    <a:ext cx="76200" cy="250799"/>
                  </a:xfrm>
                  <a:prstGeom prst="rect">
                    <a:avLst/>
                  </a:prstGeom>
                </p:spPr>
              </p:pic>
            </p:grpSp>
          </p:grpSp>
          <p:pic>
            <p:nvPicPr>
              <p:cNvPr id="142" name="图形 141" descr="计算机 纯色填充">
                <a:extLst>
                  <a:ext uri="{FF2B5EF4-FFF2-40B4-BE49-F238E27FC236}">
                    <a16:creationId xmlns:a16="http://schemas.microsoft.com/office/drawing/2014/main" id="{D08FD274-89AE-197A-44EC-4C11CF1DC1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53770" y="215271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3" name="图形 142" descr="计算机 纯色填充">
                <a:extLst>
                  <a:ext uri="{FF2B5EF4-FFF2-40B4-BE49-F238E27FC236}">
                    <a16:creationId xmlns:a16="http://schemas.microsoft.com/office/drawing/2014/main" id="{D22A40EA-DF67-21EB-4106-C4F0CD11B0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60072" y="148969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4" name="图形 143" descr="计算机 纯色填充">
                <a:extLst>
                  <a:ext uri="{FF2B5EF4-FFF2-40B4-BE49-F238E27FC236}">
                    <a16:creationId xmlns:a16="http://schemas.microsoft.com/office/drawing/2014/main" id="{AE81524A-ACDE-F5DA-8D57-362AE12B6D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2238120" y="4447712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5" name="图形 144" descr="计算机 纯色填充">
                <a:extLst>
                  <a:ext uri="{FF2B5EF4-FFF2-40B4-BE49-F238E27FC236}">
                    <a16:creationId xmlns:a16="http://schemas.microsoft.com/office/drawing/2014/main" id="{4FFFD4CB-24A2-6FC4-84A4-01E164663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998729" y="2708536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6" name="图形 145" descr="计算机 纯色填充">
                <a:extLst>
                  <a:ext uri="{FF2B5EF4-FFF2-40B4-BE49-F238E27FC236}">
                    <a16:creationId xmlns:a16="http://schemas.microsoft.com/office/drawing/2014/main" id="{A8860BF0-E545-9565-CE4D-ACCD010E61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680971" y="1701055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7" name="图形 146" descr="计算机 纯色填充">
                <a:extLst>
                  <a:ext uri="{FF2B5EF4-FFF2-40B4-BE49-F238E27FC236}">
                    <a16:creationId xmlns:a16="http://schemas.microsoft.com/office/drawing/2014/main" id="{F0AFD3CF-31A1-50AC-D290-8F2C9573BD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723638" y="2935248"/>
                <a:ext cx="507682" cy="507682"/>
              </a:xfrm>
              <a:prstGeom prst="rect">
                <a:avLst/>
              </a:prstGeom>
            </p:spPr>
          </p:pic>
          <p:pic>
            <p:nvPicPr>
              <p:cNvPr id="148" name="图形 147" descr="计算机 纯色填充">
                <a:extLst>
                  <a:ext uri="{FF2B5EF4-FFF2-40B4-BE49-F238E27FC236}">
                    <a16:creationId xmlns:a16="http://schemas.microsoft.com/office/drawing/2014/main" id="{4945DE82-1B0C-40BF-14E2-4E09D0FBF8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3520758" y="4442919"/>
                <a:ext cx="507682" cy="507682"/>
              </a:xfrm>
              <a:prstGeom prst="rect">
                <a:avLst/>
              </a:prstGeom>
            </p:spPr>
          </p:pic>
        </p:grpSp>
        <p:sp>
          <p:nvSpPr>
            <p:cNvPr id="152" name="椭圆 151">
              <a:extLst>
                <a:ext uri="{FF2B5EF4-FFF2-40B4-BE49-F238E27FC236}">
                  <a16:creationId xmlns:a16="http://schemas.microsoft.com/office/drawing/2014/main" id="{BA9B031B-A804-F168-D7C8-55BC61F83510}"/>
                </a:ext>
              </a:extLst>
            </p:cNvPr>
            <p:cNvSpPr/>
            <p:nvPr/>
          </p:nvSpPr>
          <p:spPr>
            <a:xfrm>
              <a:off x="2456487" y="434865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471425C6-C868-ED69-99A0-D51F03AB3755}"/>
                </a:ext>
              </a:extLst>
            </p:cNvPr>
            <p:cNvSpPr/>
            <p:nvPr/>
          </p:nvSpPr>
          <p:spPr>
            <a:xfrm>
              <a:off x="1449552" y="232935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4" name="椭圆 153">
              <a:extLst>
                <a:ext uri="{FF2B5EF4-FFF2-40B4-BE49-F238E27FC236}">
                  <a16:creationId xmlns:a16="http://schemas.microsoft.com/office/drawing/2014/main" id="{D80BEDFA-D01A-3D2C-9DFF-451994736048}"/>
                </a:ext>
              </a:extLst>
            </p:cNvPr>
            <p:cNvSpPr/>
            <p:nvPr/>
          </p:nvSpPr>
          <p:spPr>
            <a:xfrm>
              <a:off x="1433225" y="167620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5" name="椭圆 154">
              <a:extLst>
                <a:ext uri="{FF2B5EF4-FFF2-40B4-BE49-F238E27FC236}">
                  <a16:creationId xmlns:a16="http://schemas.microsoft.com/office/drawing/2014/main" id="{1B0EE7F6-0C13-DEA7-CB88-744D49AEDED6}"/>
                </a:ext>
              </a:extLst>
            </p:cNvPr>
            <p:cNvSpPr/>
            <p:nvPr/>
          </p:nvSpPr>
          <p:spPr>
            <a:xfrm>
              <a:off x="1482210" y="2949841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8DBA2972-28E5-5587-FE71-A17DF5A405F3}"/>
                </a:ext>
              </a:extLst>
            </p:cNvPr>
            <p:cNvSpPr/>
            <p:nvPr/>
          </p:nvSpPr>
          <p:spPr>
            <a:xfrm>
              <a:off x="4584645" y="1855815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3E5BBD51-62F0-C9ED-EA92-5B87A1111059}"/>
                </a:ext>
              </a:extLst>
            </p:cNvPr>
            <p:cNvSpPr/>
            <p:nvPr/>
          </p:nvSpPr>
          <p:spPr>
            <a:xfrm>
              <a:off x="4606413" y="3118563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58" name="椭圆 157">
              <a:extLst>
                <a:ext uri="{FF2B5EF4-FFF2-40B4-BE49-F238E27FC236}">
                  <a16:creationId xmlns:a16="http://schemas.microsoft.com/office/drawing/2014/main" id="{3B989061-B3E4-F212-E0D2-B0A2FFD29AE1}"/>
                </a:ext>
              </a:extLst>
            </p:cNvPr>
            <p:cNvSpPr/>
            <p:nvPr/>
          </p:nvSpPr>
          <p:spPr>
            <a:xfrm>
              <a:off x="3621252" y="4370430"/>
              <a:ext cx="144000" cy="144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634209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70D44-AE51-F8C7-9722-F3C040639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9">
            <a:extLst>
              <a:ext uri="{FF2B5EF4-FFF2-40B4-BE49-F238E27FC236}">
                <a16:creationId xmlns:a16="http://schemas.microsoft.com/office/drawing/2014/main" id="{59D25586-B7E4-14D7-70FE-8F7A1A31A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0328994"/>
              </p:ext>
            </p:extLst>
          </p:nvPr>
        </p:nvGraphicFramePr>
        <p:xfrm>
          <a:off x="779011" y="3091984"/>
          <a:ext cx="3562350" cy="447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1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1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NetID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825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AFEF"/>
                    </a:solidFill>
                  </a:tcPr>
                </a:tc>
                <a:tc>
                  <a:txBody>
                    <a:bodyPr/>
                    <a:lstStyle/>
                    <a:p>
                      <a:pPr marL="574675">
                        <a:lnSpc>
                          <a:spcPct val="100000"/>
                        </a:lnSpc>
                        <a:spcBef>
                          <a:spcPts val="65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HostID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8255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3" name="object 10">
            <a:extLst>
              <a:ext uri="{FF2B5EF4-FFF2-40B4-BE49-F238E27FC236}">
                <a16:creationId xmlns:a16="http://schemas.microsoft.com/office/drawing/2014/main" id="{69EFA388-6F3B-B238-9A85-DA9768727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552880"/>
              </p:ext>
            </p:extLst>
          </p:nvPr>
        </p:nvGraphicFramePr>
        <p:xfrm>
          <a:off x="779006" y="4328929"/>
          <a:ext cx="3562349" cy="447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81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3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6985" algn="ctr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NetID</a:t>
                      </a:r>
                      <a:endParaRPr sz="165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AFEF"/>
                    </a:solidFill>
                  </a:tcPr>
                </a:tc>
                <a:tc>
                  <a:txBody>
                    <a:bodyPr/>
                    <a:lstStyle/>
                    <a:p>
                      <a:pPr marL="113030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SubID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EA6F0D"/>
                    </a:solidFill>
                  </a:tcPr>
                </a:tc>
                <a:tc>
                  <a:txBody>
                    <a:bodyPr/>
                    <a:lstStyle/>
                    <a:p>
                      <a:pPr marL="173355">
                        <a:lnSpc>
                          <a:spcPct val="100000"/>
                        </a:lnSpc>
                        <a:spcBef>
                          <a:spcPts val="590"/>
                        </a:spcBef>
                      </a:pPr>
                      <a:r>
                        <a:rPr sz="1650" spc="-10" dirty="0">
                          <a:latin typeface="Times New Roman"/>
                          <a:cs typeface="Times New Roman"/>
                        </a:rPr>
                        <a:t>HostID</a:t>
                      </a:r>
                      <a:endParaRPr sz="165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7493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11">
            <a:extLst>
              <a:ext uri="{FF2B5EF4-FFF2-40B4-BE49-F238E27FC236}">
                <a16:creationId xmlns:a16="http://schemas.microsoft.com/office/drawing/2014/main" id="{08D9D3D7-ADB8-74F7-EA88-81F21FE6916B}"/>
              </a:ext>
            </a:extLst>
          </p:cNvPr>
          <p:cNvSpPr/>
          <p:nvPr/>
        </p:nvSpPr>
        <p:spPr>
          <a:xfrm>
            <a:off x="2479675" y="3700398"/>
            <a:ext cx="216535" cy="504190"/>
          </a:xfrm>
          <a:custGeom>
            <a:avLst/>
            <a:gdLst/>
            <a:ahLst/>
            <a:cxnLst/>
            <a:rect l="l" t="t" r="r" b="b"/>
            <a:pathLst>
              <a:path w="216535" h="504189">
                <a:moveTo>
                  <a:pt x="162051" y="0"/>
                </a:moveTo>
                <a:lnTo>
                  <a:pt x="53975" y="0"/>
                </a:lnTo>
                <a:lnTo>
                  <a:pt x="53975" y="395986"/>
                </a:lnTo>
                <a:lnTo>
                  <a:pt x="0" y="395986"/>
                </a:lnTo>
                <a:lnTo>
                  <a:pt x="107950" y="504063"/>
                </a:lnTo>
                <a:lnTo>
                  <a:pt x="216026" y="395986"/>
                </a:lnTo>
                <a:lnTo>
                  <a:pt x="162051" y="395986"/>
                </a:lnTo>
                <a:lnTo>
                  <a:pt x="162051" y="0"/>
                </a:lnTo>
                <a:close/>
              </a:path>
            </a:pathLst>
          </a:custGeom>
          <a:solidFill>
            <a:srgbClr val="4D75E4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AB9475C-A40A-A952-6235-6526B07873BC}"/>
              </a:ext>
            </a:extLst>
          </p:cNvPr>
          <p:cNvGrpSpPr/>
          <p:nvPr/>
        </p:nvGrpSpPr>
        <p:grpSpPr>
          <a:xfrm>
            <a:off x="4873953" y="2289598"/>
            <a:ext cx="5873749" cy="2923921"/>
            <a:chOff x="4873953" y="2289598"/>
            <a:chExt cx="5873749" cy="2923921"/>
          </a:xfrm>
        </p:grpSpPr>
        <p:grpSp>
          <p:nvGrpSpPr>
            <p:cNvPr id="18" name="object 2">
              <a:extLst>
                <a:ext uri="{FF2B5EF4-FFF2-40B4-BE49-F238E27FC236}">
                  <a16:creationId xmlns:a16="http://schemas.microsoft.com/office/drawing/2014/main" id="{071F9154-3ACB-ECDA-ACBE-0D521C563570}"/>
                </a:ext>
              </a:extLst>
            </p:cNvPr>
            <p:cNvGrpSpPr/>
            <p:nvPr/>
          </p:nvGrpSpPr>
          <p:grpSpPr>
            <a:xfrm>
              <a:off x="6320800" y="2289598"/>
              <a:ext cx="1868170" cy="1835785"/>
              <a:chOff x="3649789" y="2526347"/>
              <a:chExt cx="1868170" cy="1835785"/>
            </a:xfrm>
          </p:grpSpPr>
          <p:pic>
            <p:nvPicPr>
              <p:cNvPr id="19" name="object 3">
                <a:extLst>
                  <a:ext uri="{FF2B5EF4-FFF2-40B4-BE49-F238E27FC236}">
                    <a16:creationId xmlns:a16="http://schemas.microsoft.com/office/drawing/2014/main" id="{F66C01CB-2C00-59D2-4D7F-C9F87D040207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797298" y="3641864"/>
                <a:ext cx="720077" cy="720077"/>
              </a:xfrm>
              <a:prstGeom prst="rect">
                <a:avLst/>
              </a:prstGeom>
            </p:spPr>
          </p:pic>
          <p:sp>
            <p:nvSpPr>
              <p:cNvPr id="20" name="object 4">
                <a:extLst>
                  <a:ext uri="{FF2B5EF4-FFF2-40B4-BE49-F238E27FC236}">
                    <a16:creationId xmlns:a16="http://schemas.microsoft.com/office/drawing/2014/main" id="{011880EA-B8DC-1D34-7B54-FF4BC7361F1F}"/>
                  </a:ext>
                </a:extLst>
              </p:cNvPr>
              <p:cNvSpPr/>
              <p:nvPr/>
            </p:nvSpPr>
            <p:spPr>
              <a:xfrm>
                <a:off x="3654552" y="2531110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1224026" y="0"/>
                    </a:moveTo>
                    <a:lnTo>
                      <a:pt x="1176203" y="911"/>
                    </a:lnTo>
                    <a:lnTo>
                      <a:pt x="1128843" y="3623"/>
                    </a:lnTo>
                    <a:lnTo>
                      <a:pt x="1081978" y="8102"/>
                    </a:lnTo>
                    <a:lnTo>
                      <a:pt x="1035644" y="14315"/>
                    </a:lnTo>
                    <a:lnTo>
                      <a:pt x="989872" y="22229"/>
                    </a:lnTo>
                    <a:lnTo>
                      <a:pt x="944697" y="31811"/>
                    </a:lnTo>
                    <a:lnTo>
                      <a:pt x="900153" y="43028"/>
                    </a:lnTo>
                    <a:lnTo>
                      <a:pt x="856273" y="55846"/>
                    </a:lnTo>
                    <a:lnTo>
                      <a:pt x="813091" y="70232"/>
                    </a:lnTo>
                    <a:lnTo>
                      <a:pt x="770641" y="86152"/>
                    </a:lnTo>
                    <a:lnTo>
                      <a:pt x="728955" y="103575"/>
                    </a:lnTo>
                    <a:lnTo>
                      <a:pt x="688069" y="122466"/>
                    </a:lnTo>
                    <a:lnTo>
                      <a:pt x="648016" y="142792"/>
                    </a:lnTo>
                    <a:lnTo>
                      <a:pt x="608828" y="164521"/>
                    </a:lnTo>
                    <a:lnTo>
                      <a:pt x="570541" y="187618"/>
                    </a:lnTo>
                    <a:lnTo>
                      <a:pt x="533187" y="212052"/>
                    </a:lnTo>
                    <a:lnTo>
                      <a:pt x="496800" y="237787"/>
                    </a:lnTo>
                    <a:lnTo>
                      <a:pt x="461415" y="264792"/>
                    </a:lnTo>
                    <a:lnTo>
                      <a:pt x="427064" y="293033"/>
                    </a:lnTo>
                    <a:lnTo>
                      <a:pt x="393781" y="322477"/>
                    </a:lnTo>
                    <a:lnTo>
                      <a:pt x="361600" y="353091"/>
                    </a:lnTo>
                    <a:lnTo>
                      <a:pt x="330555" y="384842"/>
                    </a:lnTo>
                    <a:lnTo>
                      <a:pt x="300680" y="417695"/>
                    </a:lnTo>
                    <a:lnTo>
                      <a:pt x="272007" y="451619"/>
                    </a:lnTo>
                    <a:lnTo>
                      <a:pt x="244571" y="486580"/>
                    </a:lnTo>
                    <a:lnTo>
                      <a:pt x="218405" y="522544"/>
                    </a:lnTo>
                    <a:lnTo>
                      <a:pt x="193544" y="559479"/>
                    </a:lnTo>
                    <a:lnTo>
                      <a:pt x="170020" y="597351"/>
                    </a:lnTo>
                    <a:lnTo>
                      <a:pt x="147867" y="636127"/>
                    </a:lnTo>
                    <a:lnTo>
                      <a:pt x="127119" y="675775"/>
                    </a:lnTo>
                    <a:lnTo>
                      <a:pt x="107811" y="716260"/>
                    </a:lnTo>
                    <a:lnTo>
                      <a:pt x="89974" y="757549"/>
                    </a:lnTo>
                    <a:lnTo>
                      <a:pt x="73644" y="799610"/>
                    </a:lnTo>
                    <a:lnTo>
                      <a:pt x="58853" y="842409"/>
                    </a:lnTo>
                    <a:lnTo>
                      <a:pt x="45636" y="885913"/>
                    </a:lnTo>
                    <a:lnTo>
                      <a:pt x="34026" y="930088"/>
                    </a:lnTo>
                    <a:lnTo>
                      <a:pt x="24056" y="974902"/>
                    </a:lnTo>
                    <a:lnTo>
                      <a:pt x="15762" y="1020322"/>
                    </a:lnTo>
                    <a:lnTo>
                      <a:pt x="9175" y="1066313"/>
                    </a:lnTo>
                    <a:lnTo>
                      <a:pt x="4330" y="1112844"/>
                    </a:lnTo>
                    <a:lnTo>
                      <a:pt x="1260" y="1159880"/>
                    </a:lnTo>
                    <a:lnTo>
                      <a:pt x="0" y="1207389"/>
                    </a:lnTo>
                    <a:lnTo>
                      <a:pt x="1224026" y="1216152"/>
                    </a:lnTo>
                    <a:lnTo>
                      <a:pt x="1224026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5">
                <a:extLst>
                  <a:ext uri="{FF2B5EF4-FFF2-40B4-BE49-F238E27FC236}">
                    <a16:creationId xmlns:a16="http://schemas.microsoft.com/office/drawing/2014/main" id="{E1D5E7CC-279B-A408-B171-CE0FE5B8FA3D}"/>
                  </a:ext>
                </a:extLst>
              </p:cNvPr>
              <p:cNvSpPr/>
              <p:nvPr/>
            </p:nvSpPr>
            <p:spPr>
              <a:xfrm>
                <a:off x="3654552" y="2531110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0" y="1207389"/>
                    </a:moveTo>
                    <a:lnTo>
                      <a:pt x="1260" y="1159880"/>
                    </a:lnTo>
                    <a:lnTo>
                      <a:pt x="4330" y="1112844"/>
                    </a:lnTo>
                    <a:lnTo>
                      <a:pt x="9175" y="1066313"/>
                    </a:lnTo>
                    <a:lnTo>
                      <a:pt x="15762" y="1020322"/>
                    </a:lnTo>
                    <a:lnTo>
                      <a:pt x="24056" y="974902"/>
                    </a:lnTo>
                    <a:lnTo>
                      <a:pt x="34026" y="930088"/>
                    </a:lnTo>
                    <a:lnTo>
                      <a:pt x="45636" y="885913"/>
                    </a:lnTo>
                    <a:lnTo>
                      <a:pt x="58853" y="842409"/>
                    </a:lnTo>
                    <a:lnTo>
                      <a:pt x="73644" y="799610"/>
                    </a:lnTo>
                    <a:lnTo>
                      <a:pt x="89974" y="757549"/>
                    </a:lnTo>
                    <a:lnTo>
                      <a:pt x="107811" y="716260"/>
                    </a:lnTo>
                    <a:lnTo>
                      <a:pt x="127119" y="675775"/>
                    </a:lnTo>
                    <a:lnTo>
                      <a:pt x="147867" y="636127"/>
                    </a:lnTo>
                    <a:lnTo>
                      <a:pt x="170020" y="597351"/>
                    </a:lnTo>
                    <a:lnTo>
                      <a:pt x="193544" y="559479"/>
                    </a:lnTo>
                    <a:lnTo>
                      <a:pt x="218405" y="522544"/>
                    </a:lnTo>
                    <a:lnTo>
                      <a:pt x="244571" y="486580"/>
                    </a:lnTo>
                    <a:lnTo>
                      <a:pt x="272007" y="451619"/>
                    </a:lnTo>
                    <a:lnTo>
                      <a:pt x="300680" y="417695"/>
                    </a:lnTo>
                    <a:lnTo>
                      <a:pt x="330555" y="384842"/>
                    </a:lnTo>
                    <a:lnTo>
                      <a:pt x="361600" y="353091"/>
                    </a:lnTo>
                    <a:lnTo>
                      <a:pt x="393781" y="322477"/>
                    </a:lnTo>
                    <a:lnTo>
                      <a:pt x="427064" y="293033"/>
                    </a:lnTo>
                    <a:lnTo>
                      <a:pt x="461415" y="264792"/>
                    </a:lnTo>
                    <a:lnTo>
                      <a:pt x="496800" y="237787"/>
                    </a:lnTo>
                    <a:lnTo>
                      <a:pt x="533187" y="212052"/>
                    </a:lnTo>
                    <a:lnTo>
                      <a:pt x="570541" y="187618"/>
                    </a:lnTo>
                    <a:lnTo>
                      <a:pt x="608828" y="164521"/>
                    </a:lnTo>
                    <a:lnTo>
                      <a:pt x="648016" y="142792"/>
                    </a:lnTo>
                    <a:lnTo>
                      <a:pt x="688069" y="122466"/>
                    </a:lnTo>
                    <a:lnTo>
                      <a:pt x="728955" y="103575"/>
                    </a:lnTo>
                    <a:lnTo>
                      <a:pt x="770641" y="86152"/>
                    </a:lnTo>
                    <a:lnTo>
                      <a:pt x="813091" y="70232"/>
                    </a:lnTo>
                    <a:lnTo>
                      <a:pt x="856273" y="55846"/>
                    </a:lnTo>
                    <a:lnTo>
                      <a:pt x="900153" y="43028"/>
                    </a:lnTo>
                    <a:lnTo>
                      <a:pt x="944697" y="31811"/>
                    </a:lnTo>
                    <a:lnTo>
                      <a:pt x="989872" y="22229"/>
                    </a:lnTo>
                    <a:lnTo>
                      <a:pt x="1035644" y="14315"/>
                    </a:lnTo>
                    <a:lnTo>
                      <a:pt x="1081978" y="8102"/>
                    </a:lnTo>
                    <a:lnTo>
                      <a:pt x="1128843" y="3623"/>
                    </a:lnTo>
                    <a:lnTo>
                      <a:pt x="1176203" y="911"/>
                    </a:lnTo>
                    <a:lnTo>
                      <a:pt x="1224026" y="0"/>
                    </a:lnTo>
                    <a:lnTo>
                      <a:pt x="1224026" y="1216152"/>
                    </a:lnTo>
                    <a:lnTo>
                      <a:pt x="0" y="1207389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9">
              <a:extLst>
                <a:ext uri="{FF2B5EF4-FFF2-40B4-BE49-F238E27FC236}">
                  <a16:creationId xmlns:a16="http://schemas.microsoft.com/office/drawing/2014/main" id="{98AAE976-8A88-4A03-159A-D7D20AF9FBF9}"/>
                </a:ext>
              </a:extLst>
            </p:cNvPr>
            <p:cNvSpPr txBox="1"/>
            <p:nvPr/>
          </p:nvSpPr>
          <p:spPr>
            <a:xfrm>
              <a:off x="4873953" y="2484352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201.2.3.0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23" name="object 10">
              <a:extLst>
                <a:ext uri="{FF2B5EF4-FFF2-40B4-BE49-F238E27FC236}">
                  <a16:creationId xmlns:a16="http://schemas.microsoft.com/office/drawing/2014/main" id="{4DB985E3-ED60-FDA1-E781-0FB67434A776}"/>
                </a:ext>
              </a:extLst>
            </p:cNvPr>
            <p:cNvGrpSpPr/>
            <p:nvPr/>
          </p:nvGrpSpPr>
          <p:grpSpPr>
            <a:xfrm>
              <a:off x="8120898" y="2313474"/>
              <a:ext cx="1233805" cy="1226185"/>
              <a:chOff x="5449887" y="2550223"/>
              <a:chExt cx="1233805" cy="1226185"/>
            </a:xfrm>
          </p:grpSpPr>
          <p:sp>
            <p:nvSpPr>
              <p:cNvPr id="24" name="object 11">
                <a:extLst>
                  <a:ext uri="{FF2B5EF4-FFF2-40B4-BE49-F238E27FC236}">
                    <a16:creationId xmlns:a16="http://schemas.microsoft.com/office/drawing/2014/main" id="{28B0962D-DF35-FCA7-D839-3548F8E3A921}"/>
                  </a:ext>
                </a:extLst>
              </p:cNvPr>
              <p:cNvSpPr/>
              <p:nvPr/>
            </p:nvSpPr>
            <p:spPr>
              <a:xfrm>
                <a:off x="5454650" y="2554985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0" y="0"/>
                    </a:moveTo>
                    <a:lnTo>
                      <a:pt x="0" y="1216278"/>
                    </a:lnTo>
                    <a:lnTo>
                      <a:pt x="1224152" y="1207515"/>
                    </a:lnTo>
                    <a:lnTo>
                      <a:pt x="1222883" y="1160007"/>
                    </a:lnTo>
                    <a:lnTo>
                      <a:pt x="1219805" y="1112970"/>
                    </a:lnTo>
                    <a:lnTo>
                      <a:pt x="1214952" y="1066438"/>
                    </a:lnTo>
                    <a:lnTo>
                      <a:pt x="1208358" y="1020446"/>
                    </a:lnTo>
                    <a:lnTo>
                      <a:pt x="1200055" y="975024"/>
                    </a:lnTo>
                    <a:lnTo>
                      <a:pt x="1190079" y="930208"/>
                    </a:lnTo>
                    <a:lnTo>
                      <a:pt x="1178462" y="886030"/>
                    </a:lnTo>
                    <a:lnTo>
                      <a:pt x="1165239" y="842524"/>
                    </a:lnTo>
                    <a:lnTo>
                      <a:pt x="1150443" y="799722"/>
                    </a:lnTo>
                    <a:lnTo>
                      <a:pt x="1134107" y="757658"/>
                    </a:lnTo>
                    <a:lnTo>
                      <a:pt x="1116265" y="716365"/>
                    </a:lnTo>
                    <a:lnTo>
                      <a:pt x="1096952" y="675876"/>
                    </a:lnTo>
                    <a:lnTo>
                      <a:pt x="1076200" y="636225"/>
                    </a:lnTo>
                    <a:lnTo>
                      <a:pt x="1054043" y="597445"/>
                    </a:lnTo>
                    <a:lnTo>
                      <a:pt x="1030515" y="559569"/>
                    </a:lnTo>
                    <a:lnTo>
                      <a:pt x="1005650" y="522630"/>
                    </a:lnTo>
                    <a:lnTo>
                      <a:pt x="979481" y="486661"/>
                    </a:lnTo>
                    <a:lnTo>
                      <a:pt x="952042" y="451696"/>
                    </a:lnTo>
                    <a:lnTo>
                      <a:pt x="923366" y="417768"/>
                    </a:lnTo>
                    <a:lnTo>
                      <a:pt x="893488" y="384910"/>
                    </a:lnTo>
                    <a:lnTo>
                      <a:pt x="862441" y="353155"/>
                    </a:lnTo>
                    <a:lnTo>
                      <a:pt x="830258" y="322536"/>
                    </a:lnTo>
                    <a:lnTo>
                      <a:pt x="796973" y="293088"/>
                    </a:lnTo>
                    <a:lnTo>
                      <a:pt x="762620" y="264842"/>
                    </a:lnTo>
                    <a:lnTo>
                      <a:pt x="727233" y="237833"/>
                    </a:lnTo>
                    <a:lnTo>
                      <a:pt x="690845" y="212093"/>
                    </a:lnTo>
                    <a:lnTo>
                      <a:pt x="653490" y="187655"/>
                    </a:lnTo>
                    <a:lnTo>
                      <a:pt x="615202" y="164554"/>
                    </a:lnTo>
                    <a:lnTo>
                      <a:pt x="576013" y="142821"/>
                    </a:lnTo>
                    <a:lnTo>
                      <a:pt x="535959" y="122491"/>
                    </a:lnTo>
                    <a:lnTo>
                      <a:pt x="495072" y="103596"/>
                    </a:lnTo>
                    <a:lnTo>
                      <a:pt x="453386" y="86171"/>
                    </a:lnTo>
                    <a:lnTo>
                      <a:pt x="410935" y="70247"/>
                    </a:lnTo>
                    <a:lnTo>
                      <a:pt x="367753" y="55858"/>
                    </a:lnTo>
                    <a:lnTo>
                      <a:pt x="323872" y="43037"/>
                    </a:lnTo>
                    <a:lnTo>
                      <a:pt x="279328" y="31818"/>
                    </a:lnTo>
                    <a:lnTo>
                      <a:pt x="234153" y="22234"/>
                    </a:lnTo>
                    <a:lnTo>
                      <a:pt x="188381" y="14318"/>
                    </a:lnTo>
                    <a:lnTo>
                      <a:pt x="142047" y="8104"/>
                    </a:lnTo>
                    <a:lnTo>
                      <a:pt x="95182" y="3624"/>
                    </a:lnTo>
                    <a:lnTo>
                      <a:pt x="47822" y="9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29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12">
                <a:extLst>
                  <a:ext uri="{FF2B5EF4-FFF2-40B4-BE49-F238E27FC236}">
                    <a16:creationId xmlns:a16="http://schemas.microsoft.com/office/drawing/2014/main" id="{DED8D423-7299-E2FC-0C39-BAD35B4BCD7C}"/>
                  </a:ext>
                </a:extLst>
              </p:cNvPr>
              <p:cNvSpPr/>
              <p:nvPr/>
            </p:nvSpPr>
            <p:spPr>
              <a:xfrm>
                <a:off x="5454650" y="2554985"/>
                <a:ext cx="1224280" cy="1216660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216660">
                    <a:moveTo>
                      <a:pt x="1224152" y="1207515"/>
                    </a:moveTo>
                    <a:lnTo>
                      <a:pt x="1222883" y="1160007"/>
                    </a:lnTo>
                    <a:lnTo>
                      <a:pt x="1219805" y="1112970"/>
                    </a:lnTo>
                    <a:lnTo>
                      <a:pt x="1214952" y="1066438"/>
                    </a:lnTo>
                    <a:lnTo>
                      <a:pt x="1208358" y="1020446"/>
                    </a:lnTo>
                    <a:lnTo>
                      <a:pt x="1200055" y="975024"/>
                    </a:lnTo>
                    <a:lnTo>
                      <a:pt x="1190079" y="930208"/>
                    </a:lnTo>
                    <a:lnTo>
                      <a:pt x="1178462" y="886030"/>
                    </a:lnTo>
                    <a:lnTo>
                      <a:pt x="1165239" y="842524"/>
                    </a:lnTo>
                    <a:lnTo>
                      <a:pt x="1150443" y="799722"/>
                    </a:lnTo>
                    <a:lnTo>
                      <a:pt x="1134107" y="757658"/>
                    </a:lnTo>
                    <a:lnTo>
                      <a:pt x="1116265" y="716365"/>
                    </a:lnTo>
                    <a:lnTo>
                      <a:pt x="1096952" y="675876"/>
                    </a:lnTo>
                    <a:lnTo>
                      <a:pt x="1076200" y="636225"/>
                    </a:lnTo>
                    <a:lnTo>
                      <a:pt x="1054043" y="597445"/>
                    </a:lnTo>
                    <a:lnTo>
                      <a:pt x="1030515" y="559569"/>
                    </a:lnTo>
                    <a:lnTo>
                      <a:pt x="1005650" y="522630"/>
                    </a:lnTo>
                    <a:lnTo>
                      <a:pt x="979481" y="486661"/>
                    </a:lnTo>
                    <a:lnTo>
                      <a:pt x="952042" y="451696"/>
                    </a:lnTo>
                    <a:lnTo>
                      <a:pt x="923366" y="417768"/>
                    </a:lnTo>
                    <a:lnTo>
                      <a:pt x="893488" y="384910"/>
                    </a:lnTo>
                    <a:lnTo>
                      <a:pt x="862441" y="353155"/>
                    </a:lnTo>
                    <a:lnTo>
                      <a:pt x="830258" y="322536"/>
                    </a:lnTo>
                    <a:lnTo>
                      <a:pt x="796973" y="293088"/>
                    </a:lnTo>
                    <a:lnTo>
                      <a:pt x="762620" y="264842"/>
                    </a:lnTo>
                    <a:lnTo>
                      <a:pt x="727233" y="237833"/>
                    </a:lnTo>
                    <a:lnTo>
                      <a:pt x="690845" y="212093"/>
                    </a:lnTo>
                    <a:lnTo>
                      <a:pt x="653490" y="187655"/>
                    </a:lnTo>
                    <a:lnTo>
                      <a:pt x="615202" y="164554"/>
                    </a:lnTo>
                    <a:lnTo>
                      <a:pt x="576013" y="142821"/>
                    </a:lnTo>
                    <a:lnTo>
                      <a:pt x="535959" y="122491"/>
                    </a:lnTo>
                    <a:lnTo>
                      <a:pt x="495072" y="103596"/>
                    </a:lnTo>
                    <a:lnTo>
                      <a:pt x="453386" y="86171"/>
                    </a:lnTo>
                    <a:lnTo>
                      <a:pt x="410935" y="70247"/>
                    </a:lnTo>
                    <a:lnTo>
                      <a:pt x="367753" y="55858"/>
                    </a:lnTo>
                    <a:lnTo>
                      <a:pt x="323872" y="43037"/>
                    </a:lnTo>
                    <a:lnTo>
                      <a:pt x="279328" y="31818"/>
                    </a:lnTo>
                    <a:lnTo>
                      <a:pt x="234153" y="22234"/>
                    </a:lnTo>
                    <a:lnTo>
                      <a:pt x="188381" y="14318"/>
                    </a:lnTo>
                    <a:lnTo>
                      <a:pt x="142047" y="8104"/>
                    </a:lnTo>
                    <a:lnTo>
                      <a:pt x="95182" y="3624"/>
                    </a:lnTo>
                    <a:lnTo>
                      <a:pt x="47822" y="911"/>
                    </a:lnTo>
                    <a:lnTo>
                      <a:pt x="0" y="0"/>
                    </a:lnTo>
                    <a:lnTo>
                      <a:pt x="0" y="1216278"/>
                    </a:lnTo>
                    <a:lnTo>
                      <a:pt x="1224152" y="1207515"/>
                    </a:lnTo>
                    <a:close/>
                  </a:path>
                </a:pathLst>
              </a:custGeom>
              <a:ln w="952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6" name="object 13">
              <a:extLst>
                <a:ext uri="{FF2B5EF4-FFF2-40B4-BE49-F238E27FC236}">
                  <a16:creationId xmlns:a16="http://schemas.microsoft.com/office/drawing/2014/main" id="{8A725A28-EC73-49C8-9BA1-1E38D5D6BF26}"/>
                </a:ext>
              </a:extLst>
            </p:cNvPr>
            <p:cNvSpPr txBox="1"/>
            <p:nvPr/>
          </p:nvSpPr>
          <p:spPr>
            <a:xfrm>
              <a:off x="9195001" y="2499846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201.2.3.64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27" name="object 14">
              <a:extLst>
                <a:ext uri="{FF2B5EF4-FFF2-40B4-BE49-F238E27FC236}">
                  <a16:creationId xmlns:a16="http://schemas.microsoft.com/office/drawing/2014/main" id="{4342DA23-5BA0-E3C7-E3AB-AF19C52A6383}"/>
                </a:ext>
              </a:extLst>
            </p:cNvPr>
            <p:cNvGrpSpPr/>
            <p:nvPr/>
          </p:nvGrpSpPr>
          <p:grpSpPr>
            <a:xfrm>
              <a:off x="8102737" y="4023529"/>
              <a:ext cx="1252220" cy="1189990"/>
              <a:chOff x="5431726" y="4260278"/>
              <a:chExt cx="1252220" cy="1189990"/>
            </a:xfrm>
          </p:grpSpPr>
          <p:sp>
            <p:nvSpPr>
              <p:cNvPr id="28" name="object 15">
                <a:extLst>
                  <a:ext uri="{FF2B5EF4-FFF2-40B4-BE49-F238E27FC236}">
                    <a16:creationId xmlns:a16="http://schemas.microsoft.com/office/drawing/2014/main" id="{3BF4064D-02D2-BA78-0DB0-A030DE7DD89C}"/>
                  </a:ext>
                </a:extLst>
              </p:cNvPr>
              <p:cNvSpPr/>
              <p:nvPr/>
            </p:nvSpPr>
            <p:spPr>
              <a:xfrm>
                <a:off x="5436489" y="4265040"/>
                <a:ext cx="1242695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42695" h="1180464">
                    <a:moveTo>
                      <a:pt x="1242314" y="0"/>
                    </a:moveTo>
                    <a:lnTo>
                      <a:pt x="18161" y="0"/>
                    </a:lnTo>
                    <a:lnTo>
                      <a:pt x="0" y="1180083"/>
                    </a:lnTo>
                    <a:lnTo>
                      <a:pt x="49244" y="1179849"/>
                    </a:lnTo>
                    <a:lnTo>
                      <a:pt x="98024" y="1177758"/>
                    </a:lnTo>
                    <a:lnTo>
                      <a:pt x="146302" y="1173844"/>
                    </a:lnTo>
                    <a:lnTo>
                      <a:pt x="194040" y="1168142"/>
                    </a:lnTo>
                    <a:lnTo>
                      <a:pt x="241202" y="1160687"/>
                    </a:lnTo>
                    <a:lnTo>
                      <a:pt x="287751" y="1151513"/>
                    </a:lnTo>
                    <a:lnTo>
                      <a:pt x="333649" y="1140656"/>
                    </a:lnTo>
                    <a:lnTo>
                      <a:pt x="378860" y="1128149"/>
                    </a:lnTo>
                    <a:lnTo>
                      <a:pt x="423345" y="1114028"/>
                    </a:lnTo>
                    <a:lnTo>
                      <a:pt x="467069" y="1098328"/>
                    </a:lnTo>
                    <a:lnTo>
                      <a:pt x="509994" y="1081083"/>
                    </a:lnTo>
                    <a:lnTo>
                      <a:pt x="552083" y="1062327"/>
                    </a:lnTo>
                    <a:lnTo>
                      <a:pt x="593299" y="1042096"/>
                    </a:lnTo>
                    <a:lnTo>
                      <a:pt x="633604" y="1020424"/>
                    </a:lnTo>
                    <a:lnTo>
                      <a:pt x="672962" y="997346"/>
                    </a:lnTo>
                    <a:lnTo>
                      <a:pt x="711335" y="972897"/>
                    </a:lnTo>
                    <a:lnTo>
                      <a:pt x="748687" y="947111"/>
                    </a:lnTo>
                    <a:lnTo>
                      <a:pt x="784981" y="920023"/>
                    </a:lnTo>
                    <a:lnTo>
                      <a:pt x="820178" y="891668"/>
                    </a:lnTo>
                    <a:lnTo>
                      <a:pt x="854243" y="862081"/>
                    </a:lnTo>
                    <a:lnTo>
                      <a:pt x="887137" y="831295"/>
                    </a:lnTo>
                    <a:lnTo>
                      <a:pt x="918825" y="799347"/>
                    </a:lnTo>
                    <a:lnTo>
                      <a:pt x="949268" y="766271"/>
                    </a:lnTo>
                    <a:lnTo>
                      <a:pt x="978430" y="732100"/>
                    </a:lnTo>
                    <a:lnTo>
                      <a:pt x="1006273" y="696871"/>
                    </a:lnTo>
                    <a:lnTo>
                      <a:pt x="1032761" y="660618"/>
                    </a:lnTo>
                    <a:lnTo>
                      <a:pt x="1057857" y="623375"/>
                    </a:lnTo>
                    <a:lnTo>
                      <a:pt x="1081522" y="585178"/>
                    </a:lnTo>
                    <a:lnTo>
                      <a:pt x="1103721" y="546060"/>
                    </a:lnTo>
                    <a:lnTo>
                      <a:pt x="1124416" y="506058"/>
                    </a:lnTo>
                    <a:lnTo>
                      <a:pt x="1143570" y="465204"/>
                    </a:lnTo>
                    <a:lnTo>
                      <a:pt x="1161145" y="423535"/>
                    </a:lnTo>
                    <a:lnTo>
                      <a:pt x="1177105" y="381085"/>
                    </a:lnTo>
                    <a:lnTo>
                      <a:pt x="1191413" y="337888"/>
                    </a:lnTo>
                    <a:lnTo>
                      <a:pt x="1204032" y="293979"/>
                    </a:lnTo>
                    <a:lnTo>
                      <a:pt x="1214924" y="249394"/>
                    </a:lnTo>
                    <a:lnTo>
                      <a:pt x="1224052" y="204166"/>
                    </a:lnTo>
                    <a:lnTo>
                      <a:pt x="1231380" y="158330"/>
                    </a:lnTo>
                    <a:lnTo>
                      <a:pt x="1236869" y="111922"/>
                    </a:lnTo>
                    <a:lnTo>
                      <a:pt x="1240484" y="64975"/>
                    </a:lnTo>
                    <a:lnTo>
                      <a:pt x="1242314" y="11683"/>
                    </a:lnTo>
                    <a:lnTo>
                      <a:pt x="1242314" y="0"/>
                    </a:lnTo>
                    <a:close/>
                  </a:path>
                </a:pathLst>
              </a:custGeom>
              <a:solidFill>
                <a:srgbClr val="FFB8B8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16">
                <a:extLst>
                  <a:ext uri="{FF2B5EF4-FFF2-40B4-BE49-F238E27FC236}">
                    <a16:creationId xmlns:a16="http://schemas.microsoft.com/office/drawing/2014/main" id="{B6C469E5-0026-A8EE-D266-C74900FB6CDB}"/>
                  </a:ext>
                </a:extLst>
              </p:cNvPr>
              <p:cNvSpPr/>
              <p:nvPr/>
            </p:nvSpPr>
            <p:spPr>
              <a:xfrm>
                <a:off x="5436489" y="4265040"/>
                <a:ext cx="1242695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42695" h="1180464">
                    <a:moveTo>
                      <a:pt x="0" y="1180083"/>
                    </a:moveTo>
                    <a:lnTo>
                      <a:pt x="49244" y="1179849"/>
                    </a:lnTo>
                    <a:lnTo>
                      <a:pt x="98024" y="1177758"/>
                    </a:lnTo>
                    <a:lnTo>
                      <a:pt x="146302" y="1173844"/>
                    </a:lnTo>
                    <a:lnTo>
                      <a:pt x="194040" y="1168142"/>
                    </a:lnTo>
                    <a:lnTo>
                      <a:pt x="241202" y="1160687"/>
                    </a:lnTo>
                    <a:lnTo>
                      <a:pt x="287751" y="1151513"/>
                    </a:lnTo>
                    <a:lnTo>
                      <a:pt x="333649" y="1140656"/>
                    </a:lnTo>
                    <a:lnTo>
                      <a:pt x="378860" y="1128149"/>
                    </a:lnTo>
                    <a:lnTo>
                      <a:pt x="423345" y="1114028"/>
                    </a:lnTo>
                    <a:lnTo>
                      <a:pt x="467069" y="1098328"/>
                    </a:lnTo>
                    <a:lnTo>
                      <a:pt x="509994" y="1081083"/>
                    </a:lnTo>
                    <a:lnTo>
                      <a:pt x="552083" y="1062327"/>
                    </a:lnTo>
                    <a:lnTo>
                      <a:pt x="593299" y="1042096"/>
                    </a:lnTo>
                    <a:lnTo>
                      <a:pt x="633604" y="1020424"/>
                    </a:lnTo>
                    <a:lnTo>
                      <a:pt x="672962" y="997346"/>
                    </a:lnTo>
                    <a:lnTo>
                      <a:pt x="711335" y="972897"/>
                    </a:lnTo>
                    <a:lnTo>
                      <a:pt x="748687" y="947111"/>
                    </a:lnTo>
                    <a:lnTo>
                      <a:pt x="784981" y="920023"/>
                    </a:lnTo>
                    <a:lnTo>
                      <a:pt x="820178" y="891668"/>
                    </a:lnTo>
                    <a:lnTo>
                      <a:pt x="854243" y="862081"/>
                    </a:lnTo>
                    <a:lnTo>
                      <a:pt x="887137" y="831295"/>
                    </a:lnTo>
                    <a:lnTo>
                      <a:pt x="918825" y="799347"/>
                    </a:lnTo>
                    <a:lnTo>
                      <a:pt x="949268" y="766271"/>
                    </a:lnTo>
                    <a:lnTo>
                      <a:pt x="978430" y="732100"/>
                    </a:lnTo>
                    <a:lnTo>
                      <a:pt x="1006273" y="696871"/>
                    </a:lnTo>
                    <a:lnTo>
                      <a:pt x="1032761" y="660618"/>
                    </a:lnTo>
                    <a:lnTo>
                      <a:pt x="1057857" y="623375"/>
                    </a:lnTo>
                    <a:lnTo>
                      <a:pt x="1081522" y="585178"/>
                    </a:lnTo>
                    <a:lnTo>
                      <a:pt x="1103721" y="546060"/>
                    </a:lnTo>
                    <a:lnTo>
                      <a:pt x="1124416" y="506058"/>
                    </a:lnTo>
                    <a:lnTo>
                      <a:pt x="1143570" y="465204"/>
                    </a:lnTo>
                    <a:lnTo>
                      <a:pt x="1161145" y="423535"/>
                    </a:lnTo>
                    <a:lnTo>
                      <a:pt x="1177105" y="381085"/>
                    </a:lnTo>
                    <a:lnTo>
                      <a:pt x="1191413" y="337888"/>
                    </a:lnTo>
                    <a:lnTo>
                      <a:pt x="1204032" y="293979"/>
                    </a:lnTo>
                    <a:lnTo>
                      <a:pt x="1214924" y="249394"/>
                    </a:lnTo>
                    <a:lnTo>
                      <a:pt x="1224052" y="204166"/>
                    </a:lnTo>
                    <a:lnTo>
                      <a:pt x="1231380" y="158330"/>
                    </a:lnTo>
                    <a:lnTo>
                      <a:pt x="1236869" y="111922"/>
                    </a:lnTo>
                    <a:lnTo>
                      <a:pt x="1240484" y="64975"/>
                    </a:lnTo>
                    <a:lnTo>
                      <a:pt x="1242187" y="17525"/>
                    </a:lnTo>
                    <a:lnTo>
                      <a:pt x="1242314" y="11683"/>
                    </a:lnTo>
                    <a:lnTo>
                      <a:pt x="1242314" y="5841"/>
                    </a:lnTo>
                    <a:lnTo>
                      <a:pt x="1242314" y="0"/>
                    </a:lnTo>
                    <a:lnTo>
                      <a:pt x="18161" y="0"/>
                    </a:lnTo>
                    <a:lnTo>
                      <a:pt x="0" y="1180083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0" name="object 17">
              <a:extLst>
                <a:ext uri="{FF2B5EF4-FFF2-40B4-BE49-F238E27FC236}">
                  <a16:creationId xmlns:a16="http://schemas.microsoft.com/office/drawing/2014/main" id="{8D3343DA-AF77-2DCE-8A58-061976E884AE}"/>
                </a:ext>
              </a:extLst>
            </p:cNvPr>
            <p:cNvSpPr txBox="1"/>
            <p:nvPr/>
          </p:nvSpPr>
          <p:spPr>
            <a:xfrm>
              <a:off x="9199572" y="4509748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201.2.3.128</a:t>
              </a:r>
              <a:endParaRPr sz="160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 dirty="0">
                <a:latin typeface="Arial"/>
                <a:cs typeface="Arial"/>
              </a:endParaRPr>
            </a:p>
          </p:txBody>
        </p:sp>
        <p:grpSp>
          <p:nvGrpSpPr>
            <p:cNvPr id="31" name="object 18">
              <a:extLst>
                <a:ext uri="{FF2B5EF4-FFF2-40B4-BE49-F238E27FC236}">
                  <a16:creationId xmlns:a16="http://schemas.microsoft.com/office/drawing/2014/main" id="{D393C6F7-05BA-7F78-D4F5-5155192B5BAA}"/>
                </a:ext>
              </a:extLst>
            </p:cNvPr>
            <p:cNvGrpSpPr/>
            <p:nvPr/>
          </p:nvGrpSpPr>
          <p:grpSpPr>
            <a:xfrm>
              <a:off x="6320673" y="4023529"/>
              <a:ext cx="1233805" cy="1189990"/>
              <a:chOff x="3649662" y="4260278"/>
              <a:chExt cx="1233805" cy="1189990"/>
            </a:xfrm>
          </p:grpSpPr>
          <p:sp>
            <p:nvSpPr>
              <p:cNvPr id="32" name="object 19">
                <a:extLst>
                  <a:ext uri="{FF2B5EF4-FFF2-40B4-BE49-F238E27FC236}">
                    <a16:creationId xmlns:a16="http://schemas.microsoft.com/office/drawing/2014/main" id="{AD806D3A-89AB-D002-2434-1A6199892D7D}"/>
                  </a:ext>
                </a:extLst>
              </p:cNvPr>
              <p:cNvSpPr/>
              <p:nvPr/>
            </p:nvSpPr>
            <p:spPr>
              <a:xfrm>
                <a:off x="3654425" y="4265040"/>
                <a:ext cx="1224280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180464">
                    <a:moveTo>
                      <a:pt x="1224152" y="0"/>
                    </a:moveTo>
                    <a:lnTo>
                      <a:pt x="0" y="0"/>
                    </a:lnTo>
                    <a:lnTo>
                      <a:pt x="962" y="47235"/>
                    </a:lnTo>
                    <a:lnTo>
                      <a:pt x="3827" y="94001"/>
                    </a:lnTo>
                    <a:lnTo>
                      <a:pt x="8558" y="140263"/>
                    </a:lnTo>
                    <a:lnTo>
                      <a:pt x="15119" y="185988"/>
                    </a:lnTo>
                    <a:lnTo>
                      <a:pt x="23474" y="231138"/>
                    </a:lnTo>
                    <a:lnTo>
                      <a:pt x="33586" y="275681"/>
                    </a:lnTo>
                    <a:lnTo>
                      <a:pt x="45421" y="319580"/>
                    </a:lnTo>
                    <a:lnTo>
                      <a:pt x="58942" y="362801"/>
                    </a:lnTo>
                    <a:lnTo>
                      <a:pt x="74113" y="405309"/>
                    </a:lnTo>
                    <a:lnTo>
                      <a:pt x="90898" y="447069"/>
                    </a:lnTo>
                    <a:lnTo>
                      <a:pt x="109262" y="488046"/>
                    </a:lnTo>
                    <a:lnTo>
                      <a:pt x="129168" y="528206"/>
                    </a:lnTo>
                    <a:lnTo>
                      <a:pt x="150580" y="567512"/>
                    </a:lnTo>
                    <a:lnTo>
                      <a:pt x="173462" y="605932"/>
                    </a:lnTo>
                    <a:lnTo>
                      <a:pt x="197779" y="643428"/>
                    </a:lnTo>
                    <a:lnTo>
                      <a:pt x="223494" y="679968"/>
                    </a:lnTo>
                    <a:lnTo>
                      <a:pt x="250571" y="715515"/>
                    </a:lnTo>
                    <a:lnTo>
                      <a:pt x="278975" y="750035"/>
                    </a:lnTo>
                    <a:lnTo>
                      <a:pt x="308669" y="783492"/>
                    </a:lnTo>
                    <a:lnTo>
                      <a:pt x="339618" y="815853"/>
                    </a:lnTo>
                    <a:lnTo>
                      <a:pt x="371786" y="847082"/>
                    </a:lnTo>
                    <a:lnTo>
                      <a:pt x="405136" y="877144"/>
                    </a:lnTo>
                    <a:lnTo>
                      <a:pt x="439632" y="906005"/>
                    </a:lnTo>
                    <a:lnTo>
                      <a:pt x="475240" y="933629"/>
                    </a:lnTo>
                    <a:lnTo>
                      <a:pt x="511922" y="959981"/>
                    </a:lnTo>
                    <a:lnTo>
                      <a:pt x="549642" y="985027"/>
                    </a:lnTo>
                    <a:lnTo>
                      <a:pt x="588366" y="1008731"/>
                    </a:lnTo>
                    <a:lnTo>
                      <a:pt x="628056" y="1031060"/>
                    </a:lnTo>
                    <a:lnTo>
                      <a:pt x="668677" y="1051977"/>
                    </a:lnTo>
                    <a:lnTo>
                      <a:pt x="710193" y="1071448"/>
                    </a:lnTo>
                    <a:lnTo>
                      <a:pt x="752568" y="1089438"/>
                    </a:lnTo>
                    <a:lnTo>
                      <a:pt x="795766" y="1105913"/>
                    </a:lnTo>
                    <a:lnTo>
                      <a:pt x="839751" y="1120836"/>
                    </a:lnTo>
                    <a:lnTo>
                      <a:pt x="884486" y="1134174"/>
                    </a:lnTo>
                    <a:lnTo>
                      <a:pt x="929937" y="1145892"/>
                    </a:lnTo>
                    <a:lnTo>
                      <a:pt x="976067" y="1155954"/>
                    </a:lnTo>
                    <a:lnTo>
                      <a:pt x="1022840" y="1164326"/>
                    </a:lnTo>
                    <a:lnTo>
                      <a:pt x="1070220" y="1170972"/>
                    </a:lnTo>
                    <a:lnTo>
                      <a:pt x="1118171" y="1175858"/>
                    </a:lnTo>
                    <a:lnTo>
                      <a:pt x="1166658" y="1178949"/>
                    </a:lnTo>
                    <a:lnTo>
                      <a:pt x="1215644" y="1180210"/>
                    </a:lnTo>
                    <a:lnTo>
                      <a:pt x="1224152" y="0"/>
                    </a:lnTo>
                    <a:close/>
                  </a:path>
                </a:pathLst>
              </a:custGeom>
              <a:solidFill>
                <a:srgbClr val="88A2E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20">
                <a:extLst>
                  <a:ext uri="{FF2B5EF4-FFF2-40B4-BE49-F238E27FC236}">
                    <a16:creationId xmlns:a16="http://schemas.microsoft.com/office/drawing/2014/main" id="{4F41CB6A-5C6A-15DF-1748-A6777128793B}"/>
                  </a:ext>
                </a:extLst>
              </p:cNvPr>
              <p:cNvSpPr/>
              <p:nvPr/>
            </p:nvSpPr>
            <p:spPr>
              <a:xfrm>
                <a:off x="3654425" y="4265040"/>
                <a:ext cx="1224280" cy="1180465"/>
              </a:xfrm>
              <a:custGeom>
                <a:avLst/>
                <a:gdLst/>
                <a:ahLst/>
                <a:cxnLst/>
                <a:rect l="l" t="t" r="r" b="b"/>
                <a:pathLst>
                  <a:path w="1224279" h="1180464">
                    <a:moveTo>
                      <a:pt x="1215644" y="1180210"/>
                    </a:moveTo>
                    <a:lnTo>
                      <a:pt x="1166658" y="1178949"/>
                    </a:lnTo>
                    <a:lnTo>
                      <a:pt x="1118171" y="1175858"/>
                    </a:lnTo>
                    <a:lnTo>
                      <a:pt x="1070220" y="1170972"/>
                    </a:lnTo>
                    <a:lnTo>
                      <a:pt x="1022840" y="1164326"/>
                    </a:lnTo>
                    <a:lnTo>
                      <a:pt x="976067" y="1155954"/>
                    </a:lnTo>
                    <a:lnTo>
                      <a:pt x="929937" y="1145892"/>
                    </a:lnTo>
                    <a:lnTo>
                      <a:pt x="884486" y="1134174"/>
                    </a:lnTo>
                    <a:lnTo>
                      <a:pt x="839751" y="1120836"/>
                    </a:lnTo>
                    <a:lnTo>
                      <a:pt x="795766" y="1105913"/>
                    </a:lnTo>
                    <a:lnTo>
                      <a:pt x="752568" y="1089438"/>
                    </a:lnTo>
                    <a:lnTo>
                      <a:pt x="710193" y="1071448"/>
                    </a:lnTo>
                    <a:lnTo>
                      <a:pt x="668677" y="1051977"/>
                    </a:lnTo>
                    <a:lnTo>
                      <a:pt x="628056" y="1031060"/>
                    </a:lnTo>
                    <a:lnTo>
                      <a:pt x="588366" y="1008731"/>
                    </a:lnTo>
                    <a:lnTo>
                      <a:pt x="549642" y="985027"/>
                    </a:lnTo>
                    <a:lnTo>
                      <a:pt x="511922" y="959981"/>
                    </a:lnTo>
                    <a:lnTo>
                      <a:pt x="475240" y="933629"/>
                    </a:lnTo>
                    <a:lnTo>
                      <a:pt x="439632" y="906005"/>
                    </a:lnTo>
                    <a:lnTo>
                      <a:pt x="405136" y="877144"/>
                    </a:lnTo>
                    <a:lnTo>
                      <a:pt x="371786" y="847082"/>
                    </a:lnTo>
                    <a:lnTo>
                      <a:pt x="339618" y="815853"/>
                    </a:lnTo>
                    <a:lnTo>
                      <a:pt x="308669" y="783492"/>
                    </a:lnTo>
                    <a:lnTo>
                      <a:pt x="278975" y="750035"/>
                    </a:lnTo>
                    <a:lnTo>
                      <a:pt x="250571" y="715515"/>
                    </a:lnTo>
                    <a:lnTo>
                      <a:pt x="223494" y="679968"/>
                    </a:lnTo>
                    <a:lnTo>
                      <a:pt x="197779" y="643428"/>
                    </a:lnTo>
                    <a:lnTo>
                      <a:pt x="173462" y="605932"/>
                    </a:lnTo>
                    <a:lnTo>
                      <a:pt x="150580" y="567512"/>
                    </a:lnTo>
                    <a:lnTo>
                      <a:pt x="129168" y="528206"/>
                    </a:lnTo>
                    <a:lnTo>
                      <a:pt x="109262" y="488046"/>
                    </a:lnTo>
                    <a:lnTo>
                      <a:pt x="90898" y="447069"/>
                    </a:lnTo>
                    <a:lnTo>
                      <a:pt x="74113" y="405309"/>
                    </a:lnTo>
                    <a:lnTo>
                      <a:pt x="58942" y="362801"/>
                    </a:lnTo>
                    <a:lnTo>
                      <a:pt x="45421" y="319580"/>
                    </a:lnTo>
                    <a:lnTo>
                      <a:pt x="33586" y="275681"/>
                    </a:lnTo>
                    <a:lnTo>
                      <a:pt x="23474" y="231138"/>
                    </a:lnTo>
                    <a:lnTo>
                      <a:pt x="15119" y="185988"/>
                    </a:lnTo>
                    <a:lnTo>
                      <a:pt x="8558" y="140263"/>
                    </a:lnTo>
                    <a:lnTo>
                      <a:pt x="3827" y="94001"/>
                    </a:lnTo>
                    <a:lnTo>
                      <a:pt x="962" y="47235"/>
                    </a:lnTo>
                    <a:lnTo>
                      <a:pt x="0" y="0"/>
                    </a:lnTo>
                    <a:lnTo>
                      <a:pt x="1224152" y="0"/>
                    </a:lnTo>
                    <a:lnTo>
                      <a:pt x="1215644" y="118021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4" name="object 21">
              <a:extLst>
                <a:ext uri="{FF2B5EF4-FFF2-40B4-BE49-F238E27FC236}">
                  <a16:creationId xmlns:a16="http://schemas.microsoft.com/office/drawing/2014/main" id="{B9C814E2-17C7-CC01-1513-47BA201EB99F}"/>
                </a:ext>
              </a:extLst>
            </p:cNvPr>
            <p:cNvSpPr txBox="1"/>
            <p:nvPr/>
          </p:nvSpPr>
          <p:spPr>
            <a:xfrm>
              <a:off x="5089980" y="4509748"/>
              <a:ext cx="1548130" cy="51308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201.2.3.192</a:t>
              </a:r>
              <a:endParaRPr sz="160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</a:pPr>
              <a:r>
                <a:rPr sz="1600" spc="-10" dirty="0">
                  <a:latin typeface="Arial"/>
                  <a:cs typeface="Arial"/>
                </a:rPr>
                <a:t>255.255.255.192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35" name="object 12">
              <a:extLst>
                <a:ext uri="{FF2B5EF4-FFF2-40B4-BE49-F238E27FC236}">
                  <a16:creationId xmlns:a16="http://schemas.microsoft.com/office/drawing/2014/main" id="{D9CD37CD-7088-0485-9C60-B0058BD3A299}"/>
                </a:ext>
              </a:extLst>
            </p:cNvPr>
            <p:cNvSpPr txBox="1"/>
            <p:nvPr/>
          </p:nvSpPr>
          <p:spPr>
            <a:xfrm>
              <a:off x="6519556" y="2986088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SubID=00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6" name="object 16">
              <a:extLst>
                <a:ext uri="{FF2B5EF4-FFF2-40B4-BE49-F238E27FC236}">
                  <a16:creationId xmlns:a16="http://schemas.microsoft.com/office/drawing/2014/main" id="{AAE88002-E693-7DEE-AAB9-BE501C27E86C}"/>
                </a:ext>
              </a:extLst>
            </p:cNvPr>
            <p:cNvSpPr txBox="1"/>
            <p:nvPr/>
          </p:nvSpPr>
          <p:spPr>
            <a:xfrm>
              <a:off x="8221865" y="3005264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SubID=01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7" name="object 20">
              <a:extLst>
                <a:ext uri="{FF2B5EF4-FFF2-40B4-BE49-F238E27FC236}">
                  <a16:creationId xmlns:a16="http://schemas.microsoft.com/office/drawing/2014/main" id="{AFDC9F3B-EBE9-3D95-A75D-2F375D06E437}"/>
                </a:ext>
              </a:extLst>
            </p:cNvPr>
            <p:cNvSpPr txBox="1"/>
            <p:nvPr/>
          </p:nvSpPr>
          <p:spPr>
            <a:xfrm>
              <a:off x="8222245" y="4452811"/>
              <a:ext cx="933450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SubID=10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38" name="object 24">
              <a:extLst>
                <a:ext uri="{FF2B5EF4-FFF2-40B4-BE49-F238E27FC236}">
                  <a16:creationId xmlns:a16="http://schemas.microsoft.com/office/drawing/2014/main" id="{94ACDA8F-898A-89AF-52D7-ABAE86CFDC1F}"/>
                </a:ext>
              </a:extLst>
            </p:cNvPr>
            <p:cNvSpPr txBox="1"/>
            <p:nvPr/>
          </p:nvSpPr>
          <p:spPr>
            <a:xfrm>
              <a:off x="6596646" y="4434142"/>
              <a:ext cx="918844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SubID=11</a:t>
              </a:r>
              <a:endParaRPr sz="1600">
                <a:latin typeface="Arial"/>
                <a:cs typeface="Arial"/>
              </a:endParaRPr>
            </a:p>
          </p:txBody>
        </p:sp>
      </p:grpSp>
      <p:sp>
        <p:nvSpPr>
          <p:cNvPr id="39" name="文本框 38">
            <a:extLst>
              <a:ext uri="{FF2B5EF4-FFF2-40B4-BE49-F238E27FC236}">
                <a16:creationId xmlns:a16="http://schemas.microsoft.com/office/drawing/2014/main" id="{70C8D031-FF86-DC79-FD99-39F3DF48399C}"/>
              </a:ext>
            </a:extLst>
          </p:cNvPr>
          <p:cNvSpPr txBox="1"/>
          <p:nvPr/>
        </p:nvSpPr>
        <p:spPr>
          <a:xfrm>
            <a:off x="4836695" y="13355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子网划分</a:t>
            </a:r>
          </a:p>
        </p:txBody>
      </p:sp>
    </p:spTree>
    <p:extLst>
      <p:ext uri="{BB962C8B-B14F-4D97-AF65-F5344CB8AC3E}">
        <p14:creationId xmlns:p14="http://schemas.microsoft.com/office/powerpoint/2010/main" val="23370489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474E7-7C25-11F5-CCD3-180D3E29F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526F7164-C70F-4754-888C-CB38BCC44901}"/>
              </a:ext>
            </a:extLst>
          </p:cNvPr>
          <p:cNvGrpSpPr/>
          <p:nvPr/>
        </p:nvGrpSpPr>
        <p:grpSpPr>
          <a:xfrm>
            <a:off x="999548" y="1335505"/>
            <a:ext cx="8594907" cy="3070101"/>
            <a:chOff x="999548" y="1335505"/>
            <a:chExt cx="8594907" cy="3070101"/>
          </a:xfrm>
        </p:grpSpPr>
        <p:grpSp>
          <p:nvGrpSpPr>
            <p:cNvPr id="2" name="object 2">
              <a:extLst>
                <a:ext uri="{FF2B5EF4-FFF2-40B4-BE49-F238E27FC236}">
                  <a16:creationId xmlns:a16="http://schemas.microsoft.com/office/drawing/2014/main" id="{19C24BAE-7AE0-D37F-1E05-BC9926377394}"/>
                </a:ext>
              </a:extLst>
            </p:cNvPr>
            <p:cNvGrpSpPr/>
            <p:nvPr/>
          </p:nvGrpSpPr>
          <p:grpSpPr>
            <a:xfrm>
              <a:off x="999548" y="2516457"/>
              <a:ext cx="3637915" cy="1322705"/>
              <a:chOff x="217496" y="2624741"/>
              <a:chExt cx="3637915" cy="1322705"/>
            </a:xfrm>
          </p:grpSpPr>
          <p:pic>
            <p:nvPicPr>
              <p:cNvPr id="3" name="object 3">
                <a:extLst>
                  <a:ext uri="{FF2B5EF4-FFF2-40B4-BE49-F238E27FC236}">
                    <a16:creationId xmlns:a16="http://schemas.microsoft.com/office/drawing/2014/main" id="{39224AA2-B698-1A32-44B0-9EE5FA045554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17496" y="2624741"/>
                <a:ext cx="3569115" cy="1322448"/>
              </a:xfrm>
              <a:prstGeom prst="rect">
                <a:avLst/>
              </a:prstGeom>
            </p:spPr>
          </p:pic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6BCB57BF-464F-2DA3-FE45-DE1E5399E10D}"/>
                  </a:ext>
                </a:extLst>
              </p:cNvPr>
              <p:cNvSpPr/>
              <p:nvPr/>
            </p:nvSpPr>
            <p:spPr>
              <a:xfrm>
                <a:off x="3154426" y="3228975"/>
                <a:ext cx="691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91514">
                    <a:moveTo>
                      <a:pt x="0" y="0"/>
                    </a:moveTo>
                    <a:lnTo>
                      <a:pt x="691388" y="0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E9EAA3BB-22F9-F3AC-F51F-ABDD5EF1F04B}"/>
                </a:ext>
              </a:extLst>
            </p:cNvPr>
            <p:cNvSpPr txBox="1"/>
            <p:nvPr/>
          </p:nvSpPr>
          <p:spPr>
            <a:xfrm>
              <a:off x="2135490" y="2872482"/>
              <a:ext cx="799465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latin typeface="Arial"/>
                  <a:cs typeface="Arial"/>
                </a:rPr>
                <a:t>Internet</a:t>
              </a:r>
              <a:endParaRPr sz="1800">
                <a:latin typeface="Arial"/>
                <a:cs typeface="Arial"/>
              </a:endParaRPr>
            </a:p>
          </p:txBody>
        </p:sp>
        <p:grpSp>
          <p:nvGrpSpPr>
            <p:cNvPr id="6" name="object 6">
              <a:extLst>
                <a:ext uri="{FF2B5EF4-FFF2-40B4-BE49-F238E27FC236}">
                  <a16:creationId xmlns:a16="http://schemas.microsoft.com/office/drawing/2014/main" id="{D8282B4D-EBF1-3938-2569-C6C2DCD3D88C}"/>
                </a:ext>
              </a:extLst>
            </p:cNvPr>
            <p:cNvGrpSpPr/>
            <p:nvPr/>
          </p:nvGrpSpPr>
          <p:grpSpPr>
            <a:xfrm>
              <a:off x="5153392" y="1774166"/>
              <a:ext cx="3634104" cy="2631440"/>
              <a:chOff x="4371340" y="1882450"/>
              <a:chExt cx="3634104" cy="2631440"/>
            </a:xfrm>
          </p:grpSpPr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F98092B5-E7E0-83D7-84B5-CDB7D526E210}"/>
                  </a:ext>
                </a:extLst>
              </p:cNvPr>
              <p:cNvSpPr/>
              <p:nvPr/>
            </p:nvSpPr>
            <p:spPr>
              <a:xfrm>
                <a:off x="4434089" y="1882450"/>
                <a:ext cx="3571240" cy="2631440"/>
              </a:xfrm>
              <a:custGeom>
                <a:avLst/>
                <a:gdLst/>
                <a:ahLst/>
                <a:cxnLst/>
                <a:rect l="l" t="t" r="r" b="b"/>
                <a:pathLst>
                  <a:path w="3571240" h="2631440">
                    <a:moveTo>
                      <a:pt x="3089658" y="0"/>
                    </a:moveTo>
                    <a:lnTo>
                      <a:pt x="3016899" y="8715"/>
                    </a:lnTo>
                    <a:lnTo>
                      <a:pt x="2978619" y="21735"/>
                    </a:lnTo>
                    <a:lnTo>
                      <a:pt x="2939159" y="40630"/>
                    </a:lnTo>
                    <a:lnTo>
                      <a:pt x="2899071" y="64991"/>
                    </a:lnTo>
                    <a:lnTo>
                      <a:pt x="2858903" y="94413"/>
                    </a:lnTo>
                    <a:lnTo>
                      <a:pt x="2819207" y="128486"/>
                    </a:lnTo>
                    <a:lnTo>
                      <a:pt x="2780532" y="166806"/>
                    </a:lnTo>
                    <a:lnTo>
                      <a:pt x="2743429" y="208964"/>
                    </a:lnTo>
                    <a:lnTo>
                      <a:pt x="2708447" y="254554"/>
                    </a:lnTo>
                    <a:lnTo>
                      <a:pt x="2676137" y="303168"/>
                    </a:lnTo>
                    <a:lnTo>
                      <a:pt x="2647049" y="354400"/>
                    </a:lnTo>
                    <a:lnTo>
                      <a:pt x="2628968" y="410294"/>
                    </a:lnTo>
                    <a:lnTo>
                      <a:pt x="2624133" y="476214"/>
                    </a:lnTo>
                    <a:lnTo>
                      <a:pt x="2625399" y="512197"/>
                    </a:lnTo>
                    <a:lnTo>
                      <a:pt x="2628436" y="549801"/>
                    </a:lnTo>
                    <a:lnTo>
                      <a:pt x="2632730" y="588732"/>
                    </a:lnTo>
                    <a:lnTo>
                      <a:pt x="2643036" y="669392"/>
                    </a:lnTo>
                    <a:lnTo>
                      <a:pt x="2648021" y="710531"/>
                    </a:lnTo>
                    <a:lnTo>
                      <a:pt x="2652209" y="751815"/>
                    </a:lnTo>
                    <a:lnTo>
                      <a:pt x="2655087" y="792951"/>
                    </a:lnTo>
                    <a:lnTo>
                      <a:pt x="2656140" y="833643"/>
                    </a:lnTo>
                    <a:lnTo>
                      <a:pt x="2654856" y="873595"/>
                    </a:lnTo>
                    <a:lnTo>
                      <a:pt x="2650721" y="912512"/>
                    </a:lnTo>
                    <a:lnTo>
                      <a:pt x="2643221" y="950100"/>
                    </a:lnTo>
                    <a:lnTo>
                      <a:pt x="2616073" y="1020107"/>
                    </a:lnTo>
                    <a:lnTo>
                      <a:pt x="2569305" y="1081254"/>
                    </a:lnTo>
                    <a:lnTo>
                      <a:pt x="2537278" y="1107767"/>
                    </a:lnTo>
                    <a:lnTo>
                      <a:pt x="2498806" y="1131180"/>
                    </a:lnTo>
                    <a:lnTo>
                      <a:pt x="2453374" y="1151198"/>
                    </a:lnTo>
                    <a:lnTo>
                      <a:pt x="2391854" y="1169669"/>
                    </a:lnTo>
                    <a:lnTo>
                      <a:pt x="2318264" y="1184419"/>
                    </a:lnTo>
                    <a:lnTo>
                      <a:pt x="2277350" y="1190502"/>
                    </a:lnTo>
                    <a:lnTo>
                      <a:pt x="2233907" y="1195779"/>
                    </a:lnTo>
                    <a:lnTo>
                      <a:pt x="2188098" y="1200293"/>
                    </a:lnTo>
                    <a:lnTo>
                      <a:pt x="2140087" y="1204085"/>
                    </a:lnTo>
                    <a:lnTo>
                      <a:pt x="2090035" y="1207197"/>
                    </a:lnTo>
                    <a:lnTo>
                      <a:pt x="2038107" y="1209670"/>
                    </a:lnTo>
                    <a:lnTo>
                      <a:pt x="1984464" y="1211546"/>
                    </a:lnTo>
                    <a:lnTo>
                      <a:pt x="1929271" y="1212868"/>
                    </a:lnTo>
                    <a:lnTo>
                      <a:pt x="1872689" y="1213676"/>
                    </a:lnTo>
                    <a:lnTo>
                      <a:pt x="1814882" y="1214012"/>
                    </a:lnTo>
                    <a:lnTo>
                      <a:pt x="1756014" y="1213919"/>
                    </a:lnTo>
                    <a:lnTo>
                      <a:pt x="1696245" y="1213437"/>
                    </a:lnTo>
                    <a:lnTo>
                      <a:pt x="1635741" y="1212609"/>
                    </a:lnTo>
                    <a:lnTo>
                      <a:pt x="1574664" y="1211477"/>
                    </a:lnTo>
                    <a:lnTo>
                      <a:pt x="1451440" y="1208464"/>
                    </a:lnTo>
                    <a:lnTo>
                      <a:pt x="1327879" y="1204734"/>
                    </a:lnTo>
                    <a:lnTo>
                      <a:pt x="968207" y="1192572"/>
                    </a:lnTo>
                    <a:lnTo>
                      <a:pt x="856331" y="1189307"/>
                    </a:lnTo>
                    <a:lnTo>
                      <a:pt x="750637" y="1186993"/>
                    </a:lnTo>
                    <a:lnTo>
                      <a:pt x="700515" y="1186297"/>
                    </a:lnTo>
                    <a:lnTo>
                      <a:pt x="652426" y="1185964"/>
                    </a:lnTo>
                    <a:lnTo>
                      <a:pt x="606535" y="1186035"/>
                    </a:lnTo>
                    <a:lnTo>
                      <a:pt x="563004" y="1186553"/>
                    </a:lnTo>
                    <a:lnTo>
                      <a:pt x="521995" y="1187559"/>
                    </a:lnTo>
                    <a:lnTo>
                      <a:pt x="483673" y="1189095"/>
                    </a:lnTo>
                    <a:lnTo>
                      <a:pt x="415737" y="1193923"/>
                    </a:lnTo>
                    <a:lnTo>
                      <a:pt x="332115" y="1206460"/>
                    </a:lnTo>
                    <a:lnTo>
                      <a:pt x="280639" y="1216816"/>
                    </a:lnTo>
                    <a:lnTo>
                      <a:pt x="232370" y="1228240"/>
                    </a:lnTo>
                    <a:lnTo>
                      <a:pt x="187658" y="1240609"/>
                    </a:lnTo>
                    <a:lnTo>
                      <a:pt x="146853" y="1253798"/>
                    </a:lnTo>
                    <a:lnTo>
                      <a:pt x="110304" y="1267680"/>
                    </a:lnTo>
                    <a:lnTo>
                      <a:pt x="51378" y="1297029"/>
                    </a:lnTo>
                    <a:lnTo>
                      <a:pt x="13677" y="1327655"/>
                    </a:lnTo>
                    <a:lnTo>
                      <a:pt x="0" y="1358559"/>
                    </a:lnTo>
                    <a:lnTo>
                      <a:pt x="3045" y="1373802"/>
                    </a:lnTo>
                    <a:lnTo>
                      <a:pt x="30651" y="1403248"/>
                    </a:lnTo>
                    <a:lnTo>
                      <a:pt x="89278" y="1430472"/>
                    </a:lnTo>
                    <a:lnTo>
                      <a:pt x="131099" y="1442938"/>
                    </a:lnTo>
                    <a:lnTo>
                      <a:pt x="181725" y="1454474"/>
                    </a:lnTo>
                    <a:lnTo>
                      <a:pt x="233755" y="1462754"/>
                    </a:lnTo>
                    <a:lnTo>
                      <a:pt x="297990" y="1469508"/>
                    </a:lnTo>
                    <a:lnTo>
                      <a:pt x="373309" y="1474937"/>
                    </a:lnTo>
                    <a:lnTo>
                      <a:pt x="414776" y="1477218"/>
                    </a:lnTo>
                    <a:lnTo>
                      <a:pt x="458595" y="1479243"/>
                    </a:lnTo>
                    <a:lnTo>
                      <a:pt x="504625" y="1481039"/>
                    </a:lnTo>
                    <a:lnTo>
                      <a:pt x="552727" y="1482629"/>
                    </a:lnTo>
                    <a:lnTo>
                      <a:pt x="654585" y="1485296"/>
                    </a:lnTo>
                    <a:lnTo>
                      <a:pt x="763051" y="1487447"/>
                    </a:lnTo>
                    <a:lnTo>
                      <a:pt x="1055776" y="1491888"/>
                    </a:lnTo>
                    <a:lnTo>
                      <a:pt x="1302897" y="1496146"/>
                    </a:lnTo>
                    <a:lnTo>
                      <a:pt x="1427692" y="1499065"/>
                    </a:lnTo>
                    <a:lnTo>
                      <a:pt x="1551818" y="1502780"/>
                    </a:lnTo>
                    <a:lnTo>
                      <a:pt x="1613280" y="1504999"/>
                    </a:lnTo>
                    <a:lnTo>
                      <a:pt x="1674155" y="1507493"/>
                    </a:lnTo>
                    <a:lnTo>
                      <a:pt x="1734303" y="1510288"/>
                    </a:lnTo>
                    <a:lnTo>
                      <a:pt x="1793584" y="1513407"/>
                    </a:lnTo>
                    <a:lnTo>
                      <a:pt x="1851858" y="1516877"/>
                    </a:lnTo>
                    <a:lnTo>
                      <a:pt x="1908985" y="1520723"/>
                    </a:lnTo>
                    <a:lnTo>
                      <a:pt x="1964825" y="1524969"/>
                    </a:lnTo>
                    <a:lnTo>
                      <a:pt x="2019239" y="1529642"/>
                    </a:lnTo>
                    <a:lnTo>
                      <a:pt x="2072086" y="1534767"/>
                    </a:lnTo>
                    <a:lnTo>
                      <a:pt x="2123226" y="1540368"/>
                    </a:lnTo>
                    <a:lnTo>
                      <a:pt x="2172520" y="1546471"/>
                    </a:lnTo>
                    <a:lnTo>
                      <a:pt x="2219827" y="1553102"/>
                    </a:lnTo>
                    <a:lnTo>
                      <a:pt x="2265007" y="1560285"/>
                    </a:lnTo>
                    <a:lnTo>
                      <a:pt x="2307922" y="1568045"/>
                    </a:lnTo>
                    <a:lnTo>
                      <a:pt x="2348430" y="1576409"/>
                    </a:lnTo>
                    <a:lnTo>
                      <a:pt x="2386392" y="1585401"/>
                    </a:lnTo>
                    <a:lnTo>
                      <a:pt x="2454117" y="1605371"/>
                    </a:lnTo>
                    <a:lnTo>
                      <a:pt x="2529822" y="1638242"/>
                    </a:lnTo>
                    <a:lnTo>
                      <a:pt x="2569850" y="1663288"/>
                    </a:lnTo>
                    <a:lnTo>
                      <a:pt x="2604101" y="1691261"/>
                    </a:lnTo>
                    <a:lnTo>
                      <a:pt x="2632990" y="1721885"/>
                    </a:lnTo>
                    <a:lnTo>
                      <a:pt x="2656934" y="1754884"/>
                    </a:lnTo>
                    <a:lnTo>
                      <a:pt x="2676347" y="1789980"/>
                    </a:lnTo>
                    <a:lnTo>
                      <a:pt x="2691645" y="1826898"/>
                    </a:lnTo>
                    <a:lnTo>
                      <a:pt x="2703245" y="1865361"/>
                    </a:lnTo>
                    <a:lnTo>
                      <a:pt x="2711562" y="1905094"/>
                    </a:lnTo>
                    <a:lnTo>
                      <a:pt x="2717011" y="1945819"/>
                    </a:lnTo>
                    <a:lnTo>
                      <a:pt x="2720009" y="1987260"/>
                    </a:lnTo>
                    <a:lnTo>
                      <a:pt x="2720971" y="2029141"/>
                    </a:lnTo>
                    <a:lnTo>
                      <a:pt x="2720312" y="2071186"/>
                    </a:lnTo>
                    <a:lnTo>
                      <a:pt x="2718450" y="2113118"/>
                    </a:lnTo>
                    <a:lnTo>
                      <a:pt x="2715798" y="2154661"/>
                    </a:lnTo>
                    <a:lnTo>
                      <a:pt x="2709792" y="2235475"/>
                    </a:lnTo>
                    <a:lnTo>
                      <a:pt x="2707269" y="2274193"/>
                    </a:lnTo>
                    <a:lnTo>
                      <a:pt x="2705620" y="2311416"/>
                    </a:lnTo>
                    <a:lnTo>
                      <a:pt x="2705261" y="2346869"/>
                    </a:lnTo>
                    <a:lnTo>
                      <a:pt x="2706607" y="2380274"/>
                    </a:lnTo>
                    <a:lnTo>
                      <a:pt x="2716080" y="2439838"/>
                    </a:lnTo>
                    <a:lnTo>
                      <a:pt x="2737364" y="2487898"/>
                    </a:lnTo>
                    <a:lnTo>
                      <a:pt x="2785476" y="2533488"/>
                    </a:lnTo>
                    <a:lnTo>
                      <a:pt x="2822104" y="2557146"/>
                    </a:lnTo>
                    <a:lnTo>
                      <a:pt x="2862663" y="2577776"/>
                    </a:lnTo>
                    <a:lnTo>
                      <a:pt x="2906459" y="2595261"/>
                    </a:lnTo>
                    <a:lnTo>
                      <a:pt x="2952794" y="2609482"/>
                    </a:lnTo>
                    <a:lnTo>
                      <a:pt x="3000975" y="2620319"/>
                    </a:lnTo>
                    <a:lnTo>
                      <a:pt x="3050305" y="2627654"/>
                    </a:lnTo>
                    <a:lnTo>
                      <a:pt x="3100090" y="2631367"/>
                    </a:lnTo>
                    <a:lnTo>
                      <a:pt x="3149633" y="2631341"/>
                    </a:lnTo>
                    <a:lnTo>
                      <a:pt x="3198241" y="2627455"/>
                    </a:lnTo>
                    <a:lnTo>
                      <a:pt x="3245216" y="2619592"/>
                    </a:lnTo>
                    <a:lnTo>
                      <a:pt x="3289864" y="2607632"/>
                    </a:lnTo>
                    <a:lnTo>
                      <a:pt x="3331489" y="2591456"/>
                    </a:lnTo>
                    <a:lnTo>
                      <a:pt x="3369396" y="2570947"/>
                    </a:lnTo>
                    <a:lnTo>
                      <a:pt x="3402889" y="2545983"/>
                    </a:lnTo>
                    <a:lnTo>
                      <a:pt x="3431274" y="2516448"/>
                    </a:lnTo>
                    <a:lnTo>
                      <a:pt x="3466765" y="2459625"/>
                    </a:lnTo>
                    <a:lnTo>
                      <a:pt x="3495674" y="2387688"/>
                    </a:lnTo>
                    <a:lnTo>
                      <a:pt x="3507870" y="2346757"/>
                    </a:lnTo>
                    <a:lnTo>
                      <a:pt x="3518675" y="2302892"/>
                    </a:lnTo>
                    <a:lnTo>
                      <a:pt x="3528170" y="2256375"/>
                    </a:lnTo>
                    <a:lnTo>
                      <a:pt x="3536442" y="2207490"/>
                    </a:lnTo>
                    <a:lnTo>
                      <a:pt x="3543575" y="2156516"/>
                    </a:lnTo>
                    <a:lnTo>
                      <a:pt x="3549652" y="2103737"/>
                    </a:lnTo>
                    <a:lnTo>
                      <a:pt x="3554758" y="2049433"/>
                    </a:lnTo>
                    <a:lnTo>
                      <a:pt x="3558978" y="1993888"/>
                    </a:lnTo>
                    <a:lnTo>
                      <a:pt x="3562395" y="1937382"/>
                    </a:lnTo>
                    <a:lnTo>
                      <a:pt x="3565095" y="1880197"/>
                    </a:lnTo>
                    <a:lnTo>
                      <a:pt x="3567160" y="1822615"/>
                    </a:lnTo>
                    <a:lnTo>
                      <a:pt x="3568677" y="1764918"/>
                    </a:lnTo>
                    <a:lnTo>
                      <a:pt x="3569729" y="1707388"/>
                    </a:lnTo>
                    <a:lnTo>
                      <a:pt x="3570400" y="1650307"/>
                    </a:lnTo>
                    <a:lnTo>
                      <a:pt x="3570775" y="1593956"/>
                    </a:lnTo>
                    <a:lnTo>
                      <a:pt x="3570974" y="1484573"/>
                    </a:lnTo>
                    <a:lnTo>
                      <a:pt x="3570695" y="1436888"/>
                    </a:lnTo>
                    <a:lnTo>
                      <a:pt x="3569863" y="1387240"/>
                    </a:lnTo>
                    <a:lnTo>
                      <a:pt x="3568487" y="1335868"/>
                    </a:lnTo>
                    <a:lnTo>
                      <a:pt x="3566579" y="1283009"/>
                    </a:lnTo>
                    <a:lnTo>
                      <a:pt x="3564147" y="1228901"/>
                    </a:lnTo>
                    <a:lnTo>
                      <a:pt x="3561201" y="1173782"/>
                    </a:lnTo>
                    <a:lnTo>
                      <a:pt x="3557751" y="1117889"/>
                    </a:lnTo>
                    <a:lnTo>
                      <a:pt x="3553806" y="1061461"/>
                    </a:lnTo>
                    <a:lnTo>
                      <a:pt x="3549375" y="1004734"/>
                    </a:lnTo>
                    <a:lnTo>
                      <a:pt x="3544470" y="947947"/>
                    </a:lnTo>
                    <a:lnTo>
                      <a:pt x="3539099" y="891337"/>
                    </a:lnTo>
                    <a:lnTo>
                      <a:pt x="3533271" y="835143"/>
                    </a:lnTo>
                    <a:lnTo>
                      <a:pt x="3526997" y="779601"/>
                    </a:lnTo>
                    <a:lnTo>
                      <a:pt x="3520286" y="724950"/>
                    </a:lnTo>
                    <a:lnTo>
                      <a:pt x="3513148" y="671427"/>
                    </a:lnTo>
                    <a:lnTo>
                      <a:pt x="3505593" y="619270"/>
                    </a:lnTo>
                    <a:lnTo>
                      <a:pt x="3497629" y="568717"/>
                    </a:lnTo>
                    <a:lnTo>
                      <a:pt x="3489268" y="520006"/>
                    </a:lnTo>
                    <a:lnTo>
                      <a:pt x="3480517" y="473374"/>
                    </a:lnTo>
                    <a:lnTo>
                      <a:pt x="3471388" y="429059"/>
                    </a:lnTo>
                    <a:lnTo>
                      <a:pt x="3461889" y="387299"/>
                    </a:lnTo>
                    <a:lnTo>
                      <a:pt x="3452031" y="348331"/>
                    </a:lnTo>
                    <a:lnTo>
                      <a:pt x="3431274" y="279724"/>
                    </a:lnTo>
                    <a:lnTo>
                      <a:pt x="3406086" y="217150"/>
                    </a:lnTo>
                    <a:lnTo>
                      <a:pt x="3377607" y="164060"/>
                    </a:lnTo>
                    <a:lnTo>
                      <a:pt x="3346322" y="119782"/>
                    </a:lnTo>
                    <a:lnTo>
                      <a:pt x="3312719" y="83642"/>
                    </a:lnTo>
                    <a:lnTo>
                      <a:pt x="3277283" y="54967"/>
                    </a:lnTo>
                    <a:lnTo>
                      <a:pt x="3240502" y="33083"/>
                    </a:lnTo>
                    <a:lnTo>
                      <a:pt x="3202863" y="17318"/>
                    </a:lnTo>
                    <a:lnTo>
                      <a:pt x="3164851" y="6998"/>
                    </a:lnTo>
                    <a:lnTo>
                      <a:pt x="3126954" y="1449"/>
                    </a:lnTo>
                    <a:lnTo>
                      <a:pt x="3089658" y="0"/>
                    </a:lnTo>
                    <a:close/>
                  </a:path>
                </a:pathLst>
              </a:custGeom>
              <a:solidFill>
                <a:srgbClr val="66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909B38C3-B195-B03E-CDBF-AFD55C22B2EF}"/>
                  </a:ext>
                </a:extLst>
              </p:cNvPr>
              <p:cNvSpPr/>
              <p:nvPr/>
            </p:nvSpPr>
            <p:spPr>
              <a:xfrm>
                <a:off x="4380865" y="2446274"/>
                <a:ext cx="3043555" cy="1505585"/>
              </a:xfrm>
              <a:custGeom>
                <a:avLst/>
                <a:gdLst/>
                <a:ahLst/>
                <a:cxnLst/>
                <a:rect l="l" t="t" r="r" b="b"/>
                <a:pathLst>
                  <a:path w="3043554" h="1505585">
                    <a:moveTo>
                      <a:pt x="0" y="747776"/>
                    </a:moveTo>
                    <a:lnTo>
                      <a:pt x="1214374" y="736600"/>
                    </a:lnTo>
                  </a:path>
                  <a:path w="3043554" h="1505585">
                    <a:moveTo>
                      <a:pt x="3043174" y="787400"/>
                    </a:moveTo>
                    <a:lnTo>
                      <a:pt x="2743200" y="787526"/>
                    </a:lnTo>
                  </a:path>
                  <a:path w="3043554" h="1505585">
                    <a:moveTo>
                      <a:pt x="2839974" y="0"/>
                    </a:moveTo>
                    <a:lnTo>
                      <a:pt x="2973324" y="6350"/>
                    </a:lnTo>
                  </a:path>
                  <a:path w="3043554" h="1505585">
                    <a:moveTo>
                      <a:pt x="2846324" y="1505077"/>
                    </a:moveTo>
                    <a:lnTo>
                      <a:pt x="3017774" y="1504950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81DD8A53-41E9-50A3-E18A-B65F07211416}"/>
                </a:ext>
              </a:extLst>
            </p:cNvPr>
            <p:cNvSpPr txBox="1"/>
            <p:nvPr/>
          </p:nvSpPr>
          <p:spPr>
            <a:xfrm>
              <a:off x="8708503" y="2097070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10.0.0.1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899A1FEC-34EC-F8F7-F779-582EDF84DACE}"/>
                </a:ext>
              </a:extLst>
            </p:cNvPr>
            <p:cNvSpPr txBox="1"/>
            <p:nvPr/>
          </p:nvSpPr>
          <p:spPr>
            <a:xfrm>
              <a:off x="8835630" y="2865497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10.0.0.2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3470E0B-37B6-1812-9839-091032CF96F6}"/>
                </a:ext>
              </a:extLst>
            </p:cNvPr>
            <p:cNvSpPr txBox="1"/>
            <p:nvPr/>
          </p:nvSpPr>
          <p:spPr>
            <a:xfrm>
              <a:off x="8786227" y="3672251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10.0.0.3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19" name="object 20">
              <a:extLst>
                <a:ext uri="{FF2B5EF4-FFF2-40B4-BE49-F238E27FC236}">
                  <a16:creationId xmlns:a16="http://schemas.microsoft.com/office/drawing/2014/main" id="{7FC7571D-DD8D-0306-30D5-8ED9477773D1}"/>
                </a:ext>
              </a:extLst>
            </p:cNvPr>
            <p:cNvSpPr txBox="1"/>
            <p:nvPr/>
          </p:nvSpPr>
          <p:spPr>
            <a:xfrm>
              <a:off x="5085573" y="2496613"/>
              <a:ext cx="7588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10.0.0.4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20" name="object 21">
              <a:extLst>
                <a:ext uri="{FF2B5EF4-FFF2-40B4-BE49-F238E27FC236}">
                  <a16:creationId xmlns:a16="http://schemas.microsoft.com/office/drawing/2014/main" id="{3FEB4D28-0E21-62E1-53BF-378A7CEE086D}"/>
                </a:ext>
              </a:extLst>
            </p:cNvPr>
            <p:cNvSpPr/>
            <p:nvPr/>
          </p:nvSpPr>
          <p:spPr>
            <a:xfrm>
              <a:off x="5412344" y="2733341"/>
              <a:ext cx="76200" cy="328930"/>
            </a:xfrm>
            <a:custGeom>
              <a:avLst/>
              <a:gdLst/>
              <a:ahLst/>
              <a:cxnLst/>
              <a:rect l="l" t="t" r="r" b="b"/>
              <a:pathLst>
                <a:path w="76200" h="328930">
                  <a:moveTo>
                    <a:pt x="28575" y="252729"/>
                  </a:moveTo>
                  <a:lnTo>
                    <a:pt x="0" y="252729"/>
                  </a:lnTo>
                  <a:lnTo>
                    <a:pt x="38100" y="328929"/>
                  </a:lnTo>
                  <a:lnTo>
                    <a:pt x="69850" y="265429"/>
                  </a:lnTo>
                  <a:lnTo>
                    <a:pt x="28575" y="265429"/>
                  </a:lnTo>
                  <a:lnTo>
                    <a:pt x="28575" y="252729"/>
                  </a:lnTo>
                  <a:close/>
                </a:path>
                <a:path w="76200" h="328930">
                  <a:moveTo>
                    <a:pt x="47625" y="0"/>
                  </a:moveTo>
                  <a:lnTo>
                    <a:pt x="28575" y="0"/>
                  </a:lnTo>
                  <a:lnTo>
                    <a:pt x="28575" y="265429"/>
                  </a:lnTo>
                  <a:lnTo>
                    <a:pt x="47625" y="265429"/>
                  </a:lnTo>
                  <a:lnTo>
                    <a:pt x="47625" y="0"/>
                  </a:lnTo>
                  <a:close/>
                </a:path>
                <a:path w="76200" h="328930">
                  <a:moveTo>
                    <a:pt x="76200" y="252729"/>
                  </a:moveTo>
                  <a:lnTo>
                    <a:pt x="47625" y="252729"/>
                  </a:lnTo>
                  <a:lnTo>
                    <a:pt x="47625" y="265429"/>
                  </a:lnTo>
                  <a:lnTo>
                    <a:pt x="69850" y="265429"/>
                  </a:lnTo>
                  <a:lnTo>
                    <a:pt x="76200" y="2527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2">
              <a:extLst>
                <a:ext uri="{FF2B5EF4-FFF2-40B4-BE49-F238E27FC236}">
                  <a16:creationId xmlns:a16="http://schemas.microsoft.com/office/drawing/2014/main" id="{84BA8933-BEAD-166C-5140-079A6D32F797}"/>
                </a:ext>
              </a:extLst>
            </p:cNvPr>
            <p:cNvSpPr txBox="1"/>
            <p:nvPr/>
          </p:nvSpPr>
          <p:spPr>
            <a:xfrm>
              <a:off x="3177525" y="3395849"/>
              <a:ext cx="109664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spc="-10" dirty="0">
                  <a:latin typeface="Arial"/>
                  <a:cs typeface="Arial"/>
                </a:rPr>
                <a:t>138.76.29.7</a:t>
              </a:r>
              <a:endParaRPr sz="1600">
                <a:latin typeface="Arial"/>
                <a:cs typeface="Arial"/>
              </a:endParaRPr>
            </a:p>
          </p:txBody>
        </p:sp>
        <p:sp>
          <p:nvSpPr>
            <p:cNvPr id="22" name="object 23">
              <a:extLst>
                <a:ext uri="{FF2B5EF4-FFF2-40B4-BE49-F238E27FC236}">
                  <a16:creationId xmlns:a16="http://schemas.microsoft.com/office/drawing/2014/main" id="{FACF5C38-F4DE-3841-4817-CD3488A12FA4}"/>
                </a:ext>
              </a:extLst>
            </p:cNvPr>
            <p:cNvSpPr/>
            <p:nvPr/>
          </p:nvSpPr>
          <p:spPr>
            <a:xfrm>
              <a:off x="4262867" y="3163489"/>
              <a:ext cx="220979" cy="306705"/>
            </a:xfrm>
            <a:custGeom>
              <a:avLst/>
              <a:gdLst/>
              <a:ahLst/>
              <a:cxnLst/>
              <a:rect l="l" t="t" r="r" b="b"/>
              <a:pathLst>
                <a:path w="220979" h="306704">
                  <a:moveTo>
                    <a:pt x="168792" y="56893"/>
                  </a:moveTo>
                  <a:lnTo>
                    <a:pt x="0" y="295783"/>
                  </a:lnTo>
                  <a:lnTo>
                    <a:pt x="15621" y="306704"/>
                  </a:lnTo>
                  <a:lnTo>
                    <a:pt x="184281" y="67830"/>
                  </a:lnTo>
                  <a:lnTo>
                    <a:pt x="168792" y="56893"/>
                  </a:lnTo>
                  <a:close/>
                </a:path>
                <a:path w="220979" h="306704">
                  <a:moveTo>
                    <a:pt x="213458" y="46481"/>
                  </a:moveTo>
                  <a:lnTo>
                    <a:pt x="176149" y="46481"/>
                  </a:lnTo>
                  <a:lnTo>
                    <a:pt x="191643" y="57403"/>
                  </a:lnTo>
                  <a:lnTo>
                    <a:pt x="184281" y="67830"/>
                  </a:lnTo>
                  <a:lnTo>
                    <a:pt x="207645" y="84327"/>
                  </a:lnTo>
                  <a:lnTo>
                    <a:pt x="213458" y="46481"/>
                  </a:lnTo>
                  <a:close/>
                </a:path>
                <a:path w="220979" h="306704">
                  <a:moveTo>
                    <a:pt x="176149" y="46481"/>
                  </a:moveTo>
                  <a:lnTo>
                    <a:pt x="168792" y="56893"/>
                  </a:lnTo>
                  <a:lnTo>
                    <a:pt x="184281" y="67830"/>
                  </a:lnTo>
                  <a:lnTo>
                    <a:pt x="191643" y="57403"/>
                  </a:lnTo>
                  <a:lnTo>
                    <a:pt x="176149" y="46481"/>
                  </a:lnTo>
                  <a:close/>
                </a:path>
                <a:path w="220979" h="306704">
                  <a:moveTo>
                    <a:pt x="220599" y="0"/>
                  </a:moveTo>
                  <a:lnTo>
                    <a:pt x="145414" y="40386"/>
                  </a:lnTo>
                  <a:lnTo>
                    <a:pt x="168792" y="56893"/>
                  </a:lnTo>
                  <a:lnTo>
                    <a:pt x="176149" y="46481"/>
                  </a:lnTo>
                  <a:lnTo>
                    <a:pt x="213458" y="46481"/>
                  </a:lnTo>
                  <a:lnTo>
                    <a:pt x="22059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4">
              <a:extLst>
                <a:ext uri="{FF2B5EF4-FFF2-40B4-BE49-F238E27FC236}">
                  <a16:creationId xmlns:a16="http://schemas.microsoft.com/office/drawing/2014/main" id="{A78E013B-AFE6-1E18-E748-27BB2322FBEB}"/>
                </a:ext>
              </a:extLst>
            </p:cNvPr>
            <p:cNvSpPr/>
            <p:nvPr/>
          </p:nvSpPr>
          <p:spPr>
            <a:xfrm>
              <a:off x="4929491" y="1652317"/>
              <a:ext cx="0" cy="1081405"/>
            </a:xfrm>
            <a:custGeom>
              <a:avLst/>
              <a:gdLst/>
              <a:ahLst/>
              <a:cxnLst/>
              <a:rect l="l" t="t" r="r" b="b"/>
              <a:pathLst>
                <a:path h="1081405">
                  <a:moveTo>
                    <a:pt x="0" y="0"/>
                  </a:moveTo>
                  <a:lnTo>
                    <a:pt x="0" y="1081024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5">
              <a:extLst>
                <a:ext uri="{FF2B5EF4-FFF2-40B4-BE49-F238E27FC236}">
                  <a16:creationId xmlns:a16="http://schemas.microsoft.com/office/drawing/2014/main" id="{7C2AE9C8-8B7F-B021-C8FC-6D16F1E5EBB7}"/>
                </a:ext>
              </a:extLst>
            </p:cNvPr>
            <p:cNvSpPr txBox="1"/>
            <p:nvPr/>
          </p:nvSpPr>
          <p:spPr>
            <a:xfrm>
              <a:off x="5952474" y="1335505"/>
              <a:ext cx="1952623" cy="566758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" algn="ctr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latin typeface="Lantinghei SC Extralight"/>
                  <a:cs typeface="Lantinghei SC Extralight"/>
                </a:rPr>
                <a:t>本地网络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12700" marR="5080" algn="ctr">
                <a:lnSpc>
                  <a:spcPts val="2150"/>
                </a:lnSpc>
                <a:spcBef>
                  <a:spcPts val="80"/>
                </a:spcBef>
              </a:pPr>
              <a:r>
                <a:rPr sz="1800" spc="-10" dirty="0">
                  <a:latin typeface="Arial"/>
                  <a:cs typeface="Arial"/>
                </a:rPr>
                <a:t>10.0.0/24</a:t>
              </a:r>
              <a:endParaRPr sz="1800" dirty="0">
                <a:latin typeface="Arial"/>
                <a:cs typeface="Arial"/>
              </a:endParaRPr>
            </a:p>
          </p:txBody>
        </p:sp>
        <p:sp>
          <p:nvSpPr>
            <p:cNvPr id="25" name="object 26">
              <a:extLst>
                <a:ext uri="{FF2B5EF4-FFF2-40B4-BE49-F238E27FC236}">
                  <a16:creationId xmlns:a16="http://schemas.microsoft.com/office/drawing/2014/main" id="{7D7B2900-C7F5-7E4A-A379-8B0FBEBCA981}"/>
                </a:ext>
              </a:extLst>
            </p:cNvPr>
            <p:cNvSpPr/>
            <p:nvPr/>
          </p:nvSpPr>
          <p:spPr>
            <a:xfrm>
              <a:off x="5069191" y="1741089"/>
              <a:ext cx="4197350" cy="89535"/>
            </a:xfrm>
            <a:custGeom>
              <a:avLst/>
              <a:gdLst/>
              <a:ahLst/>
              <a:cxnLst/>
              <a:rect l="l" t="t" r="r" b="b"/>
              <a:pathLst>
                <a:path w="4197350" h="89535">
                  <a:moveTo>
                    <a:pt x="898525" y="31877"/>
                  </a:moveTo>
                  <a:lnTo>
                    <a:pt x="76200" y="31877"/>
                  </a:lnTo>
                  <a:lnTo>
                    <a:pt x="76200" y="0"/>
                  </a:lnTo>
                  <a:lnTo>
                    <a:pt x="0" y="38100"/>
                  </a:lnTo>
                  <a:lnTo>
                    <a:pt x="76200" y="76200"/>
                  </a:lnTo>
                  <a:lnTo>
                    <a:pt x="76200" y="44577"/>
                  </a:lnTo>
                  <a:lnTo>
                    <a:pt x="898525" y="44577"/>
                  </a:lnTo>
                  <a:lnTo>
                    <a:pt x="898525" y="31877"/>
                  </a:lnTo>
                  <a:close/>
                </a:path>
                <a:path w="4197350" h="89535">
                  <a:moveTo>
                    <a:pt x="4197350" y="50927"/>
                  </a:moveTo>
                  <a:lnTo>
                    <a:pt x="4184650" y="44577"/>
                  </a:lnTo>
                  <a:lnTo>
                    <a:pt x="4121150" y="12827"/>
                  </a:lnTo>
                  <a:lnTo>
                    <a:pt x="4121150" y="44577"/>
                  </a:lnTo>
                  <a:lnTo>
                    <a:pt x="2811526" y="44577"/>
                  </a:lnTo>
                  <a:lnTo>
                    <a:pt x="2811526" y="57277"/>
                  </a:lnTo>
                  <a:lnTo>
                    <a:pt x="4121150" y="57277"/>
                  </a:lnTo>
                  <a:lnTo>
                    <a:pt x="4121150" y="89027"/>
                  </a:lnTo>
                  <a:lnTo>
                    <a:pt x="4184650" y="57277"/>
                  </a:lnTo>
                  <a:lnTo>
                    <a:pt x="4197350" y="5092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7">
              <a:extLst>
                <a:ext uri="{FF2B5EF4-FFF2-40B4-BE49-F238E27FC236}">
                  <a16:creationId xmlns:a16="http://schemas.microsoft.com/office/drawing/2014/main" id="{A4985218-0BB6-6555-7007-2729DD36D154}"/>
                </a:ext>
              </a:extLst>
            </p:cNvPr>
            <p:cNvSpPr/>
            <p:nvPr/>
          </p:nvSpPr>
          <p:spPr>
            <a:xfrm>
              <a:off x="3473816" y="1753917"/>
              <a:ext cx="1386205" cy="76200"/>
            </a:xfrm>
            <a:custGeom>
              <a:avLst/>
              <a:gdLst/>
              <a:ahLst/>
              <a:cxnLst/>
              <a:rect l="l" t="t" r="r" b="b"/>
              <a:pathLst>
                <a:path w="1386204" h="76200">
                  <a:moveTo>
                    <a:pt x="1309624" y="0"/>
                  </a:moveTo>
                  <a:lnTo>
                    <a:pt x="1309624" y="76200"/>
                  </a:lnTo>
                  <a:lnTo>
                    <a:pt x="1373124" y="44450"/>
                  </a:lnTo>
                  <a:lnTo>
                    <a:pt x="1322324" y="44450"/>
                  </a:lnTo>
                  <a:lnTo>
                    <a:pt x="1322324" y="31750"/>
                  </a:lnTo>
                  <a:lnTo>
                    <a:pt x="1373124" y="31750"/>
                  </a:lnTo>
                  <a:lnTo>
                    <a:pt x="1309624" y="0"/>
                  </a:lnTo>
                  <a:close/>
                </a:path>
                <a:path w="1386204" h="76200">
                  <a:moveTo>
                    <a:pt x="1309624" y="31750"/>
                  </a:moveTo>
                  <a:lnTo>
                    <a:pt x="0" y="31750"/>
                  </a:lnTo>
                  <a:lnTo>
                    <a:pt x="0" y="44450"/>
                  </a:lnTo>
                  <a:lnTo>
                    <a:pt x="1309624" y="44450"/>
                  </a:lnTo>
                  <a:lnTo>
                    <a:pt x="1309624" y="31750"/>
                  </a:lnTo>
                  <a:close/>
                </a:path>
                <a:path w="1386204" h="76200">
                  <a:moveTo>
                    <a:pt x="1373124" y="31750"/>
                  </a:moveTo>
                  <a:lnTo>
                    <a:pt x="1322324" y="31750"/>
                  </a:lnTo>
                  <a:lnTo>
                    <a:pt x="1322324" y="44450"/>
                  </a:lnTo>
                  <a:lnTo>
                    <a:pt x="1373124" y="44450"/>
                  </a:lnTo>
                  <a:lnTo>
                    <a:pt x="1385824" y="38100"/>
                  </a:lnTo>
                  <a:lnTo>
                    <a:pt x="137312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8">
              <a:extLst>
                <a:ext uri="{FF2B5EF4-FFF2-40B4-BE49-F238E27FC236}">
                  <a16:creationId xmlns:a16="http://schemas.microsoft.com/office/drawing/2014/main" id="{216EC859-9501-70B6-98A2-580D6292F254}"/>
                </a:ext>
              </a:extLst>
            </p:cNvPr>
            <p:cNvSpPr/>
            <p:nvPr/>
          </p:nvSpPr>
          <p:spPr>
            <a:xfrm>
              <a:off x="1662415" y="1741089"/>
              <a:ext cx="898525" cy="76200"/>
            </a:xfrm>
            <a:custGeom>
              <a:avLst/>
              <a:gdLst/>
              <a:ahLst/>
              <a:cxnLst/>
              <a:rect l="l" t="t" r="r" b="b"/>
              <a:pathLst>
                <a:path w="898525" h="76200">
                  <a:moveTo>
                    <a:pt x="76200" y="0"/>
                  </a:moveTo>
                  <a:lnTo>
                    <a:pt x="0" y="38100"/>
                  </a:lnTo>
                  <a:lnTo>
                    <a:pt x="76200" y="76200"/>
                  </a:lnTo>
                  <a:lnTo>
                    <a:pt x="76200" y="44576"/>
                  </a:lnTo>
                  <a:lnTo>
                    <a:pt x="63500" y="44576"/>
                  </a:lnTo>
                  <a:lnTo>
                    <a:pt x="63500" y="31876"/>
                  </a:lnTo>
                  <a:lnTo>
                    <a:pt x="76200" y="31876"/>
                  </a:lnTo>
                  <a:lnTo>
                    <a:pt x="76200" y="0"/>
                  </a:lnTo>
                  <a:close/>
                </a:path>
                <a:path w="898525" h="76200">
                  <a:moveTo>
                    <a:pt x="76200" y="31876"/>
                  </a:moveTo>
                  <a:lnTo>
                    <a:pt x="63500" y="31876"/>
                  </a:lnTo>
                  <a:lnTo>
                    <a:pt x="63500" y="44576"/>
                  </a:lnTo>
                  <a:lnTo>
                    <a:pt x="76200" y="44576"/>
                  </a:lnTo>
                  <a:lnTo>
                    <a:pt x="76200" y="31876"/>
                  </a:lnTo>
                  <a:close/>
                </a:path>
                <a:path w="898525" h="76200">
                  <a:moveTo>
                    <a:pt x="898525" y="31876"/>
                  </a:moveTo>
                  <a:lnTo>
                    <a:pt x="76200" y="31876"/>
                  </a:lnTo>
                  <a:lnTo>
                    <a:pt x="76200" y="44576"/>
                  </a:lnTo>
                  <a:lnTo>
                    <a:pt x="898525" y="44576"/>
                  </a:lnTo>
                  <a:lnTo>
                    <a:pt x="898525" y="3187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9">
              <a:extLst>
                <a:ext uri="{FF2B5EF4-FFF2-40B4-BE49-F238E27FC236}">
                  <a16:creationId xmlns:a16="http://schemas.microsoft.com/office/drawing/2014/main" id="{AB9AE8C9-72F2-DE31-D4ED-619C9A2D9492}"/>
                </a:ext>
              </a:extLst>
            </p:cNvPr>
            <p:cNvSpPr txBox="1"/>
            <p:nvPr/>
          </p:nvSpPr>
          <p:spPr>
            <a:xfrm>
              <a:off x="2629902" y="1581069"/>
              <a:ext cx="8001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latin typeface="Arial"/>
                  <a:cs typeface="Arial"/>
                </a:rPr>
                <a:t>Internet</a:t>
              </a:r>
              <a:endParaRPr sz="1800">
                <a:latin typeface="Arial"/>
                <a:cs typeface="Arial"/>
              </a:endParaRPr>
            </a:p>
          </p:txBody>
        </p:sp>
        <p:grpSp>
          <p:nvGrpSpPr>
            <p:cNvPr id="30" name="object 33">
              <a:extLst>
                <a:ext uri="{FF2B5EF4-FFF2-40B4-BE49-F238E27FC236}">
                  <a16:creationId xmlns:a16="http://schemas.microsoft.com/office/drawing/2014/main" id="{385644E0-1640-189B-23C9-2D5CB5A8AAA3}"/>
                </a:ext>
              </a:extLst>
            </p:cNvPr>
            <p:cNvGrpSpPr/>
            <p:nvPr/>
          </p:nvGrpSpPr>
          <p:grpSpPr>
            <a:xfrm>
              <a:off x="4529441" y="2950892"/>
              <a:ext cx="900163" cy="347853"/>
              <a:chOff x="3747389" y="3059176"/>
              <a:chExt cx="900163" cy="347853"/>
            </a:xfrm>
          </p:grpSpPr>
          <p:pic>
            <p:nvPicPr>
              <p:cNvPr id="32" name="object 35">
                <a:extLst>
                  <a:ext uri="{FF2B5EF4-FFF2-40B4-BE49-F238E27FC236}">
                    <a16:creationId xmlns:a16="http://schemas.microsoft.com/office/drawing/2014/main" id="{EE86C0FC-3ACE-0E2A-CF86-33F689CF120D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751453" y="3213354"/>
                <a:ext cx="892048" cy="193421"/>
              </a:xfrm>
              <a:prstGeom prst="rect">
                <a:avLst/>
              </a:prstGeom>
            </p:spPr>
          </p:pic>
          <p:sp>
            <p:nvSpPr>
              <p:cNvPr id="33" name="object 36">
                <a:extLst>
                  <a:ext uri="{FF2B5EF4-FFF2-40B4-BE49-F238E27FC236}">
                    <a16:creationId xmlns:a16="http://schemas.microsoft.com/office/drawing/2014/main" id="{B235E568-825E-FD97-0B7F-84BF07B2BA62}"/>
                  </a:ext>
                </a:extLst>
              </p:cNvPr>
              <p:cNvSpPr/>
              <p:nvPr/>
            </p:nvSpPr>
            <p:spPr>
              <a:xfrm>
                <a:off x="3751453" y="3213354"/>
                <a:ext cx="892175" cy="193675"/>
              </a:xfrm>
              <a:custGeom>
                <a:avLst/>
                <a:gdLst/>
                <a:ahLst/>
                <a:cxnLst/>
                <a:rect l="l" t="t" r="r" b="b"/>
                <a:pathLst>
                  <a:path w="892175" h="193675">
                    <a:moveTo>
                      <a:pt x="0" y="96647"/>
                    </a:moveTo>
                    <a:lnTo>
                      <a:pt x="49775" y="52248"/>
                    </a:lnTo>
                    <a:lnTo>
                      <a:pt x="86043" y="39584"/>
                    </a:lnTo>
                    <a:lnTo>
                      <a:pt x="130619" y="28320"/>
                    </a:lnTo>
                    <a:lnTo>
                      <a:pt x="182587" y="18657"/>
                    </a:lnTo>
                    <a:lnTo>
                      <a:pt x="241029" y="10794"/>
                    </a:lnTo>
                    <a:lnTo>
                      <a:pt x="305027" y="4930"/>
                    </a:lnTo>
                    <a:lnTo>
                      <a:pt x="373664" y="1265"/>
                    </a:lnTo>
                    <a:lnTo>
                      <a:pt x="446024" y="0"/>
                    </a:lnTo>
                    <a:lnTo>
                      <a:pt x="518352" y="1265"/>
                    </a:lnTo>
                    <a:lnTo>
                      <a:pt x="586971" y="4930"/>
                    </a:lnTo>
                    <a:lnTo>
                      <a:pt x="650962" y="10794"/>
                    </a:lnTo>
                    <a:lnTo>
                      <a:pt x="709405" y="18657"/>
                    </a:lnTo>
                    <a:lnTo>
                      <a:pt x="761380" y="28321"/>
                    </a:lnTo>
                    <a:lnTo>
                      <a:pt x="805968" y="39584"/>
                    </a:lnTo>
                    <a:lnTo>
                      <a:pt x="842248" y="52248"/>
                    </a:lnTo>
                    <a:lnTo>
                      <a:pt x="886208" y="80979"/>
                    </a:lnTo>
                    <a:lnTo>
                      <a:pt x="892048" y="96647"/>
                    </a:lnTo>
                    <a:lnTo>
                      <a:pt x="886208" y="112349"/>
                    </a:lnTo>
                    <a:lnTo>
                      <a:pt x="842248" y="141129"/>
                    </a:lnTo>
                    <a:lnTo>
                      <a:pt x="805968" y="153809"/>
                    </a:lnTo>
                    <a:lnTo>
                      <a:pt x="761380" y="165084"/>
                    </a:lnTo>
                    <a:lnTo>
                      <a:pt x="709405" y="174755"/>
                    </a:lnTo>
                    <a:lnTo>
                      <a:pt x="650962" y="182623"/>
                    </a:lnTo>
                    <a:lnTo>
                      <a:pt x="586971" y="188489"/>
                    </a:lnTo>
                    <a:lnTo>
                      <a:pt x="518352" y="192154"/>
                    </a:lnTo>
                    <a:lnTo>
                      <a:pt x="446024" y="193421"/>
                    </a:lnTo>
                    <a:lnTo>
                      <a:pt x="373664" y="192154"/>
                    </a:lnTo>
                    <a:lnTo>
                      <a:pt x="305027" y="188489"/>
                    </a:lnTo>
                    <a:lnTo>
                      <a:pt x="241029" y="182623"/>
                    </a:lnTo>
                    <a:lnTo>
                      <a:pt x="182587" y="174755"/>
                    </a:lnTo>
                    <a:lnTo>
                      <a:pt x="130619" y="165084"/>
                    </a:lnTo>
                    <a:lnTo>
                      <a:pt x="86043" y="153809"/>
                    </a:lnTo>
                    <a:lnTo>
                      <a:pt x="49775" y="141129"/>
                    </a:lnTo>
                    <a:lnTo>
                      <a:pt x="5836" y="112349"/>
                    </a:lnTo>
                    <a:lnTo>
                      <a:pt x="0" y="96647"/>
                    </a:lnTo>
                    <a:close/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4" name="object 37">
                <a:extLst>
                  <a:ext uri="{FF2B5EF4-FFF2-40B4-BE49-F238E27FC236}">
                    <a16:creationId xmlns:a16="http://schemas.microsoft.com/office/drawing/2014/main" id="{128BADA8-96F0-A3E1-7C07-9E9263AD2FD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747389" y="3059176"/>
                <a:ext cx="900163" cy="252222"/>
              </a:xfrm>
              <a:prstGeom prst="rect">
                <a:avLst/>
              </a:prstGeom>
            </p:spPr>
          </p:pic>
          <p:sp>
            <p:nvSpPr>
              <p:cNvPr id="35" name="object 38">
                <a:extLst>
                  <a:ext uri="{FF2B5EF4-FFF2-40B4-BE49-F238E27FC236}">
                    <a16:creationId xmlns:a16="http://schemas.microsoft.com/office/drawing/2014/main" id="{89E7BE74-2EFC-8257-ED80-B0B6B0DD5BF8}"/>
                  </a:ext>
                </a:extLst>
              </p:cNvPr>
              <p:cNvSpPr/>
              <p:nvPr/>
            </p:nvSpPr>
            <p:spPr>
              <a:xfrm>
                <a:off x="3747389" y="3059176"/>
                <a:ext cx="893444" cy="227329"/>
              </a:xfrm>
              <a:custGeom>
                <a:avLst/>
                <a:gdLst/>
                <a:ahLst/>
                <a:cxnLst/>
                <a:rect l="l" t="t" r="r" b="b"/>
                <a:pathLst>
                  <a:path w="893445" h="227329">
                    <a:moveTo>
                      <a:pt x="0" y="113537"/>
                    </a:moveTo>
                    <a:lnTo>
                      <a:pt x="22775" y="77638"/>
                    </a:lnTo>
                    <a:lnTo>
                      <a:pt x="86193" y="46469"/>
                    </a:lnTo>
                    <a:lnTo>
                      <a:pt x="130841" y="33242"/>
                    </a:lnTo>
                    <a:lnTo>
                      <a:pt x="182889" y="21896"/>
                    </a:lnTo>
                    <a:lnTo>
                      <a:pt x="241415" y="12666"/>
                    </a:lnTo>
                    <a:lnTo>
                      <a:pt x="305499" y="5785"/>
                    </a:lnTo>
                    <a:lnTo>
                      <a:pt x="374220" y="1485"/>
                    </a:lnTo>
                    <a:lnTo>
                      <a:pt x="446659" y="0"/>
                    </a:lnTo>
                    <a:lnTo>
                      <a:pt x="519131" y="1485"/>
                    </a:lnTo>
                    <a:lnTo>
                      <a:pt x="587880" y="5785"/>
                    </a:lnTo>
                    <a:lnTo>
                      <a:pt x="651986" y="12666"/>
                    </a:lnTo>
                    <a:lnTo>
                      <a:pt x="710528" y="21896"/>
                    </a:lnTo>
                    <a:lnTo>
                      <a:pt x="762587" y="33242"/>
                    </a:lnTo>
                    <a:lnTo>
                      <a:pt x="807243" y="46469"/>
                    </a:lnTo>
                    <a:lnTo>
                      <a:pt x="843577" y="61346"/>
                    </a:lnTo>
                    <a:lnTo>
                      <a:pt x="887597" y="95113"/>
                    </a:lnTo>
                    <a:lnTo>
                      <a:pt x="893445" y="113537"/>
                    </a:lnTo>
                    <a:lnTo>
                      <a:pt x="887597" y="131931"/>
                    </a:lnTo>
                    <a:lnTo>
                      <a:pt x="843577" y="165673"/>
                    </a:lnTo>
                    <a:lnTo>
                      <a:pt x="807243" y="180551"/>
                    </a:lnTo>
                    <a:lnTo>
                      <a:pt x="762587" y="193786"/>
                    </a:lnTo>
                    <a:lnTo>
                      <a:pt x="710528" y="205142"/>
                    </a:lnTo>
                    <a:lnTo>
                      <a:pt x="651986" y="214385"/>
                    </a:lnTo>
                    <a:lnTo>
                      <a:pt x="587880" y="221278"/>
                    </a:lnTo>
                    <a:lnTo>
                      <a:pt x="519131" y="225587"/>
                    </a:lnTo>
                    <a:lnTo>
                      <a:pt x="446659" y="227075"/>
                    </a:lnTo>
                    <a:lnTo>
                      <a:pt x="374220" y="225587"/>
                    </a:lnTo>
                    <a:lnTo>
                      <a:pt x="305499" y="221278"/>
                    </a:lnTo>
                    <a:lnTo>
                      <a:pt x="241415" y="214385"/>
                    </a:lnTo>
                    <a:lnTo>
                      <a:pt x="182889" y="205142"/>
                    </a:lnTo>
                    <a:lnTo>
                      <a:pt x="130841" y="193786"/>
                    </a:lnTo>
                    <a:lnTo>
                      <a:pt x="86193" y="180551"/>
                    </a:lnTo>
                    <a:lnTo>
                      <a:pt x="49864" y="165673"/>
                    </a:lnTo>
                    <a:lnTo>
                      <a:pt x="5847" y="131931"/>
                    </a:lnTo>
                    <a:lnTo>
                      <a:pt x="0" y="113537"/>
                    </a:lnTo>
                    <a:close/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9">
                <a:extLst>
                  <a:ext uri="{FF2B5EF4-FFF2-40B4-BE49-F238E27FC236}">
                    <a16:creationId xmlns:a16="http://schemas.microsoft.com/office/drawing/2014/main" id="{92EF8539-541F-132B-DE7A-022B1DDC6D1B}"/>
                  </a:ext>
                </a:extLst>
              </p:cNvPr>
              <p:cNvSpPr/>
              <p:nvPr/>
            </p:nvSpPr>
            <p:spPr>
              <a:xfrm>
                <a:off x="3926840" y="3117977"/>
                <a:ext cx="505459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05460" h="105410">
                    <a:moveTo>
                      <a:pt x="0" y="105156"/>
                    </a:moveTo>
                    <a:lnTo>
                      <a:pt x="156463" y="105156"/>
                    </a:lnTo>
                    <a:lnTo>
                      <a:pt x="312800" y="0"/>
                    </a:lnTo>
                    <a:lnTo>
                      <a:pt x="504951" y="0"/>
                    </a:lnTo>
                  </a:path>
                  <a:path w="505460" h="105410">
                    <a:moveTo>
                      <a:pt x="22860" y="0"/>
                    </a:moveTo>
                    <a:lnTo>
                      <a:pt x="179197" y="0"/>
                    </a:lnTo>
                    <a:lnTo>
                      <a:pt x="335661" y="105156"/>
                    </a:lnTo>
                    <a:lnTo>
                      <a:pt x="482219" y="105156"/>
                    </a:lnTo>
                  </a:path>
                </a:pathLst>
              </a:custGeom>
              <a:ln w="285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40">
                <a:extLst>
                  <a:ext uri="{FF2B5EF4-FFF2-40B4-BE49-F238E27FC236}">
                    <a16:creationId xmlns:a16="http://schemas.microsoft.com/office/drawing/2014/main" id="{A7770D54-1AE2-1950-256B-B237659C991A}"/>
                  </a:ext>
                </a:extLst>
              </p:cNvPr>
              <p:cNvSpPr/>
              <p:nvPr/>
            </p:nvSpPr>
            <p:spPr>
              <a:xfrm>
                <a:off x="3752723" y="3165602"/>
                <a:ext cx="888365" cy="157480"/>
              </a:xfrm>
              <a:custGeom>
                <a:avLst/>
                <a:gdLst/>
                <a:ahLst/>
                <a:cxnLst/>
                <a:rect l="l" t="t" r="r" b="b"/>
                <a:pathLst>
                  <a:path w="888364" h="157479">
                    <a:moveTo>
                      <a:pt x="0" y="0"/>
                    </a:moveTo>
                    <a:lnTo>
                      <a:pt x="0" y="152908"/>
                    </a:lnTo>
                  </a:path>
                  <a:path w="888364" h="157479">
                    <a:moveTo>
                      <a:pt x="888111" y="8509"/>
                    </a:moveTo>
                    <a:lnTo>
                      <a:pt x="888111" y="157099"/>
                    </a:lnTo>
                  </a:path>
                </a:pathLst>
              </a:custGeom>
              <a:ln w="19050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39" name="object 2">
            <a:extLst>
              <a:ext uri="{FF2B5EF4-FFF2-40B4-BE49-F238E27FC236}">
                <a16:creationId xmlns:a16="http://schemas.microsoft.com/office/drawing/2014/main" id="{277EDD2A-525F-7DF0-F0DD-D08C29274295}"/>
              </a:ext>
            </a:extLst>
          </p:cNvPr>
          <p:cNvGrpSpPr/>
          <p:nvPr/>
        </p:nvGrpSpPr>
        <p:grpSpPr>
          <a:xfrm rot="10800000">
            <a:off x="3190736" y="3319157"/>
            <a:ext cx="3745229" cy="1473835"/>
            <a:chOff x="2344800" y="2685986"/>
            <a:chExt cx="3745229" cy="1473835"/>
          </a:xfrm>
        </p:grpSpPr>
        <p:pic>
          <p:nvPicPr>
            <p:cNvPr id="40" name="object 3">
              <a:extLst>
                <a:ext uri="{FF2B5EF4-FFF2-40B4-BE49-F238E27FC236}">
                  <a16:creationId xmlns:a16="http://schemas.microsoft.com/office/drawing/2014/main" id="{8C551F64-1B8E-6E60-5E55-623FB5391CA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344800" y="2685986"/>
              <a:ext cx="3745123" cy="1473263"/>
            </a:xfrm>
            <a:prstGeom prst="rect">
              <a:avLst/>
            </a:prstGeom>
          </p:spPr>
        </p:pic>
        <p:sp>
          <p:nvSpPr>
            <p:cNvPr id="41" name="object 4">
              <a:extLst>
                <a:ext uri="{FF2B5EF4-FFF2-40B4-BE49-F238E27FC236}">
                  <a16:creationId xmlns:a16="http://schemas.microsoft.com/office/drawing/2014/main" id="{A3B2FC3A-686D-2913-2408-A895C48CD601}"/>
                </a:ext>
              </a:extLst>
            </p:cNvPr>
            <p:cNvSpPr/>
            <p:nvPr/>
          </p:nvSpPr>
          <p:spPr>
            <a:xfrm>
              <a:off x="2344800" y="2685986"/>
              <a:ext cx="3745229" cy="1473835"/>
            </a:xfrm>
            <a:custGeom>
              <a:avLst/>
              <a:gdLst/>
              <a:ahLst/>
              <a:cxnLst/>
              <a:rect l="l" t="t" r="r" b="b"/>
              <a:pathLst>
                <a:path w="3745229" h="1473835">
                  <a:moveTo>
                    <a:pt x="0" y="42862"/>
                  </a:moveTo>
                  <a:lnTo>
                    <a:pt x="522450" y="28575"/>
                  </a:lnTo>
                  <a:lnTo>
                    <a:pt x="1704339" y="4762"/>
                  </a:lnTo>
                  <a:lnTo>
                    <a:pt x="2967478" y="0"/>
                  </a:lnTo>
                  <a:lnTo>
                    <a:pt x="3733673" y="42862"/>
                  </a:lnTo>
                  <a:lnTo>
                    <a:pt x="3742900" y="43106"/>
                  </a:lnTo>
                  <a:lnTo>
                    <a:pt x="3713799" y="68876"/>
                  </a:lnTo>
                  <a:lnTo>
                    <a:pt x="3665297" y="94812"/>
                  </a:lnTo>
                  <a:lnTo>
                    <a:pt x="3598469" y="128056"/>
                  </a:lnTo>
                  <a:lnTo>
                    <a:pt x="3559193" y="147091"/>
                  </a:lnTo>
                  <a:lnTo>
                    <a:pt x="3516548" y="167563"/>
                  </a:lnTo>
                  <a:lnTo>
                    <a:pt x="3470937" y="189339"/>
                  </a:lnTo>
                  <a:lnTo>
                    <a:pt x="3422764" y="212289"/>
                  </a:lnTo>
                  <a:lnTo>
                    <a:pt x="3372435" y="236283"/>
                  </a:lnTo>
                  <a:lnTo>
                    <a:pt x="3320351" y="261191"/>
                  </a:lnTo>
                  <a:lnTo>
                    <a:pt x="3266918" y="286881"/>
                  </a:lnTo>
                  <a:lnTo>
                    <a:pt x="3212539" y="313224"/>
                  </a:lnTo>
                  <a:lnTo>
                    <a:pt x="3157619" y="340088"/>
                  </a:lnTo>
                  <a:lnTo>
                    <a:pt x="3102561" y="367343"/>
                  </a:lnTo>
                  <a:lnTo>
                    <a:pt x="3047769" y="394859"/>
                  </a:lnTo>
                  <a:lnTo>
                    <a:pt x="2993648" y="422505"/>
                  </a:lnTo>
                  <a:lnTo>
                    <a:pt x="2940600" y="450151"/>
                  </a:lnTo>
                  <a:lnTo>
                    <a:pt x="2889031" y="477665"/>
                  </a:lnTo>
                  <a:lnTo>
                    <a:pt x="2839345" y="504918"/>
                  </a:lnTo>
                  <a:lnTo>
                    <a:pt x="2791944" y="531780"/>
                  </a:lnTo>
                  <a:lnTo>
                    <a:pt x="2747234" y="558118"/>
                  </a:lnTo>
                  <a:lnTo>
                    <a:pt x="2705617" y="583804"/>
                  </a:lnTo>
                  <a:lnTo>
                    <a:pt x="2667499" y="608706"/>
                  </a:lnTo>
                  <a:lnTo>
                    <a:pt x="2633283" y="632694"/>
                  </a:lnTo>
                  <a:lnTo>
                    <a:pt x="2563023" y="691004"/>
                  </a:lnTo>
                  <a:lnTo>
                    <a:pt x="2524740" y="729636"/>
                  </a:lnTo>
                  <a:lnTo>
                    <a:pt x="2488423" y="771087"/>
                  </a:lnTo>
                  <a:lnTo>
                    <a:pt x="2453975" y="814907"/>
                  </a:lnTo>
                  <a:lnTo>
                    <a:pt x="2421296" y="860651"/>
                  </a:lnTo>
                  <a:lnTo>
                    <a:pt x="2390289" y="907870"/>
                  </a:lnTo>
                  <a:lnTo>
                    <a:pt x="2360854" y="956117"/>
                  </a:lnTo>
                  <a:lnTo>
                    <a:pt x="2332893" y="1004944"/>
                  </a:lnTo>
                  <a:lnTo>
                    <a:pt x="2306308" y="1053904"/>
                  </a:lnTo>
                  <a:lnTo>
                    <a:pt x="2280999" y="1102550"/>
                  </a:lnTo>
                  <a:lnTo>
                    <a:pt x="2256868" y="1150434"/>
                  </a:lnTo>
                  <a:lnTo>
                    <a:pt x="2233818" y="1197108"/>
                  </a:lnTo>
                  <a:lnTo>
                    <a:pt x="2211748" y="1242125"/>
                  </a:lnTo>
                  <a:lnTo>
                    <a:pt x="2190561" y="1285038"/>
                  </a:lnTo>
                  <a:lnTo>
                    <a:pt x="2170158" y="1325399"/>
                  </a:lnTo>
                  <a:lnTo>
                    <a:pt x="2150440" y="1362761"/>
                  </a:lnTo>
                  <a:lnTo>
                    <a:pt x="2131308" y="1396675"/>
                  </a:lnTo>
                  <a:lnTo>
                    <a:pt x="2094412" y="1452374"/>
                  </a:lnTo>
                  <a:lnTo>
                    <a:pt x="2076450" y="1473263"/>
                  </a:lnTo>
                  <a:lnTo>
                    <a:pt x="1839849" y="1473263"/>
                  </a:lnTo>
                  <a:lnTo>
                    <a:pt x="1805252" y="1423584"/>
                  </a:lnTo>
                  <a:lnTo>
                    <a:pt x="1770878" y="1358765"/>
                  </a:lnTo>
                  <a:lnTo>
                    <a:pt x="1753454" y="1321579"/>
                  </a:lnTo>
                  <a:lnTo>
                    <a:pt x="1735700" y="1281690"/>
                  </a:lnTo>
                  <a:lnTo>
                    <a:pt x="1717487" y="1239457"/>
                  </a:lnTo>
                  <a:lnTo>
                    <a:pt x="1698686" y="1195242"/>
                  </a:lnTo>
                  <a:lnTo>
                    <a:pt x="1679170" y="1149405"/>
                  </a:lnTo>
                  <a:lnTo>
                    <a:pt x="1658809" y="1102306"/>
                  </a:lnTo>
                  <a:lnTo>
                    <a:pt x="1637474" y="1054306"/>
                  </a:lnTo>
                  <a:lnTo>
                    <a:pt x="1615037" y="1005765"/>
                  </a:lnTo>
                  <a:lnTo>
                    <a:pt x="1591370" y="957043"/>
                  </a:lnTo>
                  <a:lnTo>
                    <a:pt x="1566343" y="908502"/>
                  </a:lnTo>
                  <a:lnTo>
                    <a:pt x="1539828" y="860502"/>
                  </a:lnTo>
                  <a:lnTo>
                    <a:pt x="1511697" y="813402"/>
                  </a:lnTo>
                  <a:lnTo>
                    <a:pt x="1481819" y="767564"/>
                  </a:lnTo>
                  <a:lnTo>
                    <a:pt x="1450068" y="723348"/>
                  </a:lnTo>
                  <a:lnTo>
                    <a:pt x="1416314" y="681114"/>
                  </a:lnTo>
                  <a:lnTo>
                    <a:pt x="1380429" y="641223"/>
                  </a:lnTo>
                  <a:lnTo>
                    <a:pt x="1342284" y="604036"/>
                  </a:lnTo>
                  <a:lnTo>
                    <a:pt x="1301750" y="569912"/>
                  </a:lnTo>
                  <a:lnTo>
                    <a:pt x="1260504" y="538515"/>
                  </a:lnTo>
                  <a:lnTo>
                    <a:pt x="1217509" y="508564"/>
                  </a:lnTo>
                  <a:lnTo>
                    <a:pt x="1172921" y="479999"/>
                  </a:lnTo>
                  <a:lnTo>
                    <a:pt x="1126898" y="452762"/>
                  </a:lnTo>
                  <a:lnTo>
                    <a:pt x="1079595" y="426793"/>
                  </a:lnTo>
                  <a:lnTo>
                    <a:pt x="1031171" y="402033"/>
                  </a:lnTo>
                  <a:lnTo>
                    <a:pt x="981783" y="378422"/>
                  </a:lnTo>
                  <a:lnTo>
                    <a:pt x="931587" y="355900"/>
                  </a:lnTo>
                  <a:lnTo>
                    <a:pt x="880741" y="334409"/>
                  </a:lnTo>
                  <a:lnTo>
                    <a:pt x="829401" y="313889"/>
                  </a:lnTo>
                  <a:lnTo>
                    <a:pt x="777726" y="294281"/>
                  </a:lnTo>
                  <a:lnTo>
                    <a:pt x="725871" y="275525"/>
                  </a:lnTo>
                  <a:lnTo>
                    <a:pt x="673994" y="257561"/>
                  </a:lnTo>
                  <a:lnTo>
                    <a:pt x="622252" y="240331"/>
                  </a:lnTo>
                  <a:lnTo>
                    <a:pt x="570802" y="223775"/>
                  </a:lnTo>
                  <a:lnTo>
                    <a:pt x="519801" y="207834"/>
                  </a:lnTo>
                  <a:lnTo>
                    <a:pt x="469407" y="192448"/>
                  </a:lnTo>
                  <a:lnTo>
                    <a:pt x="419775" y="177558"/>
                  </a:lnTo>
                  <a:lnTo>
                    <a:pt x="371065" y="163104"/>
                  </a:lnTo>
                  <a:lnTo>
                    <a:pt x="323431" y="149027"/>
                  </a:lnTo>
                  <a:lnTo>
                    <a:pt x="277032" y="135268"/>
                  </a:lnTo>
                  <a:lnTo>
                    <a:pt x="232025" y="121768"/>
                  </a:lnTo>
                  <a:lnTo>
                    <a:pt x="188566" y="108466"/>
                  </a:lnTo>
                  <a:lnTo>
                    <a:pt x="146813" y="95304"/>
                  </a:lnTo>
                  <a:lnTo>
                    <a:pt x="106923" y="82222"/>
                  </a:lnTo>
                  <a:lnTo>
                    <a:pt x="69052" y="69160"/>
                  </a:lnTo>
                  <a:lnTo>
                    <a:pt x="33359" y="56060"/>
                  </a:lnTo>
                  <a:lnTo>
                    <a:pt x="0" y="42862"/>
                  </a:lnTo>
                  <a:close/>
                </a:path>
              </a:pathLst>
            </a:custGeom>
            <a:ln w="3175">
              <a:solidFill>
                <a:srgbClr val="CCCC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5" name="object 31">
            <a:extLst>
              <a:ext uri="{FF2B5EF4-FFF2-40B4-BE49-F238E27FC236}">
                <a16:creationId xmlns:a16="http://schemas.microsoft.com/office/drawing/2014/main" id="{D0C0DF36-E4C5-4983-A643-7B238BC96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7439681"/>
              </p:ext>
            </p:extLst>
          </p:nvPr>
        </p:nvGraphicFramePr>
        <p:xfrm>
          <a:off x="3209609" y="4763802"/>
          <a:ext cx="3785235" cy="13531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5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9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8460">
                <a:tc gridSpan="2">
                  <a:txBody>
                    <a:bodyPr/>
                    <a:lstStyle/>
                    <a:p>
                      <a:pPr marL="223520" algn="ctr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800" dirty="0">
                          <a:latin typeface="Arial"/>
                          <a:cs typeface="Arial"/>
                        </a:rPr>
                        <a:t>NAT</a:t>
                      </a:r>
                      <a:r>
                        <a:rPr sz="1800" dirty="0">
                          <a:latin typeface="Lantinghei SC Extralight"/>
                          <a:cs typeface="Lantinghei SC Extralight"/>
                        </a:rPr>
                        <a:t>转换</a:t>
                      </a:r>
                      <a:r>
                        <a:rPr sz="1800" spc="-50" dirty="0">
                          <a:latin typeface="ヒラギノ明朝 ProN W3"/>
                          <a:cs typeface="ヒラギノ明朝 ProN W3"/>
                        </a:rPr>
                        <a:t>表</a:t>
                      </a:r>
                      <a:endParaRPr sz="1800" dirty="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857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495">
                <a:tc>
                  <a:txBody>
                    <a:bodyPr/>
                    <a:lstStyle/>
                    <a:p>
                      <a:pPr marL="480059">
                        <a:lnSpc>
                          <a:spcPts val="2014"/>
                        </a:lnSpc>
                      </a:pPr>
                      <a:r>
                        <a:rPr sz="1800" spc="-10" dirty="0">
                          <a:latin typeface="Arial"/>
                          <a:cs typeface="Arial"/>
                        </a:rPr>
                        <a:t>WAN</a:t>
                      </a:r>
                      <a:r>
                        <a:rPr sz="1800" spc="-25" dirty="0">
                          <a:latin typeface="ヒラギノ明朝 ProN W3"/>
                          <a:cs typeface="ヒラギノ明朝 ProN W3"/>
                        </a:rPr>
                        <a:t>端地址</a:t>
                      </a:r>
                      <a:endParaRPr sz="180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ts val="2014"/>
                        </a:lnSpc>
                      </a:pPr>
                      <a:r>
                        <a:rPr sz="1800" spc="-10" dirty="0">
                          <a:latin typeface="Arial"/>
                          <a:cs typeface="Arial"/>
                        </a:rPr>
                        <a:t>LAN</a:t>
                      </a:r>
                      <a:r>
                        <a:rPr sz="1800" spc="-25" dirty="0">
                          <a:latin typeface="ヒラギノ明朝 ProN W3"/>
                          <a:cs typeface="ヒラギノ明朝 ProN W3"/>
                        </a:rPr>
                        <a:t>端地址</a:t>
                      </a:r>
                      <a:endParaRPr sz="1800">
                        <a:latin typeface="ヒラギノ明朝 ProN W3"/>
                        <a:cs typeface="ヒラギノ明朝 ProN W3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30">
                <a:tc>
                  <a:txBody>
                    <a:bodyPr/>
                    <a:lstStyle/>
                    <a:p>
                      <a:pPr marL="163195"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r>
                        <a:rPr sz="180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138.76.29.7,</a:t>
                      </a:r>
                      <a:r>
                        <a:rPr sz="1800" spc="-25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spc="-2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5001</a:t>
                      </a:r>
                      <a:endParaRPr sz="1800">
                        <a:latin typeface="Arial"/>
                        <a:cs typeface="Arial"/>
                      </a:endParaRPr>
                    </a:p>
                    <a:p>
                      <a:pPr marL="149225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"/>
                          <a:cs typeface="Arial"/>
                        </a:rPr>
                        <a:t>……</a:t>
                      </a:r>
                      <a:endParaRPr sz="1800">
                        <a:latin typeface="Arial"/>
                        <a:cs typeface="Arial"/>
                      </a:endParaRPr>
                    </a:p>
                  </a:txBody>
                  <a:tcPr marL="0" marR="0" marT="533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122555" algn="r"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r>
                        <a:rPr sz="180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10.0.0.1,</a:t>
                      </a:r>
                      <a:r>
                        <a:rPr sz="1800" spc="-3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800" spc="-20" dirty="0">
                          <a:solidFill>
                            <a:srgbClr val="CC0000"/>
                          </a:solidFill>
                          <a:latin typeface="Arial"/>
                          <a:cs typeface="Arial"/>
                        </a:rPr>
                        <a:t>3345</a:t>
                      </a:r>
                      <a:endParaRPr sz="1800" dirty="0">
                        <a:latin typeface="Arial"/>
                        <a:cs typeface="Arial"/>
                      </a:endParaRPr>
                    </a:p>
                    <a:p>
                      <a:pPr marR="113030" algn="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"/>
                          <a:cs typeface="Arial"/>
                        </a:rPr>
                        <a:t>……</a:t>
                      </a:r>
                      <a:endParaRPr sz="1800" dirty="0">
                        <a:latin typeface="Arial"/>
                        <a:cs typeface="Arial"/>
                      </a:endParaRPr>
                    </a:p>
                  </a:txBody>
                  <a:tcPr marL="0" marR="0" marT="533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6" name="文本框 45">
            <a:extLst>
              <a:ext uri="{FF2B5EF4-FFF2-40B4-BE49-F238E27FC236}">
                <a16:creationId xmlns:a16="http://schemas.microsoft.com/office/drawing/2014/main" id="{F063D2F9-9B95-EF2B-1533-19F3319AFCBC}"/>
              </a:ext>
            </a:extLst>
          </p:cNvPr>
          <p:cNvSpPr txBox="1"/>
          <p:nvPr/>
        </p:nvSpPr>
        <p:spPr>
          <a:xfrm>
            <a:off x="8034084" y="5450603"/>
            <a:ext cx="18004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eg</a:t>
            </a:r>
            <a:r>
              <a:rPr lang="en-US" altLang="zh-CN" dirty="0">
                <a:latin typeface="Arial"/>
                <a:cs typeface="Arial"/>
              </a:rPr>
              <a:t>: </a:t>
            </a:r>
          </a:p>
          <a:p>
            <a:r>
              <a:rPr lang="zh-CN" altLang="en-US" dirty="0">
                <a:latin typeface="Lantinghei SC Extralight"/>
                <a:cs typeface="Lantinghei SC Extralight"/>
              </a:rPr>
              <a:t>家庭网络</a:t>
            </a:r>
            <a:endParaRPr lang="en-US" altLang="zh-CN" dirty="0">
              <a:latin typeface="Lantinghei SC Extralight"/>
              <a:cs typeface="Lantinghei SC Extralight"/>
            </a:endParaRPr>
          </a:p>
          <a:p>
            <a:r>
              <a:rPr lang="zh-CN" altLang="en-US" dirty="0">
                <a:latin typeface="Lantinghei SC Extralight"/>
                <a:cs typeface="Lantinghei SC Extralight"/>
              </a:rPr>
              <a:t>公司服务器集群</a:t>
            </a:r>
            <a:endParaRPr lang="zh-CN" altLang="en-US" spc="-50" dirty="0">
              <a:latin typeface="Arial"/>
              <a:cs typeface="Arial"/>
            </a:endParaRPr>
          </a:p>
        </p:txBody>
      </p:sp>
      <p:cxnSp>
        <p:nvCxnSpPr>
          <p:cNvPr id="48" name="直线连接符 47">
            <a:extLst>
              <a:ext uri="{FF2B5EF4-FFF2-40B4-BE49-F238E27FC236}">
                <a16:creationId xmlns:a16="http://schemas.microsoft.com/office/drawing/2014/main" id="{A30614A4-4797-C911-5B0E-F8A62A494F8D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8244054" y="4147064"/>
            <a:ext cx="690277" cy="1303539"/>
          </a:xfrm>
          <a:prstGeom prst="line">
            <a:avLst/>
          </a:prstGeom>
          <a:ln w="28575">
            <a:solidFill>
              <a:schemeClr val="accent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图形 30" descr="计算机 纯色填充">
            <a:extLst>
              <a:ext uri="{FF2B5EF4-FFF2-40B4-BE49-F238E27FC236}">
                <a16:creationId xmlns:a16="http://schemas.microsoft.com/office/drawing/2014/main" id="{424E936B-2F13-EA91-F2D7-F9DFB77211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4904" y="2149490"/>
            <a:ext cx="504590" cy="504590"/>
          </a:xfrm>
          <a:prstGeom prst="rect">
            <a:avLst/>
          </a:prstGeom>
        </p:spPr>
      </p:pic>
      <p:pic>
        <p:nvPicPr>
          <p:cNvPr id="43" name="图形 42" descr="便携式计算机 纯色填充">
            <a:extLst>
              <a:ext uri="{FF2B5EF4-FFF2-40B4-BE49-F238E27FC236}">
                <a16:creationId xmlns:a16="http://schemas.microsoft.com/office/drawing/2014/main" id="{7D83092A-2DC1-C00F-5EDF-292D250DA7C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44054" y="3642474"/>
            <a:ext cx="504590" cy="504590"/>
          </a:xfrm>
          <a:prstGeom prst="rect">
            <a:avLst/>
          </a:prstGeom>
        </p:spPr>
      </p:pic>
      <p:pic>
        <p:nvPicPr>
          <p:cNvPr id="44" name="图形 43" descr="计算机 纯色填充">
            <a:extLst>
              <a:ext uri="{FF2B5EF4-FFF2-40B4-BE49-F238E27FC236}">
                <a16:creationId xmlns:a16="http://schemas.microsoft.com/office/drawing/2014/main" id="{DA03DBDE-8538-EED3-CB1D-2FAE161B5A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78156" y="2895982"/>
            <a:ext cx="504590" cy="50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8521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92B9-7471-FFC4-01E7-0FE16CDFA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梯形 8">
            <a:extLst>
              <a:ext uri="{FF2B5EF4-FFF2-40B4-BE49-F238E27FC236}">
                <a16:creationId xmlns:a16="http://schemas.microsoft.com/office/drawing/2014/main" id="{C0A9F415-E236-8F3F-4C26-DCEB523964B0}"/>
              </a:ext>
            </a:extLst>
          </p:cNvPr>
          <p:cNvSpPr/>
          <p:nvPr/>
        </p:nvSpPr>
        <p:spPr>
          <a:xfrm rot="10800000">
            <a:off x="2399460" y="4078349"/>
            <a:ext cx="5594361" cy="424526"/>
          </a:xfrm>
          <a:prstGeom prst="trapezoid">
            <a:avLst>
              <a:gd name="adj" fmla="val 316347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53976C4-86A1-0B99-210A-246DCB45A690}"/>
              </a:ext>
            </a:extLst>
          </p:cNvPr>
          <p:cNvSpPr txBox="1"/>
          <p:nvPr/>
        </p:nvSpPr>
        <p:spPr>
          <a:xfrm>
            <a:off x="2388235" y="2158745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0</a:t>
            </a:r>
            <a:endParaRPr sz="20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F74C65BB-9FF4-BCA3-4BFD-1E495A936A78}"/>
              </a:ext>
            </a:extLst>
          </p:cNvPr>
          <p:cNvSpPr txBox="1"/>
          <p:nvPr/>
        </p:nvSpPr>
        <p:spPr>
          <a:xfrm>
            <a:off x="3769614" y="2158745"/>
            <a:ext cx="16700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8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6C13B7DD-CC86-39A2-3B47-3C2B6152C570}"/>
              </a:ext>
            </a:extLst>
          </p:cNvPr>
          <p:cNvSpPr txBox="1"/>
          <p:nvPr/>
        </p:nvSpPr>
        <p:spPr>
          <a:xfrm>
            <a:off x="5098541" y="2158745"/>
            <a:ext cx="30924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16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8B8C20AC-669B-B843-B5FA-14D4D8C62E04}"/>
              </a:ext>
            </a:extLst>
          </p:cNvPr>
          <p:cNvSpPr txBox="1"/>
          <p:nvPr/>
        </p:nvSpPr>
        <p:spPr>
          <a:xfrm>
            <a:off x="7748396" y="2158745"/>
            <a:ext cx="30924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31</a:t>
            </a:r>
            <a:endParaRPr sz="2000">
              <a:latin typeface="Arial"/>
              <a:cs typeface="Arial"/>
            </a:endParaRPr>
          </a:p>
        </p:txBody>
      </p:sp>
      <p:graphicFrame>
        <p:nvGraphicFramePr>
          <p:cNvPr id="8" name="object 8">
            <a:extLst>
              <a:ext uri="{FF2B5EF4-FFF2-40B4-BE49-F238E27FC236}">
                <a16:creationId xmlns:a16="http://schemas.microsoft.com/office/drawing/2014/main" id="{E5FC9F8A-9131-7FD1-83F8-E9FA113C27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2369718"/>
              </p:ext>
            </p:extLst>
          </p:nvPr>
        </p:nvGraphicFramePr>
        <p:xfrm>
          <a:off x="2393124" y="5261813"/>
          <a:ext cx="4248150" cy="3905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8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0525">
                <a:tc>
                  <a:txBody>
                    <a:bodyPr/>
                    <a:lstStyle/>
                    <a:p>
                      <a:pPr marL="211454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IP</a:t>
                      </a: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首部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FFB5B5"/>
                    </a:solidFill>
                  </a:tcPr>
                </a:tc>
                <a:tc>
                  <a:txBody>
                    <a:bodyPr/>
                    <a:lstStyle/>
                    <a:p>
                      <a:pPr marL="109918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数据部分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13" name="object 14">
            <a:extLst>
              <a:ext uri="{FF2B5EF4-FFF2-40B4-BE49-F238E27FC236}">
                <a16:creationId xmlns:a16="http://schemas.microsoft.com/office/drawing/2014/main" id="{187A6BDC-2FC6-C4C3-AB40-CD68707C0462}"/>
              </a:ext>
            </a:extLst>
          </p:cNvPr>
          <p:cNvGrpSpPr/>
          <p:nvPr/>
        </p:nvGrpSpPr>
        <p:grpSpPr>
          <a:xfrm>
            <a:off x="3575303" y="4469891"/>
            <a:ext cx="3103245" cy="551815"/>
            <a:chOff x="3575303" y="4469891"/>
            <a:chExt cx="3103245" cy="551815"/>
          </a:xfrm>
        </p:grpSpPr>
        <p:pic>
          <p:nvPicPr>
            <p:cNvPr id="14" name="object 15">
              <a:extLst>
                <a:ext uri="{FF2B5EF4-FFF2-40B4-BE49-F238E27FC236}">
                  <a16:creationId xmlns:a16="http://schemas.microsoft.com/office/drawing/2014/main" id="{3EC29154-188E-EAE2-EB6D-9846825F7A24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5303" y="4509515"/>
              <a:ext cx="3102863" cy="403860"/>
            </a:xfrm>
            <a:prstGeom prst="rect">
              <a:avLst/>
            </a:prstGeom>
          </p:spPr>
        </p:pic>
        <p:pic>
          <p:nvPicPr>
            <p:cNvPr id="15" name="object 16">
              <a:extLst>
                <a:ext uri="{FF2B5EF4-FFF2-40B4-BE49-F238E27FC236}">
                  <a16:creationId xmlns:a16="http://schemas.microsoft.com/office/drawing/2014/main" id="{D6B56F50-6E84-F7C8-631D-F98DA12DAEAE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98263" y="4469891"/>
              <a:ext cx="1525524" cy="551688"/>
            </a:xfrm>
            <a:prstGeom prst="rect">
              <a:avLst/>
            </a:prstGeom>
          </p:spPr>
        </p:pic>
      </p:grpSp>
      <p:sp>
        <p:nvSpPr>
          <p:cNvPr id="16" name="object 17">
            <a:extLst>
              <a:ext uri="{FF2B5EF4-FFF2-40B4-BE49-F238E27FC236}">
                <a16:creationId xmlns:a16="http://schemas.microsoft.com/office/drawing/2014/main" id="{F8D3F212-2F9C-9E40-C912-D4BD9FBBE763}"/>
              </a:ext>
            </a:extLst>
          </p:cNvPr>
          <p:cNvSpPr txBox="1"/>
          <p:nvPr/>
        </p:nvSpPr>
        <p:spPr>
          <a:xfrm>
            <a:off x="3556761" y="4490275"/>
            <a:ext cx="3089275" cy="392430"/>
          </a:xfrm>
          <a:prstGeom prst="rect">
            <a:avLst/>
          </a:prstGeom>
          <a:solidFill>
            <a:srgbClr val="92D050"/>
          </a:solidFill>
          <a:ln w="9525">
            <a:solidFill>
              <a:srgbClr val="163793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970280">
              <a:lnSpc>
                <a:spcPct val="100000"/>
              </a:lnSpc>
              <a:spcBef>
                <a:spcPts val="320"/>
              </a:spcBef>
            </a:pPr>
            <a:r>
              <a:rPr sz="2000" b="1" spc="-10" dirty="0">
                <a:solidFill>
                  <a:srgbClr val="333399"/>
                </a:solidFill>
                <a:latin typeface="Arial"/>
                <a:cs typeface="Arial"/>
              </a:rPr>
              <a:t>ICMP</a:t>
            </a:r>
            <a:r>
              <a:rPr sz="2000" b="1" spc="-25" dirty="0">
                <a:solidFill>
                  <a:srgbClr val="333399"/>
                </a:solidFill>
                <a:latin typeface="Kaiti SC Black"/>
                <a:cs typeface="Kaiti SC Black"/>
              </a:rPr>
              <a:t>报文</a:t>
            </a:r>
            <a:endParaRPr sz="2000" dirty="0">
              <a:latin typeface="Kaiti SC Black"/>
              <a:cs typeface="Kaiti SC Black"/>
            </a:endParaRPr>
          </a:p>
        </p:txBody>
      </p:sp>
      <p:graphicFrame>
        <p:nvGraphicFramePr>
          <p:cNvPr id="17" name="object 18">
            <a:extLst>
              <a:ext uri="{FF2B5EF4-FFF2-40B4-BE49-F238E27FC236}">
                <a16:creationId xmlns:a16="http://schemas.microsoft.com/office/drawing/2014/main" id="{45D0CA90-D5B1-E6E4-88CE-63F859E860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449522"/>
              </p:ext>
            </p:extLst>
          </p:nvPr>
        </p:nvGraphicFramePr>
        <p:xfrm>
          <a:off x="2393124" y="2507551"/>
          <a:ext cx="5600700" cy="15627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2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45">
                <a:tc>
                  <a:txBody>
                    <a:bodyPr/>
                    <a:lstStyle/>
                    <a:p>
                      <a:pPr marL="38036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类型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46164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代码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R="100965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检验和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2984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 gridSpan="3">
                  <a:txBody>
                    <a:bodyPr/>
                    <a:lstStyle/>
                    <a:p>
                      <a:pPr marL="483234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spc="3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这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2000" b="1" spc="2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spc="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个字节取决于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ICMP</a:t>
                      </a:r>
                      <a:r>
                        <a:rPr sz="2000" b="1" spc="-3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报文的类型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21590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0895">
                <a:tc gridSpan="3">
                  <a:txBody>
                    <a:bodyPr/>
                    <a:lstStyle/>
                    <a:p>
                      <a:pPr marL="25400" algn="ctr">
                        <a:lnSpc>
                          <a:spcPct val="100000"/>
                        </a:lnSpc>
                        <a:spcBef>
                          <a:spcPts val="1895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ICMP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的数据部分（长度取决于类型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240665" marB="0">
                    <a:lnL w="9525">
                      <a:solidFill>
                        <a:srgbClr val="163793"/>
                      </a:solidFill>
                      <a:prstDash val="solid"/>
                    </a:lnL>
                    <a:lnR w="9525">
                      <a:solidFill>
                        <a:srgbClr val="163793"/>
                      </a:solidFill>
                      <a:prstDash val="solid"/>
                    </a:lnR>
                    <a:lnT w="9525">
                      <a:solidFill>
                        <a:srgbClr val="163793"/>
                      </a:solidFill>
                      <a:prstDash val="solid"/>
                    </a:lnT>
                    <a:lnB w="9525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18" name="object 19">
            <a:extLst>
              <a:ext uri="{FF2B5EF4-FFF2-40B4-BE49-F238E27FC236}">
                <a16:creationId xmlns:a16="http://schemas.microsoft.com/office/drawing/2014/main" id="{2B05848D-5A9B-A6FE-C254-1040F5907B91}"/>
              </a:ext>
            </a:extLst>
          </p:cNvPr>
          <p:cNvGrpSpPr/>
          <p:nvPr/>
        </p:nvGrpSpPr>
        <p:grpSpPr>
          <a:xfrm>
            <a:off x="4952936" y="4877625"/>
            <a:ext cx="298450" cy="408940"/>
            <a:chOff x="4952936" y="4877625"/>
            <a:chExt cx="298450" cy="408940"/>
          </a:xfrm>
        </p:grpSpPr>
        <p:sp>
          <p:nvSpPr>
            <p:cNvPr id="19" name="object 20">
              <a:extLst>
                <a:ext uri="{FF2B5EF4-FFF2-40B4-BE49-F238E27FC236}">
                  <a16:creationId xmlns:a16="http://schemas.microsoft.com/office/drawing/2014/main" id="{85085966-30B4-73F3-6814-51C9F1AAD1C7}"/>
                </a:ext>
              </a:extLst>
            </p:cNvPr>
            <p:cNvSpPr/>
            <p:nvPr/>
          </p:nvSpPr>
          <p:spPr>
            <a:xfrm>
              <a:off x="4957698" y="4882388"/>
              <a:ext cx="288925" cy="399415"/>
            </a:xfrm>
            <a:custGeom>
              <a:avLst/>
              <a:gdLst/>
              <a:ahLst/>
              <a:cxnLst/>
              <a:rect l="l" t="t" r="r" b="b"/>
              <a:pathLst>
                <a:path w="288925" h="399414">
                  <a:moveTo>
                    <a:pt x="212598" y="0"/>
                  </a:moveTo>
                  <a:lnTo>
                    <a:pt x="76200" y="0"/>
                  </a:lnTo>
                  <a:lnTo>
                    <a:pt x="76200" y="157480"/>
                  </a:lnTo>
                  <a:lnTo>
                    <a:pt x="0" y="157480"/>
                  </a:lnTo>
                  <a:lnTo>
                    <a:pt x="144399" y="399415"/>
                  </a:lnTo>
                  <a:lnTo>
                    <a:pt x="288925" y="157480"/>
                  </a:lnTo>
                  <a:lnTo>
                    <a:pt x="212598" y="157480"/>
                  </a:lnTo>
                  <a:lnTo>
                    <a:pt x="212598" y="0"/>
                  </a:lnTo>
                  <a:close/>
                </a:path>
              </a:pathLst>
            </a:custGeom>
            <a:solidFill>
              <a:srgbClr val="68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0" name="object 21">
              <a:extLst>
                <a:ext uri="{FF2B5EF4-FFF2-40B4-BE49-F238E27FC236}">
                  <a16:creationId xmlns:a16="http://schemas.microsoft.com/office/drawing/2014/main" id="{21019025-BE0C-E843-CDDC-A58AE5B0EC8B}"/>
                </a:ext>
              </a:extLst>
            </p:cNvPr>
            <p:cNvSpPr/>
            <p:nvPr/>
          </p:nvSpPr>
          <p:spPr>
            <a:xfrm>
              <a:off x="4957698" y="4882388"/>
              <a:ext cx="288925" cy="399415"/>
            </a:xfrm>
            <a:custGeom>
              <a:avLst/>
              <a:gdLst/>
              <a:ahLst/>
              <a:cxnLst/>
              <a:rect l="l" t="t" r="r" b="b"/>
              <a:pathLst>
                <a:path w="288925" h="399414">
                  <a:moveTo>
                    <a:pt x="0" y="157480"/>
                  </a:moveTo>
                  <a:lnTo>
                    <a:pt x="76200" y="157480"/>
                  </a:lnTo>
                  <a:lnTo>
                    <a:pt x="76200" y="0"/>
                  </a:lnTo>
                  <a:lnTo>
                    <a:pt x="212598" y="0"/>
                  </a:lnTo>
                  <a:lnTo>
                    <a:pt x="212598" y="157480"/>
                  </a:lnTo>
                  <a:lnTo>
                    <a:pt x="288925" y="157480"/>
                  </a:lnTo>
                  <a:lnTo>
                    <a:pt x="144399" y="399415"/>
                  </a:lnTo>
                  <a:lnTo>
                    <a:pt x="0" y="15748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2">
            <a:extLst>
              <a:ext uri="{FF2B5EF4-FFF2-40B4-BE49-F238E27FC236}">
                <a16:creationId xmlns:a16="http://schemas.microsoft.com/office/drawing/2014/main" id="{8878E890-36F4-2BA0-373E-6BD315AB445F}"/>
              </a:ext>
            </a:extLst>
          </p:cNvPr>
          <p:cNvSpPr txBox="1"/>
          <p:nvPr/>
        </p:nvSpPr>
        <p:spPr>
          <a:xfrm>
            <a:off x="592023" y="2274188"/>
            <a:ext cx="1330325" cy="6051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24765" marR="5080" indent="-12700">
              <a:lnSpc>
                <a:spcPts val="2160"/>
              </a:lnSpc>
              <a:spcBef>
                <a:spcPts val="37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前 </a:t>
            </a:r>
            <a:r>
              <a:rPr sz="2000" b="1" dirty="0">
                <a:solidFill>
                  <a:srgbClr val="163793"/>
                </a:solidFill>
                <a:latin typeface="Arial"/>
                <a:cs typeface="Arial"/>
              </a:rPr>
              <a:t>4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163793"/>
                </a:solidFill>
                <a:latin typeface="Kaiti SC Black"/>
                <a:cs typeface="Kaiti SC Black"/>
              </a:rPr>
              <a:t>个字节</a:t>
            </a:r>
            <a:r>
              <a:rPr sz="2000" b="1" spc="-10" dirty="0">
                <a:solidFill>
                  <a:srgbClr val="163793"/>
                </a:solidFill>
                <a:latin typeface="Kaiti SC Black"/>
                <a:cs typeface="Kaiti SC Black"/>
              </a:rPr>
              <a:t>都是一样的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2" name="object 23">
            <a:extLst>
              <a:ext uri="{FF2B5EF4-FFF2-40B4-BE49-F238E27FC236}">
                <a16:creationId xmlns:a16="http://schemas.microsoft.com/office/drawing/2014/main" id="{C5A0048C-4E33-6E09-9FA4-9E7478EC13FC}"/>
              </a:ext>
            </a:extLst>
          </p:cNvPr>
          <p:cNvSpPr/>
          <p:nvPr/>
        </p:nvSpPr>
        <p:spPr>
          <a:xfrm>
            <a:off x="1913635" y="2594864"/>
            <a:ext cx="484505" cy="85725"/>
          </a:xfrm>
          <a:custGeom>
            <a:avLst/>
            <a:gdLst/>
            <a:ahLst/>
            <a:cxnLst/>
            <a:rect l="l" t="t" r="r" b="b"/>
            <a:pathLst>
              <a:path w="484505" h="85725">
                <a:moveTo>
                  <a:pt x="341375" y="0"/>
                </a:moveTo>
                <a:lnTo>
                  <a:pt x="341375" y="85725"/>
                </a:lnTo>
                <a:lnTo>
                  <a:pt x="436485" y="57150"/>
                </a:lnTo>
                <a:lnTo>
                  <a:pt x="355600" y="57150"/>
                </a:lnTo>
                <a:lnTo>
                  <a:pt x="355600" y="28575"/>
                </a:lnTo>
                <a:lnTo>
                  <a:pt x="436767" y="28575"/>
                </a:lnTo>
                <a:lnTo>
                  <a:pt x="341375" y="0"/>
                </a:lnTo>
                <a:close/>
              </a:path>
              <a:path w="484505" h="85725">
                <a:moveTo>
                  <a:pt x="341375" y="28575"/>
                </a:moveTo>
                <a:lnTo>
                  <a:pt x="0" y="28575"/>
                </a:lnTo>
                <a:lnTo>
                  <a:pt x="0" y="57150"/>
                </a:lnTo>
                <a:lnTo>
                  <a:pt x="341375" y="57150"/>
                </a:lnTo>
                <a:lnTo>
                  <a:pt x="341375" y="28575"/>
                </a:lnTo>
                <a:close/>
              </a:path>
              <a:path w="484505" h="85725">
                <a:moveTo>
                  <a:pt x="436767" y="28575"/>
                </a:moveTo>
                <a:lnTo>
                  <a:pt x="355600" y="28575"/>
                </a:lnTo>
                <a:lnTo>
                  <a:pt x="355600" y="57150"/>
                </a:lnTo>
                <a:lnTo>
                  <a:pt x="436485" y="57150"/>
                </a:lnTo>
                <a:lnTo>
                  <a:pt x="484250" y="42799"/>
                </a:lnTo>
                <a:lnTo>
                  <a:pt x="436767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05E5FDC-6F50-3054-669B-E702188ABD55}"/>
              </a:ext>
            </a:extLst>
          </p:cNvPr>
          <p:cNvSpPr txBox="1"/>
          <p:nvPr/>
        </p:nvSpPr>
        <p:spPr>
          <a:xfrm>
            <a:off x="4639733" y="880533"/>
            <a:ext cx="1697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ICMP</a:t>
            </a:r>
            <a:r>
              <a:rPr kumimoji="1" lang="zh-CN" altLang="en-US" dirty="0"/>
              <a:t> 报文格式</a:t>
            </a:r>
          </a:p>
        </p:txBody>
      </p:sp>
      <p:cxnSp>
        <p:nvCxnSpPr>
          <p:cNvPr id="26" name="直线箭头连接符 25">
            <a:extLst>
              <a:ext uri="{FF2B5EF4-FFF2-40B4-BE49-F238E27FC236}">
                <a16:creationId xmlns:a16="http://schemas.microsoft.com/office/drawing/2014/main" id="{6ED32DEE-16AF-5F45-5A21-F83E97FDB473}"/>
              </a:ext>
            </a:extLst>
          </p:cNvPr>
          <p:cNvCxnSpPr/>
          <p:nvPr/>
        </p:nvCxnSpPr>
        <p:spPr>
          <a:xfrm>
            <a:off x="2388235" y="5892572"/>
            <a:ext cx="4169537" cy="0"/>
          </a:xfrm>
          <a:prstGeom prst="straightConnector1">
            <a:avLst/>
          </a:prstGeom>
          <a:ln w="3810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CFB611CF-CE2B-A30A-1668-0F5D1745AD56}"/>
              </a:ext>
            </a:extLst>
          </p:cNvPr>
          <p:cNvSpPr txBox="1"/>
          <p:nvPr/>
        </p:nvSpPr>
        <p:spPr>
          <a:xfrm>
            <a:off x="3809762" y="5707906"/>
            <a:ext cx="14638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IP</a:t>
            </a:r>
            <a:r>
              <a:rPr kumimoji="1" lang="zh-CN" altLang="en-US" b="1" dirty="0"/>
              <a:t> </a:t>
            </a:r>
            <a:r>
              <a:rPr kumimoji="1" lang="en-US" altLang="zh-CN" b="1" dirty="0"/>
              <a:t>datagram</a:t>
            </a:r>
            <a:endParaRPr kumimoji="1" lang="zh-CN" altLang="en-US" b="1" dirty="0"/>
          </a:p>
        </p:txBody>
      </p:sp>
    </p:spTree>
    <p:extLst>
      <p:ext uri="{BB962C8B-B14F-4D97-AF65-F5344CB8AC3E}">
        <p14:creationId xmlns:p14="http://schemas.microsoft.com/office/powerpoint/2010/main" val="2751325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65C81-5C05-6135-EDA3-49F6B75C6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6A91485D-E32B-82AC-D7BD-6F576844B8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579370" y="116840"/>
            <a:ext cx="391160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spc="-35" dirty="0"/>
              <a:t>IPv6</a:t>
            </a:r>
            <a:r>
              <a:rPr sz="4000" spc="-35" dirty="0">
                <a:latin typeface="Kaiti SC Black"/>
                <a:cs typeface="Kaiti SC Black"/>
              </a:rPr>
              <a:t>数据报格式</a:t>
            </a:r>
            <a:endParaRPr sz="4000">
              <a:latin typeface="Kaiti SC Black"/>
              <a:cs typeface="Kaiti SC Black"/>
            </a:endParaRPr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2EA20CE3-B58F-5FD7-8C62-A7BAD52A4D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9268595"/>
              </p:ext>
            </p:extLst>
          </p:nvPr>
        </p:nvGraphicFramePr>
        <p:xfrm>
          <a:off x="1599628" y="2831909"/>
          <a:ext cx="7160892" cy="35134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1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9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0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8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27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81000">
                <a:tc gridSpan="2">
                  <a:txBody>
                    <a:bodyPr/>
                    <a:lstStyle/>
                    <a:p>
                      <a:pPr marL="21272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2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版本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28575">
                      <a:solidFill>
                        <a:srgbClr val="333399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优先级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19050">
                      <a:solidFill>
                        <a:srgbClr val="163793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165735" algn="ctr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流标签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33020" marB="0">
                    <a:lnL w="19050">
                      <a:solidFill>
                        <a:srgbClr val="163793"/>
                      </a:solidFill>
                      <a:prstDash val="solid"/>
                    </a:lnL>
                    <a:lnR w="28575">
                      <a:solidFill>
                        <a:srgbClr val="333399"/>
                      </a:solidFill>
                      <a:prstDash val="solid"/>
                    </a:lnR>
                    <a:lnT w="28575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275">
                <a:tc gridSpan="4">
                  <a:txBody>
                    <a:bodyPr/>
                    <a:lstStyle/>
                    <a:p>
                      <a:pPr marR="74295" algn="ctr">
                        <a:lnSpc>
                          <a:spcPct val="100000"/>
                        </a:lnSpc>
                        <a:spcBef>
                          <a:spcPts val="52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载荷长度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66040" marB="0">
                    <a:lnL w="28575">
                      <a:solidFill>
                        <a:srgbClr val="333399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82575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2000" b="1" spc="-1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下一个首部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400685">
                        <a:lnSpc>
                          <a:spcPct val="100000"/>
                        </a:lnSpc>
                        <a:spcBef>
                          <a:spcPts val="47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跳步限制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59690" marB="0">
                    <a:lnL w="12700">
                      <a:solidFill>
                        <a:srgbClr val="163793"/>
                      </a:solidFill>
                      <a:prstDash val="solid"/>
                    </a:lnL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24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gridSpan="5"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825"/>
                        </a:spcBef>
                      </a:pPr>
                      <a:r>
                        <a:rPr sz="2000" b="1" spc="-2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源地址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  <a:p>
                      <a:pPr marL="12065" algn="ctr">
                        <a:lnSpc>
                          <a:spcPct val="100000"/>
                        </a:lnSpc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128</a:t>
                      </a:r>
                      <a:r>
                        <a:rPr sz="2000" b="1" spc="-1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位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4775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679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gridSpan="5">
                  <a:txBody>
                    <a:bodyPr/>
                    <a:lstStyle/>
                    <a:p>
                      <a:pPr marL="66675" algn="ctr">
                        <a:lnSpc>
                          <a:spcPct val="100000"/>
                        </a:lnSpc>
                        <a:spcBef>
                          <a:spcPts val="890"/>
                        </a:spcBef>
                      </a:pPr>
                      <a:r>
                        <a:rPr sz="2000" b="1" spc="-15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目的地址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  <a:p>
                      <a:pPr marL="65405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（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128</a:t>
                      </a:r>
                      <a:r>
                        <a:rPr sz="2000" b="1" spc="5" dirty="0">
                          <a:solidFill>
                            <a:srgbClr val="333399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2000" b="1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位</a:t>
                      </a:r>
                      <a:r>
                        <a:rPr sz="2000" b="1" spc="-50" dirty="0">
                          <a:solidFill>
                            <a:srgbClr val="333399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000">
                        <a:latin typeface="Kaiti SC Black"/>
                        <a:cs typeface="Kaiti SC Black"/>
                      </a:endParaRPr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4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8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12700">
                      <a:solidFill>
                        <a:srgbClr val="163793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99"/>
                      </a:solidFill>
                      <a:prstDash val="solid"/>
                    </a:lnL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gridSpan="5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13030" marB="0"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333399"/>
                      </a:solidFill>
                      <a:prstDash val="solid"/>
                    </a:lnR>
                    <a:lnT w="12700">
                      <a:solidFill>
                        <a:srgbClr val="163793"/>
                      </a:solidFill>
                      <a:prstDash val="solid"/>
                    </a:lnT>
                    <a:lnB w="38100">
                      <a:solidFill>
                        <a:srgbClr val="333399"/>
                      </a:solidFill>
                      <a:prstDash val="soli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03300">
                <a:tc gridSpan="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2400" b="1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载荷（扩展首部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+</a:t>
                      </a:r>
                      <a:r>
                        <a:rPr sz="2400" b="1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数据</a:t>
                      </a:r>
                      <a:r>
                        <a:rPr sz="2400" b="1" spc="-50" dirty="0">
                          <a:solidFill>
                            <a:srgbClr val="FFFFFF"/>
                          </a:solidFill>
                          <a:latin typeface="Kaiti SC Black"/>
                          <a:cs typeface="Kaiti SC Black"/>
                        </a:rPr>
                        <a:t>）</a:t>
                      </a:r>
                      <a:endParaRPr sz="2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5715" marB="0">
                    <a:lnL w="12700">
                      <a:solidFill>
                        <a:srgbClr val="0000CC"/>
                      </a:solidFill>
                      <a:prstDash val="solid"/>
                    </a:lnL>
                    <a:lnR w="12700">
                      <a:solidFill>
                        <a:srgbClr val="0000CC"/>
                      </a:solidFill>
                      <a:prstDash val="solid"/>
                    </a:lnR>
                    <a:lnT w="38100">
                      <a:solidFill>
                        <a:srgbClr val="333399"/>
                      </a:solidFill>
                      <a:prstDash val="solid"/>
                    </a:lnT>
                    <a:lnB w="12700">
                      <a:solidFill>
                        <a:srgbClr val="0000CC"/>
                      </a:solidFill>
                      <a:prstDash val="solid"/>
                    </a:lnB>
                    <a:solidFill>
                      <a:srgbClr val="4D75E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8CEFAA9D-FB58-3FC3-720F-215596B4E519}"/>
              </a:ext>
            </a:extLst>
          </p:cNvPr>
          <p:cNvSpPr txBox="1"/>
          <p:nvPr/>
        </p:nvSpPr>
        <p:spPr>
          <a:xfrm>
            <a:off x="616331" y="2437399"/>
            <a:ext cx="83280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0">
              <a:lnSpc>
                <a:spcPct val="100000"/>
              </a:lnSpc>
              <a:tabLst>
                <a:tab pos="998855" algn="l"/>
                <a:tab pos="1902460" algn="l"/>
                <a:tab pos="3663315" algn="l"/>
                <a:tab pos="4633595" algn="l"/>
                <a:tab pos="6449695" algn="l"/>
                <a:tab pos="8030845" algn="l"/>
              </a:tabLst>
            </a:pPr>
            <a:r>
              <a:rPr sz="2000" b="1" spc="-50" dirty="0" err="1">
                <a:solidFill>
                  <a:srgbClr val="333399"/>
                </a:solidFill>
                <a:latin typeface="Kaiti SC Black"/>
                <a:cs typeface="Kaiti SC Black"/>
              </a:rPr>
              <a:t>位</a:t>
            </a:r>
            <a:r>
              <a:rPr sz="2000" b="1" dirty="0">
                <a:solidFill>
                  <a:srgbClr val="333399"/>
                </a:solidFill>
                <a:latin typeface="Kaiti SC Black"/>
                <a:cs typeface="Kaiti SC Black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0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4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12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16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24</a:t>
            </a:r>
            <a:r>
              <a:rPr sz="2000" b="1" dirty="0">
                <a:solidFill>
                  <a:srgbClr val="333399"/>
                </a:solidFill>
                <a:latin typeface="Arial"/>
                <a:cs typeface="Arial"/>
              </a:rPr>
              <a:t>	</a:t>
            </a: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31</a:t>
            </a:r>
            <a:endParaRPr sz="2000" dirty="0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A1A0BA93-BAEF-5E2E-A82C-16A73A62F382}"/>
              </a:ext>
            </a:extLst>
          </p:cNvPr>
          <p:cNvGrpSpPr/>
          <p:nvPr/>
        </p:nvGrpSpPr>
        <p:grpSpPr>
          <a:xfrm>
            <a:off x="1302766" y="2873120"/>
            <a:ext cx="278130" cy="3495040"/>
            <a:chOff x="1302766" y="2873120"/>
            <a:chExt cx="278130" cy="349504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E0D31402-A9F2-18A3-7ABA-65513B2B4D54}"/>
                </a:ext>
              </a:extLst>
            </p:cNvPr>
            <p:cNvSpPr/>
            <p:nvPr/>
          </p:nvSpPr>
          <p:spPr>
            <a:xfrm>
              <a:off x="1309116" y="2879470"/>
              <a:ext cx="228600" cy="2475230"/>
            </a:xfrm>
            <a:custGeom>
              <a:avLst/>
              <a:gdLst/>
              <a:ahLst/>
              <a:cxnLst/>
              <a:rect l="l" t="t" r="r" b="b"/>
              <a:pathLst>
                <a:path w="228600" h="2475229">
                  <a:moveTo>
                    <a:pt x="228600" y="2475229"/>
                  </a:moveTo>
                  <a:lnTo>
                    <a:pt x="184112" y="2447968"/>
                  </a:lnTo>
                  <a:lnTo>
                    <a:pt x="147780" y="2373629"/>
                  </a:lnTo>
                  <a:lnTo>
                    <a:pt x="133822" y="2322296"/>
                  </a:lnTo>
                  <a:lnTo>
                    <a:pt x="123283" y="2263382"/>
                  </a:lnTo>
                  <a:lnTo>
                    <a:pt x="116622" y="2198282"/>
                  </a:lnTo>
                  <a:lnTo>
                    <a:pt x="114300" y="2128392"/>
                  </a:lnTo>
                  <a:lnTo>
                    <a:pt x="114300" y="1584452"/>
                  </a:lnTo>
                  <a:lnTo>
                    <a:pt x="111977" y="1514562"/>
                  </a:lnTo>
                  <a:lnTo>
                    <a:pt x="105316" y="1449462"/>
                  </a:lnTo>
                  <a:lnTo>
                    <a:pt x="94777" y="1390548"/>
                  </a:lnTo>
                  <a:lnTo>
                    <a:pt x="80819" y="1339214"/>
                  </a:lnTo>
                  <a:lnTo>
                    <a:pt x="63903" y="1296859"/>
                  </a:lnTo>
                  <a:lnTo>
                    <a:pt x="23033" y="1244663"/>
                  </a:lnTo>
                  <a:lnTo>
                    <a:pt x="0" y="1237614"/>
                  </a:lnTo>
                  <a:lnTo>
                    <a:pt x="23033" y="1230566"/>
                  </a:lnTo>
                  <a:lnTo>
                    <a:pt x="63903" y="1178370"/>
                  </a:lnTo>
                  <a:lnTo>
                    <a:pt x="80819" y="1136014"/>
                  </a:lnTo>
                  <a:lnTo>
                    <a:pt x="94777" y="1084681"/>
                  </a:lnTo>
                  <a:lnTo>
                    <a:pt x="105316" y="1025767"/>
                  </a:lnTo>
                  <a:lnTo>
                    <a:pt x="111977" y="960667"/>
                  </a:lnTo>
                  <a:lnTo>
                    <a:pt x="114300" y="890777"/>
                  </a:lnTo>
                  <a:lnTo>
                    <a:pt x="114300" y="346837"/>
                  </a:lnTo>
                  <a:lnTo>
                    <a:pt x="116622" y="276947"/>
                  </a:lnTo>
                  <a:lnTo>
                    <a:pt x="123283" y="211847"/>
                  </a:lnTo>
                  <a:lnTo>
                    <a:pt x="133822" y="152933"/>
                  </a:lnTo>
                  <a:lnTo>
                    <a:pt x="147780" y="101599"/>
                  </a:lnTo>
                  <a:lnTo>
                    <a:pt x="164696" y="59244"/>
                  </a:lnTo>
                  <a:lnTo>
                    <a:pt x="205566" y="7048"/>
                  </a:lnTo>
                  <a:lnTo>
                    <a:pt x="228600" y="0"/>
                  </a:lnTo>
                </a:path>
              </a:pathLst>
            </a:custGeom>
            <a:ln w="12700">
              <a:solidFill>
                <a:srgbClr val="33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BF70253B-D4D9-E2CF-BF74-12A8AF35129E}"/>
                </a:ext>
              </a:extLst>
            </p:cNvPr>
            <p:cNvSpPr/>
            <p:nvPr/>
          </p:nvSpPr>
          <p:spPr>
            <a:xfrm>
              <a:off x="1345692" y="5388101"/>
              <a:ext cx="228600" cy="973455"/>
            </a:xfrm>
            <a:custGeom>
              <a:avLst/>
              <a:gdLst/>
              <a:ahLst/>
              <a:cxnLst/>
              <a:rect l="l" t="t" r="r" b="b"/>
              <a:pathLst>
                <a:path w="228600" h="973454">
                  <a:moveTo>
                    <a:pt x="228600" y="973404"/>
                  </a:moveTo>
                  <a:lnTo>
                    <a:pt x="184058" y="963943"/>
                  </a:lnTo>
                  <a:lnTo>
                    <a:pt x="147732" y="938144"/>
                  </a:lnTo>
                  <a:lnTo>
                    <a:pt x="123265" y="899878"/>
                  </a:lnTo>
                  <a:lnTo>
                    <a:pt x="114300" y="853020"/>
                  </a:lnTo>
                  <a:lnTo>
                    <a:pt x="114300" y="607060"/>
                  </a:lnTo>
                  <a:lnTo>
                    <a:pt x="105316" y="560201"/>
                  </a:lnTo>
                  <a:lnTo>
                    <a:pt x="80819" y="521936"/>
                  </a:lnTo>
                  <a:lnTo>
                    <a:pt x="44487" y="496137"/>
                  </a:lnTo>
                  <a:lnTo>
                    <a:pt x="0" y="486676"/>
                  </a:lnTo>
                  <a:lnTo>
                    <a:pt x="44487" y="477216"/>
                  </a:lnTo>
                  <a:lnTo>
                    <a:pt x="80819" y="451416"/>
                  </a:lnTo>
                  <a:lnTo>
                    <a:pt x="105316" y="413151"/>
                  </a:lnTo>
                  <a:lnTo>
                    <a:pt x="114300" y="366293"/>
                  </a:lnTo>
                  <a:lnTo>
                    <a:pt x="114300" y="120396"/>
                  </a:lnTo>
                  <a:lnTo>
                    <a:pt x="123265" y="73509"/>
                  </a:lnTo>
                  <a:lnTo>
                    <a:pt x="147732" y="35242"/>
                  </a:lnTo>
                  <a:lnTo>
                    <a:pt x="184058" y="9453"/>
                  </a:lnTo>
                  <a:lnTo>
                    <a:pt x="228600" y="0"/>
                  </a:lnTo>
                </a:path>
              </a:pathLst>
            </a:custGeom>
            <a:ln w="1270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>
            <a:extLst>
              <a:ext uri="{FF2B5EF4-FFF2-40B4-BE49-F238E27FC236}">
                <a16:creationId xmlns:a16="http://schemas.microsoft.com/office/drawing/2014/main" id="{7ABE5D36-0E0F-130A-8669-8A1A2935BEEE}"/>
              </a:ext>
            </a:extLst>
          </p:cNvPr>
          <p:cNvSpPr txBox="1"/>
          <p:nvPr/>
        </p:nvSpPr>
        <p:spPr>
          <a:xfrm>
            <a:off x="157683" y="3621735"/>
            <a:ext cx="1056005" cy="9410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176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IPv6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333399"/>
                </a:solidFill>
                <a:latin typeface="Wawati SC"/>
                <a:cs typeface="Wawati SC"/>
              </a:rPr>
              <a:t>的</a:t>
            </a:r>
            <a:endParaRPr sz="2000">
              <a:latin typeface="Wawati SC"/>
              <a:cs typeface="Wawati SC"/>
            </a:endParaRPr>
          </a:p>
          <a:p>
            <a:pPr marL="18415">
              <a:lnSpc>
                <a:spcPct val="100000"/>
              </a:lnSpc>
            </a:pPr>
            <a:r>
              <a:rPr sz="2000" spc="-15" dirty="0">
                <a:solidFill>
                  <a:srgbClr val="333399"/>
                </a:solidFill>
                <a:latin typeface="Wawati SC"/>
                <a:cs typeface="Wawati SC"/>
              </a:rPr>
              <a:t>基本首部</a:t>
            </a:r>
            <a:endParaRPr sz="2000">
              <a:latin typeface="Wawati SC"/>
              <a:cs typeface="Wawati SC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solidFill>
                  <a:srgbClr val="333399"/>
                </a:solidFill>
                <a:latin typeface="Wawati SC"/>
                <a:cs typeface="Wawati SC"/>
              </a:rPr>
              <a:t>（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40</a:t>
            </a:r>
            <a:r>
              <a:rPr sz="2000" spc="-1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B</a:t>
            </a:r>
            <a:r>
              <a:rPr sz="2000" spc="-25" dirty="0">
                <a:solidFill>
                  <a:srgbClr val="333399"/>
                </a:solidFill>
                <a:latin typeface="Wawati SC"/>
                <a:cs typeface="Wawati SC"/>
              </a:rPr>
              <a:t>）</a:t>
            </a:r>
            <a:endParaRPr sz="2000">
              <a:latin typeface="Wawati SC"/>
              <a:cs typeface="Wawati SC"/>
            </a:endParaRP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6B4CC0FA-D3F7-D8B7-1C64-26A9995FF1DD}"/>
              </a:ext>
            </a:extLst>
          </p:cNvPr>
          <p:cNvSpPr txBox="1"/>
          <p:nvPr/>
        </p:nvSpPr>
        <p:spPr>
          <a:xfrm>
            <a:off x="119583" y="5396585"/>
            <a:ext cx="1210945" cy="9410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7526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IPv6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50" dirty="0">
                <a:solidFill>
                  <a:srgbClr val="333399"/>
                </a:solidFill>
                <a:latin typeface="Wawati SC"/>
                <a:cs typeface="Wawati SC"/>
              </a:rPr>
              <a:t>的</a:t>
            </a:r>
            <a:r>
              <a:rPr sz="2000" spc="-15" dirty="0">
                <a:solidFill>
                  <a:srgbClr val="333399"/>
                </a:solidFill>
                <a:latin typeface="Wawati SC"/>
                <a:cs typeface="Wawati SC"/>
              </a:rPr>
              <a:t>有效载荷</a:t>
            </a:r>
            <a:r>
              <a:rPr sz="2000" spc="500" dirty="0">
                <a:solidFill>
                  <a:srgbClr val="333399"/>
                </a:solidFill>
                <a:latin typeface="Wawati SC"/>
                <a:cs typeface="Wawati SC"/>
              </a:rPr>
              <a:t> 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(</a:t>
            </a:r>
            <a:r>
              <a:rPr sz="2000" spc="-65" dirty="0">
                <a:solidFill>
                  <a:srgbClr val="333399"/>
                </a:solidFill>
                <a:latin typeface="Wawati SC"/>
                <a:cs typeface="Wawati SC"/>
              </a:rPr>
              <a:t>至 </a:t>
            </a:r>
            <a:r>
              <a:rPr sz="2000" dirty="0">
                <a:solidFill>
                  <a:srgbClr val="333399"/>
                </a:solidFill>
                <a:latin typeface="Arial"/>
                <a:cs typeface="Arial"/>
              </a:rPr>
              <a:t>64</a:t>
            </a:r>
            <a:r>
              <a:rPr sz="2000" spc="-10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000" spc="-25" dirty="0">
                <a:solidFill>
                  <a:srgbClr val="333399"/>
                </a:solidFill>
                <a:latin typeface="Arial"/>
                <a:cs typeface="Arial"/>
              </a:rPr>
              <a:t>KB)</a:t>
            </a:r>
            <a:endParaRPr sz="20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4417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53370-52FF-7485-B8CC-C5CA37741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3BFB376-F78B-4304-26AB-7D3D80548436}"/>
              </a:ext>
            </a:extLst>
          </p:cNvPr>
          <p:cNvSpPr txBox="1"/>
          <p:nvPr/>
        </p:nvSpPr>
        <p:spPr>
          <a:xfrm>
            <a:off x="2593975" y="3309111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80010" rIns="0" bIns="0" rtlCol="0">
            <a:spAutoFit/>
          </a:bodyPr>
          <a:lstStyle/>
          <a:p>
            <a:pPr marL="77470" marR="67945">
              <a:lnSpc>
                <a:spcPct val="100000"/>
              </a:lnSpc>
              <a:spcBef>
                <a:spcPts val="63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4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4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77470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EA38463A-0EBA-61BE-BAF9-42066CF852D5}"/>
              </a:ext>
            </a:extLst>
          </p:cNvPr>
          <p:cNvSpPr/>
          <p:nvPr/>
        </p:nvSpPr>
        <p:spPr>
          <a:xfrm>
            <a:off x="2636773" y="3163061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72D61868-9A18-2EA7-BAEE-219B5B7AC7CA}"/>
              </a:ext>
            </a:extLst>
          </p:cNvPr>
          <p:cNvSpPr txBox="1"/>
          <p:nvPr/>
        </p:nvSpPr>
        <p:spPr>
          <a:xfrm>
            <a:off x="2614422" y="5667552"/>
            <a:ext cx="708660" cy="47625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44780" marR="5080" indent="-132715">
              <a:lnSpc>
                <a:spcPts val="1630"/>
              </a:lnSpc>
              <a:spcBef>
                <a:spcPts val="390"/>
              </a:spcBef>
            </a:pPr>
            <a:r>
              <a:rPr sz="1600" b="1" spc="-40" dirty="0">
                <a:solidFill>
                  <a:srgbClr val="163793"/>
                </a:solidFill>
                <a:latin typeface="Arial"/>
                <a:cs typeface="Arial"/>
              </a:rPr>
              <a:t>A-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B: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2B785E75-4183-2779-6B2F-D024A9047DE7}"/>
              </a:ext>
            </a:extLst>
          </p:cNvPr>
          <p:cNvSpPr/>
          <p:nvPr/>
        </p:nvSpPr>
        <p:spPr>
          <a:xfrm>
            <a:off x="2908300" y="4944236"/>
            <a:ext cx="76200" cy="786130"/>
          </a:xfrm>
          <a:custGeom>
            <a:avLst/>
            <a:gdLst/>
            <a:ahLst/>
            <a:cxnLst/>
            <a:rect l="l" t="t" r="r" b="b"/>
            <a:pathLst>
              <a:path w="76200" h="786129">
                <a:moveTo>
                  <a:pt x="44450" y="63500"/>
                </a:moveTo>
                <a:lnTo>
                  <a:pt x="31750" y="63500"/>
                </a:lnTo>
                <a:lnTo>
                  <a:pt x="31750" y="785774"/>
                </a:lnTo>
                <a:lnTo>
                  <a:pt x="44450" y="785774"/>
                </a:lnTo>
                <a:lnTo>
                  <a:pt x="44450" y="63500"/>
                </a:lnTo>
                <a:close/>
              </a:path>
              <a:path w="76200" h="786129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786129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ACBA6BFB-455B-85E7-86EC-238AFBCD06FF}"/>
              </a:ext>
            </a:extLst>
          </p:cNvPr>
          <p:cNvSpPr txBox="1"/>
          <p:nvPr/>
        </p:nvSpPr>
        <p:spPr>
          <a:xfrm>
            <a:off x="3662426" y="3944111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53975" marR="42545">
              <a:lnSpc>
                <a:spcPct val="100000"/>
              </a:lnSpc>
              <a:spcBef>
                <a:spcPts val="32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5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5397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5F2DA63-3226-47C1-755C-E80F76992909}"/>
              </a:ext>
            </a:extLst>
          </p:cNvPr>
          <p:cNvSpPr txBox="1"/>
          <p:nvPr/>
        </p:nvSpPr>
        <p:spPr>
          <a:xfrm>
            <a:off x="3590925" y="3309111"/>
            <a:ext cx="925830" cy="2193925"/>
          </a:xfrm>
          <a:prstGeom prst="rect">
            <a:avLst/>
          </a:prstGeom>
          <a:solidFill>
            <a:srgbClr val="CC0000"/>
          </a:solidFill>
          <a:ln w="9525">
            <a:solidFill>
              <a:srgbClr val="163793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33020" marR="122555">
              <a:lnSpc>
                <a:spcPct val="100000"/>
              </a:lnSpc>
              <a:spcBef>
                <a:spcPts val="240"/>
              </a:spcBef>
            </a:pP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src:B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dest:</a:t>
            </a: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C68A8713-1350-8FD8-B4B5-887D0B2677AA}"/>
              </a:ext>
            </a:extLst>
          </p:cNvPr>
          <p:cNvSpPr/>
          <p:nvPr/>
        </p:nvSpPr>
        <p:spPr>
          <a:xfrm>
            <a:off x="3722623" y="3155060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7FC75C6-16D2-16D9-DAF1-2DCFA7E3A0B4}"/>
              </a:ext>
            </a:extLst>
          </p:cNvPr>
          <p:cNvSpPr txBox="1"/>
          <p:nvPr/>
        </p:nvSpPr>
        <p:spPr>
          <a:xfrm>
            <a:off x="3587877" y="5789777"/>
            <a:ext cx="1084580" cy="68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ts val="1775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B-to-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C: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ts val="1635"/>
              </a:lnSpc>
            </a:pP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spc="-3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inside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ts val="1775"/>
              </a:lnSpc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0" name="object 10">
            <a:extLst>
              <a:ext uri="{FF2B5EF4-FFF2-40B4-BE49-F238E27FC236}">
                <a16:creationId xmlns:a16="http://schemas.microsoft.com/office/drawing/2014/main" id="{59380B77-27FA-F2CE-534A-FE7A93DE94D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70350" y="5537961"/>
            <a:ext cx="76206" cy="184099"/>
          </a:xfrm>
          <a:prstGeom prst="rect">
            <a:avLst/>
          </a:prstGeom>
        </p:spPr>
      </p:pic>
      <p:sp>
        <p:nvSpPr>
          <p:cNvPr id="11" name="object 11">
            <a:extLst>
              <a:ext uri="{FF2B5EF4-FFF2-40B4-BE49-F238E27FC236}">
                <a16:creationId xmlns:a16="http://schemas.microsoft.com/office/drawing/2014/main" id="{C7C86157-1A86-F1BA-69C3-0EABE2153B2D}"/>
              </a:ext>
            </a:extLst>
          </p:cNvPr>
          <p:cNvSpPr/>
          <p:nvPr/>
        </p:nvSpPr>
        <p:spPr>
          <a:xfrm>
            <a:off x="6813550" y="3158235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D51F788-17F6-CCDA-A43E-55B9B60014F6}"/>
              </a:ext>
            </a:extLst>
          </p:cNvPr>
          <p:cNvSpPr txBox="1"/>
          <p:nvPr/>
        </p:nvSpPr>
        <p:spPr>
          <a:xfrm>
            <a:off x="6889750" y="5680354"/>
            <a:ext cx="676275" cy="47625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9539" marR="5080" indent="-117475">
              <a:lnSpc>
                <a:spcPts val="1630"/>
              </a:lnSpc>
              <a:spcBef>
                <a:spcPts val="390"/>
              </a:spcBef>
            </a:pP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E-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F: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706F72BD-FC5A-253B-8EA3-5FE00A2A40D7}"/>
              </a:ext>
            </a:extLst>
          </p:cNvPr>
          <p:cNvSpPr/>
          <p:nvPr/>
        </p:nvSpPr>
        <p:spPr>
          <a:xfrm>
            <a:off x="7169150" y="4956936"/>
            <a:ext cx="76200" cy="786130"/>
          </a:xfrm>
          <a:custGeom>
            <a:avLst/>
            <a:gdLst/>
            <a:ahLst/>
            <a:cxnLst/>
            <a:rect l="l" t="t" r="r" b="b"/>
            <a:pathLst>
              <a:path w="76200" h="786129">
                <a:moveTo>
                  <a:pt x="44450" y="63500"/>
                </a:moveTo>
                <a:lnTo>
                  <a:pt x="31750" y="63500"/>
                </a:lnTo>
                <a:lnTo>
                  <a:pt x="31750" y="785774"/>
                </a:lnTo>
                <a:lnTo>
                  <a:pt x="44450" y="785774"/>
                </a:lnTo>
                <a:lnTo>
                  <a:pt x="44450" y="63500"/>
                </a:lnTo>
                <a:close/>
              </a:path>
              <a:path w="76200" h="786129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786129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3E0CE63-24B1-AA3E-02D0-DED19E3BEAE7}"/>
              </a:ext>
            </a:extLst>
          </p:cNvPr>
          <p:cNvSpPr txBox="1"/>
          <p:nvPr/>
        </p:nvSpPr>
        <p:spPr>
          <a:xfrm>
            <a:off x="6762750" y="3316985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80010" rIns="0" bIns="0" rtlCol="0">
            <a:spAutoFit/>
          </a:bodyPr>
          <a:lstStyle/>
          <a:p>
            <a:pPr marL="78105" marR="67310">
              <a:lnSpc>
                <a:spcPct val="100000"/>
              </a:lnSpc>
              <a:spcBef>
                <a:spcPts val="630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4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4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7810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95B58370-5059-E194-3149-A978A0E03A79}"/>
              </a:ext>
            </a:extLst>
          </p:cNvPr>
          <p:cNvSpPr/>
          <p:nvPr/>
        </p:nvSpPr>
        <p:spPr>
          <a:xfrm>
            <a:off x="5757798" y="3156711"/>
            <a:ext cx="688975" cy="76200"/>
          </a:xfrm>
          <a:custGeom>
            <a:avLst/>
            <a:gdLst/>
            <a:ahLst/>
            <a:cxnLst/>
            <a:rect l="l" t="t" r="r" b="b"/>
            <a:pathLst>
              <a:path w="688975" h="76200">
                <a:moveTo>
                  <a:pt x="612775" y="0"/>
                </a:moveTo>
                <a:lnTo>
                  <a:pt x="612775" y="76200"/>
                </a:lnTo>
                <a:lnTo>
                  <a:pt x="669925" y="47625"/>
                </a:lnTo>
                <a:lnTo>
                  <a:pt x="625475" y="47625"/>
                </a:lnTo>
                <a:lnTo>
                  <a:pt x="625475" y="28575"/>
                </a:lnTo>
                <a:lnTo>
                  <a:pt x="669925" y="28575"/>
                </a:lnTo>
                <a:lnTo>
                  <a:pt x="612775" y="0"/>
                </a:lnTo>
                <a:close/>
              </a:path>
              <a:path w="688975" h="76200">
                <a:moveTo>
                  <a:pt x="612775" y="28575"/>
                </a:moveTo>
                <a:lnTo>
                  <a:pt x="0" y="28575"/>
                </a:lnTo>
                <a:lnTo>
                  <a:pt x="0" y="47625"/>
                </a:lnTo>
                <a:lnTo>
                  <a:pt x="612775" y="47625"/>
                </a:lnTo>
                <a:lnTo>
                  <a:pt x="612775" y="28575"/>
                </a:lnTo>
                <a:close/>
              </a:path>
              <a:path w="688975" h="76200">
                <a:moveTo>
                  <a:pt x="669925" y="28575"/>
                </a:moveTo>
                <a:lnTo>
                  <a:pt x="625475" y="28575"/>
                </a:lnTo>
                <a:lnTo>
                  <a:pt x="625475" y="47625"/>
                </a:lnTo>
                <a:lnTo>
                  <a:pt x="669925" y="47625"/>
                </a:lnTo>
                <a:lnTo>
                  <a:pt x="688975" y="38100"/>
                </a:lnTo>
                <a:lnTo>
                  <a:pt x="669925" y="28575"/>
                </a:lnTo>
                <a:close/>
              </a:path>
            </a:pathLst>
          </a:custGeom>
          <a:solidFill>
            <a:srgbClr val="16379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88FF76A2-AA11-EBCD-608F-58846FBAB9CD}"/>
              </a:ext>
            </a:extLst>
          </p:cNvPr>
          <p:cNvSpPr txBox="1"/>
          <p:nvPr/>
        </p:nvSpPr>
        <p:spPr>
          <a:xfrm>
            <a:off x="5613908" y="5802579"/>
            <a:ext cx="1084580" cy="6832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635" algn="ctr">
              <a:lnSpc>
                <a:spcPts val="1775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B-to-</a:t>
            </a:r>
            <a:r>
              <a:rPr sz="1600" b="1" spc="-25" dirty="0">
                <a:solidFill>
                  <a:srgbClr val="163793"/>
                </a:solidFill>
                <a:latin typeface="Arial"/>
                <a:cs typeface="Arial"/>
              </a:rPr>
              <a:t>C:</a:t>
            </a:r>
            <a:endParaRPr sz="1600">
              <a:latin typeface="Arial"/>
              <a:cs typeface="Arial"/>
            </a:endParaRPr>
          </a:p>
          <a:p>
            <a:pPr marL="12065" marR="5080" algn="ctr">
              <a:lnSpc>
                <a:spcPts val="1630"/>
              </a:lnSpc>
              <a:spcBef>
                <a:spcPts val="150"/>
              </a:spcBef>
            </a:pP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spc="-3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163793"/>
                </a:solidFill>
                <a:latin typeface="Arial"/>
                <a:cs typeface="Arial"/>
              </a:rPr>
              <a:t>inside 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pic>
        <p:nvPicPr>
          <p:cNvPr id="17" name="object 17">
            <a:extLst>
              <a:ext uri="{FF2B5EF4-FFF2-40B4-BE49-F238E27FC236}">
                <a16:creationId xmlns:a16="http://schemas.microsoft.com/office/drawing/2014/main" id="{5B6B3154-0464-EBE1-75B2-AFF9D788E88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26098" y="5595061"/>
            <a:ext cx="76206" cy="184150"/>
          </a:xfrm>
          <a:prstGeom prst="rect">
            <a:avLst/>
          </a:prstGeom>
        </p:spPr>
      </p:pic>
      <p:sp>
        <p:nvSpPr>
          <p:cNvPr id="18" name="object 18">
            <a:extLst>
              <a:ext uri="{FF2B5EF4-FFF2-40B4-BE49-F238E27FC236}">
                <a16:creationId xmlns:a16="http://schemas.microsoft.com/office/drawing/2014/main" id="{202980CE-FCA8-76EC-99E8-65EBC8B45E84}"/>
              </a:ext>
            </a:extLst>
          </p:cNvPr>
          <p:cNvSpPr txBox="1"/>
          <p:nvPr/>
        </p:nvSpPr>
        <p:spPr>
          <a:xfrm>
            <a:off x="5719826" y="3958335"/>
            <a:ext cx="733425" cy="1441450"/>
          </a:xfrm>
          <a:prstGeom prst="rect">
            <a:avLst/>
          </a:prstGeom>
          <a:solidFill>
            <a:srgbClr val="66CCFF"/>
          </a:solidFill>
          <a:ln w="9525">
            <a:solidFill>
              <a:srgbClr val="163793"/>
            </a:solidFill>
          </a:ln>
        </p:spPr>
        <p:txBody>
          <a:bodyPr vert="horz" wrap="square" lIns="0" tIns="69215" rIns="0" bIns="0" rtlCol="0">
            <a:spAutoFit/>
          </a:bodyPr>
          <a:lstStyle/>
          <a:p>
            <a:pPr marL="53975" marR="41910">
              <a:lnSpc>
                <a:spcPct val="100000"/>
              </a:lnSpc>
              <a:spcBef>
                <a:spcPts val="545"/>
              </a:spcBef>
            </a:pP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Flow: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X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Src:</a:t>
            </a:r>
            <a:r>
              <a:rPr sz="1400" b="1" spc="-80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A </a:t>
            </a:r>
            <a:r>
              <a:rPr sz="1400" b="1" dirty="0">
                <a:solidFill>
                  <a:srgbClr val="163793"/>
                </a:solidFill>
                <a:latin typeface="Arial"/>
                <a:cs typeface="Arial"/>
              </a:rPr>
              <a:t>Dest:</a:t>
            </a:r>
            <a:r>
              <a:rPr sz="1400" b="1" spc="-35" dirty="0">
                <a:solidFill>
                  <a:srgbClr val="163793"/>
                </a:solidFill>
                <a:latin typeface="Arial"/>
                <a:cs typeface="Arial"/>
              </a:rPr>
              <a:t> 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4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5"/>
              </a:spcBef>
            </a:pPr>
            <a:endParaRPr sz="1400">
              <a:latin typeface="Arial"/>
              <a:cs typeface="Arial"/>
            </a:endParaRPr>
          </a:p>
          <a:p>
            <a:pPr marL="53975">
              <a:lnSpc>
                <a:spcPct val="100000"/>
              </a:lnSpc>
            </a:pPr>
            <a:r>
              <a:rPr sz="1400" b="1" spc="-20" dirty="0">
                <a:solidFill>
                  <a:srgbClr val="163793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F211F67A-D100-52B7-454E-9CBB172D10C4}"/>
              </a:ext>
            </a:extLst>
          </p:cNvPr>
          <p:cNvSpPr txBox="1"/>
          <p:nvPr/>
        </p:nvSpPr>
        <p:spPr>
          <a:xfrm>
            <a:off x="5648325" y="3350386"/>
            <a:ext cx="925830" cy="2193925"/>
          </a:xfrm>
          <a:prstGeom prst="rect">
            <a:avLst/>
          </a:prstGeom>
          <a:solidFill>
            <a:srgbClr val="CC0000"/>
          </a:solidFill>
          <a:ln w="9525">
            <a:solidFill>
              <a:srgbClr val="163793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33655" marR="122555">
              <a:lnSpc>
                <a:spcPct val="100000"/>
              </a:lnSpc>
              <a:spcBef>
                <a:spcPts val="240"/>
              </a:spcBef>
            </a:pPr>
            <a:r>
              <a:rPr sz="1800" b="1" spc="-10" dirty="0">
                <a:solidFill>
                  <a:srgbClr val="FFFFFF"/>
                </a:solidFill>
                <a:latin typeface="Arial"/>
                <a:cs typeface="Arial"/>
              </a:rPr>
              <a:t>src:B </a:t>
            </a: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dest:</a:t>
            </a:r>
            <a:r>
              <a:rPr sz="1800" b="1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50" dirty="0">
                <a:solidFill>
                  <a:srgbClr val="FFFFFF"/>
                </a:solidFill>
                <a:latin typeface="Arial"/>
                <a:cs typeface="Arial"/>
              </a:rPr>
              <a:t>E</a:t>
            </a:r>
            <a:endParaRPr sz="1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3E407AB9-678F-6892-81EA-5A7E5205F49D}"/>
              </a:ext>
            </a:extLst>
          </p:cNvPr>
          <p:cNvSpPr txBox="1"/>
          <p:nvPr/>
        </p:nvSpPr>
        <p:spPr>
          <a:xfrm>
            <a:off x="739851" y="2536063"/>
            <a:ext cx="11772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物理视角</a:t>
            </a:r>
            <a:r>
              <a:rPr sz="2000" b="1" spc="285" dirty="0">
                <a:solidFill>
                  <a:srgbClr val="163793"/>
                </a:solidFill>
                <a:latin typeface="Times New Roman"/>
                <a:cs typeface="Times New Roman"/>
              </a:rPr>
              <a:t>:</a:t>
            </a:r>
            <a:endParaRPr sz="2000">
              <a:latin typeface="Times New Roman"/>
              <a:cs typeface="Times New Roman"/>
            </a:endParaRPr>
          </a:p>
        </p:txBody>
      </p:sp>
      <p:grpSp>
        <p:nvGrpSpPr>
          <p:cNvPr id="21" name="object 21">
            <a:extLst>
              <a:ext uri="{FF2B5EF4-FFF2-40B4-BE49-F238E27FC236}">
                <a16:creationId xmlns:a16="http://schemas.microsoft.com/office/drawing/2014/main" id="{4592107C-2B04-D05B-D2C3-C25E5DD554AC}"/>
              </a:ext>
            </a:extLst>
          </p:cNvPr>
          <p:cNvGrpSpPr/>
          <p:nvPr/>
        </p:nvGrpSpPr>
        <p:grpSpPr>
          <a:xfrm>
            <a:off x="2157476" y="2510535"/>
            <a:ext cx="4073525" cy="357505"/>
            <a:chOff x="2157476" y="2510535"/>
            <a:chExt cx="4073525" cy="357505"/>
          </a:xfrm>
        </p:grpSpPr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4CDFA963-D960-9BFD-A7C8-1F6013D09F85}"/>
                </a:ext>
              </a:extLst>
            </p:cNvPr>
            <p:cNvSpPr/>
            <p:nvPr/>
          </p:nvSpPr>
          <p:spPr>
            <a:xfrm>
              <a:off x="3895725" y="2685160"/>
              <a:ext cx="2326005" cy="0"/>
            </a:xfrm>
            <a:custGeom>
              <a:avLst/>
              <a:gdLst/>
              <a:ahLst/>
              <a:cxnLst/>
              <a:rect l="l" t="t" r="r" b="b"/>
              <a:pathLst>
                <a:path w="2326004">
                  <a:moveTo>
                    <a:pt x="0" y="0"/>
                  </a:moveTo>
                  <a:lnTo>
                    <a:pt x="2325751" y="0"/>
                  </a:lnTo>
                </a:path>
              </a:pathLst>
            </a:custGeom>
            <a:ln w="1905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3" name="object 23">
              <a:extLst>
                <a:ext uri="{FF2B5EF4-FFF2-40B4-BE49-F238E27FC236}">
                  <a16:creationId xmlns:a16="http://schemas.microsoft.com/office/drawing/2014/main" id="{5AD53543-5266-A4D2-DCFE-CD542E3CA75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33799" y="2670047"/>
              <a:ext cx="687577" cy="188213"/>
            </a:xfrm>
            <a:prstGeom prst="rect">
              <a:avLst/>
            </a:prstGeom>
          </p:spPr>
        </p:pic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905F4684-A8B8-2BA5-3452-379033DDFC2C}"/>
                </a:ext>
              </a:extLst>
            </p:cNvPr>
            <p:cNvSpPr/>
            <p:nvPr/>
          </p:nvSpPr>
          <p:spPr>
            <a:xfrm>
              <a:off x="4233799" y="267004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extLst>
                <a:ext uri="{FF2B5EF4-FFF2-40B4-BE49-F238E27FC236}">
                  <a16:creationId xmlns:a16="http://schemas.microsoft.com/office/drawing/2014/main" id="{3FB98C57-7896-5DCD-B323-52C2414668C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230751" y="2520060"/>
              <a:ext cx="693686" cy="245490"/>
            </a:xfrm>
            <a:prstGeom prst="rect">
              <a:avLst/>
            </a:prstGeom>
          </p:spPr>
        </p:pic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EC1C4D6E-B3E4-1032-C2A9-1E70FDD18A06}"/>
                </a:ext>
              </a:extLst>
            </p:cNvPr>
            <p:cNvSpPr/>
            <p:nvPr/>
          </p:nvSpPr>
          <p:spPr>
            <a:xfrm>
              <a:off x="4230751" y="252006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>
              <a:extLst>
                <a:ext uri="{FF2B5EF4-FFF2-40B4-BE49-F238E27FC236}">
                  <a16:creationId xmlns:a16="http://schemas.microsoft.com/office/drawing/2014/main" id="{92482B10-6993-42E5-3F07-A9700C23C80E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369054" y="2577337"/>
              <a:ext cx="389128" cy="102235"/>
            </a:xfrm>
            <a:prstGeom prst="rect">
              <a:avLst/>
            </a:prstGeom>
          </p:spPr>
        </p:pic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F9EBF7FE-7470-7235-FDFA-AEC2BE577C23}"/>
                </a:ext>
              </a:extLst>
            </p:cNvPr>
            <p:cNvSpPr/>
            <p:nvPr/>
          </p:nvSpPr>
          <p:spPr>
            <a:xfrm>
              <a:off x="4369054" y="257733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>
              <a:extLst>
                <a:ext uri="{FF2B5EF4-FFF2-40B4-BE49-F238E27FC236}">
                  <a16:creationId xmlns:a16="http://schemas.microsoft.com/office/drawing/2014/main" id="{110FE591-DF81-C08C-C0D4-2B71A37E5617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386580" y="2577337"/>
              <a:ext cx="354075" cy="102235"/>
            </a:xfrm>
            <a:prstGeom prst="rect">
              <a:avLst/>
            </a:prstGeom>
          </p:spPr>
        </p:pic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8E5C6896-4655-C2F7-D3F0-9CDC1E433E40}"/>
                </a:ext>
              </a:extLst>
            </p:cNvPr>
            <p:cNvSpPr/>
            <p:nvPr/>
          </p:nvSpPr>
          <p:spPr>
            <a:xfrm>
              <a:off x="4386580" y="2577337"/>
              <a:ext cx="354330" cy="102235"/>
            </a:xfrm>
            <a:custGeom>
              <a:avLst/>
              <a:gdLst/>
              <a:ahLst/>
              <a:cxnLst/>
              <a:rect l="l" t="t" r="r" b="b"/>
              <a:pathLst>
                <a:path w="354329" h="102235">
                  <a:moveTo>
                    <a:pt x="0" y="0"/>
                  </a:moveTo>
                  <a:lnTo>
                    <a:pt x="120523" y="0"/>
                  </a:lnTo>
                  <a:lnTo>
                    <a:pt x="241046" y="102235"/>
                  </a:lnTo>
                  <a:lnTo>
                    <a:pt x="354075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A5837B2A-76F3-12CA-4249-A7D2C1053FA2}"/>
                </a:ext>
              </a:extLst>
            </p:cNvPr>
            <p:cNvSpPr/>
            <p:nvPr/>
          </p:nvSpPr>
          <p:spPr>
            <a:xfrm>
              <a:off x="4233799" y="2623692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DEE80016-4689-78C2-ED4B-E9415A8CE4ED}"/>
                </a:ext>
              </a:extLst>
            </p:cNvPr>
            <p:cNvSpPr/>
            <p:nvPr/>
          </p:nvSpPr>
          <p:spPr>
            <a:xfrm>
              <a:off x="2862326" y="2694685"/>
              <a:ext cx="323850" cy="0"/>
            </a:xfrm>
            <a:custGeom>
              <a:avLst/>
              <a:gdLst/>
              <a:ahLst/>
              <a:cxnLst/>
              <a:rect l="l" t="t" r="r" b="b"/>
              <a:pathLst>
                <a:path w="323850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ln w="19050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>
              <a:extLst>
                <a:ext uri="{FF2B5EF4-FFF2-40B4-BE49-F238E27FC236}">
                  <a16:creationId xmlns:a16="http://schemas.microsoft.com/office/drawing/2014/main" id="{6903B65D-C08E-5424-E343-C61A69D2CAB6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166874" y="2673222"/>
              <a:ext cx="687577" cy="188213"/>
            </a:xfrm>
            <a:prstGeom prst="rect">
              <a:avLst/>
            </a:prstGeom>
          </p:spPr>
        </p:pic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2920EC37-9298-F8F2-5E34-049868F66D2B}"/>
                </a:ext>
              </a:extLst>
            </p:cNvPr>
            <p:cNvSpPr/>
            <p:nvPr/>
          </p:nvSpPr>
          <p:spPr>
            <a:xfrm>
              <a:off x="2166874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5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>
              <a:extLst>
                <a:ext uri="{FF2B5EF4-FFF2-40B4-BE49-F238E27FC236}">
                  <a16:creationId xmlns:a16="http://schemas.microsoft.com/office/drawing/2014/main" id="{AFD8B4CB-A069-FBFD-0805-187321CF2F5F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163826" y="2523235"/>
              <a:ext cx="693686" cy="245490"/>
            </a:xfrm>
            <a:prstGeom prst="rect">
              <a:avLst/>
            </a:prstGeom>
          </p:spPr>
        </p:pic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9AE75322-63C0-7DF5-FC6B-932E0293D088}"/>
                </a:ext>
              </a:extLst>
            </p:cNvPr>
            <p:cNvSpPr/>
            <p:nvPr/>
          </p:nvSpPr>
          <p:spPr>
            <a:xfrm>
              <a:off x="2163826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69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69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A94CFB35-C886-CC57-E258-748F38C14B26}"/>
                </a:ext>
              </a:extLst>
            </p:cNvPr>
            <p:cNvSpPr/>
            <p:nvPr/>
          </p:nvSpPr>
          <p:spPr>
            <a:xfrm>
              <a:off x="2302129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5" h="102235">
                  <a:moveTo>
                    <a:pt x="0" y="102235"/>
                  </a:moveTo>
                  <a:lnTo>
                    <a:pt x="120522" y="102235"/>
                  </a:lnTo>
                  <a:lnTo>
                    <a:pt x="241045" y="0"/>
                  </a:lnTo>
                  <a:lnTo>
                    <a:pt x="389127" y="0"/>
                  </a:lnTo>
                </a:path>
                <a:path w="389255" h="102235">
                  <a:moveTo>
                    <a:pt x="17525" y="0"/>
                  </a:moveTo>
                  <a:lnTo>
                    <a:pt x="138048" y="0"/>
                  </a:lnTo>
                  <a:lnTo>
                    <a:pt x="258571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8488F33D-53A6-CBB2-E5A9-520ACF53F05B}"/>
                </a:ext>
              </a:extLst>
            </p:cNvPr>
            <p:cNvSpPr/>
            <p:nvPr/>
          </p:nvSpPr>
          <p:spPr>
            <a:xfrm>
              <a:off x="2166874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>
              <a:extLst>
                <a:ext uri="{FF2B5EF4-FFF2-40B4-BE49-F238E27FC236}">
                  <a16:creationId xmlns:a16="http://schemas.microsoft.com/office/drawing/2014/main" id="{A999A372-606D-12F8-5867-577C913A7092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201924" y="2666872"/>
              <a:ext cx="687577" cy="188213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332FCB1-E25F-F37B-5052-A11F84FB5BE5}"/>
                </a:ext>
              </a:extLst>
            </p:cNvPr>
            <p:cNvSpPr/>
            <p:nvPr/>
          </p:nvSpPr>
          <p:spPr>
            <a:xfrm>
              <a:off x="3201924" y="266687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>
              <a:extLst>
                <a:ext uri="{FF2B5EF4-FFF2-40B4-BE49-F238E27FC236}">
                  <a16:creationId xmlns:a16="http://schemas.microsoft.com/office/drawing/2014/main" id="{58B56D69-D6C7-0451-C74C-99438480EF5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198876" y="2516885"/>
              <a:ext cx="693686" cy="245490"/>
            </a:xfrm>
            <a:prstGeom prst="rect">
              <a:avLst/>
            </a:prstGeom>
          </p:spPr>
        </p:pic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802D7ACD-1875-D6EA-A30E-84A96C6A7346}"/>
                </a:ext>
              </a:extLst>
            </p:cNvPr>
            <p:cNvSpPr/>
            <p:nvPr/>
          </p:nvSpPr>
          <p:spPr>
            <a:xfrm>
              <a:off x="3198876" y="251688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9907DC28-BC84-4B27-F4F2-27C7F939940B}"/>
                </a:ext>
              </a:extLst>
            </p:cNvPr>
            <p:cNvSpPr/>
            <p:nvPr/>
          </p:nvSpPr>
          <p:spPr>
            <a:xfrm>
              <a:off x="3337179" y="257416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C7BDEDB6-ED85-A692-0218-AA478A889980}"/>
                </a:ext>
              </a:extLst>
            </p:cNvPr>
            <p:cNvSpPr/>
            <p:nvPr/>
          </p:nvSpPr>
          <p:spPr>
            <a:xfrm>
              <a:off x="3201924" y="262051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>
              <a:extLst>
                <a:ext uri="{FF2B5EF4-FFF2-40B4-BE49-F238E27FC236}">
                  <a16:creationId xmlns:a16="http://schemas.microsoft.com/office/drawing/2014/main" id="{776CCCDB-8D54-6FB1-B270-FE4424A0DD16}"/>
                </a:ext>
              </a:extLst>
            </p:cNvPr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5198999" y="2673222"/>
              <a:ext cx="687577" cy="188213"/>
            </a:xfrm>
            <a:prstGeom prst="rect">
              <a:avLst/>
            </a:prstGeom>
          </p:spPr>
        </p:pic>
        <p:sp>
          <p:nvSpPr>
            <p:cNvPr id="46" name="object 46">
              <a:extLst>
                <a:ext uri="{FF2B5EF4-FFF2-40B4-BE49-F238E27FC236}">
                  <a16:creationId xmlns:a16="http://schemas.microsoft.com/office/drawing/2014/main" id="{91D56A9A-2553-6573-2718-6AE0ADF50EEF}"/>
                </a:ext>
              </a:extLst>
            </p:cNvPr>
            <p:cNvSpPr/>
            <p:nvPr/>
          </p:nvSpPr>
          <p:spPr>
            <a:xfrm>
              <a:off x="5198999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>
              <a:extLst>
                <a:ext uri="{FF2B5EF4-FFF2-40B4-BE49-F238E27FC236}">
                  <a16:creationId xmlns:a16="http://schemas.microsoft.com/office/drawing/2014/main" id="{EED910FD-EC2A-D839-7359-5CC909879C5B}"/>
                </a:ext>
              </a:extLst>
            </p:cNvPr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195951" y="2523235"/>
              <a:ext cx="693686" cy="245490"/>
            </a:xfrm>
            <a:prstGeom prst="rect">
              <a:avLst/>
            </a:prstGeom>
          </p:spPr>
        </p:pic>
        <p:sp>
          <p:nvSpPr>
            <p:cNvPr id="48" name="object 48">
              <a:extLst>
                <a:ext uri="{FF2B5EF4-FFF2-40B4-BE49-F238E27FC236}">
                  <a16:creationId xmlns:a16="http://schemas.microsoft.com/office/drawing/2014/main" id="{20BB15C8-AB36-4DBB-45C2-FD75337B3159}"/>
                </a:ext>
              </a:extLst>
            </p:cNvPr>
            <p:cNvSpPr/>
            <p:nvPr/>
          </p:nvSpPr>
          <p:spPr>
            <a:xfrm>
              <a:off x="5195951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9" name="object 49">
              <a:extLst>
                <a:ext uri="{FF2B5EF4-FFF2-40B4-BE49-F238E27FC236}">
                  <a16:creationId xmlns:a16="http://schemas.microsoft.com/office/drawing/2014/main" id="{807D2652-FB9C-A316-06B7-652DA25FB111}"/>
                </a:ext>
              </a:extLst>
            </p:cNvPr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334254" y="2580512"/>
              <a:ext cx="389128" cy="102235"/>
            </a:xfrm>
            <a:prstGeom prst="rect">
              <a:avLst/>
            </a:prstGeom>
          </p:spPr>
        </p:pic>
        <p:sp>
          <p:nvSpPr>
            <p:cNvPr id="50" name="object 50">
              <a:extLst>
                <a:ext uri="{FF2B5EF4-FFF2-40B4-BE49-F238E27FC236}">
                  <a16:creationId xmlns:a16="http://schemas.microsoft.com/office/drawing/2014/main" id="{949EAFA6-35AF-BA61-CE91-06BE0C40FAFD}"/>
                </a:ext>
              </a:extLst>
            </p:cNvPr>
            <p:cNvSpPr/>
            <p:nvPr/>
          </p:nvSpPr>
          <p:spPr>
            <a:xfrm>
              <a:off x="5334254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1" name="object 51">
              <a:extLst>
                <a:ext uri="{FF2B5EF4-FFF2-40B4-BE49-F238E27FC236}">
                  <a16:creationId xmlns:a16="http://schemas.microsoft.com/office/drawing/2014/main" id="{F804A93A-2AEC-E2D8-0842-43BB55AB3F4C}"/>
                </a:ext>
              </a:extLst>
            </p:cNvPr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5351780" y="2580512"/>
              <a:ext cx="354075" cy="102235"/>
            </a:xfrm>
            <a:prstGeom prst="rect">
              <a:avLst/>
            </a:prstGeom>
          </p:spPr>
        </p:pic>
        <p:sp>
          <p:nvSpPr>
            <p:cNvPr id="52" name="object 52">
              <a:extLst>
                <a:ext uri="{FF2B5EF4-FFF2-40B4-BE49-F238E27FC236}">
                  <a16:creationId xmlns:a16="http://schemas.microsoft.com/office/drawing/2014/main" id="{A76AEFA1-72B6-9C2C-B83B-92801DFD760C}"/>
                </a:ext>
              </a:extLst>
            </p:cNvPr>
            <p:cNvSpPr/>
            <p:nvPr/>
          </p:nvSpPr>
          <p:spPr>
            <a:xfrm>
              <a:off x="5351780" y="2580512"/>
              <a:ext cx="354330" cy="102235"/>
            </a:xfrm>
            <a:custGeom>
              <a:avLst/>
              <a:gdLst/>
              <a:ahLst/>
              <a:cxnLst/>
              <a:rect l="l" t="t" r="r" b="b"/>
              <a:pathLst>
                <a:path w="354329" h="102235">
                  <a:moveTo>
                    <a:pt x="0" y="0"/>
                  </a:moveTo>
                  <a:lnTo>
                    <a:pt x="120523" y="0"/>
                  </a:lnTo>
                  <a:lnTo>
                    <a:pt x="241046" y="102235"/>
                  </a:lnTo>
                  <a:lnTo>
                    <a:pt x="354075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>
              <a:extLst>
                <a:ext uri="{FF2B5EF4-FFF2-40B4-BE49-F238E27FC236}">
                  <a16:creationId xmlns:a16="http://schemas.microsoft.com/office/drawing/2014/main" id="{96F8CDC5-25BC-F3B5-874A-DE8165E9BE23}"/>
                </a:ext>
              </a:extLst>
            </p:cNvPr>
            <p:cNvSpPr/>
            <p:nvPr/>
          </p:nvSpPr>
          <p:spPr>
            <a:xfrm>
              <a:off x="5198999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8" y="8255"/>
                  </a:moveTo>
                  <a:lnTo>
                    <a:pt x="685418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>
            <a:extLst>
              <a:ext uri="{FF2B5EF4-FFF2-40B4-BE49-F238E27FC236}">
                <a16:creationId xmlns:a16="http://schemas.microsoft.com/office/drawing/2014/main" id="{6189458B-C22C-CB76-0A7D-84FA8987656D}"/>
              </a:ext>
            </a:extLst>
          </p:cNvPr>
          <p:cNvSpPr txBox="1"/>
          <p:nvPr/>
        </p:nvSpPr>
        <p:spPr>
          <a:xfrm>
            <a:off x="6448805" y="2204720"/>
            <a:ext cx="1955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E</a:t>
            </a:r>
            <a:endParaRPr sz="2000">
              <a:latin typeface="Arial"/>
              <a:cs typeface="Arial"/>
            </a:endParaRPr>
          </a:p>
        </p:txBody>
      </p:sp>
      <p:sp>
        <p:nvSpPr>
          <p:cNvPr id="55" name="object 55">
            <a:extLst>
              <a:ext uri="{FF2B5EF4-FFF2-40B4-BE49-F238E27FC236}">
                <a16:creationId xmlns:a16="http://schemas.microsoft.com/office/drawing/2014/main" id="{7FA4930E-1366-BD77-481F-83B445FD1297}"/>
              </a:ext>
            </a:extLst>
          </p:cNvPr>
          <p:cNvSpPr/>
          <p:nvPr/>
        </p:nvSpPr>
        <p:spPr>
          <a:xfrm>
            <a:off x="6908800" y="2675635"/>
            <a:ext cx="323850" cy="0"/>
          </a:xfrm>
          <a:custGeom>
            <a:avLst/>
            <a:gdLst/>
            <a:ahLst/>
            <a:cxnLst/>
            <a:rect l="l" t="t" r="r" b="b"/>
            <a:pathLst>
              <a:path w="323850">
                <a:moveTo>
                  <a:pt x="0" y="0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6" name="object 56">
            <a:extLst>
              <a:ext uri="{FF2B5EF4-FFF2-40B4-BE49-F238E27FC236}">
                <a16:creationId xmlns:a16="http://schemas.microsoft.com/office/drawing/2014/main" id="{CDBF6868-93A0-52B1-5B3C-5A68F9A13392}"/>
              </a:ext>
            </a:extLst>
          </p:cNvPr>
          <p:cNvSpPr txBox="1"/>
          <p:nvPr/>
        </p:nvSpPr>
        <p:spPr>
          <a:xfrm>
            <a:off x="6351778" y="2827147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57" name="object 57">
            <a:extLst>
              <a:ext uri="{FF2B5EF4-FFF2-40B4-BE49-F238E27FC236}">
                <a16:creationId xmlns:a16="http://schemas.microsoft.com/office/drawing/2014/main" id="{D0C86052-4899-55DC-F11B-8D1E74016C31}"/>
              </a:ext>
            </a:extLst>
          </p:cNvPr>
          <p:cNvSpPr txBox="1"/>
          <p:nvPr/>
        </p:nvSpPr>
        <p:spPr>
          <a:xfrm>
            <a:off x="7333233" y="2830194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58" name="object 58">
            <a:extLst>
              <a:ext uri="{FF2B5EF4-FFF2-40B4-BE49-F238E27FC236}">
                <a16:creationId xmlns:a16="http://schemas.microsoft.com/office/drawing/2014/main" id="{9458F21A-8E6F-4D74-C9E9-A18BBD531334}"/>
              </a:ext>
            </a:extLst>
          </p:cNvPr>
          <p:cNvGrpSpPr/>
          <p:nvPr/>
        </p:nvGrpSpPr>
        <p:grpSpPr>
          <a:xfrm>
            <a:off x="6196076" y="2513710"/>
            <a:ext cx="1678305" cy="354330"/>
            <a:chOff x="6196076" y="2513710"/>
            <a:chExt cx="1678305" cy="354330"/>
          </a:xfrm>
        </p:grpSpPr>
        <p:pic>
          <p:nvPicPr>
            <p:cNvPr id="59" name="object 59">
              <a:extLst>
                <a:ext uri="{FF2B5EF4-FFF2-40B4-BE49-F238E27FC236}">
                  <a16:creationId xmlns:a16="http://schemas.microsoft.com/office/drawing/2014/main" id="{44CDD011-41CC-6FC7-573F-369F3845C6C7}"/>
                </a:ext>
              </a:extLst>
            </p:cNvPr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6205474" y="2673222"/>
              <a:ext cx="687577" cy="188213"/>
            </a:xfrm>
            <a:prstGeom prst="rect">
              <a:avLst/>
            </a:prstGeom>
          </p:spPr>
        </p:pic>
        <p:sp>
          <p:nvSpPr>
            <p:cNvPr id="60" name="object 60">
              <a:extLst>
                <a:ext uri="{FF2B5EF4-FFF2-40B4-BE49-F238E27FC236}">
                  <a16:creationId xmlns:a16="http://schemas.microsoft.com/office/drawing/2014/main" id="{B6ED9333-8C92-19DF-4B6E-D87055D47A71}"/>
                </a:ext>
              </a:extLst>
            </p:cNvPr>
            <p:cNvSpPr/>
            <p:nvPr/>
          </p:nvSpPr>
          <p:spPr>
            <a:xfrm>
              <a:off x="6205474" y="2673222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1" name="object 61">
              <a:extLst>
                <a:ext uri="{FF2B5EF4-FFF2-40B4-BE49-F238E27FC236}">
                  <a16:creationId xmlns:a16="http://schemas.microsoft.com/office/drawing/2014/main" id="{2BD82311-AA94-F029-519E-73D7192ECBFF}"/>
                </a:ext>
              </a:extLst>
            </p:cNvPr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6202426" y="2523235"/>
              <a:ext cx="693686" cy="245490"/>
            </a:xfrm>
            <a:prstGeom prst="rect">
              <a:avLst/>
            </a:prstGeom>
          </p:spPr>
        </p:pic>
        <p:sp>
          <p:nvSpPr>
            <p:cNvPr id="62" name="object 62">
              <a:extLst>
                <a:ext uri="{FF2B5EF4-FFF2-40B4-BE49-F238E27FC236}">
                  <a16:creationId xmlns:a16="http://schemas.microsoft.com/office/drawing/2014/main" id="{56F0826B-E6D0-D080-321D-91623F5816F0}"/>
                </a:ext>
              </a:extLst>
            </p:cNvPr>
            <p:cNvSpPr/>
            <p:nvPr/>
          </p:nvSpPr>
          <p:spPr>
            <a:xfrm>
              <a:off x="6202426" y="252323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508"/>
                  </a:lnTo>
                  <a:lnTo>
                    <a:pt x="100790" y="32385"/>
                  </a:lnTo>
                  <a:lnTo>
                    <a:pt x="151724" y="18886"/>
                  </a:lnTo>
                  <a:lnTo>
                    <a:pt x="210186" y="8691"/>
                  </a:lnTo>
                  <a:lnTo>
                    <a:pt x="274796" y="2247"/>
                  </a:lnTo>
                  <a:lnTo>
                    <a:pt x="344170" y="0"/>
                  </a:lnTo>
                  <a:lnTo>
                    <a:pt x="413585" y="2247"/>
                  </a:lnTo>
                  <a:lnTo>
                    <a:pt x="478226" y="8691"/>
                  </a:lnTo>
                  <a:lnTo>
                    <a:pt x="536711" y="18886"/>
                  </a:lnTo>
                  <a:lnTo>
                    <a:pt x="587660" y="32385"/>
                  </a:lnTo>
                  <a:lnTo>
                    <a:pt x="629691" y="48741"/>
                  </a:lnTo>
                  <a:lnTo>
                    <a:pt x="681476" y="88240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939E73B3-C132-AED0-736E-7C0C843EB8FC}"/>
                </a:ext>
              </a:extLst>
            </p:cNvPr>
            <p:cNvSpPr/>
            <p:nvPr/>
          </p:nvSpPr>
          <p:spPr>
            <a:xfrm>
              <a:off x="6340729" y="2580512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>
              <a:extLst>
                <a:ext uri="{FF2B5EF4-FFF2-40B4-BE49-F238E27FC236}">
                  <a16:creationId xmlns:a16="http://schemas.microsoft.com/office/drawing/2014/main" id="{7B310F1F-CC99-3117-81CF-2111F772572F}"/>
                </a:ext>
              </a:extLst>
            </p:cNvPr>
            <p:cNvSpPr/>
            <p:nvPr/>
          </p:nvSpPr>
          <p:spPr>
            <a:xfrm>
              <a:off x="6205474" y="2626867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5" name="object 65">
              <a:extLst>
                <a:ext uri="{FF2B5EF4-FFF2-40B4-BE49-F238E27FC236}">
                  <a16:creationId xmlns:a16="http://schemas.microsoft.com/office/drawing/2014/main" id="{345129D5-0BDB-2A79-AC85-028086D1038A}"/>
                </a:ext>
              </a:extLst>
            </p:cNvPr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7180199" y="2670047"/>
              <a:ext cx="687577" cy="188213"/>
            </a:xfrm>
            <a:prstGeom prst="rect">
              <a:avLst/>
            </a:prstGeom>
          </p:spPr>
        </p:pic>
        <p:sp>
          <p:nvSpPr>
            <p:cNvPr id="66" name="object 66">
              <a:extLst>
                <a:ext uri="{FF2B5EF4-FFF2-40B4-BE49-F238E27FC236}">
                  <a16:creationId xmlns:a16="http://schemas.microsoft.com/office/drawing/2014/main" id="{2E332493-5319-E2C0-170A-D856B28060BD}"/>
                </a:ext>
              </a:extLst>
            </p:cNvPr>
            <p:cNvSpPr/>
            <p:nvPr/>
          </p:nvSpPr>
          <p:spPr>
            <a:xfrm>
              <a:off x="7180199" y="267004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7" name="object 67">
              <a:extLst>
                <a:ext uri="{FF2B5EF4-FFF2-40B4-BE49-F238E27FC236}">
                  <a16:creationId xmlns:a16="http://schemas.microsoft.com/office/drawing/2014/main" id="{62ED9EA8-45C4-C836-9CA2-CC89A6109978}"/>
                </a:ext>
              </a:extLst>
            </p:cNvPr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7177151" y="2520060"/>
              <a:ext cx="693686" cy="245490"/>
            </a:xfrm>
            <a:prstGeom prst="rect">
              <a:avLst/>
            </a:prstGeom>
          </p:spPr>
        </p:pic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6B9A25C2-8832-1087-DBD4-E878A3591004}"/>
                </a:ext>
              </a:extLst>
            </p:cNvPr>
            <p:cNvSpPr/>
            <p:nvPr/>
          </p:nvSpPr>
          <p:spPr>
            <a:xfrm>
              <a:off x="7177151" y="252006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508"/>
                  </a:lnTo>
                  <a:lnTo>
                    <a:pt x="100790" y="32385"/>
                  </a:lnTo>
                  <a:lnTo>
                    <a:pt x="151724" y="18886"/>
                  </a:lnTo>
                  <a:lnTo>
                    <a:pt x="210186" y="8691"/>
                  </a:lnTo>
                  <a:lnTo>
                    <a:pt x="274796" y="2247"/>
                  </a:lnTo>
                  <a:lnTo>
                    <a:pt x="344170" y="0"/>
                  </a:lnTo>
                  <a:lnTo>
                    <a:pt x="413585" y="2247"/>
                  </a:lnTo>
                  <a:lnTo>
                    <a:pt x="478226" y="8691"/>
                  </a:lnTo>
                  <a:lnTo>
                    <a:pt x="536711" y="18886"/>
                  </a:lnTo>
                  <a:lnTo>
                    <a:pt x="587660" y="32385"/>
                  </a:lnTo>
                  <a:lnTo>
                    <a:pt x="629691" y="48741"/>
                  </a:lnTo>
                  <a:lnTo>
                    <a:pt x="681476" y="88240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>
              <a:extLst>
                <a:ext uri="{FF2B5EF4-FFF2-40B4-BE49-F238E27FC236}">
                  <a16:creationId xmlns:a16="http://schemas.microsoft.com/office/drawing/2014/main" id="{C59219E0-F922-983D-2492-A1A553144111}"/>
                </a:ext>
              </a:extLst>
            </p:cNvPr>
            <p:cNvSpPr/>
            <p:nvPr/>
          </p:nvSpPr>
          <p:spPr>
            <a:xfrm>
              <a:off x="7315454" y="257733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5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235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>
              <a:extLst>
                <a:ext uri="{FF2B5EF4-FFF2-40B4-BE49-F238E27FC236}">
                  <a16:creationId xmlns:a16="http://schemas.microsoft.com/office/drawing/2014/main" id="{F41697F8-55F6-9F47-D2C5-036E6497B7F8}"/>
                </a:ext>
              </a:extLst>
            </p:cNvPr>
            <p:cNvSpPr/>
            <p:nvPr/>
          </p:nvSpPr>
          <p:spPr>
            <a:xfrm>
              <a:off x="7180199" y="2623692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90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1" name="object 71">
            <a:extLst>
              <a:ext uri="{FF2B5EF4-FFF2-40B4-BE49-F238E27FC236}">
                <a16:creationId xmlns:a16="http://schemas.microsoft.com/office/drawing/2014/main" id="{B07AF04D-62A1-C77A-2199-8343763E7437}"/>
              </a:ext>
            </a:extLst>
          </p:cNvPr>
          <p:cNvSpPr txBox="1"/>
          <p:nvPr/>
        </p:nvSpPr>
        <p:spPr>
          <a:xfrm>
            <a:off x="7438135" y="2211070"/>
            <a:ext cx="1809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72" name="object 72">
            <a:extLst>
              <a:ext uri="{FF2B5EF4-FFF2-40B4-BE49-F238E27FC236}">
                <a16:creationId xmlns:a16="http://schemas.microsoft.com/office/drawing/2014/main" id="{3734A55B-12D0-BBA6-AAD1-945DAFE6035D}"/>
              </a:ext>
            </a:extLst>
          </p:cNvPr>
          <p:cNvSpPr txBox="1"/>
          <p:nvPr/>
        </p:nvSpPr>
        <p:spPr>
          <a:xfrm>
            <a:off x="4465701" y="2198370"/>
            <a:ext cx="2095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C</a:t>
            </a:r>
            <a:endParaRPr sz="2000">
              <a:latin typeface="Arial"/>
              <a:cs typeface="Arial"/>
            </a:endParaRPr>
          </a:p>
        </p:txBody>
      </p:sp>
      <p:sp>
        <p:nvSpPr>
          <p:cNvPr id="73" name="object 73">
            <a:extLst>
              <a:ext uri="{FF2B5EF4-FFF2-40B4-BE49-F238E27FC236}">
                <a16:creationId xmlns:a16="http://schemas.microsoft.com/office/drawing/2014/main" id="{ECCB436F-D108-9EEA-60A5-23CA2143D847}"/>
              </a:ext>
            </a:extLst>
          </p:cNvPr>
          <p:cNvSpPr txBox="1"/>
          <p:nvPr/>
        </p:nvSpPr>
        <p:spPr>
          <a:xfrm>
            <a:off x="5442330" y="2201367"/>
            <a:ext cx="20955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D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74" name="object 74">
            <a:extLst>
              <a:ext uri="{FF2B5EF4-FFF2-40B4-BE49-F238E27FC236}">
                <a16:creationId xmlns:a16="http://schemas.microsoft.com/office/drawing/2014/main" id="{8E7133B0-2B3B-0655-150F-D7703329CE9B}"/>
              </a:ext>
            </a:extLst>
          </p:cNvPr>
          <p:cNvGrpSpPr/>
          <p:nvPr/>
        </p:nvGrpSpPr>
        <p:grpSpPr>
          <a:xfrm>
            <a:off x="3843337" y="1595437"/>
            <a:ext cx="2414905" cy="76200"/>
            <a:chOff x="3843337" y="1595437"/>
            <a:chExt cx="2414905" cy="76200"/>
          </a:xfrm>
        </p:grpSpPr>
        <p:sp>
          <p:nvSpPr>
            <p:cNvPr id="75" name="object 75">
              <a:extLst>
                <a:ext uri="{FF2B5EF4-FFF2-40B4-BE49-F238E27FC236}">
                  <a16:creationId xmlns:a16="http://schemas.microsoft.com/office/drawing/2014/main" id="{DF3DF19E-5B56-791B-727B-17DAAF4B19AB}"/>
                </a:ext>
              </a:extLst>
            </p:cNvPr>
            <p:cNvSpPr/>
            <p:nvPr/>
          </p:nvSpPr>
          <p:spPr>
            <a:xfrm>
              <a:off x="3848100" y="1600200"/>
              <a:ext cx="2405380" cy="66675"/>
            </a:xfrm>
            <a:custGeom>
              <a:avLst/>
              <a:gdLst/>
              <a:ahLst/>
              <a:cxnLst/>
              <a:rect l="l" t="t" r="r" b="b"/>
              <a:pathLst>
                <a:path w="2405379" h="66675">
                  <a:moveTo>
                    <a:pt x="2405126" y="0"/>
                  </a:moveTo>
                  <a:lnTo>
                    <a:pt x="0" y="0"/>
                  </a:lnTo>
                  <a:lnTo>
                    <a:pt x="0" y="66675"/>
                  </a:lnTo>
                  <a:lnTo>
                    <a:pt x="2405126" y="66675"/>
                  </a:lnTo>
                  <a:lnTo>
                    <a:pt x="2405126" y="0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>
              <a:extLst>
                <a:ext uri="{FF2B5EF4-FFF2-40B4-BE49-F238E27FC236}">
                  <a16:creationId xmlns:a16="http://schemas.microsoft.com/office/drawing/2014/main" id="{B54F26A4-A87C-7B45-10B8-6BF5FA9679CF}"/>
                </a:ext>
              </a:extLst>
            </p:cNvPr>
            <p:cNvSpPr/>
            <p:nvPr/>
          </p:nvSpPr>
          <p:spPr>
            <a:xfrm>
              <a:off x="3848100" y="1600200"/>
              <a:ext cx="2405380" cy="66675"/>
            </a:xfrm>
            <a:custGeom>
              <a:avLst/>
              <a:gdLst/>
              <a:ahLst/>
              <a:cxnLst/>
              <a:rect l="l" t="t" r="r" b="b"/>
              <a:pathLst>
                <a:path w="2405379" h="66675">
                  <a:moveTo>
                    <a:pt x="0" y="66675"/>
                  </a:moveTo>
                  <a:lnTo>
                    <a:pt x="2405126" y="66675"/>
                  </a:lnTo>
                  <a:lnTo>
                    <a:pt x="2405126" y="0"/>
                  </a:lnTo>
                  <a:lnTo>
                    <a:pt x="0" y="0"/>
                  </a:lnTo>
                  <a:lnTo>
                    <a:pt x="0" y="66675"/>
                  </a:lnTo>
                  <a:close/>
                </a:path>
              </a:pathLst>
            </a:custGeom>
            <a:ln w="9525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>
            <a:extLst>
              <a:ext uri="{FF2B5EF4-FFF2-40B4-BE49-F238E27FC236}">
                <a16:creationId xmlns:a16="http://schemas.microsoft.com/office/drawing/2014/main" id="{E72193C0-E904-F3A6-65AF-7C658E619094}"/>
              </a:ext>
            </a:extLst>
          </p:cNvPr>
          <p:cNvSpPr txBox="1"/>
          <p:nvPr/>
        </p:nvSpPr>
        <p:spPr>
          <a:xfrm>
            <a:off x="739241" y="1483817"/>
            <a:ext cx="117729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solidFill>
                  <a:srgbClr val="163793"/>
                </a:solidFill>
                <a:latin typeface="Kaiti SC Black"/>
                <a:cs typeface="Kaiti SC Black"/>
              </a:rPr>
              <a:t>逻辑视角</a:t>
            </a:r>
            <a:r>
              <a:rPr sz="2000" b="1" spc="285" dirty="0">
                <a:solidFill>
                  <a:srgbClr val="163793"/>
                </a:solidFill>
                <a:latin typeface="Times New Roman"/>
                <a:cs typeface="Times New Roman"/>
              </a:rPr>
              <a:t>: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8" name="object 78">
            <a:extLst>
              <a:ext uri="{FF2B5EF4-FFF2-40B4-BE49-F238E27FC236}">
                <a16:creationId xmlns:a16="http://schemas.microsoft.com/office/drawing/2014/main" id="{189BF32F-19EE-B35B-608A-1F558C8E8188}"/>
              </a:ext>
            </a:extLst>
          </p:cNvPr>
          <p:cNvSpPr txBox="1"/>
          <p:nvPr/>
        </p:nvSpPr>
        <p:spPr>
          <a:xfrm>
            <a:off x="4386453" y="1076090"/>
            <a:ext cx="1464310" cy="4902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14300">
              <a:lnSpc>
                <a:spcPts val="1805"/>
              </a:lnSpc>
              <a:spcBef>
                <a:spcPts val="135"/>
              </a:spcBef>
            </a:pPr>
            <a:r>
              <a:rPr sz="1650" b="1" spc="-70" dirty="0">
                <a:solidFill>
                  <a:srgbClr val="CC0000"/>
                </a:solidFill>
                <a:latin typeface="Kaiti SC Black"/>
                <a:cs typeface="Kaiti SC Black"/>
              </a:rPr>
              <a:t>利用</a:t>
            </a:r>
            <a:r>
              <a:rPr sz="1600" b="1" i="1" spc="-1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r>
              <a:rPr sz="1650" b="1" spc="-60" dirty="0">
                <a:solidFill>
                  <a:srgbClr val="CC0000"/>
                </a:solidFill>
                <a:latin typeface="Kaiti SC Black"/>
                <a:cs typeface="Kaiti SC Black"/>
              </a:rPr>
              <a:t>隧道</a:t>
            </a:r>
            <a:endParaRPr sz="1650">
              <a:latin typeface="Kaiti SC Black"/>
              <a:cs typeface="Kaiti SC Black"/>
            </a:endParaRPr>
          </a:p>
          <a:p>
            <a:pPr marL="12700">
              <a:lnSpc>
                <a:spcPts val="1805"/>
              </a:lnSpc>
            </a:pPr>
            <a:r>
              <a:rPr sz="1650" b="1" spc="-65" dirty="0">
                <a:solidFill>
                  <a:srgbClr val="CC0000"/>
                </a:solidFill>
                <a:latin typeface="Kaiti SC Black"/>
                <a:cs typeface="Kaiti SC Black"/>
              </a:rPr>
              <a:t>连接</a:t>
            </a:r>
            <a:r>
              <a:rPr sz="1600" b="1" i="1" spc="-10" dirty="0">
                <a:solidFill>
                  <a:srgbClr val="CC0000"/>
                </a:solidFill>
                <a:latin typeface="Arial"/>
                <a:cs typeface="Arial"/>
              </a:rPr>
              <a:t>IPv6</a:t>
            </a:r>
            <a:r>
              <a:rPr sz="1650" b="1" spc="-65" dirty="0">
                <a:solidFill>
                  <a:srgbClr val="CC0000"/>
                </a:solidFill>
                <a:latin typeface="Kaiti SC Black"/>
                <a:cs typeface="Kaiti SC Black"/>
              </a:rPr>
              <a:t>路由器</a:t>
            </a:r>
            <a:endParaRPr sz="1650">
              <a:latin typeface="Kaiti SC Black"/>
              <a:cs typeface="Kaiti SC Black"/>
            </a:endParaRPr>
          </a:p>
        </p:txBody>
      </p:sp>
      <p:sp>
        <p:nvSpPr>
          <p:cNvPr id="79" name="object 79">
            <a:extLst>
              <a:ext uri="{FF2B5EF4-FFF2-40B4-BE49-F238E27FC236}">
                <a16:creationId xmlns:a16="http://schemas.microsoft.com/office/drawing/2014/main" id="{C8892724-4468-3143-9F3E-5DE622AEF499}"/>
              </a:ext>
            </a:extLst>
          </p:cNvPr>
          <p:cNvSpPr txBox="1"/>
          <p:nvPr/>
        </p:nvSpPr>
        <p:spPr>
          <a:xfrm>
            <a:off x="6455155" y="1140078"/>
            <a:ext cx="1955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E</a:t>
            </a:r>
            <a:endParaRPr sz="2000">
              <a:latin typeface="Arial"/>
              <a:cs typeface="Arial"/>
            </a:endParaRPr>
          </a:p>
        </p:txBody>
      </p:sp>
      <p:sp>
        <p:nvSpPr>
          <p:cNvPr id="80" name="object 80">
            <a:extLst>
              <a:ext uri="{FF2B5EF4-FFF2-40B4-BE49-F238E27FC236}">
                <a16:creationId xmlns:a16="http://schemas.microsoft.com/office/drawing/2014/main" id="{3ACB9BFD-AC34-6E59-EA1E-6A10E4917FAF}"/>
              </a:ext>
            </a:extLst>
          </p:cNvPr>
          <p:cNvSpPr/>
          <p:nvPr/>
        </p:nvSpPr>
        <p:spPr>
          <a:xfrm>
            <a:off x="6915150" y="1611249"/>
            <a:ext cx="323850" cy="635"/>
          </a:xfrm>
          <a:custGeom>
            <a:avLst/>
            <a:gdLst/>
            <a:ahLst/>
            <a:cxnLst/>
            <a:rect l="l" t="t" r="r" b="b"/>
            <a:pathLst>
              <a:path w="323850" h="634">
                <a:moveTo>
                  <a:pt x="0" y="126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>
            <a:extLst>
              <a:ext uri="{FF2B5EF4-FFF2-40B4-BE49-F238E27FC236}">
                <a16:creationId xmlns:a16="http://schemas.microsoft.com/office/drawing/2014/main" id="{5A2E55E1-AE57-1E69-888C-F2F890CAA998}"/>
              </a:ext>
            </a:extLst>
          </p:cNvPr>
          <p:cNvSpPr txBox="1"/>
          <p:nvPr/>
        </p:nvSpPr>
        <p:spPr>
          <a:xfrm>
            <a:off x="6358254" y="1762505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sp>
        <p:nvSpPr>
          <p:cNvPr id="82" name="object 82">
            <a:extLst>
              <a:ext uri="{FF2B5EF4-FFF2-40B4-BE49-F238E27FC236}">
                <a16:creationId xmlns:a16="http://schemas.microsoft.com/office/drawing/2014/main" id="{41B69F96-3C7D-0F22-790E-9A1EFF068C37}"/>
              </a:ext>
            </a:extLst>
          </p:cNvPr>
          <p:cNvSpPr txBox="1"/>
          <p:nvPr/>
        </p:nvSpPr>
        <p:spPr>
          <a:xfrm>
            <a:off x="7339710" y="1765554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83" name="object 83">
            <a:extLst>
              <a:ext uri="{FF2B5EF4-FFF2-40B4-BE49-F238E27FC236}">
                <a16:creationId xmlns:a16="http://schemas.microsoft.com/office/drawing/2014/main" id="{522CBB7B-19C7-1C1F-D7DC-80ABF8083FF0}"/>
              </a:ext>
            </a:extLst>
          </p:cNvPr>
          <p:cNvGrpSpPr/>
          <p:nvPr/>
        </p:nvGrpSpPr>
        <p:grpSpPr>
          <a:xfrm>
            <a:off x="6202426" y="1449450"/>
            <a:ext cx="1678305" cy="354330"/>
            <a:chOff x="6202426" y="1449450"/>
            <a:chExt cx="1678305" cy="354330"/>
          </a:xfrm>
        </p:grpSpPr>
        <p:pic>
          <p:nvPicPr>
            <p:cNvPr id="84" name="object 84">
              <a:extLst>
                <a:ext uri="{FF2B5EF4-FFF2-40B4-BE49-F238E27FC236}">
                  <a16:creationId xmlns:a16="http://schemas.microsoft.com/office/drawing/2014/main" id="{7D12C6C0-97B9-B45C-7EAA-DC76234401F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211824" y="1608835"/>
              <a:ext cx="687577" cy="188213"/>
            </a:xfrm>
            <a:prstGeom prst="rect">
              <a:avLst/>
            </a:prstGeom>
          </p:spPr>
        </p:pic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3A71D625-97E0-4C5C-0A94-50A6A65AD532}"/>
                </a:ext>
              </a:extLst>
            </p:cNvPr>
            <p:cNvSpPr/>
            <p:nvPr/>
          </p:nvSpPr>
          <p:spPr>
            <a:xfrm>
              <a:off x="6211824" y="1608835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6" name="object 86">
              <a:extLst>
                <a:ext uri="{FF2B5EF4-FFF2-40B4-BE49-F238E27FC236}">
                  <a16:creationId xmlns:a16="http://schemas.microsoft.com/office/drawing/2014/main" id="{889C64D1-EF11-0F95-3874-5910CD03BB3C}"/>
                </a:ext>
              </a:extLst>
            </p:cNvPr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6208776" y="1458975"/>
              <a:ext cx="693686" cy="245363"/>
            </a:xfrm>
            <a:prstGeom prst="rect">
              <a:avLst/>
            </a:prstGeom>
          </p:spPr>
        </p:pic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249D4DE5-FDBF-B028-A90B-C818BDF3BAF2}"/>
                </a:ext>
              </a:extLst>
            </p:cNvPr>
            <p:cNvSpPr/>
            <p:nvPr/>
          </p:nvSpPr>
          <p:spPr>
            <a:xfrm>
              <a:off x="6208776" y="1458975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362"/>
                  </a:moveTo>
                  <a:lnTo>
                    <a:pt x="27041" y="67401"/>
                  </a:lnTo>
                  <a:lnTo>
                    <a:pt x="100790" y="32321"/>
                  </a:lnTo>
                  <a:lnTo>
                    <a:pt x="151724" y="18846"/>
                  </a:lnTo>
                  <a:lnTo>
                    <a:pt x="210186" y="8671"/>
                  </a:lnTo>
                  <a:lnTo>
                    <a:pt x="274796" y="2241"/>
                  </a:lnTo>
                  <a:lnTo>
                    <a:pt x="344170" y="0"/>
                  </a:lnTo>
                  <a:lnTo>
                    <a:pt x="413585" y="2241"/>
                  </a:lnTo>
                  <a:lnTo>
                    <a:pt x="478226" y="8671"/>
                  </a:lnTo>
                  <a:lnTo>
                    <a:pt x="536711" y="18846"/>
                  </a:lnTo>
                  <a:lnTo>
                    <a:pt x="587660" y="32321"/>
                  </a:lnTo>
                  <a:lnTo>
                    <a:pt x="629691" y="48654"/>
                  </a:lnTo>
                  <a:lnTo>
                    <a:pt x="681476" y="88118"/>
                  </a:lnTo>
                  <a:lnTo>
                    <a:pt x="688467" y="110362"/>
                  </a:lnTo>
                  <a:lnTo>
                    <a:pt x="681476" y="132612"/>
                  </a:lnTo>
                  <a:lnTo>
                    <a:pt x="629691" y="172111"/>
                  </a:lnTo>
                  <a:lnTo>
                    <a:pt x="587660" y="188467"/>
                  </a:lnTo>
                  <a:lnTo>
                    <a:pt x="536711" y="201966"/>
                  </a:lnTo>
                  <a:lnTo>
                    <a:pt x="478226" y="212161"/>
                  </a:lnTo>
                  <a:lnTo>
                    <a:pt x="413585" y="218605"/>
                  </a:lnTo>
                  <a:lnTo>
                    <a:pt x="344170" y="220852"/>
                  </a:lnTo>
                  <a:lnTo>
                    <a:pt x="274796" y="218605"/>
                  </a:lnTo>
                  <a:lnTo>
                    <a:pt x="210186" y="212161"/>
                  </a:lnTo>
                  <a:lnTo>
                    <a:pt x="151724" y="201966"/>
                  </a:lnTo>
                  <a:lnTo>
                    <a:pt x="100790" y="188467"/>
                  </a:lnTo>
                  <a:lnTo>
                    <a:pt x="58768" y="172111"/>
                  </a:lnTo>
                  <a:lnTo>
                    <a:pt x="6990" y="132612"/>
                  </a:lnTo>
                  <a:lnTo>
                    <a:pt x="0" y="11036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BB1C046D-8D5B-F9F3-20A4-E5079C7A32A1}"/>
                </a:ext>
              </a:extLst>
            </p:cNvPr>
            <p:cNvSpPr/>
            <p:nvPr/>
          </p:nvSpPr>
          <p:spPr>
            <a:xfrm>
              <a:off x="6347079" y="1516125"/>
              <a:ext cx="389255" cy="102870"/>
            </a:xfrm>
            <a:custGeom>
              <a:avLst/>
              <a:gdLst/>
              <a:ahLst/>
              <a:cxnLst/>
              <a:rect l="l" t="t" r="r" b="b"/>
              <a:pathLst>
                <a:path w="389254" h="102869">
                  <a:moveTo>
                    <a:pt x="0" y="102362"/>
                  </a:moveTo>
                  <a:lnTo>
                    <a:pt x="120523" y="102362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869">
                  <a:moveTo>
                    <a:pt x="17525" y="0"/>
                  </a:moveTo>
                  <a:lnTo>
                    <a:pt x="138049" y="0"/>
                  </a:lnTo>
                  <a:lnTo>
                    <a:pt x="258572" y="102362"/>
                  </a:lnTo>
                  <a:lnTo>
                    <a:pt x="371601" y="102362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35C25383-39B9-3783-82F1-19221892DBC1}"/>
                </a:ext>
              </a:extLst>
            </p:cNvPr>
            <p:cNvSpPr/>
            <p:nvPr/>
          </p:nvSpPr>
          <p:spPr>
            <a:xfrm>
              <a:off x="6211824" y="1562480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717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0" name="object 90">
              <a:extLst>
                <a:ext uri="{FF2B5EF4-FFF2-40B4-BE49-F238E27FC236}">
                  <a16:creationId xmlns:a16="http://schemas.microsoft.com/office/drawing/2014/main" id="{A7849CC6-D632-331E-2E25-F54FD188B720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7186549" y="1605660"/>
              <a:ext cx="687577" cy="188213"/>
            </a:xfrm>
            <a:prstGeom prst="rect">
              <a:avLst/>
            </a:prstGeom>
          </p:spPr>
        </p:pic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C22252F2-90C1-F811-6B97-648909B398F4}"/>
                </a:ext>
              </a:extLst>
            </p:cNvPr>
            <p:cNvSpPr/>
            <p:nvPr/>
          </p:nvSpPr>
          <p:spPr>
            <a:xfrm>
              <a:off x="7186549" y="1605660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6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9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6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9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2" name="object 92">
              <a:extLst>
                <a:ext uri="{FF2B5EF4-FFF2-40B4-BE49-F238E27FC236}">
                  <a16:creationId xmlns:a16="http://schemas.microsoft.com/office/drawing/2014/main" id="{892D073B-82D7-9665-112F-F6E373114622}"/>
                </a:ext>
              </a:extLst>
            </p:cNvPr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7183501" y="1455800"/>
              <a:ext cx="693686" cy="245363"/>
            </a:xfrm>
            <a:prstGeom prst="rect">
              <a:avLst/>
            </a:prstGeom>
          </p:spPr>
        </p:pic>
        <p:sp>
          <p:nvSpPr>
            <p:cNvPr id="93" name="object 93">
              <a:extLst>
                <a:ext uri="{FF2B5EF4-FFF2-40B4-BE49-F238E27FC236}">
                  <a16:creationId xmlns:a16="http://schemas.microsoft.com/office/drawing/2014/main" id="{5D55ABE7-709A-C677-85A1-6F83D4990349}"/>
                </a:ext>
              </a:extLst>
            </p:cNvPr>
            <p:cNvSpPr/>
            <p:nvPr/>
          </p:nvSpPr>
          <p:spPr>
            <a:xfrm>
              <a:off x="7183501" y="145580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362"/>
                  </a:moveTo>
                  <a:lnTo>
                    <a:pt x="27041" y="67401"/>
                  </a:lnTo>
                  <a:lnTo>
                    <a:pt x="100790" y="32321"/>
                  </a:lnTo>
                  <a:lnTo>
                    <a:pt x="151724" y="18846"/>
                  </a:lnTo>
                  <a:lnTo>
                    <a:pt x="210186" y="8671"/>
                  </a:lnTo>
                  <a:lnTo>
                    <a:pt x="274796" y="2241"/>
                  </a:lnTo>
                  <a:lnTo>
                    <a:pt x="344170" y="0"/>
                  </a:lnTo>
                  <a:lnTo>
                    <a:pt x="413585" y="2241"/>
                  </a:lnTo>
                  <a:lnTo>
                    <a:pt x="478226" y="8671"/>
                  </a:lnTo>
                  <a:lnTo>
                    <a:pt x="536711" y="18846"/>
                  </a:lnTo>
                  <a:lnTo>
                    <a:pt x="587660" y="32321"/>
                  </a:lnTo>
                  <a:lnTo>
                    <a:pt x="629691" y="48654"/>
                  </a:lnTo>
                  <a:lnTo>
                    <a:pt x="681476" y="88118"/>
                  </a:lnTo>
                  <a:lnTo>
                    <a:pt x="688467" y="110362"/>
                  </a:lnTo>
                  <a:lnTo>
                    <a:pt x="681476" y="132612"/>
                  </a:lnTo>
                  <a:lnTo>
                    <a:pt x="629691" y="172111"/>
                  </a:lnTo>
                  <a:lnTo>
                    <a:pt x="587660" y="188467"/>
                  </a:lnTo>
                  <a:lnTo>
                    <a:pt x="536711" y="201966"/>
                  </a:lnTo>
                  <a:lnTo>
                    <a:pt x="478226" y="212161"/>
                  </a:lnTo>
                  <a:lnTo>
                    <a:pt x="413585" y="218605"/>
                  </a:lnTo>
                  <a:lnTo>
                    <a:pt x="344170" y="220852"/>
                  </a:lnTo>
                  <a:lnTo>
                    <a:pt x="274796" y="218605"/>
                  </a:lnTo>
                  <a:lnTo>
                    <a:pt x="210186" y="212161"/>
                  </a:lnTo>
                  <a:lnTo>
                    <a:pt x="151724" y="201966"/>
                  </a:lnTo>
                  <a:lnTo>
                    <a:pt x="100790" y="188467"/>
                  </a:lnTo>
                  <a:lnTo>
                    <a:pt x="58768" y="172111"/>
                  </a:lnTo>
                  <a:lnTo>
                    <a:pt x="6990" y="132612"/>
                  </a:lnTo>
                  <a:lnTo>
                    <a:pt x="0" y="110362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4" name="object 94">
              <a:extLst>
                <a:ext uri="{FF2B5EF4-FFF2-40B4-BE49-F238E27FC236}">
                  <a16:creationId xmlns:a16="http://schemas.microsoft.com/office/drawing/2014/main" id="{10EA234E-CB59-48A7-0533-E61B0D58EAAF}"/>
                </a:ext>
              </a:extLst>
            </p:cNvPr>
            <p:cNvSpPr/>
            <p:nvPr/>
          </p:nvSpPr>
          <p:spPr>
            <a:xfrm>
              <a:off x="7321804" y="1512950"/>
              <a:ext cx="389255" cy="102870"/>
            </a:xfrm>
            <a:custGeom>
              <a:avLst/>
              <a:gdLst/>
              <a:ahLst/>
              <a:cxnLst/>
              <a:rect l="l" t="t" r="r" b="b"/>
              <a:pathLst>
                <a:path w="389254" h="102869">
                  <a:moveTo>
                    <a:pt x="0" y="102362"/>
                  </a:moveTo>
                  <a:lnTo>
                    <a:pt x="120523" y="102362"/>
                  </a:lnTo>
                  <a:lnTo>
                    <a:pt x="241046" y="0"/>
                  </a:lnTo>
                  <a:lnTo>
                    <a:pt x="389127" y="0"/>
                  </a:lnTo>
                </a:path>
                <a:path w="389254" h="102869">
                  <a:moveTo>
                    <a:pt x="17525" y="0"/>
                  </a:moveTo>
                  <a:lnTo>
                    <a:pt x="138049" y="0"/>
                  </a:lnTo>
                  <a:lnTo>
                    <a:pt x="258572" y="102362"/>
                  </a:lnTo>
                  <a:lnTo>
                    <a:pt x="371601" y="102362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5" name="object 95">
              <a:extLst>
                <a:ext uri="{FF2B5EF4-FFF2-40B4-BE49-F238E27FC236}">
                  <a16:creationId xmlns:a16="http://schemas.microsoft.com/office/drawing/2014/main" id="{2429820C-CE4C-82DE-CDD0-13464868AE86}"/>
                </a:ext>
              </a:extLst>
            </p:cNvPr>
            <p:cNvSpPr/>
            <p:nvPr/>
          </p:nvSpPr>
          <p:spPr>
            <a:xfrm>
              <a:off x="7186549" y="1559305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717"/>
                  </a:lnTo>
                </a:path>
                <a:path w="685800" h="153035">
                  <a:moveTo>
                    <a:pt x="685419" y="8255"/>
                  </a:moveTo>
                  <a:lnTo>
                    <a:pt x="685419" y="152781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6" name="object 96">
            <a:extLst>
              <a:ext uri="{FF2B5EF4-FFF2-40B4-BE49-F238E27FC236}">
                <a16:creationId xmlns:a16="http://schemas.microsoft.com/office/drawing/2014/main" id="{BCE103A7-B345-986E-3190-FF2CE1FF3890}"/>
              </a:ext>
            </a:extLst>
          </p:cNvPr>
          <p:cNvSpPr txBox="1"/>
          <p:nvPr/>
        </p:nvSpPr>
        <p:spPr>
          <a:xfrm>
            <a:off x="7444231" y="1146428"/>
            <a:ext cx="1809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F</a:t>
            </a:r>
            <a:endParaRPr sz="2000">
              <a:latin typeface="Arial"/>
              <a:cs typeface="Arial"/>
            </a:endParaRPr>
          </a:p>
        </p:txBody>
      </p:sp>
      <p:sp>
        <p:nvSpPr>
          <p:cNvPr id="97" name="object 97">
            <a:extLst>
              <a:ext uri="{FF2B5EF4-FFF2-40B4-BE49-F238E27FC236}">
                <a16:creationId xmlns:a16="http://schemas.microsoft.com/office/drawing/2014/main" id="{0E52B33B-79F9-2AA9-3DCC-145C74B01D48}"/>
              </a:ext>
            </a:extLst>
          </p:cNvPr>
          <p:cNvSpPr/>
          <p:nvPr/>
        </p:nvSpPr>
        <p:spPr>
          <a:xfrm>
            <a:off x="2859151" y="1619250"/>
            <a:ext cx="323850" cy="0"/>
          </a:xfrm>
          <a:custGeom>
            <a:avLst/>
            <a:gdLst/>
            <a:ahLst/>
            <a:cxnLst/>
            <a:rect l="l" t="t" r="r" b="b"/>
            <a:pathLst>
              <a:path w="323850">
                <a:moveTo>
                  <a:pt x="0" y="0"/>
                </a:moveTo>
                <a:lnTo>
                  <a:pt x="323850" y="0"/>
                </a:lnTo>
              </a:path>
            </a:pathLst>
          </a:custGeom>
          <a:ln w="19050">
            <a:solidFill>
              <a:srgbClr val="16379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98">
            <a:extLst>
              <a:ext uri="{FF2B5EF4-FFF2-40B4-BE49-F238E27FC236}">
                <a16:creationId xmlns:a16="http://schemas.microsoft.com/office/drawing/2014/main" id="{4F860463-A9E9-B03F-BAC0-9920DFEF4A8D}"/>
              </a:ext>
            </a:extLst>
          </p:cNvPr>
          <p:cNvSpPr txBox="1"/>
          <p:nvPr/>
        </p:nvSpPr>
        <p:spPr>
          <a:xfrm>
            <a:off x="2276348" y="1131773"/>
            <a:ext cx="1487805" cy="19723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8255" algn="ctr">
              <a:lnSpc>
                <a:spcPct val="100000"/>
              </a:lnSpc>
              <a:spcBef>
                <a:spcPts val="105"/>
              </a:spcBef>
              <a:tabLst>
                <a:tab pos="1054735" algn="l"/>
              </a:tabLst>
            </a:pPr>
            <a:r>
              <a:rPr sz="3000" b="1" spc="-75" baseline="1388" dirty="0">
                <a:solidFill>
                  <a:srgbClr val="163793"/>
                </a:solidFill>
                <a:latin typeface="Arial"/>
                <a:cs typeface="Arial"/>
              </a:rPr>
              <a:t>A</a:t>
            </a:r>
            <a:r>
              <a:rPr sz="3000" b="1" baseline="1388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tabLst>
                <a:tab pos="1045844" algn="l"/>
              </a:tabLst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  <a:p>
            <a:pPr marL="15240" algn="ctr">
              <a:lnSpc>
                <a:spcPct val="100000"/>
              </a:lnSpc>
              <a:spcBef>
                <a:spcPts val="1620"/>
              </a:spcBef>
              <a:tabLst>
                <a:tab pos="1061720" algn="l"/>
              </a:tabLst>
            </a:pPr>
            <a:r>
              <a:rPr sz="3000" b="1" spc="-75" baseline="1388" dirty="0">
                <a:solidFill>
                  <a:srgbClr val="163793"/>
                </a:solidFill>
                <a:latin typeface="Arial"/>
                <a:cs typeface="Arial"/>
              </a:rPr>
              <a:t>A</a:t>
            </a:r>
            <a:r>
              <a:rPr sz="3000" b="1" baseline="1388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2000" b="1" spc="-50" dirty="0">
                <a:solidFill>
                  <a:srgbClr val="163793"/>
                </a:solidFill>
                <a:latin typeface="Arial"/>
                <a:cs typeface="Arial"/>
              </a:rPr>
              <a:t>B</a:t>
            </a:r>
            <a:endParaRPr sz="20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9"/>
              </a:spcBef>
            </a:pPr>
            <a:endParaRPr sz="2000">
              <a:latin typeface="Arial"/>
              <a:cs typeface="Arial"/>
            </a:endParaRPr>
          </a:p>
          <a:p>
            <a:pPr marL="2540" algn="ctr">
              <a:lnSpc>
                <a:spcPct val="100000"/>
              </a:lnSpc>
              <a:tabLst>
                <a:tab pos="1049020" algn="l"/>
              </a:tabLst>
            </a:pP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r>
              <a:rPr sz="1600" b="1" dirty="0">
                <a:solidFill>
                  <a:srgbClr val="163793"/>
                </a:solidFill>
                <a:latin typeface="Arial"/>
                <a:cs typeface="Arial"/>
              </a:rPr>
              <a:t>	</a:t>
            </a:r>
            <a:r>
              <a:rPr sz="1600" b="1" spc="-20" dirty="0">
                <a:solidFill>
                  <a:srgbClr val="163793"/>
                </a:solidFill>
                <a:latin typeface="Arial"/>
                <a:cs typeface="Arial"/>
              </a:rPr>
              <a:t>IPv6</a:t>
            </a:r>
            <a:endParaRPr sz="1600">
              <a:latin typeface="Arial"/>
              <a:cs typeface="Arial"/>
            </a:endParaRPr>
          </a:p>
        </p:txBody>
      </p:sp>
      <p:grpSp>
        <p:nvGrpSpPr>
          <p:cNvPr id="99" name="object 99">
            <a:extLst>
              <a:ext uri="{FF2B5EF4-FFF2-40B4-BE49-F238E27FC236}">
                <a16:creationId xmlns:a16="http://schemas.microsoft.com/office/drawing/2014/main" id="{F40C1DCE-78EE-1266-561A-76B1C7846F28}"/>
              </a:ext>
            </a:extLst>
          </p:cNvPr>
          <p:cNvGrpSpPr/>
          <p:nvPr/>
        </p:nvGrpSpPr>
        <p:grpSpPr>
          <a:xfrm>
            <a:off x="2154301" y="1435100"/>
            <a:ext cx="1738630" cy="357505"/>
            <a:chOff x="2154301" y="1435100"/>
            <a:chExt cx="1738630" cy="357505"/>
          </a:xfrm>
        </p:grpSpPr>
        <p:pic>
          <p:nvPicPr>
            <p:cNvPr id="100" name="object 100">
              <a:extLst>
                <a:ext uri="{FF2B5EF4-FFF2-40B4-BE49-F238E27FC236}">
                  <a16:creationId xmlns:a16="http://schemas.microsoft.com/office/drawing/2014/main" id="{7FC04E7B-CF1E-F865-1678-13C109131DEB}"/>
                </a:ext>
              </a:extLst>
            </p:cNvPr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163699" y="1597787"/>
              <a:ext cx="687577" cy="188213"/>
            </a:xfrm>
            <a:prstGeom prst="rect">
              <a:avLst/>
            </a:prstGeom>
          </p:spPr>
        </p:pic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B5415EEB-B8B6-F909-1E4C-584FE437084D}"/>
                </a:ext>
              </a:extLst>
            </p:cNvPr>
            <p:cNvSpPr/>
            <p:nvPr/>
          </p:nvSpPr>
          <p:spPr>
            <a:xfrm>
              <a:off x="2163699" y="159778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5" h="188594">
                  <a:moveTo>
                    <a:pt x="0" y="94107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7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7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2" name="object 102">
              <a:extLst>
                <a:ext uri="{FF2B5EF4-FFF2-40B4-BE49-F238E27FC236}">
                  <a16:creationId xmlns:a16="http://schemas.microsoft.com/office/drawing/2014/main" id="{82B2BC31-D0EF-06EB-6A70-FCDCDFA7D3D0}"/>
                </a:ext>
              </a:extLst>
            </p:cNvPr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2160651" y="1447800"/>
              <a:ext cx="693686" cy="245363"/>
            </a:xfrm>
            <a:prstGeom prst="rect">
              <a:avLst/>
            </a:prstGeom>
          </p:spPr>
        </p:pic>
        <p:sp>
          <p:nvSpPr>
            <p:cNvPr id="103" name="object 103">
              <a:extLst>
                <a:ext uri="{FF2B5EF4-FFF2-40B4-BE49-F238E27FC236}">
                  <a16:creationId xmlns:a16="http://schemas.microsoft.com/office/drawing/2014/main" id="{16584739-C86C-7247-6CBC-81797AF9B6D0}"/>
                </a:ext>
              </a:extLst>
            </p:cNvPr>
            <p:cNvSpPr/>
            <p:nvPr/>
          </p:nvSpPr>
          <p:spPr>
            <a:xfrm>
              <a:off x="2160651" y="144780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69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7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69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4" name="object 104">
              <a:extLst>
                <a:ext uri="{FF2B5EF4-FFF2-40B4-BE49-F238E27FC236}">
                  <a16:creationId xmlns:a16="http://schemas.microsoft.com/office/drawing/2014/main" id="{69F530BF-70CB-1AD2-8BAF-A022AED0E474}"/>
                </a:ext>
              </a:extLst>
            </p:cNvPr>
            <p:cNvSpPr/>
            <p:nvPr/>
          </p:nvSpPr>
          <p:spPr>
            <a:xfrm>
              <a:off x="2298954" y="150507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5" h="102234">
                  <a:moveTo>
                    <a:pt x="0" y="102235"/>
                  </a:moveTo>
                  <a:lnTo>
                    <a:pt x="120522" y="102235"/>
                  </a:lnTo>
                  <a:lnTo>
                    <a:pt x="241045" y="0"/>
                  </a:lnTo>
                  <a:lnTo>
                    <a:pt x="389127" y="0"/>
                  </a:lnTo>
                </a:path>
                <a:path w="389255" h="102234">
                  <a:moveTo>
                    <a:pt x="17525" y="0"/>
                  </a:moveTo>
                  <a:lnTo>
                    <a:pt x="138048" y="0"/>
                  </a:lnTo>
                  <a:lnTo>
                    <a:pt x="258571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5" name="object 105">
              <a:extLst>
                <a:ext uri="{FF2B5EF4-FFF2-40B4-BE49-F238E27FC236}">
                  <a16:creationId xmlns:a16="http://schemas.microsoft.com/office/drawing/2014/main" id="{072E178F-261B-B0BD-45D4-28A261E03A9B}"/>
                </a:ext>
              </a:extLst>
            </p:cNvPr>
            <p:cNvSpPr/>
            <p:nvPr/>
          </p:nvSpPr>
          <p:spPr>
            <a:xfrm>
              <a:off x="2163699" y="1551431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89"/>
                  </a:lnTo>
                </a:path>
                <a:path w="685800" h="153035">
                  <a:moveTo>
                    <a:pt x="685419" y="8127"/>
                  </a:moveTo>
                  <a:lnTo>
                    <a:pt x="685419" y="15265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6" name="object 106">
              <a:extLst>
                <a:ext uri="{FF2B5EF4-FFF2-40B4-BE49-F238E27FC236}">
                  <a16:creationId xmlns:a16="http://schemas.microsoft.com/office/drawing/2014/main" id="{AEB6E7D4-2885-C54A-00D2-29C66B6DC784}"/>
                </a:ext>
              </a:extLst>
            </p:cNvPr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198749" y="1591437"/>
              <a:ext cx="687577" cy="188213"/>
            </a:xfrm>
            <a:prstGeom prst="rect">
              <a:avLst/>
            </a:prstGeom>
          </p:spPr>
        </p:pic>
        <p:sp>
          <p:nvSpPr>
            <p:cNvPr id="107" name="object 107">
              <a:extLst>
                <a:ext uri="{FF2B5EF4-FFF2-40B4-BE49-F238E27FC236}">
                  <a16:creationId xmlns:a16="http://schemas.microsoft.com/office/drawing/2014/main" id="{5AF33900-EAD1-B2D6-9434-F38346C023AF}"/>
                </a:ext>
              </a:extLst>
            </p:cNvPr>
            <p:cNvSpPr/>
            <p:nvPr/>
          </p:nvSpPr>
          <p:spPr>
            <a:xfrm>
              <a:off x="3198749" y="1591437"/>
              <a:ext cx="687705" cy="188595"/>
            </a:xfrm>
            <a:custGeom>
              <a:avLst/>
              <a:gdLst/>
              <a:ahLst/>
              <a:cxnLst/>
              <a:rect l="l" t="t" r="r" b="b"/>
              <a:pathLst>
                <a:path w="687704" h="188594">
                  <a:moveTo>
                    <a:pt x="0" y="94107"/>
                  </a:moveTo>
                  <a:lnTo>
                    <a:pt x="27017" y="57489"/>
                  </a:lnTo>
                  <a:lnTo>
                    <a:pt x="100695" y="27574"/>
                  </a:lnTo>
                  <a:lnTo>
                    <a:pt x="151575" y="16080"/>
                  </a:lnTo>
                  <a:lnTo>
                    <a:pt x="209972" y="7399"/>
                  </a:lnTo>
                  <a:lnTo>
                    <a:pt x="274504" y="1913"/>
                  </a:lnTo>
                  <a:lnTo>
                    <a:pt x="343788" y="0"/>
                  </a:lnTo>
                  <a:lnTo>
                    <a:pt x="413073" y="1913"/>
                  </a:lnTo>
                  <a:lnTo>
                    <a:pt x="477605" y="7399"/>
                  </a:lnTo>
                  <a:lnTo>
                    <a:pt x="536002" y="16080"/>
                  </a:lnTo>
                  <a:lnTo>
                    <a:pt x="586882" y="27574"/>
                  </a:lnTo>
                  <a:lnTo>
                    <a:pt x="628863" y="41504"/>
                  </a:lnTo>
                  <a:lnTo>
                    <a:pt x="680593" y="75150"/>
                  </a:lnTo>
                  <a:lnTo>
                    <a:pt x="687577" y="94107"/>
                  </a:lnTo>
                  <a:lnTo>
                    <a:pt x="680593" y="113063"/>
                  </a:lnTo>
                  <a:lnTo>
                    <a:pt x="628863" y="146709"/>
                  </a:lnTo>
                  <a:lnTo>
                    <a:pt x="586882" y="160639"/>
                  </a:lnTo>
                  <a:lnTo>
                    <a:pt x="536002" y="172133"/>
                  </a:lnTo>
                  <a:lnTo>
                    <a:pt x="477605" y="180814"/>
                  </a:lnTo>
                  <a:lnTo>
                    <a:pt x="413073" y="186300"/>
                  </a:lnTo>
                  <a:lnTo>
                    <a:pt x="343788" y="188213"/>
                  </a:lnTo>
                  <a:lnTo>
                    <a:pt x="274504" y="186300"/>
                  </a:lnTo>
                  <a:lnTo>
                    <a:pt x="209972" y="180814"/>
                  </a:lnTo>
                  <a:lnTo>
                    <a:pt x="151575" y="172133"/>
                  </a:lnTo>
                  <a:lnTo>
                    <a:pt x="100695" y="160639"/>
                  </a:lnTo>
                  <a:lnTo>
                    <a:pt x="58714" y="146709"/>
                  </a:lnTo>
                  <a:lnTo>
                    <a:pt x="6984" y="113063"/>
                  </a:lnTo>
                  <a:lnTo>
                    <a:pt x="0" y="94107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8" name="object 108">
              <a:extLst>
                <a:ext uri="{FF2B5EF4-FFF2-40B4-BE49-F238E27FC236}">
                  <a16:creationId xmlns:a16="http://schemas.microsoft.com/office/drawing/2014/main" id="{D27465BB-62CA-E27D-6FAB-F8215C0F01E7}"/>
                </a:ext>
              </a:extLst>
            </p:cNvPr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3195701" y="1441450"/>
              <a:ext cx="693686" cy="245363"/>
            </a:xfrm>
            <a:prstGeom prst="rect">
              <a:avLst/>
            </a:prstGeom>
          </p:spPr>
        </p:pic>
        <p:sp>
          <p:nvSpPr>
            <p:cNvPr id="109" name="object 109">
              <a:extLst>
                <a:ext uri="{FF2B5EF4-FFF2-40B4-BE49-F238E27FC236}">
                  <a16:creationId xmlns:a16="http://schemas.microsoft.com/office/drawing/2014/main" id="{6D652BA2-DDA0-6839-D4CE-66E185C84EAC}"/>
                </a:ext>
              </a:extLst>
            </p:cNvPr>
            <p:cNvSpPr/>
            <p:nvPr/>
          </p:nvSpPr>
          <p:spPr>
            <a:xfrm>
              <a:off x="3195701" y="1441450"/>
              <a:ext cx="688975" cy="220979"/>
            </a:xfrm>
            <a:custGeom>
              <a:avLst/>
              <a:gdLst/>
              <a:ahLst/>
              <a:cxnLst/>
              <a:rect l="l" t="t" r="r" b="b"/>
              <a:pathLst>
                <a:path w="688975" h="220980">
                  <a:moveTo>
                    <a:pt x="0" y="110489"/>
                  </a:moveTo>
                  <a:lnTo>
                    <a:pt x="27041" y="67454"/>
                  </a:lnTo>
                  <a:lnTo>
                    <a:pt x="100790" y="32337"/>
                  </a:lnTo>
                  <a:lnTo>
                    <a:pt x="151724" y="18852"/>
                  </a:lnTo>
                  <a:lnTo>
                    <a:pt x="210186" y="8673"/>
                  </a:lnTo>
                  <a:lnTo>
                    <a:pt x="274796" y="2242"/>
                  </a:lnTo>
                  <a:lnTo>
                    <a:pt x="344170" y="0"/>
                  </a:lnTo>
                  <a:lnTo>
                    <a:pt x="413585" y="2242"/>
                  </a:lnTo>
                  <a:lnTo>
                    <a:pt x="478226" y="8673"/>
                  </a:lnTo>
                  <a:lnTo>
                    <a:pt x="536711" y="18852"/>
                  </a:lnTo>
                  <a:lnTo>
                    <a:pt x="587660" y="32337"/>
                  </a:lnTo>
                  <a:lnTo>
                    <a:pt x="629691" y="48685"/>
                  </a:lnTo>
                  <a:lnTo>
                    <a:pt x="681476" y="88203"/>
                  </a:lnTo>
                  <a:lnTo>
                    <a:pt x="688466" y="110489"/>
                  </a:lnTo>
                  <a:lnTo>
                    <a:pt x="681476" y="132734"/>
                  </a:lnTo>
                  <a:lnTo>
                    <a:pt x="629691" y="172198"/>
                  </a:lnTo>
                  <a:lnTo>
                    <a:pt x="587660" y="188531"/>
                  </a:lnTo>
                  <a:lnTo>
                    <a:pt x="536711" y="202006"/>
                  </a:lnTo>
                  <a:lnTo>
                    <a:pt x="478226" y="212181"/>
                  </a:lnTo>
                  <a:lnTo>
                    <a:pt x="413585" y="218611"/>
                  </a:lnTo>
                  <a:lnTo>
                    <a:pt x="344170" y="220852"/>
                  </a:lnTo>
                  <a:lnTo>
                    <a:pt x="274796" y="218611"/>
                  </a:lnTo>
                  <a:lnTo>
                    <a:pt x="210186" y="212181"/>
                  </a:lnTo>
                  <a:lnTo>
                    <a:pt x="151724" y="202006"/>
                  </a:lnTo>
                  <a:lnTo>
                    <a:pt x="100790" y="188531"/>
                  </a:lnTo>
                  <a:lnTo>
                    <a:pt x="58768" y="172198"/>
                  </a:lnTo>
                  <a:lnTo>
                    <a:pt x="6990" y="132734"/>
                  </a:lnTo>
                  <a:lnTo>
                    <a:pt x="0" y="110489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0" name="object 110">
              <a:extLst>
                <a:ext uri="{FF2B5EF4-FFF2-40B4-BE49-F238E27FC236}">
                  <a16:creationId xmlns:a16="http://schemas.microsoft.com/office/drawing/2014/main" id="{792313F8-DCEE-927E-A0E0-1261B19B0973}"/>
                </a:ext>
              </a:extLst>
            </p:cNvPr>
            <p:cNvSpPr/>
            <p:nvPr/>
          </p:nvSpPr>
          <p:spPr>
            <a:xfrm>
              <a:off x="3334004" y="1498727"/>
              <a:ext cx="389255" cy="102235"/>
            </a:xfrm>
            <a:custGeom>
              <a:avLst/>
              <a:gdLst/>
              <a:ahLst/>
              <a:cxnLst/>
              <a:rect l="l" t="t" r="r" b="b"/>
              <a:pathLst>
                <a:path w="389254" h="102234">
                  <a:moveTo>
                    <a:pt x="0" y="102235"/>
                  </a:moveTo>
                  <a:lnTo>
                    <a:pt x="120523" y="102235"/>
                  </a:lnTo>
                  <a:lnTo>
                    <a:pt x="241046" y="0"/>
                  </a:lnTo>
                  <a:lnTo>
                    <a:pt x="389128" y="0"/>
                  </a:lnTo>
                </a:path>
                <a:path w="389254" h="102234">
                  <a:moveTo>
                    <a:pt x="17525" y="0"/>
                  </a:moveTo>
                  <a:lnTo>
                    <a:pt x="138049" y="0"/>
                  </a:lnTo>
                  <a:lnTo>
                    <a:pt x="258572" y="102235"/>
                  </a:lnTo>
                  <a:lnTo>
                    <a:pt x="371601" y="102235"/>
                  </a:lnTo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11">
              <a:extLst>
                <a:ext uri="{FF2B5EF4-FFF2-40B4-BE49-F238E27FC236}">
                  <a16:creationId xmlns:a16="http://schemas.microsoft.com/office/drawing/2014/main" id="{60B9F66B-BD26-EDEA-3FF2-05B091AE8483}"/>
                </a:ext>
              </a:extLst>
            </p:cNvPr>
            <p:cNvSpPr/>
            <p:nvPr/>
          </p:nvSpPr>
          <p:spPr>
            <a:xfrm>
              <a:off x="3198749" y="1545081"/>
              <a:ext cx="685800" cy="153035"/>
            </a:xfrm>
            <a:custGeom>
              <a:avLst/>
              <a:gdLst/>
              <a:ahLst/>
              <a:cxnLst/>
              <a:rect l="l" t="t" r="r" b="b"/>
              <a:pathLst>
                <a:path w="685800" h="153035">
                  <a:moveTo>
                    <a:pt x="0" y="0"/>
                  </a:moveTo>
                  <a:lnTo>
                    <a:pt x="0" y="148589"/>
                  </a:lnTo>
                </a:path>
                <a:path w="685800" h="153035">
                  <a:moveTo>
                    <a:pt x="685418" y="8127"/>
                  </a:moveTo>
                  <a:lnTo>
                    <a:pt x="685418" y="152653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2" name="object 112">
            <a:extLst>
              <a:ext uri="{FF2B5EF4-FFF2-40B4-BE49-F238E27FC236}">
                <a16:creationId xmlns:a16="http://schemas.microsoft.com/office/drawing/2014/main" id="{4B63E22E-8C76-A121-8AF1-AAA2D063060F}"/>
              </a:ext>
            </a:extLst>
          </p:cNvPr>
          <p:cNvSpPr txBox="1"/>
          <p:nvPr/>
        </p:nvSpPr>
        <p:spPr>
          <a:xfrm>
            <a:off x="4306951" y="2838068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6" name="object 113">
            <a:extLst>
              <a:ext uri="{FF2B5EF4-FFF2-40B4-BE49-F238E27FC236}">
                <a16:creationId xmlns:a16="http://schemas.microsoft.com/office/drawing/2014/main" id="{239ACCBC-AE61-BD89-0EE7-42FDC9055991}"/>
              </a:ext>
            </a:extLst>
          </p:cNvPr>
          <p:cNvSpPr txBox="1"/>
          <p:nvPr/>
        </p:nvSpPr>
        <p:spPr>
          <a:xfrm>
            <a:off x="5300853" y="2839592"/>
            <a:ext cx="438784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20" dirty="0">
                <a:solidFill>
                  <a:srgbClr val="CC0000"/>
                </a:solidFill>
                <a:latin typeface="Arial"/>
                <a:cs typeface="Arial"/>
              </a:rPr>
              <a:t>IPv4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7" name="object 114" descr="$PPTXTitle">
            <a:extLst>
              <a:ext uri="{FF2B5EF4-FFF2-40B4-BE49-F238E27FC236}">
                <a16:creationId xmlns:a16="http://schemas.microsoft.com/office/drawing/2014/main" id="{33F65716-CE9D-AA3E-0C01-167957B882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1819" y="142428"/>
            <a:ext cx="4420361" cy="552074"/>
          </a:xfrm>
          <a:prstGeom prst="rect">
            <a:avLst/>
          </a:prstGeom>
        </p:spPr>
        <p:txBody>
          <a:bodyPr vert="horz" wrap="square" lIns="0" tIns="59055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latin typeface="Kaiti SC Black"/>
                <a:cs typeface="Kaiti SC Black"/>
              </a:rPr>
              <a:t>隧道</a:t>
            </a:r>
            <a:r>
              <a:rPr sz="3200" spc="-10" dirty="0">
                <a:latin typeface="Kaiti SC Black"/>
                <a:cs typeface="Kaiti SC Black"/>
              </a:rPr>
              <a:t>（</a:t>
            </a:r>
            <a:r>
              <a:rPr sz="3200" spc="-10" dirty="0"/>
              <a:t>tunneling</a:t>
            </a:r>
            <a:r>
              <a:rPr sz="3200" spc="-10" dirty="0">
                <a:latin typeface="Kaiti SC Black"/>
                <a:cs typeface="Kaiti SC Black"/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9472236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AEE2-97D3-66C2-D87F-279D7B2ED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41701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C077C-ABF8-89C3-7C6F-F080EFE60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87314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AB0D1-1AF7-8EA4-3290-956699926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0301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CC099-A209-10E8-DB01-A35AF935C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2364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76AA8-BF24-FC97-F2C6-7CE908F90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8964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BADCC-F141-EC07-8D14-88D63499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46419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F8492-9686-DF30-AF6B-8E53A935D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365957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BAD93-C6DB-CF13-0772-8AF4F31E3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895689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A7C65-E2E5-F1BE-2AFB-0952E11C3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4560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6147</TotalTime>
  <Words>3222</Words>
  <Application>Microsoft Macintosh PowerPoint</Application>
  <PresentationFormat>宽屏</PresentationFormat>
  <Paragraphs>934</Paragraphs>
  <Slides>57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Wawati SC</vt:lpstr>
      <vt:lpstr>ヒラギノ明朝 ProN W3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IPv6数据报格式</vt:lpstr>
      <vt:lpstr>隧道（tunneling）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565</cp:revision>
  <dcterms:created xsi:type="dcterms:W3CDTF">2025-03-15T07:41:15Z</dcterms:created>
  <dcterms:modified xsi:type="dcterms:W3CDTF">2026-08-14T02:22:50Z</dcterms:modified>
</cp:coreProperties>
</file>